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1840" y="-31432"/>
            <a:ext cx="10688319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1840" y="-31432"/>
            <a:ext cx="10688319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64422" y="1116788"/>
            <a:ext cx="7463154" cy="291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3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858577" y="2505906"/>
          <a:ext cx="7687309" cy="1932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685"/>
                <a:gridCol w="615950"/>
                <a:gridCol w="3242944"/>
              </a:tblGrid>
              <a:tr h="90889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44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远距离输</a:t>
                      </a:r>
                      <a:r>
                        <a:rPr dirty="0" sz="4400" spc="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电</a:t>
                      </a:r>
                      <a:endParaRPr sz="4400">
                        <a:latin typeface="微软雅黑"/>
                        <a:cs typeface="微软雅黑"/>
                      </a:endParaRPr>
                    </a:p>
                  </a:txBody>
                  <a:tcPr marL="0" marR="0" marB="0" marT="3302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96781"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主讲人：刘友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洪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166370"/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16637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校：北京市第八十中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166370"/>
                </a:tc>
              </a:tr>
              <a:tr h="426237"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200"/>
                        </a:spcBef>
                        <a:tabLst>
                          <a:tab pos="926465" algn="l"/>
                        </a:tabLst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	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级：高二下学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期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244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学习目标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98014" y="1622425"/>
            <a:ext cx="6719570" cy="29552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06705" indent="-294005">
              <a:lnSpc>
                <a:spcPct val="100000"/>
              </a:lnSpc>
              <a:spcBef>
                <a:spcPts val="95"/>
              </a:spcBef>
              <a:buSzPct val="96428"/>
              <a:buAutoNum type="arabicPeriod"/>
              <a:tabLst>
                <a:tab pos="307340" algn="l"/>
              </a:tabLst>
            </a:pPr>
            <a:r>
              <a:rPr dirty="0" sz="2800">
                <a:latin typeface="微软雅黑"/>
                <a:cs typeface="微软雅黑"/>
              </a:rPr>
              <a:t>知道远距离输电采用高压输电的实际意</a:t>
            </a:r>
            <a:r>
              <a:rPr dirty="0" sz="2800" spc="-5">
                <a:latin typeface="微软雅黑"/>
                <a:cs typeface="微软雅黑"/>
              </a:rPr>
              <a:t>义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buFont typeface="΢"/>
              <a:buAutoNum type="arabicPeriod"/>
            </a:pPr>
            <a:endParaRPr sz="3700">
              <a:latin typeface="Times New Roman"/>
              <a:cs typeface="Times New Roman"/>
            </a:endParaRPr>
          </a:p>
          <a:p>
            <a:pPr marL="412115" indent="-399415">
              <a:lnSpc>
                <a:spcPct val="100000"/>
              </a:lnSpc>
              <a:spcBef>
                <a:spcPts val="2240"/>
              </a:spcBef>
              <a:buSzPct val="96428"/>
              <a:buAutoNum type="arabicPeriod"/>
              <a:tabLst>
                <a:tab pos="412115" algn="l"/>
              </a:tabLst>
            </a:pPr>
            <a:r>
              <a:rPr dirty="0" sz="2800">
                <a:latin typeface="微软雅黑"/>
                <a:cs typeface="微软雅黑"/>
              </a:rPr>
              <a:t>掌握高压输电的原</a:t>
            </a:r>
            <a:r>
              <a:rPr dirty="0" sz="2800" spc="-5">
                <a:latin typeface="微软雅黑"/>
                <a:cs typeface="微软雅黑"/>
              </a:rPr>
              <a:t>理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buFont typeface="΢"/>
              <a:buAutoNum type="arabicPeriod"/>
            </a:pPr>
            <a:endParaRPr sz="3700">
              <a:latin typeface="Times New Roman"/>
              <a:cs typeface="Times New Roman"/>
            </a:endParaRPr>
          </a:p>
          <a:p>
            <a:pPr marL="306705" indent="-294005">
              <a:lnSpc>
                <a:spcPct val="100000"/>
              </a:lnSpc>
              <a:spcBef>
                <a:spcPts val="2240"/>
              </a:spcBef>
              <a:buSzPct val="96428"/>
              <a:buAutoNum type="arabicPeriod"/>
              <a:tabLst>
                <a:tab pos="307340" algn="l"/>
              </a:tabLst>
            </a:pPr>
            <a:r>
              <a:rPr dirty="0" sz="2800">
                <a:latin typeface="微软雅黑"/>
                <a:cs typeface="微软雅黑"/>
              </a:rPr>
              <a:t>理解远距离输电过程各物理量间的关</a:t>
            </a:r>
            <a:r>
              <a:rPr dirty="0" sz="2800" spc="-5">
                <a:latin typeface="微软雅黑"/>
                <a:cs typeface="微软雅黑"/>
              </a:rPr>
              <a:t>系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244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电能输送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79904" y="4863084"/>
            <a:ext cx="2363723" cy="14401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334500" y="1101852"/>
            <a:ext cx="2485644" cy="14401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336023" y="2974848"/>
            <a:ext cx="2510028" cy="14401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363456" y="4863084"/>
            <a:ext cx="2473452" cy="14401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839967" y="4863084"/>
            <a:ext cx="2325624" cy="14401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0322877" y="4480242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火电站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83852" y="6362382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风力发电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97015" y="6362382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光伏发电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45077" y="6362382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核能发电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337165" y="2602229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水电站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78952" y="1947862"/>
            <a:ext cx="7340600" cy="2214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为了合理地利用自然资源，水电站要建在水库大坝上； 以煤为燃料的火电站最好建在煤矿附近</a:t>
            </a:r>
            <a:r>
              <a:rPr dirty="0" sz="2400" spc="-5">
                <a:latin typeface="微软雅黑"/>
                <a:cs typeface="微软雅黑"/>
              </a:rPr>
              <a:t>……,</a:t>
            </a:r>
            <a:r>
              <a:rPr dirty="0" sz="2400">
                <a:latin typeface="微软雅黑"/>
                <a:cs typeface="微软雅黑"/>
              </a:rPr>
              <a:t>但是用电 的地方可能距离很远，因此常常要将电能输送到远方。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 marR="309880">
              <a:lnSpc>
                <a:spcPct val="100000"/>
              </a:lnSpc>
            </a:pPr>
            <a:r>
              <a:rPr dirty="0" sz="2400">
                <a:latin typeface="微软雅黑"/>
                <a:cs typeface="微软雅黑"/>
              </a:rPr>
              <a:t>用电线把电源与设备连接起来，就可以输送电能了， 这是电能的一个突出优点。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2768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latin typeface="微软雅黑"/>
                <a:cs typeface="微软雅黑"/>
              </a:rPr>
              <a:t>输送电能的基本要求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105977" y="1302702"/>
            <a:ext cx="7340600" cy="3632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99895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FF0000"/>
                </a:solidFill>
                <a:latin typeface="微软雅黑"/>
                <a:cs typeface="微软雅黑"/>
              </a:rPr>
              <a:t>可靠、保质、经</a:t>
            </a:r>
            <a:r>
              <a:rPr dirty="0" sz="2800" spc="-5">
                <a:solidFill>
                  <a:srgbClr val="FF0000"/>
                </a:solidFill>
                <a:latin typeface="微软雅黑"/>
                <a:cs typeface="微软雅黑"/>
              </a:rPr>
              <a:t>济</a:t>
            </a:r>
            <a:endParaRPr sz="2800">
              <a:latin typeface="微软雅黑"/>
              <a:cs typeface="微软雅黑"/>
            </a:endParaRPr>
          </a:p>
          <a:p>
            <a:pPr marL="12700" marR="5080">
              <a:lnSpc>
                <a:spcPct val="284000"/>
              </a:lnSpc>
              <a:spcBef>
                <a:spcPts val="185"/>
              </a:spcBef>
            </a:pP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可靠：</a:t>
            </a:r>
            <a:r>
              <a:rPr dirty="0" sz="2400">
                <a:latin typeface="微软雅黑"/>
                <a:cs typeface="微软雅黑"/>
              </a:rPr>
              <a:t>是指保证供电线路可靠地工作，少有故障和停电 </a:t>
            </a: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保质：</a:t>
            </a:r>
            <a:r>
              <a:rPr dirty="0" sz="2400">
                <a:latin typeface="微软雅黑"/>
                <a:cs typeface="微软雅黑"/>
              </a:rPr>
              <a:t>就是保证电能的质量，即电压和频率稳定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55"/>
              </a:spcBef>
            </a:pP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经济：</a:t>
            </a:r>
            <a:r>
              <a:rPr dirty="0" sz="2400">
                <a:latin typeface="微软雅黑"/>
                <a:cs typeface="微软雅黑"/>
              </a:rPr>
              <a:t>是指输电线路建造和运行的费用低，电能损耗小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3338512" y="1481137"/>
            <a:ext cx="1214755" cy="1297305"/>
          </a:xfrm>
          <a:custGeom>
            <a:avLst/>
            <a:gdLst/>
            <a:ahLst/>
            <a:cxnLst/>
            <a:rect l="l" t="t" r="r" b="b"/>
            <a:pathLst>
              <a:path w="1214754" h="1297305">
                <a:moveTo>
                  <a:pt x="6350" y="1090345"/>
                </a:moveTo>
                <a:lnTo>
                  <a:pt x="0" y="1090345"/>
                </a:lnTo>
                <a:lnTo>
                  <a:pt x="0" y="1039545"/>
                </a:lnTo>
                <a:lnTo>
                  <a:pt x="12700" y="1039545"/>
                </a:lnTo>
                <a:lnTo>
                  <a:pt x="12700" y="1090269"/>
                </a:lnTo>
                <a:lnTo>
                  <a:pt x="6350" y="1090345"/>
                </a:lnTo>
                <a:close/>
              </a:path>
              <a:path w="1214754" h="1297305">
                <a:moveTo>
                  <a:pt x="76" y="1096022"/>
                </a:moveTo>
                <a:lnTo>
                  <a:pt x="0" y="1090422"/>
                </a:lnTo>
                <a:lnTo>
                  <a:pt x="12700" y="1090269"/>
                </a:lnTo>
                <a:lnTo>
                  <a:pt x="12776" y="1095552"/>
                </a:lnTo>
                <a:lnTo>
                  <a:pt x="76" y="1096022"/>
                </a:lnTo>
                <a:close/>
              </a:path>
              <a:path w="1214754" h="1297305">
                <a:moveTo>
                  <a:pt x="12700" y="1090345"/>
                </a:moveTo>
                <a:close/>
              </a:path>
              <a:path w="1214754" h="1297305">
                <a:moveTo>
                  <a:pt x="12771" y="1095438"/>
                </a:moveTo>
                <a:lnTo>
                  <a:pt x="12763" y="1095273"/>
                </a:lnTo>
                <a:lnTo>
                  <a:pt x="12771" y="1095438"/>
                </a:lnTo>
                <a:close/>
              </a:path>
              <a:path w="1214754" h="1297305">
                <a:moveTo>
                  <a:pt x="12700" y="1001445"/>
                </a:moveTo>
                <a:lnTo>
                  <a:pt x="0" y="1001445"/>
                </a:lnTo>
                <a:lnTo>
                  <a:pt x="0" y="950645"/>
                </a:lnTo>
                <a:lnTo>
                  <a:pt x="12700" y="950645"/>
                </a:lnTo>
                <a:lnTo>
                  <a:pt x="12700" y="1001445"/>
                </a:lnTo>
                <a:close/>
              </a:path>
              <a:path w="1214754" h="1297305">
                <a:moveTo>
                  <a:pt x="12700" y="912545"/>
                </a:moveTo>
                <a:lnTo>
                  <a:pt x="0" y="912545"/>
                </a:lnTo>
                <a:lnTo>
                  <a:pt x="0" y="861745"/>
                </a:lnTo>
                <a:lnTo>
                  <a:pt x="12700" y="861745"/>
                </a:lnTo>
                <a:lnTo>
                  <a:pt x="12700" y="912545"/>
                </a:lnTo>
                <a:close/>
              </a:path>
              <a:path w="1214754" h="1297305">
                <a:moveTo>
                  <a:pt x="12700" y="823645"/>
                </a:moveTo>
                <a:lnTo>
                  <a:pt x="0" y="823645"/>
                </a:lnTo>
                <a:lnTo>
                  <a:pt x="0" y="772845"/>
                </a:lnTo>
                <a:lnTo>
                  <a:pt x="12700" y="772845"/>
                </a:lnTo>
                <a:lnTo>
                  <a:pt x="12700" y="823645"/>
                </a:lnTo>
                <a:close/>
              </a:path>
              <a:path w="1214754" h="1297305">
                <a:moveTo>
                  <a:pt x="12700" y="734745"/>
                </a:moveTo>
                <a:lnTo>
                  <a:pt x="0" y="734745"/>
                </a:lnTo>
                <a:lnTo>
                  <a:pt x="0" y="683945"/>
                </a:lnTo>
                <a:lnTo>
                  <a:pt x="12700" y="683945"/>
                </a:lnTo>
                <a:lnTo>
                  <a:pt x="12700" y="734745"/>
                </a:lnTo>
                <a:close/>
              </a:path>
              <a:path w="1214754" h="1297305">
                <a:moveTo>
                  <a:pt x="12700" y="645845"/>
                </a:moveTo>
                <a:lnTo>
                  <a:pt x="0" y="645845"/>
                </a:lnTo>
                <a:lnTo>
                  <a:pt x="0" y="595045"/>
                </a:lnTo>
                <a:lnTo>
                  <a:pt x="12700" y="595045"/>
                </a:lnTo>
                <a:lnTo>
                  <a:pt x="12700" y="645845"/>
                </a:lnTo>
                <a:close/>
              </a:path>
              <a:path w="1214754" h="1297305">
                <a:moveTo>
                  <a:pt x="12700" y="556945"/>
                </a:moveTo>
                <a:lnTo>
                  <a:pt x="0" y="556945"/>
                </a:lnTo>
                <a:lnTo>
                  <a:pt x="0" y="506145"/>
                </a:lnTo>
                <a:lnTo>
                  <a:pt x="12700" y="506145"/>
                </a:lnTo>
                <a:lnTo>
                  <a:pt x="12700" y="556945"/>
                </a:lnTo>
                <a:close/>
              </a:path>
              <a:path w="1214754" h="1297305">
                <a:moveTo>
                  <a:pt x="12700" y="468045"/>
                </a:moveTo>
                <a:lnTo>
                  <a:pt x="0" y="468045"/>
                </a:lnTo>
                <a:lnTo>
                  <a:pt x="0" y="417245"/>
                </a:lnTo>
                <a:lnTo>
                  <a:pt x="12700" y="417245"/>
                </a:lnTo>
                <a:lnTo>
                  <a:pt x="12700" y="468045"/>
                </a:lnTo>
                <a:close/>
              </a:path>
              <a:path w="1214754" h="1297305">
                <a:moveTo>
                  <a:pt x="12700" y="379145"/>
                </a:moveTo>
                <a:lnTo>
                  <a:pt x="0" y="379145"/>
                </a:lnTo>
                <a:lnTo>
                  <a:pt x="0" y="328345"/>
                </a:lnTo>
                <a:lnTo>
                  <a:pt x="12700" y="328345"/>
                </a:lnTo>
                <a:lnTo>
                  <a:pt x="12700" y="379145"/>
                </a:lnTo>
                <a:close/>
              </a:path>
              <a:path w="1214754" h="1297305">
                <a:moveTo>
                  <a:pt x="12700" y="290245"/>
                </a:moveTo>
                <a:lnTo>
                  <a:pt x="0" y="290245"/>
                </a:lnTo>
                <a:lnTo>
                  <a:pt x="0" y="239445"/>
                </a:lnTo>
                <a:lnTo>
                  <a:pt x="12700" y="239445"/>
                </a:lnTo>
                <a:lnTo>
                  <a:pt x="12700" y="290245"/>
                </a:lnTo>
                <a:close/>
              </a:path>
              <a:path w="1214754" h="1297305">
                <a:moveTo>
                  <a:pt x="12763" y="201587"/>
                </a:moveTo>
                <a:lnTo>
                  <a:pt x="76" y="201104"/>
                </a:lnTo>
                <a:lnTo>
                  <a:pt x="266" y="196011"/>
                </a:lnTo>
                <a:lnTo>
                  <a:pt x="596" y="190754"/>
                </a:lnTo>
                <a:lnTo>
                  <a:pt x="8051" y="149542"/>
                </a:lnTo>
                <a:lnTo>
                  <a:pt x="20269" y="153009"/>
                </a:lnTo>
                <a:lnTo>
                  <a:pt x="18776" y="158318"/>
                </a:lnTo>
                <a:lnTo>
                  <a:pt x="16620" y="167703"/>
                </a:lnTo>
                <a:lnTo>
                  <a:pt x="14920" y="177253"/>
                </a:lnTo>
                <a:lnTo>
                  <a:pt x="13682" y="186969"/>
                </a:lnTo>
                <a:lnTo>
                  <a:pt x="13261" y="191795"/>
                </a:lnTo>
                <a:lnTo>
                  <a:pt x="12948" y="196735"/>
                </a:lnTo>
                <a:lnTo>
                  <a:pt x="12763" y="201587"/>
                </a:lnTo>
                <a:close/>
              </a:path>
              <a:path w="1214754" h="1297305">
                <a:moveTo>
                  <a:pt x="18802" y="158204"/>
                </a:moveTo>
                <a:lnTo>
                  <a:pt x="18846" y="158013"/>
                </a:lnTo>
                <a:lnTo>
                  <a:pt x="18802" y="158204"/>
                </a:lnTo>
                <a:close/>
              </a:path>
              <a:path w="1214754" h="1297305">
                <a:moveTo>
                  <a:pt x="18776" y="158318"/>
                </a:moveTo>
                <a:close/>
              </a:path>
              <a:path w="1214754" h="1297305">
                <a:moveTo>
                  <a:pt x="16651" y="167530"/>
                </a:moveTo>
                <a:lnTo>
                  <a:pt x="16675" y="167398"/>
                </a:lnTo>
                <a:lnTo>
                  <a:pt x="16651" y="167530"/>
                </a:lnTo>
                <a:close/>
              </a:path>
              <a:path w="1214754" h="1297305">
                <a:moveTo>
                  <a:pt x="16620" y="167703"/>
                </a:moveTo>
                <a:lnTo>
                  <a:pt x="16651" y="167530"/>
                </a:lnTo>
                <a:lnTo>
                  <a:pt x="16620" y="167703"/>
                </a:lnTo>
                <a:close/>
              </a:path>
              <a:path w="1214754" h="1297305">
                <a:moveTo>
                  <a:pt x="14945" y="177054"/>
                </a:moveTo>
                <a:close/>
              </a:path>
              <a:path w="1214754" h="1297305">
                <a:moveTo>
                  <a:pt x="14920" y="177253"/>
                </a:moveTo>
                <a:lnTo>
                  <a:pt x="14945" y="177054"/>
                </a:lnTo>
                <a:lnTo>
                  <a:pt x="14920" y="177253"/>
                </a:lnTo>
                <a:close/>
              </a:path>
              <a:path w="1214754" h="1297305">
                <a:moveTo>
                  <a:pt x="13691" y="186863"/>
                </a:moveTo>
                <a:lnTo>
                  <a:pt x="13703" y="186728"/>
                </a:lnTo>
                <a:lnTo>
                  <a:pt x="13691" y="186863"/>
                </a:lnTo>
                <a:close/>
              </a:path>
              <a:path w="1214754" h="1297305">
                <a:moveTo>
                  <a:pt x="13682" y="186969"/>
                </a:moveTo>
                <a:close/>
              </a:path>
              <a:path w="1214754" h="1297305">
                <a:moveTo>
                  <a:pt x="13267" y="191700"/>
                </a:moveTo>
                <a:close/>
              </a:path>
              <a:path w="1214754" h="1297305">
                <a:moveTo>
                  <a:pt x="13261" y="191795"/>
                </a:moveTo>
                <a:close/>
              </a:path>
              <a:path w="1214754" h="1297305">
                <a:moveTo>
                  <a:pt x="33756" y="118783"/>
                </a:moveTo>
                <a:lnTo>
                  <a:pt x="22453" y="113004"/>
                </a:lnTo>
                <a:lnTo>
                  <a:pt x="24942" y="108140"/>
                </a:lnTo>
                <a:lnTo>
                  <a:pt x="29921" y="99491"/>
                </a:lnTo>
                <a:lnTo>
                  <a:pt x="35293" y="91097"/>
                </a:lnTo>
                <a:lnTo>
                  <a:pt x="41059" y="83007"/>
                </a:lnTo>
                <a:lnTo>
                  <a:pt x="47193" y="75196"/>
                </a:lnTo>
                <a:lnTo>
                  <a:pt x="51815" y="69862"/>
                </a:lnTo>
                <a:lnTo>
                  <a:pt x="61404" y="78181"/>
                </a:lnTo>
                <a:lnTo>
                  <a:pt x="56883" y="83400"/>
                </a:lnTo>
                <a:lnTo>
                  <a:pt x="51130" y="90728"/>
                </a:lnTo>
                <a:lnTo>
                  <a:pt x="45913" y="98082"/>
                </a:lnTo>
                <a:lnTo>
                  <a:pt x="40801" y="106030"/>
                </a:lnTo>
                <a:lnTo>
                  <a:pt x="36029" y="114338"/>
                </a:lnTo>
                <a:lnTo>
                  <a:pt x="33756" y="118783"/>
                </a:lnTo>
                <a:close/>
              </a:path>
              <a:path w="1214754" h="1297305">
                <a:moveTo>
                  <a:pt x="57028" y="83232"/>
                </a:moveTo>
                <a:close/>
              </a:path>
              <a:path w="1214754" h="1297305">
                <a:moveTo>
                  <a:pt x="56896" y="83400"/>
                </a:moveTo>
                <a:lnTo>
                  <a:pt x="57028" y="83232"/>
                </a:lnTo>
                <a:lnTo>
                  <a:pt x="56896" y="83400"/>
                </a:lnTo>
                <a:close/>
              </a:path>
              <a:path w="1214754" h="1297305">
                <a:moveTo>
                  <a:pt x="51148" y="90728"/>
                </a:moveTo>
                <a:lnTo>
                  <a:pt x="51320" y="90487"/>
                </a:lnTo>
                <a:lnTo>
                  <a:pt x="51148" y="90728"/>
                </a:lnTo>
                <a:close/>
              </a:path>
              <a:path w="1214754" h="1297305">
                <a:moveTo>
                  <a:pt x="45756" y="98302"/>
                </a:moveTo>
                <a:lnTo>
                  <a:pt x="45897" y="98082"/>
                </a:lnTo>
                <a:lnTo>
                  <a:pt x="45756" y="98302"/>
                </a:lnTo>
                <a:close/>
              </a:path>
              <a:path w="1214754" h="1297305">
                <a:moveTo>
                  <a:pt x="45735" y="98336"/>
                </a:moveTo>
                <a:close/>
              </a:path>
              <a:path w="1214754" h="1297305">
                <a:moveTo>
                  <a:pt x="40805" y="106030"/>
                </a:moveTo>
                <a:close/>
              </a:path>
              <a:path w="1214754" h="1297305">
                <a:moveTo>
                  <a:pt x="40702" y="106210"/>
                </a:moveTo>
                <a:lnTo>
                  <a:pt x="40805" y="106030"/>
                </a:lnTo>
                <a:lnTo>
                  <a:pt x="40702" y="106210"/>
                </a:lnTo>
                <a:close/>
              </a:path>
              <a:path w="1214754" h="1297305">
                <a:moveTo>
                  <a:pt x="36174" y="114086"/>
                </a:moveTo>
                <a:close/>
              </a:path>
              <a:path w="1214754" h="1297305">
                <a:moveTo>
                  <a:pt x="36044" y="114338"/>
                </a:moveTo>
                <a:lnTo>
                  <a:pt x="36174" y="114086"/>
                </a:lnTo>
                <a:lnTo>
                  <a:pt x="36044" y="114338"/>
                </a:lnTo>
                <a:close/>
              </a:path>
              <a:path w="1214754" h="1297305">
                <a:moveTo>
                  <a:pt x="88315" y="53035"/>
                </a:moveTo>
                <a:lnTo>
                  <a:pt x="80467" y="43040"/>
                </a:lnTo>
                <a:lnTo>
                  <a:pt x="83007" y="41059"/>
                </a:lnTo>
                <a:lnTo>
                  <a:pt x="91097" y="35293"/>
                </a:lnTo>
                <a:lnTo>
                  <a:pt x="99491" y="29921"/>
                </a:lnTo>
                <a:lnTo>
                  <a:pt x="108140" y="24942"/>
                </a:lnTo>
                <a:lnTo>
                  <a:pt x="117055" y="20383"/>
                </a:lnTo>
                <a:lnTo>
                  <a:pt x="125450" y="16586"/>
                </a:lnTo>
                <a:lnTo>
                  <a:pt x="130683" y="28155"/>
                </a:lnTo>
                <a:lnTo>
                  <a:pt x="122435" y="31889"/>
                </a:lnTo>
                <a:lnTo>
                  <a:pt x="114368" y="36029"/>
                </a:lnTo>
                <a:lnTo>
                  <a:pt x="105952" y="40855"/>
                </a:lnTo>
                <a:lnTo>
                  <a:pt x="98082" y="45897"/>
                </a:lnTo>
                <a:lnTo>
                  <a:pt x="90755" y="51130"/>
                </a:lnTo>
                <a:lnTo>
                  <a:pt x="88315" y="53035"/>
                </a:lnTo>
                <a:close/>
              </a:path>
              <a:path w="1214754" h="1297305">
                <a:moveTo>
                  <a:pt x="122488" y="31862"/>
                </a:moveTo>
                <a:lnTo>
                  <a:pt x="122707" y="31750"/>
                </a:lnTo>
                <a:lnTo>
                  <a:pt x="122488" y="31862"/>
                </a:lnTo>
                <a:close/>
              </a:path>
              <a:path w="1214754" h="1297305">
                <a:moveTo>
                  <a:pt x="122435" y="31889"/>
                </a:moveTo>
                <a:close/>
              </a:path>
              <a:path w="1214754" h="1297305">
                <a:moveTo>
                  <a:pt x="114086" y="36174"/>
                </a:moveTo>
                <a:lnTo>
                  <a:pt x="114338" y="36029"/>
                </a:lnTo>
                <a:lnTo>
                  <a:pt x="114086" y="36174"/>
                </a:lnTo>
                <a:close/>
              </a:path>
              <a:path w="1214754" h="1297305">
                <a:moveTo>
                  <a:pt x="114073" y="36182"/>
                </a:moveTo>
                <a:close/>
              </a:path>
              <a:path w="1214754" h="1297305">
                <a:moveTo>
                  <a:pt x="106030" y="40805"/>
                </a:moveTo>
                <a:lnTo>
                  <a:pt x="106210" y="40690"/>
                </a:lnTo>
                <a:lnTo>
                  <a:pt x="106030" y="40805"/>
                </a:lnTo>
                <a:close/>
              </a:path>
              <a:path w="1214754" h="1297305">
                <a:moveTo>
                  <a:pt x="105952" y="40855"/>
                </a:moveTo>
                <a:close/>
              </a:path>
              <a:path w="1214754" h="1297305">
                <a:moveTo>
                  <a:pt x="98302" y="45756"/>
                </a:moveTo>
                <a:close/>
              </a:path>
              <a:path w="1214754" h="1297305">
                <a:moveTo>
                  <a:pt x="98104" y="45897"/>
                </a:moveTo>
                <a:lnTo>
                  <a:pt x="98302" y="45756"/>
                </a:lnTo>
                <a:lnTo>
                  <a:pt x="98104" y="45897"/>
                </a:lnTo>
                <a:close/>
              </a:path>
              <a:path w="1214754" h="1297305">
                <a:moveTo>
                  <a:pt x="90487" y="51320"/>
                </a:moveTo>
                <a:lnTo>
                  <a:pt x="90728" y="51130"/>
                </a:lnTo>
                <a:lnTo>
                  <a:pt x="90487" y="51320"/>
                </a:lnTo>
                <a:close/>
              </a:path>
              <a:path w="1214754" h="1297305">
                <a:moveTo>
                  <a:pt x="165760" y="17056"/>
                </a:moveTo>
                <a:lnTo>
                  <a:pt x="162902" y="4686"/>
                </a:lnTo>
                <a:lnTo>
                  <a:pt x="164998" y="4190"/>
                </a:lnTo>
                <a:lnTo>
                  <a:pt x="175183" y="2374"/>
                </a:lnTo>
                <a:lnTo>
                  <a:pt x="206603" y="0"/>
                </a:lnTo>
                <a:lnTo>
                  <a:pt x="214807" y="0"/>
                </a:lnTo>
                <a:lnTo>
                  <a:pt x="214807" y="12700"/>
                </a:lnTo>
                <a:lnTo>
                  <a:pt x="206717" y="12700"/>
                </a:lnTo>
                <a:lnTo>
                  <a:pt x="201549" y="12763"/>
                </a:lnTo>
                <a:lnTo>
                  <a:pt x="201714" y="12763"/>
                </a:lnTo>
                <a:lnTo>
                  <a:pt x="196583" y="12953"/>
                </a:lnTo>
                <a:lnTo>
                  <a:pt x="196735" y="12953"/>
                </a:lnTo>
                <a:lnTo>
                  <a:pt x="191654" y="13271"/>
                </a:lnTo>
                <a:lnTo>
                  <a:pt x="187150" y="13677"/>
                </a:lnTo>
                <a:lnTo>
                  <a:pt x="186969" y="13677"/>
                </a:lnTo>
                <a:lnTo>
                  <a:pt x="176970" y="14960"/>
                </a:lnTo>
                <a:lnTo>
                  <a:pt x="167425" y="16675"/>
                </a:lnTo>
                <a:lnTo>
                  <a:pt x="165760" y="17056"/>
                </a:lnTo>
                <a:close/>
              </a:path>
              <a:path w="1214754" h="1297305">
                <a:moveTo>
                  <a:pt x="191708" y="13266"/>
                </a:moveTo>
                <a:close/>
              </a:path>
              <a:path w="1214754" h="1297305">
                <a:moveTo>
                  <a:pt x="191654" y="13271"/>
                </a:moveTo>
                <a:close/>
              </a:path>
              <a:path w="1214754" h="1297305">
                <a:moveTo>
                  <a:pt x="186728" y="13715"/>
                </a:moveTo>
                <a:lnTo>
                  <a:pt x="186969" y="13677"/>
                </a:lnTo>
                <a:lnTo>
                  <a:pt x="187150" y="13677"/>
                </a:lnTo>
                <a:lnTo>
                  <a:pt x="186728" y="13715"/>
                </a:lnTo>
                <a:close/>
              </a:path>
              <a:path w="1214754" h="1297305">
                <a:moveTo>
                  <a:pt x="177054" y="14945"/>
                </a:moveTo>
                <a:lnTo>
                  <a:pt x="177253" y="14909"/>
                </a:lnTo>
                <a:lnTo>
                  <a:pt x="177054" y="14945"/>
                </a:lnTo>
                <a:close/>
              </a:path>
              <a:path w="1214754" h="1297305">
                <a:moveTo>
                  <a:pt x="176970" y="14960"/>
                </a:moveTo>
                <a:close/>
              </a:path>
              <a:path w="1214754" h="1297305">
                <a:moveTo>
                  <a:pt x="167524" y="16652"/>
                </a:moveTo>
                <a:lnTo>
                  <a:pt x="167703" y="16611"/>
                </a:lnTo>
                <a:lnTo>
                  <a:pt x="167524" y="16652"/>
                </a:lnTo>
                <a:close/>
              </a:path>
              <a:path w="1214754" h="1297305">
                <a:moveTo>
                  <a:pt x="167425" y="16675"/>
                </a:moveTo>
                <a:close/>
              </a:path>
              <a:path w="1214754" h="1297305">
                <a:moveTo>
                  <a:pt x="303707" y="12700"/>
                </a:moveTo>
                <a:lnTo>
                  <a:pt x="252907" y="12700"/>
                </a:lnTo>
                <a:lnTo>
                  <a:pt x="252907" y="0"/>
                </a:lnTo>
                <a:lnTo>
                  <a:pt x="303707" y="0"/>
                </a:lnTo>
                <a:lnTo>
                  <a:pt x="303707" y="12700"/>
                </a:lnTo>
                <a:close/>
              </a:path>
              <a:path w="1214754" h="1297305">
                <a:moveTo>
                  <a:pt x="392607" y="12700"/>
                </a:moveTo>
                <a:lnTo>
                  <a:pt x="341807" y="12700"/>
                </a:lnTo>
                <a:lnTo>
                  <a:pt x="341807" y="0"/>
                </a:lnTo>
                <a:lnTo>
                  <a:pt x="392607" y="0"/>
                </a:lnTo>
                <a:lnTo>
                  <a:pt x="392607" y="12700"/>
                </a:lnTo>
                <a:close/>
              </a:path>
              <a:path w="1214754" h="1297305">
                <a:moveTo>
                  <a:pt x="481507" y="12700"/>
                </a:moveTo>
                <a:lnTo>
                  <a:pt x="430707" y="12700"/>
                </a:lnTo>
                <a:lnTo>
                  <a:pt x="430707" y="0"/>
                </a:lnTo>
                <a:lnTo>
                  <a:pt x="481507" y="0"/>
                </a:lnTo>
                <a:lnTo>
                  <a:pt x="481507" y="12700"/>
                </a:lnTo>
                <a:close/>
              </a:path>
              <a:path w="1214754" h="1297305">
                <a:moveTo>
                  <a:pt x="570407" y="12700"/>
                </a:moveTo>
                <a:lnTo>
                  <a:pt x="519607" y="12700"/>
                </a:lnTo>
                <a:lnTo>
                  <a:pt x="519607" y="0"/>
                </a:lnTo>
                <a:lnTo>
                  <a:pt x="570407" y="0"/>
                </a:lnTo>
                <a:lnTo>
                  <a:pt x="570407" y="12700"/>
                </a:lnTo>
                <a:close/>
              </a:path>
              <a:path w="1214754" h="1297305">
                <a:moveTo>
                  <a:pt x="659307" y="12700"/>
                </a:moveTo>
                <a:lnTo>
                  <a:pt x="608507" y="12700"/>
                </a:lnTo>
                <a:lnTo>
                  <a:pt x="608507" y="0"/>
                </a:lnTo>
                <a:lnTo>
                  <a:pt x="659307" y="0"/>
                </a:lnTo>
                <a:lnTo>
                  <a:pt x="659307" y="12700"/>
                </a:lnTo>
                <a:close/>
              </a:path>
              <a:path w="1214754" h="1297305">
                <a:moveTo>
                  <a:pt x="748207" y="12700"/>
                </a:moveTo>
                <a:lnTo>
                  <a:pt x="697407" y="12700"/>
                </a:lnTo>
                <a:lnTo>
                  <a:pt x="697407" y="0"/>
                </a:lnTo>
                <a:lnTo>
                  <a:pt x="748207" y="0"/>
                </a:lnTo>
                <a:lnTo>
                  <a:pt x="748207" y="12700"/>
                </a:lnTo>
                <a:close/>
              </a:path>
              <a:path w="1214754" h="1297305">
                <a:moveTo>
                  <a:pt x="837107" y="12700"/>
                </a:moveTo>
                <a:lnTo>
                  <a:pt x="786307" y="12700"/>
                </a:lnTo>
                <a:lnTo>
                  <a:pt x="786307" y="0"/>
                </a:lnTo>
                <a:lnTo>
                  <a:pt x="837107" y="0"/>
                </a:lnTo>
                <a:lnTo>
                  <a:pt x="837107" y="12700"/>
                </a:lnTo>
                <a:close/>
              </a:path>
              <a:path w="1214754" h="1297305">
                <a:moveTo>
                  <a:pt x="926007" y="12700"/>
                </a:moveTo>
                <a:lnTo>
                  <a:pt x="875207" y="12700"/>
                </a:lnTo>
                <a:lnTo>
                  <a:pt x="875207" y="0"/>
                </a:lnTo>
                <a:lnTo>
                  <a:pt x="926007" y="0"/>
                </a:lnTo>
                <a:lnTo>
                  <a:pt x="926007" y="12700"/>
                </a:lnTo>
                <a:close/>
              </a:path>
              <a:path w="1214754" h="1297305">
                <a:moveTo>
                  <a:pt x="1014666" y="12839"/>
                </a:moveTo>
                <a:lnTo>
                  <a:pt x="1012723" y="12763"/>
                </a:lnTo>
                <a:lnTo>
                  <a:pt x="1012888" y="12763"/>
                </a:lnTo>
                <a:lnTo>
                  <a:pt x="1007719" y="12700"/>
                </a:lnTo>
                <a:lnTo>
                  <a:pt x="964107" y="12700"/>
                </a:lnTo>
                <a:lnTo>
                  <a:pt x="964107" y="0"/>
                </a:lnTo>
                <a:lnTo>
                  <a:pt x="1007833" y="0"/>
                </a:lnTo>
                <a:lnTo>
                  <a:pt x="1013129" y="63"/>
                </a:lnTo>
                <a:lnTo>
                  <a:pt x="1015149" y="139"/>
                </a:lnTo>
                <a:lnTo>
                  <a:pt x="1014666" y="12839"/>
                </a:lnTo>
                <a:close/>
              </a:path>
              <a:path w="1214754" h="1297305">
                <a:moveTo>
                  <a:pt x="1093982" y="18846"/>
                </a:moveTo>
                <a:lnTo>
                  <a:pt x="1056424" y="18846"/>
                </a:lnTo>
                <a:lnTo>
                  <a:pt x="1051191" y="17640"/>
                </a:lnTo>
                <a:lnTo>
                  <a:pt x="1054049" y="5257"/>
                </a:lnTo>
                <a:lnTo>
                  <a:pt x="1059434" y="6502"/>
                </a:lnTo>
                <a:lnTo>
                  <a:pt x="1069238" y="9283"/>
                </a:lnTo>
                <a:lnTo>
                  <a:pt x="1078839" y="12534"/>
                </a:lnTo>
                <a:lnTo>
                  <a:pt x="1088224" y="16243"/>
                </a:lnTo>
                <a:lnTo>
                  <a:pt x="1093982" y="18846"/>
                </a:lnTo>
                <a:close/>
              </a:path>
              <a:path w="1214754" h="1297305">
                <a:moveTo>
                  <a:pt x="1099497" y="21462"/>
                </a:moveTo>
                <a:lnTo>
                  <a:pt x="1065618" y="21462"/>
                </a:lnTo>
                <a:lnTo>
                  <a:pt x="1056231" y="18802"/>
                </a:lnTo>
                <a:lnTo>
                  <a:pt x="1056424" y="18846"/>
                </a:lnTo>
                <a:lnTo>
                  <a:pt x="1093982" y="18846"/>
                </a:lnTo>
                <a:lnTo>
                  <a:pt x="1097381" y="20383"/>
                </a:lnTo>
                <a:lnTo>
                  <a:pt x="1099497" y="21462"/>
                </a:lnTo>
                <a:close/>
              </a:path>
              <a:path w="1214754" h="1297305">
                <a:moveTo>
                  <a:pt x="1102420" y="24523"/>
                </a:moveTo>
                <a:lnTo>
                  <a:pt x="1074605" y="24516"/>
                </a:lnTo>
                <a:lnTo>
                  <a:pt x="1074331" y="24409"/>
                </a:lnTo>
                <a:lnTo>
                  <a:pt x="1065359" y="21389"/>
                </a:lnTo>
                <a:lnTo>
                  <a:pt x="1065618" y="21462"/>
                </a:lnTo>
                <a:lnTo>
                  <a:pt x="1099497" y="21462"/>
                </a:lnTo>
                <a:lnTo>
                  <a:pt x="1103058" y="23279"/>
                </a:lnTo>
                <a:lnTo>
                  <a:pt x="1102420" y="24523"/>
                </a:lnTo>
                <a:close/>
              </a:path>
              <a:path w="1214754" h="1297305">
                <a:moveTo>
                  <a:pt x="1074602" y="24516"/>
                </a:moveTo>
                <a:lnTo>
                  <a:pt x="1074285" y="24409"/>
                </a:lnTo>
                <a:lnTo>
                  <a:pt x="1074602" y="24516"/>
                </a:lnTo>
                <a:close/>
              </a:path>
              <a:path w="1214754" h="1297305">
                <a:moveTo>
                  <a:pt x="1098646" y="31889"/>
                </a:moveTo>
                <a:lnTo>
                  <a:pt x="1092009" y="31889"/>
                </a:lnTo>
                <a:lnTo>
                  <a:pt x="1083144" y="27876"/>
                </a:lnTo>
                <a:lnTo>
                  <a:pt x="1074602" y="24516"/>
                </a:lnTo>
                <a:lnTo>
                  <a:pt x="1102420" y="24523"/>
                </a:lnTo>
                <a:lnTo>
                  <a:pt x="1098646" y="31889"/>
                </a:lnTo>
                <a:close/>
              </a:path>
              <a:path w="1214754" h="1297305">
                <a:moveTo>
                  <a:pt x="1083424" y="28003"/>
                </a:moveTo>
                <a:lnTo>
                  <a:pt x="1083102" y="27876"/>
                </a:lnTo>
                <a:lnTo>
                  <a:pt x="1083424" y="28003"/>
                </a:lnTo>
                <a:close/>
              </a:path>
              <a:path w="1214754" h="1297305">
                <a:moveTo>
                  <a:pt x="1097267" y="34582"/>
                </a:moveTo>
                <a:lnTo>
                  <a:pt x="1091954" y="31865"/>
                </a:lnTo>
                <a:lnTo>
                  <a:pt x="1098646" y="31889"/>
                </a:lnTo>
                <a:lnTo>
                  <a:pt x="1097267" y="34582"/>
                </a:lnTo>
                <a:close/>
              </a:path>
              <a:path w="1214754" h="1297305">
                <a:moveTo>
                  <a:pt x="1150301" y="57086"/>
                </a:moveTo>
                <a:lnTo>
                  <a:pt x="1131277" y="57086"/>
                </a:lnTo>
                <a:lnTo>
                  <a:pt x="1128153" y="54622"/>
                </a:lnTo>
                <a:lnTo>
                  <a:pt x="1135989" y="44640"/>
                </a:lnTo>
                <a:lnTo>
                  <a:pt x="1139240" y="47193"/>
                </a:lnTo>
                <a:lnTo>
                  <a:pt x="1146733" y="53682"/>
                </a:lnTo>
                <a:lnTo>
                  <a:pt x="1150301" y="57086"/>
                </a:lnTo>
                <a:close/>
              </a:path>
              <a:path w="1214754" h="1297305">
                <a:moveTo>
                  <a:pt x="1156441" y="63182"/>
                </a:moveTo>
                <a:lnTo>
                  <a:pt x="1138313" y="63182"/>
                </a:lnTo>
                <a:lnTo>
                  <a:pt x="1131204" y="57028"/>
                </a:lnTo>
                <a:lnTo>
                  <a:pt x="1150301" y="57086"/>
                </a:lnTo>
                <a:lnTo>
                  <a:pt x="1153909" y="60528"/>
                </a:lnTo>
                <a:lnTo>
                  <a:pt x="1156441" y="63182"/>
                </a:lnTo>
                <a:close/>
              </a:path>
              <a:path w="1214754" h="1297305">
                <a:moveTo>
                  <a:pt x="1162404" y="69608"/>
                </a:moveTo>
                <a:lnTo>
                  <a:pt x="1145044" y="69608"/>
                </a:lnTo>
                <a:lnTo>
                  <a:pt x="1138146" y="63037"/>
                </a:lnTo>
                <a:lnTo>
                  <a:pt x="1138313" y="63182"/>
                </a:lnTo>
                <a:lnTo>
                  <a:pt x="1156441" y="63182"/>
                </a:lnTo>
                <a:lnTo>
                  <a:pt x="1160754" y="67703"/>
                </a:lnTo>
                <a:lnTo>
                  <a:pt x="1162404" y="69608"/>
                </a:lnTo>
                <a:close/>
              </a:path>
              <a:path w="1214754" h="1297305">
                <a:moveTo>
                  <a:pt x="1168152" y="76352"/>
                </a:moveTo>
                <a:lnTo>
                  <a:pt x="1151458" y="76352"/>
                </a:lnTo>
                <a:lnTo>
                  <a:pt x="1144934" y="69503"/>
                </a:lnTo>
                <a:lnTo>
                  <a:pt x="1162404" y="69608"/>
                </a:lnTo>
                <a:lnTo>
                  <a:pt x="1167244" y="75196"/>
                </a:lnTo>
                <a:lnTo>
                  <a:pt x="1168152" y="76352"/>
                </a:lnTo>
                <a:close/>
              </a:path>
              <a:path w="1214754" h="1297305">
                <a:moveTo>
                  <a:pt x="1170605" y="83400"/>
                </a:moveTo>
                <a:lnTo>
                  <a:pt x="1157554" y="83400"/>
                </a:lnTo>
                <a:lnTo>
                  <a:pt x="1151399" y="76291"/>
                </a:lnTo>
                <a:lnTo>
                  <a:pt x="1168152" y="76352"/>
                </a:lnTo>
                <a:lnTo>
                  <a:pt x="1172514" y="81902"/>
                </a:lnTo>
                <a:lnTo>
                  <a:pt x="1170605" y="83400"/>
                </a:lnTo>
                <a:close/>
              </a:path>
              <a:path w="1214754" h="1297305">
                <a:moveTo>
                  <a:pt x="1162532" y="89738"/>
                </a:moveTo>
                <a:lnTo>
                  <a:pt x="1157408" y="83232"/>
                </a:lnTo>
                <a:lnTo>
                  <a:pt x="1157554" y="83400"/>
                </a:lnTo>
                <a:lnTo>
                  <a:pt x="1170605" y="83400"/>
                </a:lnTo>
                <a:lnTo>
                  <a:pt x="1162532" y="89738"/>
                </a:lnTo>
                <a:close/>
              </a:path>
              <a:path w="1214754" h="1297305">
                <a:moveTo>
                  <a:pt x="1196609" y="122707"/>
                </a:moveTo>
                <a:lnTo>
                  <a:pt x="1182687" y="122707"/>
                </a:lnTo>
                <a:lnTo>
                  <a:pt x="1181849" y="121081"/>
                </a:lnTo>
                <a:lnTo>
                  <a:pt x="1193152" y="115290"/>
                </a:lnTo>
                <a:lnTo>
                  <a:pt x="1194053" y="117055"/>
                </a:lnTo>
                <a:lnTo>
                  <a:pt x="1196609" y="122707"/>
                </a:lnTo>
                <a:close/>
              </a:path>
              <a:path w="1214754" h="1297305">
                <a:moveTo>
                  <a:pt x="1200201" y="131292"/>
                </a:moveTo>
                <a:lnTo>
                  <a:pt x="1186561" y="131292"/>
                </a:lnTo>
                <a:lnTo>
                  <a:pt x="1182579" y="122497"/>
                </a:lnTo>
                <a:lnTo>
                  <a:pt x="1182687" y="122707"/>
                </a:lnTo>
                <a:lnTo>
                  <a:pt x="1196609" y="122707"/>
                </a:lnTo>
                <a:lnTo>
                  <a:pt x="1198194" y="126212"/>
                </a:lnTo>
                <a:lnTo>
                  <a:pt x="1200201" y="131292"/>
                </a:lnTo>
                <a:close/>
              </a:path>
              <a:path w="1214754" h="1297305">
                <a:moveTo>
                  <a:pt x="1203429" y="140106"/>
                </a:moveTo>
                <a:lnTo>
                  <a:pt x="1190028" y="140106"/>
                </a:lnTo>
                <a:lnTo>
                  <a:pt x="1186434" y="131013"/>
                </a:lnTo>
                <a:lnTo>
                  <a:pt x="1186561" y="131292"/>
                </a:lnTo>
                <a:lnTo>
                  <a:pt x="1200201" y="131292"/>
                </a:lnTo>
                <a:lnTo>
                  <a:pt x="1201902" y="135597"/>
                </a:lnTo>
                <a:lnTo>
                  <a:pt x="1203429" y="140106"/>
                </a:lnTo>
                <a:close/>
              </a:path>
              <a:path w="1214754" h="1297305">
                <a:moveTo>
                  <a:pt x="1206267" y="149123"/>
                </a:moveTo>
                <a:lnTo>
                  <a:pt x="1193063" y="149123"/>
                </a:lnTo>
                <a:lnTo>
                  <a:pt x="1192974" y="148818"/>
                </a:lnTo>
                <a:lnTo>
                  <a:pt x="1189920" y="139834"/>
                </a:lnTo>
                <a:lnTo>
                  <a:pt x="1190028" y="140106"/>
                </a:lnTo>
                <a:lnTo>
                  <a:pt x="1203429" y="140106"/>
                </a:lnTo>
                <a:lnTo>
                  <a:pt x="1205153" y="145199"/>
                </a:lnTo>
                <a:lnTo>
                  <a:pt x="1206267" y="149123"/>
                </a:lnTo>
                <a:close/>
              </a:path>
              <a:path w="1214754" h="1297305">
                <a:moveTo>
                  <a:pt x="1193047" y="149077"/>
                </a:moveTo>
                <a:lnTo>
                  <a:pt x="1192960" y="148818"/>
                </a:lnTo>
                <a:lnTo>
                  <a:pt x="1193047" y="149077"/>
                </a:lnTo>
                <a:close/>
              </a:path>
              <a:path w="1214754" h="1297305">
                <a:moveTo>
                  <a:pt x="1208697" y="158318"/>
                </a:moveTo>
                <a:lnTo>
                  <a:pt x="1195666" y="158318"/>
                </a:lnTo>
                <a:lnTo>
                  <a:pt x="1193047" y="149077"/>
                </a:lnTo>
                <a:lnTo>
                  <a:pt x="1206267" y="149123"/>
                </a:lnTo>
                <a:lnTo>
                  <a:pt x="1207935" y="155003"/>
                </a:lnTo>
                <a:lnTo>
                  <a:pt x="1208697" y="158318"/>
                </a:lnTo>
                <a:close/>
              </a:path>
              <a:path w="1214754" h="1297305">
                <a:moveTo>
                  <a:pt x="1197787" y="167525"/>
                </a:moveTo>
                <a:lnTo>
                  <a:pt x="1195635" y="158207"/>
                </a:lnTo>
                <a:lnTo>
                  <a:pt x="1208697" y="158318"/>
                </a:lnTo>
                <a:lnTo>
                  <a:pt x="1210157" y="164668"/>
                </a:lnTo>
                <a:lnTo>
                  <a:pt x="1197787" y="167525"/>
                </a:lnTo>
                <a:close/>
              </a:path>
              <a:path w="1214754" h="1297305">
                <a:moveTo>
                  <a:pt x="1214437" y="254723"/>
                </a:moveTo>
                <a:lnTo>
                  <a:pt x="1201737" y="254723"/>
                </a:lnTo>
                <a:lnTo>
                  <a:pt x="1201737" y="206641"/>
                </a:lnTo>
                <a:lnTo>
                  <a:pt x="1201699" y="204000"/>
                </a:lnTo>
                <a:lnTo>
                  <a:pt x="1214399" y="203847"/>
                </a:lnTo>
                <a:lnTo>
                  <a:pt x="1214437" y="254723"/>
                </a:lnTo>
                <a:close/>
              </a:path>
              <a:path w="1214754" h="1297305">
                <a:moveTo>
                  <a:pt x="1201737" y="206730"/>
                </a:moveTo>
                <a:close/>
              </a:path>
              <a:path w="1214754" h="1297305">
                <a:moveTo>
                  <a:pt x="1214437" y="343623"/>
                </a:moveTo>
                <a:lnTo>
                  <a:pt x="1201737" y="343623"/>
                </a:lnTo>
                <a:lnTo>
                  <a:pt x="1201737" y="292823"/>
                </a:lnTo>
                <a:lnTo>
                  <a:pt x="1214437" y="292823"/>
                </a:lnTo>
                <a:lnTo>
                  <a:pt x="1214437" y="343623"/>
                </a:lnTo>
                <a:close/>
              </a:path>
              <a:path w="1214754" h="1297305">
                <a:moveTo>
                  <a:pt x="1214437" y="432523"/>
                </a:moveTo>
                <a:lnTo>
                  <a:pt x="1201737" y="432523"/>
                </a:lnTo>
                <a:lnTo>
                  <a:pt x="1201737" y="381723"/>
                </a:lnTo>
                <a:lnTo>
                  <a:pt x="1214437" y="381723"/>
                </a:lnTo>
                <a:lnTo>
                  <a:pt x="1214437" y="432523"/>
                </a:lnTo>
                <a:close/>
              </a:path>
              <a:path w="1214754" h="1297305">
                <a:moveTo>
                  <a:pt x="1214437" y="521423"/>
                </a:moveTo>
                <a:lnTo>
                  <a:pt x="1201737" y="521423"/>
                </a:lnTo>
                <a:lnTo>
                  <a:pt x="1201737" y="470623"/>
                </a:lnTo>
                <a:lnTo>
                  <a:pt x="1214437" y="470623"/>
                </a:lnTo>
                <a:lnTo>
                  <a:pt x="1214437" y="521423"/>
                </a:lnTo>
                <a:close/>
              </a:path>
              <a:path w="1214754" h="1297305">
                <a:moveTo>
                  <a:pt x="1214437" y="610323"/>
                </a:moveTo>
                <a:lnTo>
                  <a:pt x="1201737" y="610323"/>
                </a:lnTo>
                <a:lnTo>
                  <a:pt x="1201737" y="559523"/>
                </a:lnTo>
                <a:lnTo>
                  <a:pt x="1214437" y="559523"/>
                </a:lnTo>
                <a:lnTo>
                  <a:pt x="1214437" y="610323"/>
                </a:lnTo>
                <a:close/>
              </a:path>
              <a:path w="1214754" h="1297305">
                <a:moveTo>
                  <a:pt x="1214437" y="699223"/>
                </a:moveTo>
                <a:lnTo>
                  <a:pt x="1201737" y="699223"/>
                </a:lnTo>
                <a:lnTo>
                  <a:pt x="1201737" y="648423"/>
                </a:lnTo>
                <a:lnTo>
                  <a:pt x="1214437" y="648423"/>
                </a:lnTo>
                <a:lnTo>
                  <a:pt x="1214437" y="699223"/>
                </a:lnTo>
                <a:close/>
              </a:path>
              <a:path w="1214754" h="1297305">
                <a:moveTo>
                  <a:pt x="1214437" y="788123"/>
                </a:moveTo>
                <a:lnTo>
                  <a:pt x="1201737" y="788123"/>
                </a:lnTo>
                <a:lnTo>
                  <a:pt x="1201737" y="737323"/>
                </a:lnTo>
                <a:lnTo>
                  <a:pt x="1214437" y="737323"/>
                </a:lnTo>
                <a:lnTo>
                  <a:pt x="1214437" y="788123"/>
                </a:lnTo>
                <a:close/>
              </a:path>
              <a:path w="1214754" h="1297305">
                <a:moveTo>
                  <a:pt x="1214437" y="877023"/>
                </a:moveTo>
                <a:lnTo>
                  <a:pt x="1201737" y="877023"/>
                </a:lnTo>
                <a:lnTo>
                  <a:pt x="1201737" y="826223"/>
                </a:lnTo>
                <a:lnTo>
                  <a:pt x="1214437" y="826223"/>
                </a:lnTo>
                <a:lnTo>
                  <a:pt x="1214437" y="877023"/>
                </a:lnTo>
                <a:close/>
              </a:path>
              <a:path w="1214754" h="1297305">
                <a:moveTo>
                  <a:pt x="1214437" y="965923"/>
                </a:moveTo>
                <a:lnTo>
                  <a:pt x="1201737" y="965923"/>
                </a:lnTo>
                <a:lnTo>
                  <a:pt x="1201737" y="915123"/>
                </a:lnTo>
                <a:lnTo>
                  <a:pt x="1214437" y="915123"/>
                </a:lnTo>
                <a:lnTo>
                  <a:pt x="1214437" y="965923"/>
                </a:lnTo>
                <a:close/>
              </a:path>
              <a:path w="1214754" h="1297305">
                <a:moveTo>
                  <a:pt x="1214437" y="1054823"/>
                </a:moveTo>
                <a:lnTo>
                  <a:pt x="1201737" y="1054823"/>
                </a:lnTo>
                <a:lnTo>
                  <a:pt x="1201737" y="1004023"/>
                </a:lnTo>
                <a:lnTo>
                  <a:pt x="1214437" y="1004023"/>
                </a:lnTo>
                <a:lnTo>
                  <a:pt x="1214437" y="1054823"/>
                </a:lnTo>
                <a:close/>
              </a:path>
              <a:path w="1214754" h="1297305">
                <a:moveTo>
                  <a:pt x="1214376" y="1095438"/>
                </a:moveTo>
                <a:lnTo>
                  <a:pt x="1201674" y="1095438"/>
                </a:lnTo>
                <a:lnTo>
                  <a:pt x="1201699" y="1092835"/>
                </a:lnTo>
                <a:lnTo>
                  <a:pt x="1214399" y="1093000"/>
                </a:lnTo>
                <a:lnTo>
                  <a:pt x="1214376" y="1095438"/>
                </a:lnTo>
                <a:close/>
              </a:path>
              <a:path w="1214754" h="1297305">
                <a:moveTo>
                  <a:pt x="1214192" y="1100404"/>
                </a:moveTo>
                <a:lnTo>
                  <a:pt x="1201483" y="1100404"/>
                </a:lnTo>
                <a:lnTo>
                  <a:pt x="1201674" y="1095273"/>
                </a:lnTo>
                <a:lnTo>
                  <a:pt x="1201674" y="1095438"/>
                </a:lnTo>
                <a:lnTo>
                  <a:pt x="1214376" y="1095438"/>
                </a:lnTo>
                <a:lnTo>
                  <a:pt x="1214192" y="1100404"/>
                </a:lnTo>
                <a:close/>
              </a:path>
              <a:path w="1214754" h="1297305">
                <a:moveTo>
                  <a:pt x="1213895" y="1105357"/>
                </a:moveTo>
                <a:lnTo>
                  <a:pt x="1201165" y="1105357"/>
                </a:lnTo>
                <a:lnTo>
                  <a:pt x="1201178" y="1105192"/>
                </a:lnTo>
                <a:lnTo>
                  <a:pt x="1201483" y="1100251"/>
                </a:lnTo>
                <a:lnTo>
                  <a:pt x="1201483" y="1100404"/>
                </a:lnTo>
                <a:lnTo>
                  <a:pt x="1214192" y="1100404"/>
                </a:lnTo>
                <a:lnTo>
                  <a:pt x="1213895" y="1105357"/>
                </a:lnTo>
                <a:close/>
              </a:path>
              <a:path w="1214754" h="1297305">
                <a:moveTo>
                  <a:pt x="1201170" y="1105287"/>
                </a:moveTo>
                <a:close/>
              </a:path>
              <a:path w="1214754" h="1297305">
                <a:moveTo>
                  <a:pt x="1213481" y="1110259"/>
                </a:moveTo>
                <a:lnTo>
                  <a:pt x="1200734" y="1110259"/>
                </a:lnTo>
                <a:lnTo>
                  <a:pt x="1200759" y="1110018"/>
                </a:lnTo>
                <a:lnTo>
                  <a:pt x="1201170" y="1105287"/>
                </a:lnTo>
                <a:lnTo>
                  <a:pt x="1213895" y="1105357"/>
                </a:lnTo>
                <a:lnTo>
                  <a:pt x="1213840" y="1106233"/>
                </a:lnTo>
                <a:lnTo>
                  <a:pt x="1213481" y="1110259"/>
                </a:lnTo>
                <a:close/>
              </a:path>
              <a:path w="1214754" h="1297305">
                <a:moveTo>
                  <a:pt x="1200746" y="1110123"/>
                </a:moveTo>
                <a:close/>
              </a:path>
              <a:path w="1214754" h="1297305">
                <a:moveTo>
                  <a:pt x="1212285" y="1120051"/>
                </a:moveTo>
                <a:lnTo>
                  <a:pt x="1199476" y="1120051"/>
                </a:lnTo>
                <a:lnTo>
                  <a:pt x="1199527" y="1119733"/>
                </a:lnTo>
                <a:lnTo>
                  <a:pt x="1200746" y="1110123"/>
                </a:lnTo>
                <a:lnTo>
                  <a:pt x="1200734" y="1110259"/>
                </a:lnTo>
                <a:lnTo>
                  <a:pt x="1213481" y="1110259"/>
                </a:lnTo>
                <a:lnTo>
                  <a:pt x="1213370" y="1111504"/>
                </a:lnTo>
                <a:lnTo>
                  <a:pt x="1212285" y="1120051"/>
                </a:lnTo>
                <a:close/>
              </a:path>
              <a:path w="1214754" h="1297305">
                <a:moveTo>
                  <a:pt x="1199492" y="1119932"/>
                </a:moveTo>
                <a:lnTo>
                  <a:pt x="1199517" y="1119733"/>
                </a:lnTo>
                <a:lnTo>
                  <a:pt x="1199492" y="1119932"/>
                </a:lnTo>
                <a:close/>
              </a:path>
              <a:path w="1214754" h="1297305">
                <a:moveTo>
                  <a:pt x="1210674" y="1129588"/>
                </a:moveTo>
                <a:lnTo>
                  <a:pt x="1197762" y="1129588"/>
                </a:lnTo>
                <a:lnTo>
                  <a:pt x="1197825" y="1129283"/>
                </a:lnTo>
                <a:lnTo>
                  <a:pt x="1199492" y="1119932"/>
                </a:lnTo>
                <a:lnTo>
                  <a:pt x="1212285" y="1120051"/>
                </a:lnTo>
                <a:lnTo>
                  <a:pt x="1212062" y="1121803"/>
                </a:lnTo>
                <a:lnTo>
                  <a:pt x="1210674" y="1129588"/>
                </a:lnTo>
                <a:close/>
              </a:path>
              <a:path w="1214754" h="1297305">
                <a:moveTo>
                  <a:pt x="1197786" y="1129456"/>
                </a:moveTo>
                <a:lnTo>
                  <a:pt x="1197816" y="1129283"/>
                </a:lnTo>
                <a:lnTo>
                  <a:pt x="1197786" y="1129456"/>
                </a:lnTo>
                <a:close/>
              </a:path>
              <a:path w="1214754" h="1297305">
                <a:moveTo>
                  <a:pt x="1208631" y="1138974"/>
                </a:moveTo>
                <a:lnTo>
                  <a:pt x="1195590" y="1138974"/>
                </a:lnTo>
                <a:lnTo>
                  <a:pt x="1195666" y="1138669"/>
                </a:lnTo>
                <a:lnTo>
                  <a:pt x="1197786" y="1129456"/>
                </a:lnTo>
                <a:lnTo>
                  <a:pt x="1197762" y="1129588"/>
                </a:lnTo>
                <a:lnTo>
                  <a:pt x="1210674" y="1129588"/>
                </a:lnTo>
                <a:lnTo>
                  <a:pt x="1210246" y="1131989"/>
                </a:lnTo>
                <a:lnTo>
                  <a:pt x="1208631" y="1138974"/>
                </a:lnTo>
                <a:close/>
              </a:path>
              <a:path w="1214754" h="1297305">
                <a:moveTo>
                  <a:pt x="1195635" y="1138779"/>
                </a:moveTo>
                <a:close/>
              </a:path>
              <a:path w="1214754" h="1297305">
                <a:moveTo>
                  <a:pt x="1207122" y="1144828"/>
                </a:moveTo>
                <a:lnTo>
                  <a:pt x="1194904" y="1141349"/>
                </a:lnTo>
                <a:lnTo>
                  <a:pt x="1195635" y="1138779"/>
                </a:lnTo>
                <a:lnTo>
                  <a:pt x="1195590" y="1138974"/>
                </a:lnTo>
                <a:lnTo>
                  <a:pt x="1208631" y="1138974"/>
                </a:lnTo>
                <a:lnTo>
                  <a:pt x="1207935" y="1141983"/>
                </a:lnTo>
                <a:lnTo>
                  <a:pt x="1207122" y="1144828"/>
                </a:lnTo>
                <a:close/>
              </a:path>
              <a:path w="1214754" h="1297305">
                <a:moveTo>
                  <a:pt x="1192537" y="1182916"/>
                </a:moveTo>
                <a:lnTo>
                  <a:pt x="1178255" y="1182916"/>
                </a:lnTo>
                <a:lnTo>
                  <a:pt x="1178407" y="1182649"/>
                </a:lnTo>
                <a:lnTo>
                  <a:pt x="1181925" y="1175778"/>
                </a:lnTo>
                <a:lnTo>
                  <a:pt x="1193228" y="1181569"/>
                </a:lnTo>
                <a:lnTo>
                  <a:pt x="1192537" y="1182916"/>
                </a:lnTo>
                <a:close/>
              </a:path>
              <a:path w="1214754" h="1297305">
                <a:moveTo>
                  <a:pt x="1178263" y="1182900"/>
                </a:moveTo>
                <a:lnTo>
                  <a:pt x="1178392" y="1182649"/>
                </a:lnTo>
                <a:lnTo>
                  <a:pt x="1178263" y="1182900"/>
                </a:lnTo>
                <a:close/>
              </a:path>
              <a:path w="1214754" h="1297305">
                <a:moveTo>
                  <a:pt x="1188229" y="1191044"/>
                </a:moveTo>
                <a:lnTo>
                  <a:pt x="1173581" y="1191044"/>
                </a:lnTo>
                <a:lnTo>
                  <a:pt x="1173746" y="1190777"/>
                </a:lnTo>
                <a:lnTo>
                  <a:pt x="1178263" y="1182900"/>
                </a:lnTo>
                <a:lnTo>
                  <a:pt x="1192537" y="1182916"/>
                </a:lnTo>
                <a:lnTo>
                  <a:pt x="1189494" y="1188847"/>
                </a:lnTo>
                <a:lnTo>
                  <a:pt x="1188229" y="1191044"/>
                </a:lnTo>
                <a:close/>
              </a:path>
              <a:path w="1214754" h="1297305">
                <a:moveTo>
                  <a:pt x="1173631" y="1190956"/>
                </a:moveTo>
                <a:lnTo>
                  <a:pt x="1173734" y="1190777"/>
                </a:lnTo>
                <a:lnTo>
                  <a:pt x="1173631" y="1190956"/>
                </a:lnTo>
                <a:close/>
              </a:path>
              <a:path w="1214754" h="1297305">
                <a:moveTo>
                  <a:pt x="1183614" y="1198905"/>
                </a:moveTo>
                <a:lnTo>
                  <a:pt x="1168539" y="1198905"/>
                </a:lnTo>
                <a:lnTo>
                  <a:pt x="1168704" y="1198651"/>
                </a:lnTo>
                <a:lnTo>
                  <a:pt x="1173631" y="1190956"/>
                </a:lnTo>
                <a:lnTo>
                  <a:pt x="1188229" y="1191044"/>
                </a:lnTo>
                <a:lnTo>
                  <a:pt x="1184516" y="1197495"/>
                </a:lnTo>
                <a:lnTo>
                  <a:pt x="1183614" y="1198905"/>
                </a:lnTo>
                <a:close/>
              </a:path>
              <a:path w="1214754" h="1297305">
                <a:moveTo>
                  <a:pt x="1168681" y="1198684"/>
                </a:moveTo>
                <a:close/>
              </a:path>
              <a:path w="1214754" h="1297305">
                <a:moveTo>
                  <a:pt x="1173495" y="1213827"/>
                </a:moveTo>
                <a:lnTo>
                  <a:pt x="1157351" y="1213827"/>
                </a:lnTo>
                <a:lnTo>
                  <a:pt x="1157554" y="1213586"/>
                </a:lnTo>
                <a:lnTo>
                  <a:pt x="1163307" y="1206258"/>
                </a:lnTo>
                <a:lnTo>
                  <a:pt x="1168681" y="1198684"/>
                </a:lnTo>
                <a:lnTo>
                  <a:pt x="1168539" y="1198905"/>
                </a:lnTo>
                <a:lnTo>
                  <a:pt x="1183614" y="1198905"/>
                </a:lnTo>
                <a:lnTo>
                  <a:pt x="1179144" y="1205890"/>
                </a:lnTo>
                <a:lnTo>
                  <a:pt x="1173495" y="1213827"/>
                </a:lnTo>
                <a:close/>
              </a:path>
              <a:path w="1214754" h="1297305">
                <a:moveTo>
                  <a:pt x="1163116" y="1206500"/>
                </a:moveTo>
                <a:lnTo>
                  <a:pt x="1163288" y="1206258"/>
                </a:lnTo>
                <a:lnTo>
                  <a:pt x="1163116" y="1206500"/>
                </a:lnTo>
                <a:close/>
              </a:path>
              <a:path w="1214754" h="1297305">
                <a:moveTo>
                  <a:pt x="1157404" y="1213759"/>
                </a:moveTo>
                <a:lnTo>
                  <a:pt x="1157540" y="1213586"/>
                </a:lnTo>
                <a:lnTo>
                  <a:pt x="1157404" y="1213759"/>
                </a:lnTo>
                <a:close/>
              </a:path>
              <a:path w="1214754" h="1297305">
                <a:moveTo>
                  <a:pt x="1164412" y="1225067"/>
                </a:moveTo>
                <a:lnTo>
                  <a:pt x="1154811" y="1216761"/>
                </a:lnTo>
                <a:lnTo>
                  <a:pt x="1157404" y="1213759"/>
                </a:lnTo>
                <a:lnTo>
                  <a:pt x="1173495" y="1213827"/>
                </a:lnTo>
                <a:lnTo>
                  <a:pt x="1167244" y="1221790"/>
                </a:lnTo>
                <a:lnTo>
                  <a:pt x="1164412" y="1225067"/>
                </a:lnTo>
                <a:close/>
              </a:path>
              <a:path w="1214754" h="1297305">
                <a:moveTo>
                  <a:pt x="1131071" y="1245857"/>
                </a:moveTo>
                <a:lnTo>
                  <a:pt x="1123708" y="1245857"/>
                </a:lnTo>
                <a:lnTo>
                  <a:pt x="1128255" y="1242275"/>
                </a:lnTo>
                <a:lnTo>
                  <a:pt x="1131071" y="1245857"/>
                </a:lnTo>
                <a:close/>
              </a:path>
              <a:path w="1214754" h="1297305">
                <a:moveTo>
                  <a:pt x="1135315" y="1251254"/>
                </a:moveTo>
                <a:lnTo>
                  <a:pt x="1116101" y="1251254"/>
                </a:lnTo>
                <a:lnTo>
                  <a:pt x="1116355" y="1251089"/>
                </a:lnTo>
                <a:lnTo>
                  <a:pt x="1123950" y="1245666"/>
                </a:lnTo>
                <a:lnTo>
                  <a:pt x="1123708" y="1245857"/>
                </a:lnTo>
                <a:lnTo>
                  <a:pt x="1131071" y="1245857"/>
                </a:lnTo>
                <a:lnTo>
                  <a:pt x="1135315" y="1251254"/>
                </a:lnTo>
                <a:close/>
              </a:path>
              <a:path w="1214754" h="1297305">
                <a:moveTo>
                  <a:pt x="1116134" y="1251231"/>
                </a:moveTo>
                <a:lnTo>
                  <a:pt x="1116333" y="1251089"/>
                </a:lnTo>
                <a:lnTo>
                  <a:pt x="1116134" y="1251231"/>
                </a:lnTo>
                <a:close/>
              </a:path>
              <a:path w="1214754" h="1297305">
                <a:moveTo>
                  <a:pt x="1130925" y="1256296"/>
                </a:moveTo>
                <a:lnTo>
                  <a:pt x="1108227" y="1256296"/>
                </a:lnTo>
                <a:lnTo>
                  <a:pt x="1108494" y="1256131"/>
                </a:lnTo>
                <a:lnTo>
                  <a:pt x="1116134" y="1251231"/>
                </a:lnTo>
                <a:lnTo>
                  <a:pt x="1135315" y="1251254"/>
                </a:lnTo>
                <a:lnTo>
                  <a:pt x="1136103" y="1252258"/>
                </a:lnTo>
                <a:lnTo>
                  <a:pt x="1131442" y="1255928"/>
                </a:lnTo>
                <a:lnTo>
                  <a:pt x="1130925" y="1256296"/>
                </a:lnTo>
                <a:close/>
              </a:path>
              <a:path w="1214754" h="1297305">
                <a:moveTo>
                  <a:pt x="1108406" y="1256181"/>
                </a:moveTo>
                <a:close/>
              </a:path>
              <a:path w="1214754" h="1297305">
                <a:moveTo>
                  <a:pt x="1124375" y="1260957"/>
                </a:moveTo>
                <a:lnTo>
                  <a:pt x="1100099" y="1260957"/>
                </a:lnTo>
                <a:lnTo>
                  <a:pt x="1100366" y="1260805"/>
                </a:lnTo>
                <a:lnTo>
                  <a:pt x="1108406" y="1256181"/>
                </a:lnTo>
                <a:lnTo>
                  <a:pt x="1108227" y="1256296"/>
                </a:lnTo>
                <a:lnTo>
                  <a:pt x="1130925" y="1256296"/>
                </a:lnTo>
                <a:lnTo>
                  <a:pt x="1124375" y="1260957"/>
                </a:lnTo>
                <a:close/>
              </a:path>
              <a:path w="1214754" h="1297305">
                <a:moveTo>
                  <a:pt x="1100351" y="1260812"/>
                </a:moveTo>
                <a:close/>
              </a:path>
              <a:path w="1214754" h="1297305">
                <a:moveTo>
                  <a:pt x="1117803" y="1265237"/>
                </a:moveTo>
                <a:lnTo>
                  <a:pt x="1091730" y="1265237"/>
                </a:lnTo>
                <a:lnTo>
                  <a:pt x="1092009" y="1265097"/>
                </a:lnTo>
                <a:lnTo>
                  <a:pt x="1100351" y="1260812"/>
                </a:lnTo>
                <a:lnTo>
                  <a:pt x="1100099" y="1260957"/>
                </a:lnTo>
                <a:lnTo>
                  <a:pt x="1124375" y="1260957"/>
                </a:lnTo>
                <a:lnTo>
                  <a:pt x="1123340" y="1261694"/>
                </a:lnTo>
                <a:lnTo>
                  <a:pt x="1117803" y="1265237"/>
                </a:lnTo>
                <a:close/>
              </a:path>
              <a:path w="1214754" h="1297305">
                <a:moveTo>
                  <a:pt x="1091948" y="1265125"/>
                </a:moveTo>
                <a:close/>
              </a:path>
              <a:path w="1214754" h="1297305">
                <a:moveTo>
                  <a:pt x="1091463" y="1279283"/>
                </a:moveTo>
                <a:lnTo>
                  <a:pt x="1086230" y="1267714"/>
                </a:lnTo>
                <a:lnTo>
                  <a:pt x="1091948" y="1265125"/>
                </a:lnTo>
                <a:lnTo>
                  <a:pt x="1091730" y="1265237"/>
                </a:lnTo>
                <a:lnTo>
                  <a:pt x="1117803" y="1265237"/>
                </a:lnTo>
                <a:lnTo>
                  <a:pt x="1114945" y="1267066"/>
                </a:lnTo>
                <a:lnTo>
                  <a:pt x="1106297" y="1272044"/>
                </a:lnTo>
                <a:lnTo>
                  <a:pt x="1097381" y="1276604"/>
                </a:lnTo>
                <a:lnTo>
                  <a:pt x="1091463" y="1279283"/>
                </a:lnTo>
                <a:close/>
              </a:path>
              <a:path w="1214754" h="1297305">
                <a:moveTo>
                  <a:pt x="1051574" y="1280375"/>
                </a:moveTo>
                <a:lnTo>
                  <a:pt x="1046734" y="1280375"/>
                </a:lnTo>
                <a:lnTo>
                  <a:pt x="1047038" y="1280312"/>
                </a:lnTo>
                <a:lnTo>
                  <a:pt x="1051331" y="1279321"/>
                </a:lnTo>
                <a:lnTo>
                  <a:pt x="1051574" y="1280375"/>
                </a:lnTo>
                <a:close/>
              </a:path>
              <a:path w="1214754" h="1297305">
                <a:moveTo>
                  <a:pt x="1046911" y="1280335"/>
                </a:moveTo>
                <a:lnTo>
                  <a:pt x="1047038" y="1280312"/>
                </a:lnTo>
                <a:lnTo>
                  <a:pt x="1046911" y="1280335"/>
                </a:lnTo>
                <a:close/>
              </a:path>
              <a:path w="1214754" h="1297305">
                <a:moveTo>
                  <a:pt x="1051968" y="1282077"/>
                </a:moveTo>
                <a:lnTo>
                  <a:pt x="1037183" y="1282077"/>
                </a:lnTo>
                <a:lnTo>
                  <a:pt x="1037501" y="1282026"/>
                </a:lnTo>
                <a:lnTo>
                  <a:pt x="1046911" y="1280335"/>
                </a:lnTo>
                <a:lnTo>
                  <a:pt x="1046734" y="1280375"/>
                </a:lnTo>
                <a:lnTo>
                  <a:pt x="1051574" y="1280375"/>
                </a:lnTo>
                <a:lnTo>
                  <a:pt x="1051968" y="1282077"/>
                </a:lnTo>
                <a:close/>
              </a:path>
              <a:path w="1214754" h="1297305">
                <a:moveTo>
                  <a:pt x="1037382" y="1282042"/>
                </a:moveTo>
                <a:close/>
              </a:path>
              <a:path w="1214754" h="1297305">
                <a:moveTo>
                  <a:pt x="1052252" y="1283309"/>
                </a:moveTo>
                <a:lnTo>
                  <a:pt x="1027468" y="1283309"/>
                </a:lnTo>
                <a:lnTo>
                  <a:pt x="1027709" y="1283284"/>
                </a:lnTo>
                <a:lnTo>
                  <a:pt x="1037382" y="1282042"/>
                </a:lnTo>
                <a:lnTo>
                  <a:pt x="1037183" y="1282077"/>
                </a:lnTo>
                <a:lnTo>
                  <a:pt x="1051968" y="1282077"/>
                </a:lnTo>
                <a:lnTo>
                  <a:pt x="1052252" y="1283309"/>
                </a:lnTo>
                <a:close/>
              </a:path>
              <a:path w="1214754" h="1297305">
                <a:moveTo>
                  <a:pt x="1027573" y="1283296"/>
                </a:moveTo>
                <a:lnTo>
                  <a:pt x="1027709" y="1283284"/>
                </a:lnTo>
                <a:lnTo>
                  <a:pt x="1027573" y="1283296"/>
                </a:lnTo>
                <a:close/>
              </a:path>
              <a:path w="1214754" h="1297305">
                <a:moveTo>
                  <a:pt x="1052349" y="1283728"/>
                </a:moveTo>
                <a:lnTo>
                  <a:pt x="1022642" y="1283728"/>
                </a:lnTo>
                <a:lnTo>
                  <a:pt x="1022807" y="1283716"/>
                </a:lnTo>
                <a:lnTo>
                  <a:pt x="1027573" y="1283296"/>
                </a:lnTo>
                <a:lnTo>
                  <a:pt x="1052252" y="1283309"/>
                </a:lnTo>
                <a:lnTo>
                  <a:pt x="1052349" y="1283728"/>
                </a:lnTo>
                <a:close/>
              </a:path>
              <a:path w="1214754" h="1297305">
                <a:moveTo>
                  <a:pt x="1022737" y="1283720"/>
                </a:moveTo>
                <a:close/>
              </a:path>
              <a:path w="1214754" h="1297305">
                <a:moveTo>
                  <a:pt x="1007833" y="1296987"/>
                </a:moveTo>
                <a:lnTo>
                  <a:pt x="1002347" y="1296987"/>
                </a:lnTo>
                <a:lnTo>
                  <a:pt x="1002347" y="1284287"/>
                </a:lnTo>
                <a:lnTo>
                  <a:pt x="1007719" y="1284287"/>
                </a:lnTo>
                <a:lnTo>
                  <a:pt x="1012888" y="1284224"/>
                </a:lnTo>
                <a:lnTo>
                  <a:pt x="1012723" y="1284224"/>
                </a:lnTo>
                <a:lnTo>
                  <a:pt x="1017854" y="1284033"/>
                </a:lnTo>
                <a:lnTo>
                  <a:pt x="1017701" y="1284033"/>
                </a:lnTo>
                <a:lnTo>
                  <a:pt x="1022737" y="1283720"/>
                </a:lnTo>
                <a:lnTo>
                  <a:pt x="1052349" y="1283728"/>
                </a:lnTo>
                <a:lnTo>
                  <a:pt x="1013129" y="1296924"/>
                </a:lnTo>
                <a:lnTo>
                  <a:pt x="1007833" y="1296987"/>
                </a:lnTo>
                <a:close/>
              </a:path>
              <a:path w="1214754" h="1297305">
                <a:moveTo>
                  <a:pt x="964247" y="1296987"/>
                </a:moveTo>
                <a:lnTo>
                  <a:pt x="913447" y="1296987"/>
                </a:lnTo>
                <a:lnTo>
                  <a:pt x="913447" y="1284287"/>
                </a:lnTo>
                <a:lnTo>
                  <a:pt x="964247" y="1284287"/>
                </a:lnTo>
                <a:lnTo>
                  <a:pt x="964247" y="1296987"/>
                </a:lnTo>
                <a:close/>
              </a:path>
              <a:path w="1214754" h="1297305">
                <a:moveTo>
                  <a:pt x="875347" y="1296987"/>
                </a:moveTo>
                <a:lnTo>
                  <a:pt x="824547" y="1296987"/>
                </a:lnTo>
                <a:lnTo>
                  <a:pt x="824547" y="1284287"/>
                </a:lnTo>
                <a:lnTo>
                  <a:pt x="875347" y="1284287"/>
                </a:lnTo>
                <a:lnTo>
                  <a:pt x="875347" y="1296987"/>
                </a:lnTo>
                <a:close/>
              </a:path>
              <a:path w="1214754" h="1297305">
                <a:moveTo>
                  <a:pt x="786447" y="1296987"/>
                </a:moveTo>
                <a:lnTo>
                  <a:pt x="735647" y="1296987"/>
                </a:lnTo>
                <a:lnTo>
                  <a:pt x="735647" y="1284287"/>
                </a:lnTo>
                <a:lnTo>
                  <a:pt x="786447" y="1284287"/>
                </a:lnTo>
                <a:lnTo>
                  <a:pt x="786447" y="1296987"/>
                </a:lnTo>
                <a:close/>
              </a:path>
              <a:path w="1214754" h="1297305">
                <a:moveTo>
                  <a:pt x="697547" y="1296987"/>
                </a:moveTo>
                <a:lnTo>
                  <a:pt x="646747" y="1296987"/>
                </a:lnTo>
                <a:lnTo>
                  <a:pt x="646747" y="1284287"/>
                </a:lnTo>
                <a:lnTo>
                  <a:pt x="697547" y="1284287"/>
                </a:lnTo>
                <a:lnTo>
                  <a:pt x="697547" y="1296987"/>
                </a:lnTo>
                <a:close/>
              </a:path>
              <a:path w="1214754" h="1297305">
                <a:moveTo>
                  <a:pt x="608647" y="1296987"/>
                </a:moveTo>
                <a:lnTo>
                  <a:pt x="557847" y="1296987"/>
                </a:lnTo>
                <a:lnTo>
                  <a:pt x="557847" y="1284287"/>
                </a:lnTo>
                <a:lnTo>
                  <a:pt x="608647" y="1284287"/>
                </a:lnTo>
                <a:lnTo>
                  <a:pt x="608647" y="1296987"/>
                </a:lnTo>
                <a:close/>
              </a:path>
              <a:path w="1214754" h="1297305">
                <a:moveTo>
                  <a:pt x="519747" y="1296987"/>
                </a:moveTo>
                <a:lnTo>
                  <a:pt x="468947" y="1296987"/>
                </a:lnTo>
                <a:lnTo>
                  <a:pt x="468947" y="1284287"/>
                </a:lnTo>
                <a:lnTo>
                  <a:pt x="519747" y="1284287"/>
                </a:lnTo>
                <a:lnTo>
                  <a:pt x="519747" y="1296987"/>
                </a:lnTo>
                <a:close/>
              </a:path>
              <a:path w="1214754" h="1297305">
                <a:moveTo>
                  <a:pt x="430847" y="1296987"/>
                </a:moveTo>
                <a:lnTo>
                  <a:pt x="380047" y="1296987"/>
                </a:lnTo>
                <a:lnTo>
                  <a:pt x="380047" y="1284287"/>
                </a:lnTo>
                <a:lnTo>
                  <a:pt x="430847" y="1284287"/>
                </a:lnTo>
                <a:lnTo>
                  <a:pt x="430847" y="1296987"/>
                </a:lnTo>
                <a:close/>
              </a:path>
              <a:path w="1214754" h="1297305">
                <a:moveTo>
                  <a:pt x="341947" y="1296987"/>
                </a:moveTo>
                <a:lnTo>
                  <a:pt x="291147" y="1296987"/>
                </a:lnTo>
                <a:lnTo>
                  <a:pt x="291147" y="1284287"/>
                </a:lnTo>
                <a:lnTo>
                  <a:pt x="341947" y="1284287"/>
                </a:lnTo>
                <a:lnTo>
                  <a:pt x="341947" y="1296987"/>
                </a:lnTo>
                <a:close/>
              </a:path>
              <a:path w="1214754" h="1297305">
                <a:moveTo>
                  <a:pt x="253047" y="1296987"/>
                </a:moveTo>
                <a:lnTo>
                  <a:pt x="206603" y="1296987"/>
                </a:lnTo>
                <a:lnTo>
                  <a:pt x="202171" y="1296936"/>
                </a:lnTo>
                <a:lnTo>
                  <a:pt x="202336" y="1284236"/>
                </a:lnTo>
                <a:lnTo>
                  <a:pt x="206717" y="1284287"/>
                </a:lnTo>
                <a:lnTo>
                  <a:pt x="253047" y="1284287"/>
                </a:lnTo>
                <a:lnTo>
                  <a:pt x="253047" y="1296987"/>
                </a:lnTo>
                <a:close/>
              </a:path>
              <a:path w="1214754" h="1297305">
                <a:moveTo>
                  <a:pt x="163042" y="1292339"/>
                </a:moveTo>
                <a:lnTo>
                  <a:pt x="126212" y="1280744"/>
                </a:lnTo>
                <a:lnTo>
                  <a:pt x="113804" y="1274952"/>
                </a:lnTo>
                <a:lnTo>
                  <a:pt x="119595" y="1263637"/>
                </a:lnTo>
                <a:lnTo>
                  <a:pt x="122435" y="1265097"/>
                </a:lnTo>
                <a:lnTo>
                  <a:pt x="131292" y="1269111"/>
                </a:lnTo>
                <a:lnTo>
                  <a:pt x="139817" y="1272463"/>
                </a:lnTo>
                <a:lnTo>
                  <a:pt x="140106" y="1272578"/>
                </a:lnTo>
                <a:lnTo>
                  <a:pt x="148860" y="1275524"/>
                </a:lnTo>
                <a:lnTo>
                  <a:pt x="158049" y="1278140"/>
                </a:lnTo>
                <a:lnTo>
                  <a:pt x="165900" y="1279969"/>
                </a:lnTo>
                <a:lnTo>
                  <a:pt x="163042" y="1292339"/>
                </a:lnTo>
                <a:close/>
              </a:path>
              <a:path w="1214754" h="1297305">
                <a:moveTo>
                  <a:pt x="131334" y="1269111"/>
                </a:moveTo>
                <a:lnTo>
                  <a:pt x="131013" y="1268983"/>
                </a:lnTo>
                <a:lnTo>
                  <a:pt x="131334" y="1269111"/>
                </a:lnTo>
                <a:close/>
              </a:path>
              <a:path w="1214754" h="1297305">
                <a:moveTo>
                  <a:pt x="140152" y="1272578"/>
                </a:moveTo>
                <a:lnTo>
                  <a:pt x="139834" y="1272470"/>
                </a:lnTo>
                <a:lnTo>
                  <a:pt x="140152" y="1272578"/>
                </a:lnTo>
                <a:close/>
              </a:path>
              <a:path w="1214754" h="1297305">
                <a:moveTo>
                  <a:pt x="80581" y="1254036"/>
                </a:moveTo>
                <a:lnTo>
                  <a:pt x="47193" y="1221790"/>
                </a:lnTo>
                <a:lnTo>
                  <a:pt x="43599" y="1217231"/>
                </a:lnTo>
                <a:lnTo>
                  <a:pt x="53594" y="1209382"/>
                </a:lnTo>
                <a:lnTo>
                  <a:pt x="56896" y="1213586"/>
                </a:lnTo>
                <a:lnTo>
                  <a:pt x="62984" y="1220635"/>
                </a:lnTo>
                <a:lnTo>
                  <a:pt x="69403" y="1227378"/>
                </a:lnTo>
                <a:lnTo>
                  <a:pt x="76139" y="1233805"/>
                </a:lnTo>
                <a:lnTo>
                  <a:pt x="83166" y="1239901"/>
                </a:lnTo>
                <a:lnTo>
                  <a:pt x="88430" y="1244041"/>
                </a:lnTo>
                <a:lnTo>
                  <a:pt x="80581" y="1254036"/>
                </a:lnTo>
                <a:close/>
              </a:path>
              <a:path w="1214754" h="1297305">
                <a:moveTo>
                  <a:pt x="22517" y="1184122"/>
                </a:moveTo>
                <a:lnTo>
                  <a:pt x="6502" y="1141983"/>
                </a:lnTo>
                <a:lnTo>
                  <a:pt x="4889" y="1134973"/>
                </a:lnTo>
                <a:lnTo>
                  <a:pt x="17259" y="1132116"/>
                </a:lnTo>
                <a:lnTo>
                  <a:pt x="18776" y="1138669"/>
                </a:lnTo>
                <a:lnTo>
                  <a:pt x="21376" y="1147864"/>
                </a:lnTo>
                <a:lnTo>
                  <a:pt x="24424" y="1156881"/>
                </a:lnTo>
                <a:lnTo>
                  <a:pt x="27893" y="1165694"/>
                </a:lnTo>
                <a:lnTo>
                  <a:pt x="31763" y="1174280"/>
                </a:lnTo>
                <a:lnTo>
                  <a:pt x="33820" y="1178331"/>
                </a:lnTo>
                <a:lnTo>
                  <a:pt x="22517" y="1184122"/>
                </a:lnTo>
                <a:close/>
              </a:path>
              <a:path w="1214754" h="1297305">
                <a:moveTo>
                  <a:pt x="21477" y="1148168"/>
                </a:moveTo>
                <a:lnTo>
                  <a:pt x="21389" y="1147909"/>
                </a:lnTo>
                <a:lnTo>
                  <a:pt x="21477" y="1148168"/>
                </a:lnTo>
                <a:close/>
              </a:path>
              <a:path w="1214754" h="1297305">
                <a:moveTo>
                  <a:pt x="24516" y="1157152"/>
                </a:moveTo>
                <a:lnTo>
                  <a:pt x="24409" y="1156881"/>
                </a:lnTo>
                <a:lnTo>
                  <a:pt x="24516" y="1157152"/>
                </a:lnTo>
                <a:close/>
              </a:path>
              <a:path w="1214754" h="1297305">
                <a:moveTo>
                  <a:pt x="28003" y="1165974"/>
                </a:moveTo>
                <a:lnTo>
                  <a:pt x="27876" y="1165694"/>
                </a:lnTo>
                <a:lnTo>
                  <a:pt x="28003" y="11659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827962" y="1481137"/>
            <a:ext cx="1214755" cy="1297305"/>
          </a:xfrm>
          <a:custGeom>
            <a:avLst/>
            <a:gdLst/>
            <a:ahLst/>
            <a:cxnLst/>
            <a:rect l="l" t="t" r="r" b="b"/>
            <a:pathLst>
              <a:path w="1214754" h="1297305">
                <a:moveTo>
                  <a:pt x="6350" y="1090345"/>
                </a:moveTo>
                <a:lnTo>
                  <a:pt x="0" y="1090345"/>
                </a:lnTo>
                <a:lnTo>
                  <a:pt x="0" y="1039545"/>
                </a:lnTo>
                <a:lnTo>
                  <a:pt x="12700" y="1039545"/>
                </a:lnTo>
                <a:lnTo>
                  <a:pt x="12700" y="1090269"/>
                </a:lnTo>
                <a:lnTo>
                  <a:pt x="6350" y="1090345"/>
                </a:lnTo>
                <a:close/>
              </a:path>
              <a:path w="1214754" h="1297305">
                <a:moveTo>
                  <a:pt x="76" y="1096022"/>
                </a:moveTo>
                <a:lnTo>
                  <a:pt x="0" y="1090422"/>
                </a:lnTo>
                <a:lnTo>
                  <a:pt x="12700" y="1090269"/>
                </a:lnTo>
                <a:lnTo>
                  <a:pt x="12776" y="1095552"/>
                </a:lnTo>
                <a:lnTo>
                  <a:pt x="76" y="1096022"/>
                </a:lnTo>
                <a:close/>
              </a:path>
              <a:path w="1214754" h="1297305">
                <a:moveTo>
                  <a:pt x="12700" y="1090345"/>
                </a:moveTo>
                <a:close/>
              </a:path>
              <a:path w="1214754" h="1297305">
                <a:moveTo>
                  <a:pt x="12771" y="1095438"/>
                </a:moveTo>
                <a:lnTo>
                  <a:pt x="12763" y="1095273"/>
                </a:lnTo>
                <a:lnTo>
                  <a:pt x="12771" y="1095438"/>
                </a:lnTo>
                <a:close/>
              </a:path>
              <a:path w="1214754" h="1297305">
                <a:moveTo>
                  <a:pt x="12700" y="1001445"/>
                </a:moveTo>
                <a:lnTo>
                  <a:pt x="0" y="1001445"/>
                </a:lnTo>
                <a:lnTo>
                  <a:pt x="0" y="950645"/>
                </a:lnTo>
                <a:lnTo>
                  <a:pt x="12700" y="950645"/>
                </a:lnTo>
                <a:lnTo>
                  <a:pt x="12700" y="1001445"/>
                </a:lnTo>
                <a:close/>
              </a:path>
              <a:path w="1214754" h="1297305">
                <a:moveTo>
                  <a:pt x="12700" y="912545"/>
                </a:moveTo>
                <a:lnTo>
                  <a:pt x="0" y="912545"/>
                </a:lnTo>
                <a:lnTo>
                  <a:pt x="0" y="861745"/>
                </a:lnTo>
                <a:lnTo>
                  <a:pt x="12700" y="861745"/>
                </a:lnTo>
                <a:lnTo>
                  <a:pt x="12700" y="912545"/>
                </a:lnTo>
                <a:close/>
              </a:path>
              <a:path w="1214754" h="1297305">
                <a:moveTo>
                  <a:pt x="12700" y="823645"/>
                </a:moveTo>
                <a:lnTo>
                  <a:pt x="0" y="823645"/>
                </a:lnTo>
                <a:lnTo>
                  <a:pt x="0" y="772845"/>
                </a:lnTo>
                <a:lnTo>
                  <a:pt x="12700" y="772845"/>
                </a:lnTo>
                <a:lnTo>
                  <a:pt x="12700" y="823645"/>
                </a:lnTo>
                <a:close/>
              </a:path>
              <a:path w="1214754" h="1297305">
                <a:moveTo>
                  <a:pt x="12700" y="734745"/>
                </a:moveTo>
                <a:lnTo>
                  <a:pt x="0" y="734745"/>
                </a:lnTo>
                <a:lnTo>
                  <a:pt x="0" y="683945"/>
                </a:lnTo>
                <a:lnTo>
                  <a:pt x="12700" y="683945"/>
                </a:lnTo>
                <a:lnTo>
                  <a:pt x="12700" y="734745"/>
                </a:lnTo>
                <a:close/>
              </a:path>
              <a:path w="1214754" h="1297305">
                <a:moveTo>
                  <a:pt x="12700" y="645845"/>
                </a:moveTo>
                <a:lnTo>
                  <a:pt x="0" y="645845"/>
                </a:lnTo>
                <a:lnTo>
                  <a:pt x="0" y="595045"/>
                </a:lnTo>
                <a:lnTo>
                  <a:pt x="12700" y="595045"/>
                </a:lnTo>
                <a:lnTo>
                  <a:pt x="12700" y="645845"/>
                </a:lnTo>
                <a:close/>
              </a:path>
              <a:path w="1214754" h="1297305">
                <a:moveTo>
                  <a:pt x="12700" y="556945"/>
                </a:moveTo>
                <a:lnTo>
                  <a:pt x="0" y="556945"/>
                </a:lnTo>
                <a:lnTo>
                  <a:pt x="0" y="506145"/>
                </a:lnTo>
                <a:lnTo>
                  <a:pt x="12700" y="506145"/>
                </a:lnTo>
                <a:lnTo>
                  <a:pt x="12700" y="556945"/>
                </a:lnTo>
                <a:close/>
              </a:path>
              <a:path w="1214754" h="1297305">
                <a:moveTo>
                  <a:pt x="12700" y="468045"/>
                </a:moveTo>
                <a:lnTo>
                  <a:pt x="0" y="468045"/>
                </a:lnTo>
                <a:lnTo>
                  <a:pt x="0" y="417245"/>
                </a:lnTo>
                <a:lnTo>
                  <a:pt x="12700" y="417245"/>
                </a:lnTo>
                <a:lnTo>
                  <a:pt x="12700" y="468045"/>
                </a:lnTo>
                <a:close/>
              </a:path>
              <a:path w="1214754" h="1297305">
                <a:moveTo>
                  <a:pt x="12700" y="379145"/>
                </a:moveTo>
                <a:lnTo>
                  <a:pt x="0" y="379145"/>
                </a:lnTo>
                <a:lnTo>
                  <a:pt x="0" y="328345"/>
                </a:lnTo>
                <a:lnTo>
                  <a:pt x="12700" y="328345"/>
                </a:lnTo>
                <a:lnTo>
                  <a:pt x="12700" y="379145"/>
                </a:lnTo>
                <a:close/>
              </a:path>
              <a:path w="1214754" h="1297305">
                <a:moveTo>
                  <a:pt x="12700" y="290245"/>
                </a:moveTo>
                <a:lnTo>
                  <a:pt x="0" y="290245"/>
                </a:lnTo>
                <a:lnTo>
                  <a:pt x="0" y="239445"/>
                </a:lnTo>
                <a:lnTo>
                  <a:pt x="12700" y="239445"/>
                </a:lnTo>
                <a:lnTo>
                  <a:pt x="12700" y="290245"/>
                </a:lnTo>
                <a:close/>
              </a:path>
              <a:path w="1214754" h="1297305">
                <a:moveTo>
                  <a:pt x="12763" y="201587"/>
                </a:moveTo>
                <a:lnTo>
                  <a:pt x="76" y="201104"/>
                </a:lnTo>
                <a:lnTo>
                  <a:pt x="266" y="196011"/>
                </a:lnTo>
                <a:lnTo>
                  <a:pt x="596" y="190754"/>
                </a:lnTo>
                <a:lnTo>
                  <a:pt x="8051" y="149542"/>
                </a:lnTo>
                <a:lnTo>
                  <a:pt x="20269" y="153009"/>
                </a:lnTo>
                <a:lnTo>
                  <a:pt x="18776" y="158318"/>
                </a:lnTo>
                <a:lnTo>
                  <a:pt x="16620" y="167703"/>
                </a:lnTo>
                <a:lnTo>
                  <a:pt x="14920" y="177253"/>
                </a:lnTo>
                <a:lnTo>
                  <a:pt x="13694" y="186969"/>
                </a:lnTo>
                <a:lnTo>
                  <a:pt x="13261" y="191795"/>
                </a:lnTo>
                <a:lnTo>
                  <a:pt x="12948" y="196735"/>
                </a:lnTo>
                <a:lnTo>
                  <a:pt x="12763" y="201587"/>
                </a:lnTo>
                <a:close/>
              </a:path>
              <a:path w="1214754" h="1297305">
                <a:moveTo>
                  <a:pt x="18802" y="158204"/>
                </a:moveTo>
                <a:lnTo>
                  <a:pt x="18846" y="158013"/>
                </a:lnTo>
                <a:lnTo>
                  <a:pt x="18802" y="158204"/>
                </a:lnTo>
                <a:close/>
              </a:path>
              <a:path w="1214754" h="1297305">
                <a:moveTo>
                  <a:pt x="18776" y="158318"/>
                </a:moveTo>
                <a:close/>
              </a:path>
              <a:path w="1214754" h="1297305">
                <a:moveTo>
                  <a:pt x="16651" y="167530"/>
                </a:moveTo>
                <a:lnTo>
                  <a:pt x="16675" y="167398"/>
                </a:lnTo>
                <a:lnTo>
                  <a:pt x="16651" y="167530"/>
                </a:lnTo>
                <a:close/>
              </a:path>
              <a:path w="1214754" h="1297305">
                <a:moveTo>
                  <a:pt x="16620" y="167703"/>
                </a:moveTo>
                <a:lnTo>
                  <a:pt x="16651" y="167530"/>
                </a:lnTo>
                <a:lnTo>
                  <a:pt x="16620" y="167703"/>
                </a:lnTo>
                <a:close/>
              </a:path>
              <a:path w="1214754" h="1297305">
                <a:moveTo>
                  <a:pt x="14945" y="177051"/>
                </a:moveTo>
                <a:close/>
              </a:path>
              <a:path w="1214754" h="1297305">
                <a:moveTo>
                  <a:pt x="14920" y="177253"/>
                </a:moveTo>
                <a:lnTo>
                  <a:pt x="14945" y="177051"/>
                </a:lnTo>
                <a:lnTo>
                  <a:pt x="14920" y="177253"/>
                </a:lnTo>
                <a:close/>
              </a:path>
              <a:path w="1214754" h="1297305">
                <a:moveTo>
                  <a:pt x="13703" y="186869"/>
                </a:moveTo>
                <a:lnTo>
                  <a:pt x="13716" y="186728"/>
                </a:lnTo>
                <a:lnTo>
                  <a:pt x="13703" y="186869"/>
                </a:lnTo>
                <a:close/>
              </a:path>
              <a:path w="1214754" h="1297305">
                <a:moveTo>
                  <a:pt x="13694" y="186969"/>
                </a:moveTo>
                <a:close/>
              </a:path>
              <a:path w="1214754" h="1297305">
                <a:moveTo>
                  <a:pt x="13266" y="191708"/>
                </a:moveTo>
                <a:close/>
              </a:path>
              <a:path w="1214754" h="1297305">
                <a:moveTo>
                  <a:pt x="13261" y="191795"/>
                </a:moveTo>
                <a:close/>
              </a:path>
              <a:path w="1214754" h="1297305">
                <a:moveTo>
                  <a:pt x="33756" y="118783"/>
                </a:moveTo>
                <a:lnTo>
                  <a:pt x="22453" y="113004"/>
                </a:lnTo>
                <a:lnTo>
                  <a:pt x="24942" y="108140"/>
                </a:lnTo>
                <a:lnTo>
                  <a:pt x="29921" y="99491"/>
                </a:lnTo>
                <a:lnTo>
                  <a:pt x="35293" y="91097"/>
                </a:lnTo>
                <a:lnTo>
                  <a:pt x="41059" y="83007"/>
                </a:lnTo>
                <a:lnTo>
                  <a:pt x="47193" y="75196"/>
                </a:lnTo>
                <a:lnTo>
                  <a:pt x="51816" y="69862"/>
                </a:lnTo>
                <a:lnTo>
                  <a:pt x="61417" y="78181"/>
                </a:lnTo>
                <a:lnTo>
                  <a:pt x="57020" y="83237"/>
                </a:lnTo>
                <a:lnTo>
                  <a:pt x="51130" y="90728"/>
                </a:lnTo>
                <a:lnTo>
                  <a:pt x="45913" y="98082"/>
                </a:lnTo>
                <a:lnTo>
                  <a:pt x="40801" y="106030"/>
                </a:lnTo>
                <a:lnTo>
                  <a:pt x="36029" y="114338"/>
                </a:lnTo>
                <a:lnTo>
                  <a:pt x="33756" y="118783"/>
                </a:lnTo>
                <a:close/>
              </a:path>
              <a:path w="1214754" h="1297305">
                <a:moveTo>
                  <a:pt x="57024" y="83237"/>
                </a:moveTo>
                <a:close/>
              </a:path>
              <a:path w="1214754" h="1297305">
                <a:moveTo>
                  <a:pt x="56896" y="83400"/>
                </a:moveTo>
                <a:lnTo>
                  <a:pt x="57024" y="83237"/>
                </a:lnTo>
                <a:lnTo>
                  <a:pt x="56896" y="83400"/>
                </a:lnTo>
                <a:close/>
              </a:path>
              <a:path w="1214754" h="1297305">
                <a:moveTo>
                  <a:pt x="51148" y="90728"/>
                </a:moveTo>
                <a:lnTo>
                  <a:pt x="51320" y="90487"/>
                </a:lnTo>
                <a:lnTo>
                  <a:pt x="51148" y="90728"/>
                </a:lnTo>
                <a:close/>
              </a:path>
              <a:path w="1214754" h="1297305">
                <a:moveTo>
                  <a:pt x="45756" y="98302"/>
                </a:moveTo>
                <a:lnTo>
                  <a:pt x="45897" y="98082"/>
                </a:lnTo>
                <a:lnTo>
                  <a:pt x="45756" y="98302"/>
                </a:lnTo>
                <a:close/>
              </a:path>
              <a:path w="1214754" h="1297305">
                <a:moveTo>
                  <a:pt x="45735" y="98336"/>
                </a:moveTo>
                <a:close/>
              </a:path>
              <a:path w="1214754" h="1297305">
                <a:moveTo>
                  <a:pt x="40805" y="106030"/>
                </a:moveTo>
                <a:close/>
              </a:path>
              <a:path w="1214754" h="1297305">
                <a:moveTo>
                  <a:pt x="40702" y="106210"/>
                </a:moveTo>
                <a:lnTo>
                  <a:pt x="40805" y="106030"/>
                </a:lnTo>
                <a:lnTo>
                  <a:pt x="40702" y="106210"/>
                </a:lnTo>
                <a:close/>
              </a:path>
              <a:path w="1214754" h="1297305">
                <a:moveTo>
                  <a:pt x="36174" y="114086"/>
                </a:moveTo>
                <a:close/>
              </a:path>
              <a:path w="1214754" h="1297305">
                <a:moveTo>
                  <a:pt x="36044" y="114338"/>
                </a:moveTo>
                <a:lnTo>
                  <a:pt x="36174" y="114086"/>
                </a:lnTo>
                <a:lnTo>
                  <a:pt x="36044" y="114338"/>
                </a:lnTo>
                <a:close/>
              </a:path>
              <a:path w="1214754" h="1297305">
                <a:moveTo>
                  <a:pt x="88315" y="53035"/>
                </a:moveTo>
                <a:lnTo>
                  <a:pt x="80467" y="43040"/>
                </a:lnTo>
                <a:lnTo>
                  <a:pt x="83007" y="41059"/>
                </a:lnTo>
                <a:lnTo>
                  <a:pt x="91097" y="35293"/>
                </a:lnTo>
                <a:lnTo>
                  <a:pt x="99491" y="29921"/>
                </a:lnTo>
                <a:lnTo>
                  <a:pt x="108140" y="24942"/>
                </a:lnTo>
                <a:lnTo>
                  <a:pt x="117055" y="20383"/>
                </a:lnTo>
                <a:lnTo>
                  <a:pt x="125450" y="16586"/>
                </a:lnTo>
                <a:lnTo>
                  <a:pt x="130682" y="28155"/>
                </a:lnTo>
                <a:lnTo>
                  <a:pt x="122435" y="31889"/>
                </a:lnTo>
                <a:lnTo>
                  <a:pt x="114368" y="36029"/>
                </a:lnTo>
                <a:lnTo>
                  <a:pt x="106242" y="40690"/>
                </a:lnTo>
                <a:lnTo>
                  <a:pt x="98082" y="45897"/>
                </a:lnTo>
                <a:lnTo>
                  <a:pt x="90755" y="51130"/>
                </a:lnTo>
                <a:lnTo>
                  <a:pt x="88315" y="53035"/>
                </a:lnTo>
                <a:close/>
              </a:path>
              <a:path w="1214754" h="1297305">
                <a:moveTo>
                  <a:pt x="122488" y="31862"/>
                </a:moveTo>
                <a:lnTo>
                  <a:pt x="122707" y="31750"/>
                </a:lnTo>
                <a:lnTo>
                  <a:pt x="122488" y="31862"/>
                </a:lnTo>
                <a:close/>
              </a:path>
              <a:path w="1214754" h="1297305">
                <a:moveTo>
                  <a:pt x="122435" y="31889"/>
                </a:moveTo>
                <a:close/>
              </a:path>
              <a:path w="1214754" h="1297305">
                <a:moveTo>
                  <a:pt x="114089" y="36172"/>
                </a:moveTo>
                <a:lnTo>
                  <a:pt x="114338" y="36029"/>
                </a:lnTo>
                <a:lnTo>
                  <a:pt x="114089" y="36172"/>
                </a:lnTo>
                <a:close/>
              </a:path>
              <a:path w="1214754" h="1297305">
                <a:moveTo>
                  <a:pt x="114073" y="36182"/>
                </a:moveTo>
                <a:close/>
              </a:path>
              <a:path w="1214754" h="1297305">
                <a:moveTo>
                  <a:pt x="105956" y="40855"/>
                </a:moveTo>
                <a:lnTo>
                  <a:pt x="106210" y="40690"/>
                </a:lnTo>
                <a:lnTo>
                  <a:pt x="105956" y="40855"/>
                </a:lnTo>
                <a:close/>
              </a:path>
              <a:path w="1214754" h="1297305">
                <a:moveTo>
                  <a:pt x="98302" y="45756"/>
                </a:moveTo>
                <a:close/>
              </a:path>
              <a:path w="1214754" h="1297305">
                <a:moveTo>
                  <a:pt x="98104" y="45897"/>
                </a:moveTo>
                <a:lnTo>
                  <a:pt x="98302" y="45756"/>
                </a:lnTo>
                <a:lnTo>
                  <a:pt x="98104" y="45897"/>
                </a:lnTo>
                <a:close/>
              </a:path>
              <a:path w="1214754" h="1297305">
                <a:moveTo>
                  <a:pt x="90487" y="51320"/>
                </a:moveTo>
                <a:lnTo>
                  <a:pt x="90728" y="51130"/>
                </a:lnTo>
                <a:lnTo>
                  <a:pt x="90487" y="51320"/>
                </a:lnTo>
                <a:close/>
              </a:path>
              <a:path w="1214754" h="1297305">
                <a:moveTo>
                  <a:pt x="165760" y="17056"/>
                </a:moveTo>
                <a:lnTo>
                  <a:pt x="162902" y="4686"/>
                </a:lnTo>
                <a:lnTo>
                  <a:pt x="165011" y="4190"/>
                </a:lnTo>
                <a:lnTo>
                  <a:pt x="175183" y="2374"/>
                </a:lnTo>
                <a:lnTo>
                  <a:pt x="206603" y="0"/>
                </a:lnTo>
                <a:lnTo>
                  <a:pt x="214807" y="0"/>
                </a:lnTo>
                <a:lnTo>
                  <a:pt x="214807" y="12700"/>
                </a:lnTo>
                <a:lnTo>
                  <a:pt x="206730" y="12700"/>
                </a:lnTo>
                <a:lnTo>
                  <a:pt x="201549" y="12763"/>
                </a:lnTo>
                <a:lnTo>
                  <a:pt x="201714" y="12763"/>
                </a:lnTo>
                <a:lnTo>
                  <a:pt x="196583" y="12953"/>
                </a:lnTo>
                <a:lnTo>
                  <a:pt x="196735" y="12953"/>
                </a:lnTo>
                <a:lnTo>
                  <a:pt x="191654" y="13271"/>
                </a:lnTo>
                <a:lnTo>
                  <a:pt x="187150" y="13677"/>
                </a:lnTo>
                <a:lnTo>
                  <a:pt x="186969" y="13677"/>
                </a:lnTo>
                <a:lnTo>
                  <a:pt x="176970" y="14960"/>
                </a:lnTo>
                <a:lnTo>
                  <a:pt x="167425" y="16675"/>
                </a:lnTo>
                <a:lnTo>
                  <a:pt x="165760" y="17056"/>
                </a:lnTo>
                <a:close/>
              </a:path>
              <a:path w="1214754" h="1297305">
                <a:moveTo>
                  <a:pt x="191708" y="13266"/>
                </a:moveTo>
                <a:close/>
              </a:path>
              <a:path w="1214754" h="1297305">
                <a:moveTo>
                  <a:pt x="191654" y="13271"/>
                </a:moveTo>
                <a:close/>
              </a:path>
              <a:path w="1214754" h="1297305">
                <a:moveTo>
                  <a:pt x="186728" y="13715"/>
                </a:moveTo>
                <a:lnTo>
                  <a:pt x="186969" y="13677"/>
                </a:lnTo>
                <a:lnTo>
                  <a:pt x="187150" y="13677"/>
                </a:lnTo>
                <a:lnTo>
                  <a:pt x="186728" y="13715"/>
                </a:lnTo>
                <a:close/>
              </a:path>
              <a:path w="1214754" h="1297305">
                <a:moveTo>
                  <a:pt x="177054" y="14945"/>
                </a:moveTo>
                <a:lnTo>
                  <a:pt x="177253" y="14909"/>
                </a:lnTo>
                <a:lnTo>
                  <a:pt x="177054" y="14945"/>
                </a:lnTo>
                <a:close/>
              </a:path>
              <a:path w="1214754" h="1297305">
                <a:moveTo>
                  <a:pt x="176970" y="14960"/>
                </a:moveTo>
                <a:close/>
              </a:path>
              <a:path w="1214754" h="1297305">
                <a:moveTo>
                  <a:pt x="167524" y="16652"/>
                </a:moveTo>
                <a:lnTo>
                  <a:pt x="167703" y="16611"/>
                </a:lnTo>
                <a:lnTo>
                  <a:pt x="167524" y="16652"/>
                </a:lnTo>
                <a:close/>
              </a:path>
              <a:path w="1214754" h="1297305">
                <a:moveTo>
                  <a:pt x="167425" y="16675"/>
                </a:moveTo>
                <a:close/>
              </a:path>
              <a:path w="1214754" h="1297305">
                <a:moveTo>
                  <a:pt x="303707" y="12700"/>
                </a:moveTo>
                <a:lnTo>
                  <a:pt x="252907" y="12700"/>
                </a:lnTo>
                <a:lnTo>
                  <a:pt x="252907" y="0"/>
                </a:lnTo>
                <a:lnTo>
                  <a:pt x="303707" y="0"/>
                </a:lnTo>
                <a:lnTo>
                  <a:pt x="303707" y="12700"/>
                </a:lnTo>
                <a:close/>
              </a:path>
              <a:path w="1214754" h="1297305">
                <a:moveTo>
                  <a:pt x="392607" y="12700"/>
                </a:moveTo>
                <a:lnTo>
                  <a:pt x="341807" y="12700"/>
                </a:lnTo>
                <a:lnTo>
                  <a:pt x="341807" y="0"/>
                </a:lnTo>
                <a:lnTo>
                  <a:pt x="392607" y="0"/>
                </a:lnTo>
                <a:lnTo>
                  <a:pt x="392607" y="12700"/>
                </a:lnTo>
                <a:close/>
              </a:path>
              <a:path w="1214754" h="1297305">
                <a:moveTo>
                  <a:pt x="481507" y="12700"/>
                </a:moveTo>
                <a:lnTo>
                  <a:pt x="430707" y="12700"/>
                </a:lnTo>
                <a:lnTo>
                  <a:pt x="430707" y="0"/>
                </a:lnTo>
                <a:lnTo>
                  <a:pt x="481507" y="0"/>
                </a:lnTo>
                <a:lnTo>
                  <a:pt x="481507" y="12700"/>
                </a:lnTo>
                <a:close/>
              </a:path>
              <a:path w="1214754" h="1297305">
                <a:moveTo>
                  <a:pt x="570407" y="12700"/>
                </a:moveTo>
                <a:lnTo>
                  <a:pt x="519607" y="12700"/>
                </a:lnTo>
                <a:lnTo>
                  <a:pt x="519607" y="0"/>
                </a:lnTo>
                <a:lnTo>
                  <a:pt x="570407" y="0"/>
                </a:lnTo>
                <a:lnTo>
                  <a:pt x="570407" y="12700"/>
                </a:lnTo>
                <a:close/>
              </a:path>
              <a:path w="1214754" h="1297305">
                <a:moveTo>
                  <a:pt x="659307" y="12700"/>
                </a:moveTo>
                <a:lnTo>
                  <a:pt x="608507" y="12700"/>
                </a:lnTo>
                <a:lnTo>
                  <a:pt x="608507" y="0"/>
                </a:lnTo>
                <a:lnTo>
                  <a:pt x="659307" y="0"/>
                </a:lnTo>
                <a:lnTo>
                  <a:pt x="659307" y="12700"/>
                </a:lnTo>
                <a:close/>
              </a:path>
              <a:path w="1214754" h="1297305">
                <a:moveTo>
                  <a:pt x="748207" y="12700"/>
                </a:moveTo>
                <a:lnTo>
                  <a:pt x="697407" y="12700"/>
                </a:lnTo>
                <a:lnTo>
                  <a:pt x="697407" y="0"/>
                </a:lnTo>
                <a:lnTo>
                  <a:pt x="748207" y="0"/>
                </a:lnTo>
                <a:lnTo>
                  <a:pt x="748207" y="12700"/>
                </a:lnTo>
                <a:close/>
              </a:path>
              <a:path w="1214754" h="1297305">
                <a:moveTo>
                  <a:pt x="837107" y="12700"/>
                </a:moveTo>
                <a:lnTo>
                  <a:pt x="786307" y="12700"/>
                </a:lnTo>
                <a:lnTo>
                  <a:pt x="786307" y="0"/>
                </a:lnTo>
                <a:lnTo>
                  <a:pt x="837107" y="0"/>
                </a:lnTo>
                <a:lnTo>
                  <a:pt x="837107" y="12700"/>
                </a:lnTo>
                <a:close/>
              </a:path>
              <a:path w="1214754" h="1297305">
                <a:moveTo>
                  <a:pt x="926007" y="12700"/>
                </a:moveTo>
                <a:lnTo>
                  <a:pt x="875207" y="12700"/>
                </a:lnTo>
                <a:lnTo>
                  <a:pt x="875207" y="0"/>
                </a:lnTo>
                <a:lnTo>
                  <a:pt x="926007" y="0"/>
                </a:lnTo>
                <a:lnTo>
                  <a:pt x="926007" y="12700"/>
                </a:lnTo>
                <a:close/>
              </a:path>
              <a:path w="1214754" h="1297305">
                <a:moveTo>
                  <a:pt x="1014666" y="12839"/>
                </a:moveTo>
                <a:lnTo>
                  <a:pt x="1012723" y="12763"/>
                </a:lnTo>
                <a:lnTo>
                  <a:pt x="1012888" y="12763"/>
                </a:lnTo>
                <a:lnTo>
                  <a:pt x="1007719" y="12700"/>
                </a:lnTo>
                <a:lnTo>
                  <a:pt x="964107" y="12700"/>
                </a:lnTo>
                <a:lnTo>
                  <a:pt x="964107" y="0"/>
                </a:lnTo>
                <a:lnTo>
                  <a:pt x="1007833" y="0"/>
                </a:lnTo>
                <a:lnTo>
                  <a:pt x="1013129" y="63"/>
                </a:lnTo>
                <a:lnTo>
                  <a:pt x="1015149" y="139"/>
                </a:lnTo>
                <a:lnTo>
                  <a:pt x="1014666" y="12839"/>
                </a:lnTo>
                <a:close/>
              </a:path>
              <a:path w="1214754" h="1297305">
                <a:moveTo>
                  <a:pt x="1093982" y="18846"/>
                </a:moveTo>
                <a:lnTo>
                  <a:pt x="1056424" y="18846"/>
                </a:lnTo>
                <a:lnTo>
                  <a:pt x="1051191" y="17640"/>
                </a:lnTo>
                <a:lnTo>
                  <a:pt x="1054049" y="5257"/>
                </a:lnTo>
                <a:lnTo>
                  <a:pt x="1059433" y="6502"/>
                </a:lnTo>
                <a:lnTo>
                  <a:pt x="1069238" y="9283"/>
                </a:lnTo>
                <a:lnTo>
                  <a:pt x="1078839" y="12534"/>
                </a:lnTo>
                <a:lnTo>
                  <a:pt x="1088224" y="16243"/>
                </a:lnTo>
                <a:lnTo>
                  <a:pt x="1093982" y="18846"/>
                </a:lnTo>
                <a:close/>
              </a:path>
              <a:path w="1214754" h="1297305">
                <a:moveTo>
                  <a:pt x="1099497" y="21462"/>
                </a:moveTo>
                <a:lnTo>
                  <a:pt x="1065618" y="21462"/>
                </a:lnTo>
                <a:lnTo>
                  <a:pt x="1056231" y="18802"/>
                </a:lnTo>
                <a:lnTo>
                  <a:pt x="1056424" y="18846"/>
                </a:lnTo>
                <a:lnTo>
                  <a:pt x="1093982" y="18846"/>
                </a:lnTo>
                <a:lnTo>
                  <a:pt x="1097381" y="20383"/>
                </a:lnTo>
                <a:lnTo>
                  <a:pt x="1099497" y="21462"/>
                </a:lnTo>
                <a:close/>
              </a:path>
              <a:path w="1214754" h="1297305">
                <a:moveTo>
                  <a:pt x="1102420" y="24523"/>
                </a:moveTo>
                <a:lnTo>
                  <a:pt x="1074605" y="24516"/>
                </a:lnTo>
                <a:lnTo>
                  <a:pt x="1074331" y="24409"/>
                </a:lnTo>
                <a:lnTo>
                  <a:pt x="1065359" y="21389"/>
                </a:lnTo>
                <a:lnTo>
                  <a:pt x="1065618" y="21462"/>
                </a:lnTo>
                <a:lnTo>
                  <a:pt x="1099497" y="21462"/>
                </a:lnTo>
                <a:lnTo>
                  <a:pt x="1103058" y="23279"/>
                </a:lnTo>
                <a:lnTo>
                  <a:pt x="1102420" y="24523"/>
                </a:lnTo>
                <a:close/>
              </a:path>
              <a:path w="1214754" h="1297305">
                <a:moveTo>
                  <a:pt x="1074602" y="24516"/>
                </a:moveTo>
                <a:lnTo>
                  <a:pt x="1074285" y="24409"/>
                </a:lnTo>
                <a:lnTo>
                  <a:pt x="1074602" y="24516"/>
                </a:lnTo>
                <a:close/>
              </a:path>
              <a:path w="1214754" h="1297305">
                <a:moveTo>
                  <a:pt x="1098646" y="31889"/>
                </a:moveTo>
                <a:lnTo>
                  <a:pt x="1092009" y="31889"/>
                </a:lnTo>
                <a:lnTo>
                  <a:pt x="1083144" y="27876"/>
                </a:lnTo>
                <a:lnTo>
                  <a:pt x="1074602" y="24516"/>
                </a:lnTo>
                <a:lnTo>
                  <a:pt x="1102420" y="24523"/>
                </a:lnTo>
                <a:lnTo>
                  <a:pt x="1098646" y="31889"/>
                </a:lnTo>
                <a:close/>
              </a:path>
              <a:path w="1214754" h="1297305">
                <a:moveTo>
                  <a:pt x="1083424" y="28003"/>
                </a:moveTo>
                <a:lnTo>
                  <a:pt x="1083102" y="27876"/>
                </a:lnTo>
                <a:lnTo>
                  <a:pt x="1083424" y="28003"/>
                </a:lnTo>
                <a:close/>
              </a:path>
              <a:path w="1214754" h="1297305">
                <a:moveTo>
                  <a:pt x="1097267" y="34582"/>
                </a:moveTo>
                <a:lnTo>
                  <a:pt x="1091954" y="31865"/>
                </a:lnTo>
                <a:lnTo>
                  <a:pt x="1098646" y="31889"/>
                </a:lnTo>
                <a:lnTo>
                  <a:pt x="1097267" y="34582"/>
                </a:lnTo>
                <a:close/>
              </a:path>
              <a:path w="1214754" h="1297305">
                <a:moveTo>
                  <a:pt x="1150301" y="57086"/>
                </a:moveTo>
                <a:lnTo>
                  <a:pt x="1131277" y="57086"/>
                </a:lnTo>
                <a:lnTo>
                  <a:pt x="1128153" y="54622"/>
                </a:lnTo>
                <a:lnTo>
                  <a:pt x="1135989" y="44640"/>
                </a:lnTo>
                <a:lnTo>
                  <a:pt x="1139240" y="47193"/>
                </a:lnTo>
                <a:lnTo>
                  <a:pt x="1146733" y="53682"/>
                </a:lnTo>
                <a:lnTo>
                  <a:pt x="1150301" y="57086"/>
                </a:lnTo>
                <a:close/>
              </a:path>
              <a:path w="1214754" h="1297305">
                <a:moveTo>
                  <a:pt x="1156441" y="63182"/>
                </a:moveTo>
                <a:lnTo>
                  <a:pt x="1138313" y="63182"/>
                </a:lnTo>
                <a:lnTo>
                  <a:pt x="1131204" y="57028"/>
                </a:lnTo>
                <a:lnTo>
                  <a:pt x="1150301" y="57086"/>
                </a:lnTo>
                <a:lnTo>
                  <a:pt x="1153909" y="60528"/>
                </a:lnTo>
                <a:lnTo>
                  <a:pt x="1156441" y="63182"/>
                </a:lnTo>
                <a:close/>
              </a:path>
              <a:path w="1214754" h="1297305">
                <a:moveTo>
                  <a:pt x="1162404" y="69608"/>
                </a:moveTo>
                <a:lnTo>
                  <a:pt x="1145044" y="69608"/>
                </a:lnTo>
                <a:lnTo>
                  <a:pt x="1138146" y="63037"/>
                </a:lnTo>
                <a:lnTo>
                  <a:pt x="1138313" y="63182"/>
                </a:lnTo>
                <a:lnTo>
                  <a:pt x="1156441" y="63182"/>
                </a:lnTo>
                <a:lnTo>
                  <a:pt x="1160754" y="67703"/>
                </a:lnTo>
                <a:lnTo>
                  <a:pt x="1162404" y="69608"/>
                </a:lnTo>
                <a:close/>
              </a:path>
              <a:path w="1214754" h="1297305">
                <a:moveTo>
                  <a:pt x="1168152" y="76352"/>
                </a:moveTo>
                <a:lnTo>
                  <a:pt x="1151458" y="76352"/>
                </a:lnTo>
                <a:lnTo>
                  <a:pt x="1144934" y="69503"/>
                </a:lnTo>
                <a:lnTo>
                  <a:pt x="1162404" y="69608"/>
                </a:lnTo>
                <a:lnTo>
                  <a:pt x="1167244" y="75196"/>
                </a:lnTo>
                <a:lnTo>
                  <a:pt x="1168152" y="76352"/>
                </a:lnTo>
                <a:close/>
              </a:path>
              <a:path w="1214754" h="1297305">
                <a:moveTo>
                  <a:pt x="1170605" y="83400"/>
                </a:moveTo>
                <a:lnTo>
                  <a:pt x="1157554" y="83400"/>
                </a:lnTo>
                <a:lnTo>
                  <a:pt x="1151399" y="76291"/>
                </a:lnTo>
                <a:lnTo>
                  <a:pt x="1168152" y="76352"/>
                </a:lnTo>
                <a:lnTo>
                  <a:pt x="1172514" y="81902"/>
                </a:lnTo>
                <a:lnTo>
                  <a:pt x="1170605" y="83400"/>
                </a:lnTo>
                <a:close/>
              </a:path>
              <a:path w="1214754" h="1297305">
                <a:moveTo>
                  <a:pt x="1162532" y="89738"/>
                </a:moveTo>
                <a:lnTo>
                  <a:pt x="1157408" y="83232"/>
                </a:lnTo>
                <a:lnTo>
                  <a:pt x="1157554" y="83400"/>
                </a:lnTo>
                <a:lnTo>
                  <a:pt x="1170605" y="83400"/>
                </a:lnTo>
                <a:lnTo>
                  <a:pt x="1162532" y="89738"/>
                </a:lnTo>
                <a:close/>
              </a:path>
              <a:path w="1214754" h="1297305">
                <a:moveTo>
                  <a:pt x="1196609" y="122707"/>
                </a:moveTo>
                <a:lnTo>
                  <a:pt x="1182687" y="122707"/>
                </a:lnTo>
                <a:lnTo>
                  <a:pt x="1181849" y="121081"/>
                </a:lnTo>
                <a:lnTo>
                  <a:pt x="1193152" y="115290"/>
                </a:lnTo>
                <a:lnTo>
                  <a:pt x="1194053" y="117055"/>
                </a:lnTo>
                <a:lnTo>
                  <a:pt x="1196609" y="122707"/>
                </a:lnTo>
                <a:close/>
              </a:path>
              <a:path w="1214754" h="1297305">
                <a:moveTo>
                  <a:pt x="1200201" y="131292"/>
                </a:moveTo>
                <a:lnTo>
                  <a:pt x="1186560" y="131292"/>
                </a:lnTo>
                <a:lnTo>
                  <a:pt x="1182579" y="122497"/>
                </a:lnTo>
                <a:lnTo>
                  <a:pt x="1182687" y="122707"/>
                </a:lnTo>
                <a:lnTo>
                  <a:pt x="1196609" y="122707"/>
                </a:lnTo>
                <a:lnTo>
                  <a:pt x="1198194" y="126212"/>
                </a:lnTo>
                <a:lnTo>
                  <a:pt x="1200201" y="131292"/>
                </a:lnTo>
                <a:close/>
              </a:path>
              <a:path w="1214754" h="1297305">
                <a:moveTo>
                  <a:pt x="1203429" y="140106"/>
                </a:moveTo>
                <a:lnTo>
                  <a:pt x="1190028" y="140106"/>
                </a:lnTo>
                <a:lnTo>
                  <a:pt x="1186433" y="131013"/>
                </a:lnTo>
                <a:lnTo>
                  <a:pt x="1186560" y="131292"/>
                </a:lnTo>
                <a:lnTo>
                  <a:pt x="1200201" y="131292"/>
                </a:lnTo>
                <a:lnTo>
                  <a:pt x="1201902" y="135597"/>
                </a:lnTo>
                <a:lnTo>
                  <a:pt x="1203429" y="140106"/>
                </a:lnTo>
                <a:close/>
              </a:path>
              <a:path w="1214754" h="1297305">
                <a:moveTo>
                  <a:pt x="1206267" y="149123"/>
                </a:moveTo>
                <a:lnTo>
                  <a:pt x="1193063" y="149123"/>
                </a:lnTo>
                <a:lnTo>
                  <a:pt x="1192974" y="148818"/>
                </a:lnTo>
                <a:lnTo>
                  <a:pt x="1189920" y="139834"/>
                </a:lnTo>
                <a:lnTo>
                  <a:pt x="1190028" y="140106"/>
                </a:lnTo>
                <a:lnTo>
                  <a:pt x="1203429" y="140106"/>
                </a:lnTo>
                <a:lnTo>
                  <a:pt x="1205153" y="145199"/>
                </a:lnTo>
                <a:lnTo>
                  <a:pt x="1206267" y="149123"/>
                </a:lnTo>
                <a:close/>
              </a:path>
              <a:path w="1214754" h="1297305">
                <a:moveTo>
                  <a:pt x="1193050" y="149084"/>
                </a:moveTo>
                <a:lnTo>
                  <a:pt x="1192960" y="148818"/>
                </a:lnTo>
                <a:lnTo>
                  <a:pt x="1193050" y="149084"/>
                </a:lnTo>
                <a:close/>
              </a:path>
              <a:path w="1214754" h="1297305">
                <a:moveTo>
                  <a:pt x="1208701" y="158318"/>
                </a:moveTo>
                <a:lnTo>
                  <a:pt x="1195679" y="158318"/>
                </a:lnTo>
                <a:lnTo>
                  <a:pt x="1193050" y="149084"/>
                </a:lnTo>
                <a:lnTo>
                  <a:pt x="1206267" y="149123"/>
                </a:lnTo>
                <a:lnTo>
                  <a:pt x="1207935" y="155003"/>
                </a:lnTo>
                <a:lnTo>
                  <a:pt x="1208701" y="158318"/>
                </a:lnTo>
                <a:close/>
              </a:path>
              <a:path w="1214754" h="1297305">
                <a:moveTo>
                  <a:pt x="1197787" y="167525"/>
                </a:moveTo>
                <a:lnTo>
                  <a:pt x="1195590" y="158013"/>
                </a:lnTo>
                <a:lnTo>
                  <a:pt x="1195679" y="158318"/>
                </a:lnTo>
                <a:lnTo>
                  <a:pt x="1208701" y="158318"/>
                </a:lnTo>
                <a:lnTo>
                  <a:pt x="1210170" y="164668"/>
                </a:lnTo>
                <a:lnTo>
                  <a:pt x="1197787" y="167525"/>
                </a:lnTo>
                <a:close/>
              </a:path>
              <a:path w="1214754" h="1297305">
                <a:moveTo>
                  <a:pt x="1214437" y="254723"/>
                </a:moveTo>
                <a:lnTo>
                  <a:pt x="1201737" y="254723"/>
                </a:lnTo>
                <a:lnTo>
                  <a:pt x="1201737" y="206641"/>
                </a:lnTo>
                <a:lnTo>
                  <a:pt x="1201699" y="204000"/>
                </a:lnTo>
                <a:lnTo>
                  <a:pt x="1214399" y="203847"/>
                </a:lnTo>
                <a:lnTo>
                  <a:pt x="1214437" y="254723"/>
                </a:lnTo>
                <a:close/>
              </a:path>
              <a:path w="1214754" h="1297305">
                <a:moveTo>
                  <a:pt x="1201737" y="206730"/>
                </a:moveTo>
                <a:close/>
              </a:path>
              <a:path w="1214754" h="1297305">
                <a:moveTo>
                  <a:pt x="1214437" y="343623"/>
                </a:moveTo>
                <a:lnTo>
                  <a:pt x="1201737" y="343623"/>
                </a:lnTo>
                <a:lnTo>
                  <a:pt x="1201737" y="292823"/>
                </a:lnTo>
                <a:lnTo>
                  <a:pt x="1214437" y="292823"/>
                </a:lnTo>
                <a:lnTo>
                  <a:pt x="1214437" y="343623"/>
                </a:lnTo>
                <a:close/>
              </a:path>
              <a:path w="1214754" h="1297305">
                <a:moveTo>
                  <a:pt x="1214437" y="432523"/>
                </a:moveTo>
                <a:lnTo>
                  <a:pt x="1201737" y="432523"/>
                </a:lnTo>
                <a:lnTo>
                  <a:pt x="1201737" y="381723"/>
                </a:lnTo>
                <a:lnTo>
                  <a:pt x="1214437" y="381723"/>
                </a:lnTo>
                <a:lnTo>
                  <a:pt x="1214437" y="432523"/>
                </a:lnTo>
                <a:close/>
              </a:path>
              <a:path w="1214754" h="1297305">
                <a:moveTo>
                  <a:pt x="1214437" y="521423"/>
                </a:moveTo>
                <a:lnTo>
                  <a:pt x="1201737" y="521423"/>
                </a:lnTo>
                <a:lnTo>
                  <a:pt x="1201737" y="470623"/>
                </a:lnTo>
                <a:lnTo>
                  <a:pt x="1214437" y="470623"/>
                </a:lnTo>
                <a:lnTo>
                  <a:pt x="1214437" y="521423"/>
                </a:lnTo>
                <a:close/>
              </a:path>
              <a:path w="1214754" h="1297305">
                <a:moveTo>
                  <a:pt x="1214437" y="610323"/>
                </a:moveTo>
                <a:lnTo>
                  <a:pt x="1201737" y="610323"/>
                </a:lnTo>
                <a:lnTo>
                  <a:pt x="1201737" y="559523"/>
                </a:lnTo>
                <a:lnTo>
                  <a:pt x="1214437" y="559523"/>
                </a:lnTo>
                <a:lnTo>
                  <a:pt x="1214437" y="610323"/>
                </a:lnTo>
                <a:close/>
              </a:path>
              <a:path w="1214754" h="1297305">
                <a:moveTo>
                  <a:pt x="1214437" y="699223"/>
                </a:moveTo>
                <a:lnTo>
                  <a:pt x="1201737" y="699223"/>
                </a:lnTo>
                <a:lnTo>
                  <a:pt x="1201737" y="648423"/>
                </a:lnTo>
                <a:lnTo>
                  <a:pt x="1214437" y="648423"/>
                </a:lnTo>
                <a:lnTo>
                  <a:pt x="1214437" y="699223"/>
                </a:lnTo>
                <a:close/>
              </a:path>
              <a:path w="1214754" h="1297305">
                <a:moveTo>
                  <a:pt x="1214437" y="788123"/>
                </a:moveTo>
                <a:lnTo>
                  <a:pt x="1201737" y="788123"/>
                </a:lnTo>
                <a:lnTo>
                  <a:pt x="1201737" y="737323"/>
                </a:lnTo>
                <a:lnTo>
                  <a:pt x="1214437" y="737323"/>
                </a:lnTo>
                <a:lnTo>
                  <a:pt x="1214437" y="788123"/>
                </a:lnTo>
                <a:close/>
              </a:path>
              <a:path w="1214754" h="1297305">
                <a:moveTo>
                  <a:pt x="1214437" y="877023"/>
                </a:moveTo>
                <a:lnTo>
                  <a:pt x="1201737" y="877023"/>
                </a:lnTo>
                <a:lnTo>
                  <a:pt x="1201737" y="826223"/>
                </a:lnTo>
                <a:lnTo>
                  <a:pt x="1214437" y="826223"/>
                </a:lnTo>
                <a:lnTo>
                  <a:pt x="1214437" y="877023"/>
                </a:lnTo>
                <a:close/>
              </a:path>
              <a:path w="1214754" h="1297305">
                <a:moveTo>
                  <a:pt x="1214437" y="965923"/>
                </a:moveTo>
                <a:lnTo>
                  <a:pt x="1201737" y="965923"/>
                </a:lnTo>
                <a:lnTo>
                  <a:pt x="1201737" y="915123"/>
                </a:lnTo>
                <a:lnTo>
                  <a:pt x="1214437" y="915123"/>
                </a:lnTo>
                <a:lnTo>
                  <a:pt x="1214437" y="965923"/>
                </a:lnTo>
                <a:close/>
              </a:path>
              <a:path w="1214754" h="1297305">
                <a:moveTo>
                  <a:pt x="1214437" y="1054823"/>
                </a:moveTo>
                <a:lnTo>
                  <a:pt x="1201737" y="1054823"/>
                </a:lnTo>
                <a:lnTo>
                  <a:pt x="1201737" y="1004023"/>
                </a:lnTo>
                <a:lnTo>
                  <a:pt x="1214437" y="1004023"/>
                </a:lnTo>
                <a:lnTo>
                  <a:pt x="1214437" y="1054823"/>
                </a:lnTo>
                <a:close/>
              </a:path>
              <a:path w="1214754" h="1297305">
                <a:moveTo>
                  <a:pt x="1214376" y="1095438"/>
                </a:moveTo>
                <a:lnTo>
                  <a:pt x="1201674" y="1095438"/>
                </a:lnTo>
                <a:lnTo>
                  <a:pt x="1201699" y="1092835"/>
                </a:lnTo>
                <a:lnTo>
                  <a:pt x="1214399" y="1093000"/>
                </a:lnTo>
                <a:lnTo>
                  <a:pt x="1214376" y="1095438"/>
                </a:lnTo>
                <a:close/>
              </a:path>
              <a:path w="1214754" h="1297305">
                <a:moveTo>
                  <a:pt x="1214192" y="1100404"/>
                </a:moveTo>
                <a:lnTo>
                  <a:pt x="1201483" y="1100404"/>
                </a:lnTo>
                <a:lnTo>
                  <a:pt x="1201674" y="1095273"/>
                </a:lnTo>
                <a:lnTo>
                  <a:pt x="1201674" y="1095438"/>
                </a:lnTo>
                <a:lnTo>
                  <a:pt x="1214376" y="1095438"/>
                </a:lnTo>
                <a:lnTo>
                  <a:pt x="1214192" y="1100404"/>
                </a:lnTo>
                <a:close/>
              </a:path>
              <a:path w="1214754" h="1297305">
                <a:moveTo>
                  <a:pt x="1213895" y="1105357"/>
                </a:moveTo>
                <a:lnTo>
                  <a:pt x="1201166" y="1105357"/>
                </a:lnTo>
                <a:lnTo>
                  <a:pt x="1201178" y="1105192"/>
                </a:lnTo>
                <a:lnTo>
                  <a:pt x="1201483" y="1100251"/>
                </a:lnTo>
                <a:lnTo>
                  <a:pt x="1201483" y="1100404"/>
                </a:lnTo>
                <a:lnTo>
                  <a:pt x="1214192" y="1100404"/>
                </a:lnTo>
                <a:lnTo>
                  <a:pt x="1213895" y="1105357"/>
                </a:lnTo>
                <a:close/>
              </a:path>
              <a:path w="1214754" h="1297305">
                <a:moveTo>
                  <a:pt x="1201170" y="1105287"/>
                </a:moveTo>
                <a:close/>
              </a:path>
              <a:path w="1214754" h="1297305">
                <a:moveTo>
                  <a:pt x="1213481" y="1110259"/>
                </a:moveTo>
                <a:lnTo>
                  <a:pt x="1200734" y="1110259"/>
                </a:lnTo>
                <a:lnTo>
                  <a:pt x="1200759" y="1110018"/>
                </a:lnTo>
                <a:lnTo>
                  <a:pt x="1201170" y="1105287"/>
                </a:lnTo>
                <a:lnTo>
                  <a:pt x="1213895" y="1105357"/>
                </a:lnTo>
                <a:lnTo>
                  <a:pt x="1213840" y="1106233"/>
                </a:lnTo>
                <a:lnTo>
                  <a:pt x="1213481" y="1110259"/>
                </a:lnTo>
                <a:close/>
              </a:path>
              <a:path w="1214754" h="1297305">
                <a:moveTo>
                  <a:pt x="1200746" y="1110123"/>
                </a:moveTo>
                <a:close/>
              </a:path>
              <a:path w="1214754" h="1297305">
                <a:moveTo>
                  <a:pt x="1212285" y="1120051"/>
                </a:moveTo>
                <a:lnTo>
                  <a:pt x="1199476" y="1120051"/>
                </a:lnTo>
                <a:lnTo>
                  <a:pt x="1199527" y="1119733"/>
                </a:lnTo>
                <a:lnTo>
                  <a:pt x="1200746" y="1110123"/>
                </a:lnTo>
                <a:lnTo>
                  <a:pt x="1200734" y="1110259"/>
                </a:lnTo>
                <a:lnTo>
                  <a:pt x="1213481" y="1110259"/>
                </a:lnTo>
                <a:lnTo>
                  <a:pt x="1213370" y="1111504"/>
                </a:lnTo>
                <a:lnTo>
                  <a:pt x="1212285" y="1120051"/>
                </a:lnTo>
                <a:close/>
              </a:path>
              <a:path w="1214754" h="1297305">
                <a:moveTo>
                  <a:pt x="1199492" y="1119932"/>
                </a:moveTo>
                <a:lnTo>
                  <a:pt x="1199517" y="1119733"/>
                </a:lnTo>
                <a:lnTo>
                  <a:pt x="1199492" y="1119932"/>
                </a:lnTo>
                <a:close/>
              </a:path>
              <a:path w="1214754" h="1297305">
                <a:moveTo>
                  <a:pt x="1210674" y="1129588"/>
                </a:moveTo>
                <a:lnTo>
                  <a:pt x="1197762" y="1129588"/>
                </a:lnTo>
                <a:lnTo>
                  <a:pt x="1197825" y="1129283"/>
                </a:lnTo>
                <a:lnTo>
                  <a:pt x="1199492" y="1119932"/>
                </a:lnTo>
                <a:lnTo>
                  <a:pt x="1212285" y="1120051"/>
                </a:lnTo>
                <a:lnTo>
                  <a:pt x="1212062" y="1121803"/>
                </a:lnTo>
                <a:lnTo>
                  <a:pt x="1210674" y="1129588"/>
                </a:lnTo>
                <a:close/>
              </a:path>
              <a:path w="1214754" h="1297305">
                <a:moveTo>
                  <a:pt x="1197786" y="1129456"/>
                </a:moveTo>
                <a:lnTo>
                  <a:pt x="1197816" y="1129283"/>
                </a:lnTo>
                <a:lnTo>
                  <a:pt x="1197786" y="1129456"/>
                </a:lnTo>
                <a:close/>
              </a:path>
              <a:path w="1214754" h="1297305">
                <a:moveTo>
                  <a:pt x="1207122" y="1144828"/>
                </a:moveTo>
                <a:lnTo>
                  <a:pt x="1194904" y="1141349"/>
                </a:lnTo>
                <a:lnTo>
                  <a:pt x="1195679" y="1138669"/>
                </a:lnTo>
                <a:lnTo>
                  <a:pt x="1197786" y="1129456"/>
                </a:lnTo>
                <a:lnTo>
                  <a:pt x="1197762" y="1129588"/>
                </a:lnTo>
                <a:lnTo>
                  <a:pt x="1210674" y="1129588"/>
                </a:lnTo>
                <a:lnTo>
                  <a:pt x="1210246" y="1131989"/>
                </a:lnTo>
                <a:lnTo>
                  <a:pt x="1207935" y="1141983"/>
                </a:lnTo>
                <a:lnTo>
                  <a:pt x="1207122" y="1144828"/>
                </a:lnTo>
                <a:close/>
              </a:path>
              <a:path w="1214754" h="1297305">
                <a:moveTo>
                  <a:pt x="1195590" y="1138974"/>
                </a:moveTo>
                <a:lnTo>
                  <a:pt x="1195661" y="1138669"/>
                </a:lnTo>
                <a:lnTo>
                  <a:pt x="1195590" y="1138974"/>
                </a:lnTo>
                <a:close/>
              </a:path>
              <a:path w="1214754" h="1297305">
                <a:moveTo>
                  <a:pt x="1192537" y="1182916"/>
                </a:moveTo>
                <a:lnTo>
                  <a:pt x="1178255" y="1182916"/>
                </a:lnTo>
                <a:lnTo>
                  <a:pt x="1178407" y="1182649"/>
                </a:lnTo>
                <a:lnTo>
                  <a:pt x="1181925" y="1175778"/>
                </a:lnTo>
                <a:lnTo>
                  <a:pt x="1193228" y="1181569"/>
                </a:lnTo>
                <a:lnTo>
                  <a:pt x="1192537" y="1182916"/>
                </a:lnTo>
                <a:close/>
              </a:path>
              <a:path w="1214754" h="1297305">
                <a:moveTo>
                  <a:pt x="1178263" y="1182900"/>
                </a:moveTo>
                <a:lnTo>
                  <a:pt x="1178392" y="1182649"/>
                </a:lnTo>
                <a:lnTo>
                  <a:pt x="1178263" y="1182900"/>
                </a:lnTo>
                <a:close/>
              </a:path>
              <a:path w="1214754" h="1297305">
                <a:moveTo>
                  <a:pt x="1188229" y="1191044"/>
                </a:moveTo>
                <a:lnTo>
                  <a:pt x="1173581" y="1191044"/>
                </a:lnTo>
                <a:lnTo>
                  <a:pt x="1173746" y="1190777"/>
                </a:lnTo>
                <a:lnTo>
                  <a:pt x="1178263" y="1182900"/>
                </a:lnTo>
                <a:lnTo>
                  <a:pt x="1192537" y="1182916"/>
                </a:lnTo>
                <a:lnTo>
                  <a:pt x="1189494" y="1188847"/>
                </a:lnTo>
                <a:lnTo>
                  <a:pt x="1188229" y="1191044"/>
                </a:lnTo>
                <a:close/>
              </a:path>
              <a:path w="1214754" h="1297305">
                <a:moveTo>
                  <a:pt x="1173631" y="1190956"/>
                </a:moveTo>
                <a:lnTo>
                  <a:pt x="1173734" y="1190777"/>
                </a:lnTo>
                <a:lnTo>
                  <a:pt x="1173631" y="1190956"/>
                </a:lnTo>
                <a:close/>
              </a:path>
              <a:path w="1214754" h="1297305">
                <a:moveTo>
                  <a:pt x="1183614" y="1198905"/>
                </a:moveTo>
                <a:lnTo>
                  <a:pt x="1168539" y="1198905"/>
                </a:lnTo>
                <a:lnTo>
                  <a:pt x="1168704" y="1198651"/>
                </a:lnTo>
                <a:lnTo>
                  <a:pt x="1173631" y="1190956"/>
                </a:lnTo>
                <a:lnTo>
                  <a:pt x="1188229" y="1191044"/>
                </a:lnTo>
                <a:lnTo>
                  <a:pt x="1184516" y="1197495"/>
                </a:lnTo>
                <a:lnTo>
                  <a:pt x="1183614" y="1198905"/>
                </a:lnTo>
                <a:close/>
              </a:path>
              <a:path w="1214754" h="1297305">
                <a:moveTo>
                  <a:pt x="1168681" y="1198684"/>
                </a:moveTo>
                <a:close/>
              </a:path>
              <a:path w="1214754" h="1297305">
                <a:moveTo>
                  <a:pt x="1173495" y="1213827"/>
                </a:moveTo>
                <a:lnTo>
                  <a:pt x="1157351" y="1213827"/>
                </a:lnTo>
                <a:lnTo>
                  <a:pt x="1157554" y="1213586"/>
                </a:lnTo>
                <a:lnTo>
                  <a:pt x="1163307" y="1206258"/>
                </a:lnTo>
                <a:lnTo>
                  <a:pt x="1168681" y="1198684"/>
                </a:lnTo>
                <a:lnTo>
                  <a:pt x="1168539" y="1198905"/>
                </a:lnTo>
                <a:lnTo>
                  <a:pt x="1183614" y="1198905"/>
                </a:lnTo>
                <a:lnTo>
                  <a:pt x="1179144" y="1205890"/>
                </a:lnTo>
                <a:lnTo>
                  <a:pt x="1173495" y="1213827"/>
                </a:lnTo>
                <a:close/>
              </a:path>
              <a:path w="1214754" h="1297305">
                <a:moveTo>
                  <a:pt x="1163116" y="1206500"/>
                </a:moveTo>
                <a:lnTo>
                  <a:pt x="1163288" y="1206258"/>
                </a:lnTo>
                <a:lnTo>
                  <a:pt x="1163116" y="1206500"/>
                </a:lnTo>
                <a:close/>
              </a:path>
              <a:path w="1214754" h="1297305">
                <a:moveTo>
                  <a:pt x="1157404" y="1213759"/>
                </a:moveTo>
                <a:lnTo>
                  <a:pt x="1157540" y="1213586"/>
                </a:lnTo>
                <a:lnTo>
                  <a:pt x="1157404" y="1213759"/>
                </a:lnTo>
                <a:close/>
              </a:path>
              <a:path w="1214754" h="1297305">
                <a:moveTo>
                  <a:pt x="1164412" y="1225067"/>
                </a:moveTo>
                <a:lnTo>
                  <a:pt x="1154810" y="1216761"/>
                </a:lnTo>
                <a:lnTo>
                  <a:pt x="1157404" y="1213759"/>
                </a:lnTo>
                <a:lnTo>
                  <a:pt x="1173495" y="1213827"/>
                </a:lnTo>
                <a:lnTo>
                  <a:pt x="1167244" y="1221790"/>
                </a:lnTo>
                <a:lnTo>
                  <a:pt x="1164412" y="1225067"/>
                </a:lnTo>
                <a:close/>
              </a:path>
              <a:path w="1214754" h="1297305">
                <a:moveTo>
                  <a:pt x="1131071" y="1245857"/>
                </a:moveTo>
                <a:lnTo>
                  <a:pt x="1123708" y="1245857"/>
                </a:lnTo>
                <a:lnTo>
                  <a:pt x="1128255" y="1242275"/>
                </a:lnTo>
                <a:lnTo>
                  <a:pt x="1131071" y="1245857"/>
                </a:lnTo>
                <a:close/>
              </a:path>
              <a:path w="1214754" h="1297305">
                <a:moveTo>
                  <a:pt x="1135315" y="1251254"/>
                </a:moveTo>
                <a:lnTo>
                  <a:pt x="1116101" y="1251254"/>
                </a:lnTo>
                <a:lnTo>
                  <a:pt x="1116355" y="1251089"/>
                </a:lnTo>
                <a:lnTo>
                  <a:pt x="1123950" y="1245666"/>
                </a:lnTo>
                <a:lnTo>
                  <a:pt x="1123708" y="1245857"/>
                </a:lnTo>
                <a:lnTo>
                  <a:pt x="1131071" y="1245857"/>
                </a:lnTo>
                <a:lnTo>
                  <a:pt x="1135315" y="1251254"/>
                </a:lnTo>
                <a:close/>
              </a:path>
              <a:path w="1214754" h="1297305">
                <a:moveTo>
                  <a:pt x="1116134" y="1251231"/>
                </a:moveTo>
                <a:lnTo>
                  <a:pt x="1116333" y="1251089"/>
                </a:lnTo>
                <a:lnTo>
                  <a:pt x="1116134" y="1251231"/>
                </a:lnTo>
                <a:close/>
              </a:path>
              <a:path w="1214754" h="1297305">
                <a:moveTo>
                  <a:pt x="1130925" y="1256296"/>
                </a:moveTo>
                <a:lnTo>
                  <a:pt x="1108227" y="1256296"/>
                </a:lnTo>
                <a:lnTo>
                  <a:pt x="1108494" y="1256131"/>
                </a:lnTo>
                <a:lnTo>
                  <a:pt x="1116134" y="1251231"/>
                </a:lnTo>
                <a:lnTo>
                  <a:pt x="1135315" y="1251254"/>
                </a:lnTo>
                <a:lnTo>
                  <a:pt x="1136103" y="1252258"/>
                </a:lnTo>
                <a:lnTo>
                  <a:pt x="1131443" y="1255928"/>
                </a:lnTo>
                <a:lnTo>
                  <a:pt x="1130925" y="1256296"/>
                </a:lnTo>
                <a:close/>
              </a:path>
              <a:path w="1214754" h="1297305">
                <a:moveTo>
                  <a:pt x="1108406" y="1256181"/>
                </a:moveTo>
                <a:close/>
              </a:path>
              <a:path w="1214754" h="1297305">
                <a:moveTo>
                  <a:pt x="1124375" y="1260957"/>
                </a:moveTo>
                <a:lnTo>
                  <a:pt x="1100099" y="1260957"/>
                </a:lnTo>
                <a:lnTo>
                  <a:pt x="1100366" y="1260805"/>
                </a:lnTo>
                <a:lnTo>
                  <a:pt x="1108406" y="1256181"/>
                </a:lnTo>
                <a:lnTo>
                  <a:pt x="1108227" y="1256296"/>
                </a:lnTo>
                <a:lnTo>
                  <a:pt x="1130925" y="1256296"/>
                </a:lnTo>
                <a:lnTo>
                  <a:pt x="1124375" y="1260957"/>
                </a:lnTo>
                <a:close/>
              </a:path>
              <a:path w="1214754" h="1297305">
                <a:moveTo>
                  <a:pt x="1100351" y="1260812"/>
                </a:moveTo>
                <a:close/>
              </a:path>
              <a:path w="1214754" h="1297305">
                <a:moveTo>
                  <a:pt x="1117811" y="1265237"/>
                </a:moveTo>
                <a:lnTo>
                  <a:pt x="1091730" y="1265237"/>
                </a:lnTo>
                <a:lnTo>
                  <a:pt x="1092009" y="1265097"/>
                </a:lnTo>
                <a:lnTo>
                  <a:pt x="1100351" y="1260812"/>
                </a:lnTo>
                <a:lnTo>
                  <a:pt x="1100099" y="1260957"/>
                </a:lnTo>
                <a:lnTo>
                  <a:pt x="1124375" y="1260957"/>
                </a:lnTo>
                <a:lnTo>
                  <a:pt x="1123340" y="1261694"/>
                </a:lnTo>
                <a:lnTo>
                  <a:pt x="1117811" y="1265237"/>
                </a:lnTo>
                <a:close/>
              </a:path>
              <a:path w="1214754" h="1297305">
                <a:moveTo>
                  <a:pt x="1091948" y="1265125"/>
                </a:moveTo>
                <a:close/>
              </a:path>
              <a:path w="1214754" h="1297305">
                <a:moveTo>
                  <a:pt x="1091463" y="1279283"/>
                </a:moveTo>
                <a:lnTo>
                  <a:pt x="1086230" y="1267714"/>
                </a:lnTo>
                <a:lnTo>
                  <a:pt x="1091948" y="1265125"/>
                </a:lnTo>
                <a:lnTo>
                  <a:pt x="1091730" y="1265237"/>
                </a:lnTo>
                <a:lnTo>
                  <a:pt x="1117811" y="1265237"/>
                </a:lnTo>
                <a:lnTo>
                  <a:pt x="1114958" y="1267066"/>
                </a:lnTo>
                <a:lnTo>
                  <a:pt x="1106297" y="1272044"/>
                </a:lnTo>
                <a:lnTo>
                  <a:pt x="1097381" y="1276604"/>
                </a:lnTo>
                <a:lnTo>
                  <a:pt x="1091463" y="1279283"/>
                </a:lnTo>
                <a:close/>
              </a:path>
              <a:path w="1214754" h="1297305">
                <a:moveTo>
                  <a:pt x="1051574" y="1280375"/>
                </a:moveTo>
                <a:lnTo>
                  <a:pt x="1046733" y="1280375"/>
                </a:lnTo>
                <a:lnTo>
                  <a:pt x="1047038" y="1280312"/>
                </a:lnTo>
                <a:lnTo>
                  <a:pt x="1051331" y="1279321"/>
                </a:lnTo>
                <a:lnTo>
                  <a:pt x="1051574" y="1280375"/>
                </a:lnTo>
                <a:close/>
              </a:path>
              <a:path w="1214754" h="1297305">
                <a:moveTo>
                  <a:pt x="1046911" y="1280335"/>
                </a:moveTo>
                <a:lnTo>
                  <a:pt x="1047038" y="1280312"/>
                </a:lnTo>
                <a:lnTo>
                  <a:pt x="1046911" y="1280335"/>
                </a:lnTo>
                <a:close/>
              </a:path>
              <a:path w="1214754" h="1297305">
                <a:moveTo>
                  <a:pt x="1051968" y="1282077"/>
                </a:moveTo>
                <a:lnTo>
                  <a:pt x="1037183" y="1282077"/>
                </a:lnTo>
                <a:lnTo>
                  <a:pt x="1037501" y="1282026"/>
                </a:lnTo>
                <a:lnTo>
                  <a:pt x="1046911" y="1280335"/>
                </a:lnTo>
                <a:lnTo>
                  <a:pt x="1046733" y="1280375"/>
                </a:lnTo>
                <a:lnTo>
                  <a:pt x="1051574" y="1280375"/>
                </a:lnTo>
                <a:lnTo>
                  <a:pt x="1051968" y="1282077"/>
                </a:lnTo>
                <a:close/>
              </a:path>
              <a:path w="1214754" h="1297305">
                <a:moveTo>
                  <a:pt x="1037382" y="1282042"/>
                </a:moveTo>
                <a:close/>
              </a:path>
              <a:path w="1214754" h="1297305">
                <a:moveTo>
                  <a:pt x="1052252" y="1283309"/>
                </a:moveTo>
                <a:lnTo>
                  <a:pt x="1027468" y="1283309"/>
                </a:lnTo>
                <a:lnTo>
                  <a:pt x="1027709" y="1283284"/>
                </a:lnTo>
                <a:lnTo>
                  <a:pt x="1037382" y="1282042"/>
                </a:lnTo>
                <a:lnTo>
                  <a:pt x="1037183" y="1282077"/>
                </a:lnTo>
                <a:lnTo>
                  <a:pt x="1051968" y="1282077"/>
                </a:lnTo>
                <a:lnTo>
                  <a:pt x="1052252" y="1283309"/>
                </a:lnTo>
                <a:close/>
              </a:path>
              <a:path w="1214754" h="1297305">
                <a:moveTo>
                  <a:pt x="1027573" y="1283296"/>
                </a:moveTo>
                <a:lnTo>
                  <a:pt x="1027709" y="1283284"/>
                </a:lnTo>
                <a:lnTo>
                  <a:pt x="1027573" y="1283296"/>
                </a:lnTo>
                <a:close/>
              </a:path>
              <a:path w="1214754" h="1297305">
                <a:moveTo>
                  <a:pt x="1052349" y="1283728"/>
                </a:moveTo>
                <a:lnTo>
                  <a:pt x="1022642" y="1283728"/>
                </a:lnTo>
                <a:lnTo>
                  <a:pt x="1022807" y="1283716"/>
                </a:lnTo>
                <a:lnTo>
                  <a:pt x="1027573" y="1283296"/>
                </a:lnTo>
                <a:lnTo>
                  <a:pt x="1052252" y="1283309"/>
                </a:lnTo>
                <a:lnTo>
                  <a:pt x="1052349" y="1283728"/>
                </a:lnTo>
                <a:close/>
              </a:path>
              <a:path w="1214754" h="1297305">
                <a:moveTo>
                  <a:pt x="1022737" y="1283720"/>
                </a:moveTo>
                <a:close/>
              </a:path>
              <a:path w="1214754" h="1297305">
                <a:moveTo>
                  <a:pt x="1007833" y="1296987"/>
                </a:moveTo>
                <a:lnTo>
                  <a:pt x="1002347" y="1296987"/>
                </a:lnTo>
                <a:lnTo>
                  <a:pt x="1002347" y="1284287"/>
                </a:lnTo>
                <a:lnTo>
                  <a:pt x="1007719" y="1284287"/>
                </a:lnTo>
                <a:lnTo>
                  <a:pt x="1012888" y="1284224"/>
                </a:lnTo>
                <a:lnTo>
                  <a:pt x="1012723" y="1284224"/>
                </a:lnTo>
                <a:lnTo>
                  <a:pt x="1017854" y="1284033"/>
                </a:lnTo>
                <a:lnTo>
                  <a:pt x="1017701" y="1284033"/>
                </a:lnTo>
                <a:lnTo>
                  <a:pt x="1022737" y="1283720"/>
                </a:lnTo>
                <a:lnTo>
                  <a:pt x="1052349" y="1283728"/>
                </a:lnTo>
                <a:lnTo>
                  <a:pt x="1013129" y="1296924"/>
                </a:lnTo>
                <a:lnTo>
                  <a:pt x="1007833" y="1296987"/>
                </a:lnTo>
                <a:close/>
              </a:path>
              <a:path w="1214754" h="1297305">
                <a:moveTo>
                  <a:pt x="964247" y="1296987"/>
                </a:moveTo>
                <a:lnTo>
                  <a:pt x="913447" y="1296987"/>
                </a:lnTo>
                <a:lnTo>
                  <a:pt x="913447" y="1284287"/>
                </a:lnTo>
                <a:lnTo>
                  <a:pt x="964247" y="1284287"/>
                </a:lnTo>
                <a:lnTo>
                  <a:pt x="964247" y="1296987"/>
                </a:lnTo>
                <a:close/>
              </a:path>
              <a:path w="1214754" h="1297305">
                <a:moveTo>
                  <a:pt x="875347" y="1296987"/>
                </a:moveTo>
                <a:lnTo>
                  <a:pt x="824547" y="1296987"/>
                </a:lnTo>
                <a:lnTo>
                  <a:pt x="824547" y="1284287"/>
                </a:lnTo>
                <a:lnTo>
                  <a:pt x="875347" y="1284287"/>
                </a:lnTo>
                <a:lnTo>
                  <a:pt x="875347" y="1296987"/>
                </a:lnTo>
                <a:close/>
              </a:path>
              <a:path w="1214754" h="1297305">
                <a:moveTo>
                  <a:pt x="786447" y="1296987"/>
                </a:moveTo>
                <a:lnTo>
                  <a:pt x="735647" y="1296987"/>
                </a:lnTo>
                <a:lnTo>
                  <a:pt x="735647" y="1284287"/>
                </a:lnTo>
                <a:lnTo>
                  <a:pt x="786447" y="1284287"/>
                </a:lnTo>
                <a:lnTo>
                  <a:pt x="786447" y="1296987"/>
                </a:lnTo>
                <a:close/>
              </a:path>
              <a:path w="1214754" h="1297305">
                <a:moveTo>
                  <a:pt x="697547" y="1296987"/>
                </a:moveTo>
                <a:lnTo>
                  <a:pt x="646747" y="1296987"/>
                </a:lnTo>
                <a:lnTo>
                  <a:pt x="646747" y="1284287"/>
                </a:lnTo>
                <a:lnTo>
                  <a:pt x="697547" y="1284287"/>
                </a:lnTo>
                <a:lnTo>
                  <a:pt x="697547" y="1296987"/>
                </a:lnTo>
                <a:close/>
              </a:path>
              <a:path w="1214754" h="1297305">
                <a:moveTo>
                  <a:pt x="608647" y="1296987"/>
                </a:moveTo>
                <a:lnTo>
                  <a:pt x="557847" y="1296987"/>
                </a:lnTo>
                <a:lnTo>
                  <a:pt x="557847" y="1284287"/>
                </a:lnTo>
                <a:lnTo>
                  <a:pt x="608647" y="1284287"/>
                </a:lnTo>
                <a:lnTo>
                  <a:pt x="608647" y="1296987"/>
                </a:lnTo>
                <a:close/>
              </a:path>
              <a:path w="1214754" h="1297305">
                <a:moveTo>
                  <a:pt x="519747" y="1296987"/>
                </a:moveTo>
                <a:lnTo>
                  <a:pt x="468947" y="1296987"/>
                </a:lnTo>
                <a:lnTo>
                  <a:pt x="468947" y="1284287"/>
                </a:lnTo>
                <a:lnTo>
                  <a:pt x="519747" y="1284287"/>
                </a:lnTo>
                <a:lnTo>
                  <a:pt x="519747" y="1296987"/>
                </a:lnTo>
                <a:close/>
              </a:path>
              <a:path w="1214754" h="1297305">
                <a:moveTo>
                  <a:pt x="430847" y="1296987"/>
                </a:moveTo>
                <a:lnTo>
                  <a:pt x="380047" y="1296987"/>
                </a:lnTo>
                <a:lnTo>
                  <a:pt x="380047" y="1284287"/>
                </a:lnTo>
                <a:lnTo>
                  <a:pt x="430847" y="1284287"/>
                </a:lnTo>
                <a:lnTo>
                  <a:pt x="430847" y="1296987"/>
                </a:lnTo>
                <a:close/>
              </a:path>
              <a:path w="1214754" h="1297305">
                <a:moveTo>
                  <a:pt x="341947" y="1296987"/>
                </a:moveTo>
                <a:lnTo>
                  <a:pt x="291147" y="1296987"/>
                </a:lnTo>
                <a:lnTo>
                  <a:pt x="291147" y="1284287"/>
                </a:lnTo>
                <a:lnTo>
                  <a:pt x="341947" y="1284287"/>
                </a:lnTo>
                <a:lnTo>
                  <a:pt x="341947" y="1296987"/>
                </a:lnTo>
                <a:close/>
              </a:path>
              <a:path w="1214754" h="1297305">
                <a:moveTo>
                  <a:pt x="253047" y="1296987"/>
                </a:moveTo>
                <a:lnTo>
                  <a:pt x="206603" y="1296987"/>
                </a:lnTo>
                <a:lnTo>
                  <a:pt x="202171" y="1296936"/>
                </a:lnTo>
                <a:lnTo>
                  <a:pt x="202336" y="1284236"/>
                </a:lnTo>
                <a:lnTo>
                  <a:pt x="206730" y="1284287"/>
                </a:lnTo>
                <a:lnTo>
                  <a:pt x="253047" y="1284287"/>
                </a:lnTo>
                <a:lnTo>
                  <a:pt x="253047" y="1296987"/>
                </a:lnTo>
                <a:close/>
              </a:path>
              <a:path w="1214754" h="1297305">
                <a:moveTo>
                  <a:pt x="163042" y="1292339"/>
                </a:moveTo>
                <a:lnTo>
                  <a:pt x="126212" y="1280744"/>
                </a:lnTo>
                <a:lnTo>
                  <a:pt x="113804" y="1274952"/>
                </a:lnTo>
                <a:lnTo>
                  <a:pt x="119595" y="1263637"/>
                </a:lnTo>
                <a:lnTo>
                  <a:pt x="122435" y="1265097"/>
                </a:lnTo>
                <a:lnTo>
                  <a:pt x="131292" y="1269111"/>
                </a:lnTo>
                <a:lnTo>
                  <a:pt x="139817" y="1272463"/>
                </a:lnTo>
                <a:lnTo>
                  <a:pt x="140106" y="1272578"/>
                </a:lnTo>
                <a:lnTo>
                  <a:pt x="148860" y="1275524"/>
                </a:lnTo>
                <a:lnTo>
                  <a:pt x="158049" y="1278140"/>
                </a:lnTo>
                <a:lnTo>
                  <a:pt x="165900" y="1279969"/>
                </a:lnTo>
                <a:lnTo>
                  <a:pt x="163042" y="1292339"/>
                </a:lnTo>
                <a:close/>
              </a:path>
              <a:path w="1214754" h="1297305">
                <a:moveTo>
                  <a:pt x="131334" y="1269111"/>
                </a:moveTo>
                <a:lnTo>
                  <a:pt x="131013" y="1268983"/>
                </a:lnTo>
                <a:lnTo>
                  <a:pt x="131334" y="1269111"/>
                </a:lnTo>
                <a:close/>
              </a:path>
              <a:path w="1214754" h="1297305">
                <a:moveTo>
                  <a:pt x="140152" y="1272578"/>
                </a:moveTo>
                <a:lnTo>
                  <a:pt x="139834" y="1272470"/>
                </a:lnTo>
                <a:lnTo>
                  <a:pt x="140152" y="1272578"/>
                </a:lnTo>
                <a:close/>
              </a:path>
              <a:path w="1214754" h="1297305">
                <a:moveTo>
                  <a:pt x="80581" y="1254036"/>
                </a:moveTo>
                <a:lnTo>
                  <a:pt x="47193" y="1221790"/>
                </a:lnTo>
                <a:lnTo>
                  <a:pt x="43611" y="1217231"/>
                </a:lnTo>
                <a:lnTo>
                  <a:pt x="53594" y="1209382"/>
                </a:lnTo>
                <a:lnTo>
                  <a:pt x="56896" y="1213586"/>
                </a:lnTo>
                <a:lnTo>
                  <a:pt x="62984" y="1220635"/>
                </a:lnTo>
                <a:lnTo>
                  <a:pt x="69403" y="1227378"/>
                </a:lnTo>
                <a:lnTo>
                  <a:pt x="76139" y="1233805"/>
                </a:lnTo>
                <a:lnTo>
                  <a:pt x="83166" y="1239901"/>
                </a:lnTo>
                <a:lnTo>
                  <a:pt x="88430" y="1244041"/>
                </a:lnTo>
                <a:lnTo>
                  <a:pt x="80581" y="1254036"/>
                </a:lnTo>
                <a:close/>
              </a:path>
              <a:path w="1214754" h="1297305">
                <a:moveTo>
                  <a:pt x="22517" y="1184122"/>
                </a:moveTo>
                <a:lnTo>
                  <a:pt x="6502" y="1141983"/>
                </a:lnTo>
                <a:lnTo>
                  <a:pt x="4889" y="1134973"/>
                </a:lnTo>
                <a:lnTo>
                  <a:pt x="17259" y="1132116"/>
                </a:lnTo>
                <a:lnTo>
                  <a:pt x="18776" y="1138669"/>
                </a:lnTo>
                <a:lnTo>
                  <a:pt x="21376" y="1147864"/>
                </a:lnTo>
                <a:lnTo>
                  <a:pt x="24424" y="1156881"/>
                </a:lnTo>
                <a:lnTo>
                  <a:pt x="27893" y="1165694"/>
                </a:lnTo>
                <a:lnTo>
                  <a:pt x="31763" y="1174280"/>
                </a:lnTo>
                <a:lnTo>
                  <a:pt x="33820" y="1178331"/>
                </a:lnTo>
                <a:lnTo>
                  <a:pt x="22517" y="1184122"/>
                </a:lnTo>
                <a:close/>
              </a:path>
              <a:path w="1214754" h="1297305">
                <a:moveTo>
                  <a:pt x="21477" y="1148168"/>
                </a:moveTo>
                <a:lnTo>
                  <a:pt x="21389" y="1147909"/>
                </a:lnTo>
                <a:lnTo>
                  <a:pt x="21477" y="1148168"/>
                </a:lnTo>
                <a:close/>
              </a:path>
              <a:path w="1214754" h="1297305">
                <a:moveTo>
                  <a:pt x="24516" y="1157152"/>
                </a:moveTo>
                <a:lnTo>
                  <a:pt x="24409" y="1156881"/>
                </a:lnTo>
                <a:lnTo>
                  <a:pt x="24516" y="1157152"/>
                </a:lnTo>
                <a:close/>
              </a:path>
              <a:path w="1214754" h="1297305">
                <a:moveTo>
                  <a:pt x="28003" y="1165974"/>
                </a:moveTo>
                <a:lnTo>
                  <a:pt x="27876" y="1165694"/>
                </a:lnTo>
                <a:lnTo>
                  <a:pt x="28003" y="11659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510528" y="1721643"/>
            <a:ext cx="1323975" cy="0"/>
          </a:xfrm>
          <a:custGeom>
            <a:avLst/>
            <a:gdLst/>
            <a:ahLst/>
            <a:cxnLst/>
            <a:rect l="l" t="t" r="r" b="b"/>
            <a:pathLst>
              <a:path w="1323975" h="0">
                <a:moveTo>
                  <a:pt x="0" y="0"/>
                </a:moveTo>
                <a:lnTo>
                  <a:pt x="1323784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45012" y="1721643"/>
            <a:ext cx="1365250" cy="0"/>
          </a:xfrm>
          <a:custGeom>
            <a:avLst/>
            <a:gdLst/>
            <a:ahLst/>
            <a:cxnLst/>
            <a:rect l="l" t="t" r="r" b="b"/>
            <a:pathLst>
              <a:path w="1365250" h="0">
                <a:moveTo>
                  <a:pt x="0" y="0"/>
                </a:moveTo>
                <a:lnTo>
                  <a:pt x="1365059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59300" y="2553493"/>
            <a:ext cx="3289300" cy="0"/>
          </a:xfrm>
          <a:custGeom>
            <a:avLst/>
            <a:gdLst/>
            <a:ahLst/>
            <a:cxnLst/>
            <a:rect l="l" t="t" r="r" b="b"/>
            <a:pathLst>
              <a:path w="3289300" h="0">
                <a:moveTo>
                  <a:pt x="0" y="0"/>
                </a:moveTo>
                <a:lnTo>
                  <a:pt x="3289300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144827" y="1990725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用户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91865" y="1990725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发电厂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94066" y="2174760"/>
            <a:ext cx="199390" cy="23367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15">
                <a:latin typeface="宋体"/>
                <a:cs typeface="宋体"/>
              </a:rPr>
              <a:t>用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07402" y="1970976"/>
            <a:ext cx="24066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50" spc="-10" i="1">
                <a:latin typeface="Times New Roman"/>
                <a:cs typeface="Times New Roman"/>
              </a:rPr>
              <a:t>U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362441" y="1720850"/>
            <a:ext cx="97790" cy="831850"/>
          </a:xfrm>
          <a:custGeom>
            <a:avLst/>
            <a:gdLst/>
            <a:ahLst/>
            <a:cxnLst/>
            <a:rect l="l" t="t" r="r" b="b"/>
            <a:pathLst>
              <a:path w="97790" h="831850">
                <a:moveTo>
                  <a:pt x="4460" y="87452"/>
                </a:moveTo>
                <a:lnTo>
                  <a:pt x="3063" y="86969"/>
                </a:lnTo>
                <a:lnTo>
                  <a:pt x="1945" y="85979"/>
                </a:lnTo>
                <a:lnTo>
                  <a:pt x="1298" y="84632"/>
                </a:lnTo>
                <a:lnTo>
                  <a:pt x="1209" y="83159"/>
                </a:lnTo>
                <a:lnTo>
                  <a:pt x="1704" y="81749"/>
                </a:lnTo>
                <a:lnTo>
                  <a:pt x="49596" y="0"/>
                </a:lnTo>
                <a:lnTo>
                  <a:pt x="53985" y="7556"/>
                </a:lnTo>
                <a:lnTo>
                  <a:pt x="45773" y="7556"/>
                </a:lnTo>
                <a:lnTo>
                  <a:pt x="45731" y="21672"/>
                </a:lnTo>
                <a:lnTo>
                  <a:pt x="8270" y="85598"/>
                </a:lnTo>
                <a:lnTo>
                  <a:pt x="7292" y="86715"/>
                </a:lnTo>
                <a:lnTo>
                  <a:pt x="5946" y="87363"/>
                </a:lnTo>
                <a:lnTo>
                  <a:pt x="4460" y="87452"/>
                </a:lnTo>
                <a:close/>
              </a:path>
              <a:path w="97790" h="831850">
                <a:moveTo>
                  <a:pt x="45746" y="21647"/>
                </a:moveTo>
                <a:lnTo>
                  <a:pt x="45773" y="7556"/>
                </a:lnTo>
                <a:lnTo>
                  <a:pt x="53393" y="7569"/>
                </a:lnTo>
                <a:lnTo>
                  <a:pt x="53389" y="9474"/>
                </a:lnTo>
                <a:lnTo>
                  <a:pt x="46281" y="9474"/>
                </a:lnTo>
                <a:lnTo>
                  <a:pt x="49566" y="15129"/>
                </a:lnTo>
                <a:lnTo>
                  <a:pt x="45746" y="21647"/>
                </a:lnTo>
                <a:close/>
              </a:path>
              <a:path w="97790" h="831850">
                <a:moveTo>
                  <a:pt x="94389" y="87617"/>
                </a:moveTo>
                <a:lnTo>
                  <a:pt x="92915" y="87528"/>
                </a:lnTo>
                <a:lnTo>
                  <a:pt x="91569" y="86880"/>
                </a:lnTo>
                <a:lnTo>
                  <a:pt x="90591" y="85763"/>
                </a:lnTo>
                <a:lnTo>
                  <a:pt x="53366" y="21672"/>
                </a:lnTo>
                <a:lnTo>
                  <a:pt x="53393" y="7569"/>
                </a:lnTo>
                <a:lnTo>
                  <a:pt x="45773" y="7556"/>
                </a:lnTo>
                <a:lnTo>
                  <a:pt x="53992" y="7569"/>
                </a:lnTo>
                <a:lnTo>
                  <a:pt x="97183" y="81927"/>
                </a:lnTo>
                <a:lnTo>
                  <a:pt x="97604" y="83159"/>
                </a:lnTo>
                <a:lnTo>
                  <a:pt x="97564" y="84823"/>
                </a:lnTo>
                <a:lnTo>
                  <a:pt x="96916" y="86156"/>
                </a:lnTo>
                <a:lnTo>
                  <a:pt x="95798" y="87134"/>
                </a:lnTo>
                <a:lnTo>
                  <a:pt x="94389" y="87617"/>
                </a:lnTo>
                <a:close/>
              </a:path>
              <a:path w="97790" h="831850">
                <a:moveTo>
                  <a:pt x="49566" y="15129"/>
                </a:moveTo>
                <a:lnTo>
                  <a:pt x="46281" y="9474"/>
                </a:lnTo>
                <a:lnTo>
                  <a:pt x="52872" y="9486"/>
                </a:lnTo>
                <a:lnTo>
                  <a:pt x="49566" y="15129"/>
                </a:lnTo>
                <a:close/>
              </a:path>
              <a:path w="97790" h="831850">
                <a:moveTo>
                  <a:pt x="53366" y="21672"/>
                </a:moveTo>
                <a:lnTo>
                  <a:pt x="49566" y="15129"/>
                </a:lnTo>
                <a:lnTo>
                  <a:pt x="52872" y="9486"/>
                </a:lnTo>
                <a:lnTo>
                  <a:pt x="46281" y="9474"/>
                </a:lnTo>
                <a:lnTo>
                  <a:pt x="53389" y="9474"/>
                </a:lnTo>
                <a:lnTo>
                  <a:pt x="53366" y="21672"/>
                </a:lnTo>
                <a:close/>
              </a:path>
              <a:path w="97790" h="831850">
                <a:moveTo>
                  <a:pt x="48032" y="816730"/>
                </a:moveTo>
                <a:lnTo>
                  <a:pt x="44242" y="810202"/>
                </a:lnTo>
                <a:lnTo>
                  <a:pt x="45746" y="21647"/>
                </a:lnTo>
                <a:lnTo>
                  <a:pt x="49566" y="15129"/>
                </a:lnTo>
                <a:lnTo>
                  <a:pt x="53351" y="21647"/>
                </a:lnTo>
                <a:lnTo>
                  <a:pt x="53240" y="87617"/>
                </a:lnTo>
                <a:lnTo>
                  <a:pt x="51858" y="810202"/>
                </a:lnTo>
                <a:lnTo>
                  <a:pt x="48032" y="816730"/>
                </a:lnTo>
                <a:close/>
              </a:path>
              <a:path w="97790" h="831850">
                <a:moveTo>
                  <a:pt x="48008" y="831850"/>
                </a:moveTo>
                <a:lnTo>
                  <a:pt x="421" y="749922"/>
                </a:lnTo>
                <a:lnTo>
                  <a:pt x="0" y="748690"/>
                </a:lnTo>
                <a:lnTo>
                  <a:pt x="40" y="747026"/>
                </a:lnTo>
                <a:lnTo>
                  <a:pt x="688" y="745693"/>
                </a:lnTo>
                <a:lnTo>
                  <a:pt x="1806" y="744715"/>
                </a:lnTo>
                <a:lnTo>
                  <a:pt x="3215" y="744232"/>
                </a:lnTo>
                <a:lnTo>
                  <a:pt x="4688" y="744321"/>
                </a:lnTo>
                <a:lnTo>
                  <a:pt x="6035" y="744969"/>
                </a:lnTo>
                <a:lnTo>
                  <a:pt x="7013" y="746086"/>
                </a:lnTo>
                <a:lnTo>
                  <a:pt x="44238" y="810195"/>
                </a:lnTo>
                <a:lnTo>
                  <a:pt x="44211" y="824280"/>
                </a:lnTo>
                <a:lnTo>
                  <a:pt x="52435" y="824293"/>
                </a:lnTo>
                <a:lnTo>
                  <a:pt x="48008" y="831850"/>
                </a:lnTo>
                <a:close/>
              </a:path>
              <a:path w="97790" h="831850">
                <a:moveTo>
                  <a:pt x="52435" y="824293"/>
                </a:moveTo>
                <a:lnTo>
                  <a:pt x="51831" y="824293"/>
                </a:lnTo>
                <a:lnTo>
                  <a:pt x="51862" y="810195"/>
                </a:lnTo>
                <a:lnTo>
                  <a:pt x="89334" y="746251"/>
                </a:lnTo>
                <a:lnTo>
                  <a:pt x="90312" y="745134"/>
                </a:lnTo>
                <a:lnTo>
                  <a:pt x="91658" y="744486"/>
                </a:lnTo>
                <a:lnTo>
                  <a:pt x="93144" y="744397"/>
                </a:lnTo>
                <a:lnTo>
                  <a:pt x="94541" y="744880"/>
                </a:lnTo>
                <a:lnTo>
                  <a:pt x="95659" y="745870"/>
                </a:lnTo>
                <a:lnTo>
                  <a:pt x="96306" y="747204"/>
                </a:lnTo>
                <a:lnTo>
                  <a:pt x="96395" y="748690"/>
                </a:lnTo>
                <a:lnTo>
                  <a:pt x="95900" y="750100"/>
                </a:lnTo>
                <a:lnTo>
                  <a:pt x="52435" y="824293"/>
                </a:lnTo>
                <a:close/>
              </a:path>
              <a:path w="97790" h="831850">
                <a:moveTo>
                  <a:pt x="51831" y="824293"/>
                </a:moveTo>
                <a:lnTo>
                  <a:pt x="44211" y="824280"/>
                </a:lnTo>
                <a:lnTo>
                  <a:pt x="44238" y="810195"/>
                </a:lnTo>
                <a:lnTo>
                  <a:pt x="48032" y="816730"/>
                </a:lnTo>
                <a:lnTo>
                  <a:pt x="44732" y="822363"/>
                </a:lnTo>
                <a:lnTo>
                  <a:pt x="51834" y="822375"/>
                </a:lnTo>
                <a:lnTo>
                  <a:pt x="51831" y="824293"/>
                </a:lnTo>
                <a:close/>
              </a:path>
              <a:path w="97790" h="831850">
                <a:moveTo>
                  <a:pt x="51834" y="822375"/>
                </a:moveTo>
                <a:lnTo>
                  <a:pt x="51303" y="822363"/>
                </a:lnTo>
                <a:lnTo>
                  <a:pt x="48032" y="816730"/>
                </a:lnTo>
                <a:lnTo>
                  <a:pt x="51858" y="810202"/>
                </a:lnTo>
                <a:lnTo>
                  <a:pt x="51834" y="822375"/>
                </a:lnTo>
                <a:close/>
              </a:path>
              <a:path w="97790" h="831850">
                <a:moveTo>
                  <a:pt x="51310" y="822375"/>
                </a:moveTo>
                <a:lnTo>
                  <a:pt x="44732" y="822363"/>
                </a:lnTo>
                <a:lnTo>
                  <a:pt x="48032" y="816730"/>
                </a:lnTo>
                <a:lnTo>
                  <a:pt x="51310" y="8223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77966" y="1735137"/>
            <a:ext cx="97790" cy="831850"/>
          </a:xfrm>
          <a:custGeom>
            <a:avLst/>
            <a:gdLst/>
            <a:ahLst/>
            <a:cxnLst/>
            <a:rect l="l" t="t" r="r" b="b"/>
            <a:pathLst>
              <a:path w="97789" h="831850">
                <a:moveTo>
                  <a:pt x="4460" y="87452"/>
                </a:moveTo>
                <a:lnTo>
                  <a:pt x="3063" y="86969"/>
                </a:lnTo>
                <a:lnTo>
                  <a:pt x="1945" y="85979"/>
                </a:lnTo>
                <a:lnTo>
                  <a:pt x="1298" y="84645"/>
                </a:lnTo>
                <a:lnTo>
                  <a:pt x="1209" y="83159"/>
                </a:lnTo>
                <a:lnTo>
                  <a:pt x="1704" y="81749"/>
                </a:lnTo>
                <a:lnTo>
                  <a:pt x="49596" y="0"/>
                </a:lnTo>
                <a:lnTo>
                  <a:pt x="53985" y="7556"/>
                </a:lnTo>
                <a:lnTo>
                  <a:pt x="45773" y="7556"/>
                </a:lnTo>
                <a:lnTo>
                  <a:pt x="45731" y="21672"/>
                </a:lnTo>
                <a:lnTo>
                  <a:pt x="8270" y="85598"/>
                </a:lnTo>
                <a:lnTo>
                  <a:pt x="7292" y="86715"/>
                </a:lnTo>
                <a:lnTo>
                  <a:pt x="5946" y="87363"/>
                </a:lnTo>
                <a:lnTo>
                  <a:pt x="4460" y="87452"/>
                </a:lnTo>
                <a:close/>
              </a:path>
              <a:path w="97789" h="831850">
                <a:moveTo>
                  <a:pt x="45746" y="21647"/>
                </a:moveTo>
                <a:lnTo>
                  <a:pt x="45773" y="7556"/>
                </a:lnTo>
                <a:lnTo>
                  <a:pt x="53393" y="7569"/>
                </a:lnTo>
                <a:lnTo>
                  <a:pt x="53389" y="9474"/>
                </a:lnTo>
                <a:lnTo>
                  <a:pt x="46281" y="9474"/>
                </a:lnTo>
                <a:lnTo>
                  <a:pt x="49566" y="15129"/>
                </a:lnTo>
                <a:lnTo>
                  <a:pt x="45746" y="21647"/>
                </a:lnTo>
                <a:close/>
              </a:path>
              <a:path w="97789" h="831850">
                <a:moveTo>
                  <a:pt x="94389" y="87617"/>
                </a:moveTo>
                <a:lnTo>
                  <a:pt x="92915" y="87528"/>
                </a:lnTo>
                <a:lnTo>
                  <a:pt x="91569" y="86880"/>
                </a:lnTo>
                <a:lnTo>
                  <a:pt x="90591" y="85763"/>
                </a:lnTo>
                <a:lnTo>
                  <a:pt x="53366" y="21672"/>
                </a:lnTo>
                <a:lnTo>
                  <a:pt x="53393" y="7569"/>
                </a:lnTo>
                <a:lnTo>
                  <a:pt x="45773" y="7556"/>
                </a:lnTo>
                <a:lnTo>
                  <a:pt x="53992" y="7569"/>
                </a:lnTo>
                <a:lnTo>
                  <a:pt x="97183" y="81927"/>
                </a:lnTo>
                <a:lnTo>
                  <a:pt x="97604" y="83159"/>
                </a:lnTo>
                <a:lnTo>
                  <a:pt x="97564" y="84823"/>
                </a:lnTo>
                <a:lnTo>
                  <a:pt x="96916" y="86156"/>
                </a:lnTo>
                <a:lnTo>
                  <a:pt x="95798" y="87147"/>
                </a:lnTo>
                <a:lnTo>
                  <a:pt x="94389" y="87617"/>
                </a:lnTo>
                <a:close/>
              </a:path>
              <a:path w="97789" h="831850">
                <a:moveTo>
                  <a:pt x="49566" y="15129"/>
                </a:moveTo>
                <a:lnTo>
                  <a:pt x="46281" y="9474"/>
                </a:lnTo>
                <a:lnTo>
                  <a:pt x="52872" y="9486"/>
                </a:lnTo>
                <a:lnTo>
                  <a:pt x="49566" y="15129"/>
                </a:lnTo>
                <a:close/>
              </a:path>
              <a:path w="97789" h="831850">
                <a:moveTo>
                  <a:pt x="53366" y="21672"/>
                </a:moveTo>
                <a:lnTo>
                  <a:pt x="49566" y="15129"/>
                </a:lnTo>
                <a:lnTo>
                  <a:pt x="52872" y="9486"/>
                </a:lnTo>
                <a:lnTo>
                  <a:pt x="46281" y="9474"/>
                </a:lnTo>
                <a:lnTo>
                  <a:pt x="53389" y="9474"/>
                </a:lnTo>
                <a:lnTo>
                  <a:pt x="53366" y="21672"/>
                </a:lnTo>
                <a:close/>
              </a:path>
              <a:path w="97789" h="831850">
                <a:moveTo>
                  <a:pt x="48038" y="816720"/>
                </a:moveTo>
                <a:lnTo>
                  <a:pt x="44252" y="810202"/>
                </a:lnTo>
                <a:lnTo>
                  <a:pt x="44364" y="744232"/>
                </a:lnTo>
                <a:lnTo>
                  <a:pt x="45746" y="21647"/>
                </a:lnTo>
                <a:lnTo>
                  <a:pt x="49566" y="15129"/>
                </a:lnTo>
                <a:lnTo>
                  <a:pt x="53351" y="21647"/>
                </a:lnTo>
                <a:lnTo>
                  <a:pt x="53240" y="87617"/>
                </a:lnTo>
                <a:lnTo>
                  <a:pt x="51858" y="810202"/>
                </a:lnTo>
                <a:lnTo>
                  <a:pt x="48038" y="816720"/>
                </a:lnTo>
                <a:close/>
              </a:path>
              <a:path w="97789" h="831850">
                <a:moveTo>
                  <a:pt x="48008" y="831850"/>
                </a:moveTo>
                <a:lnTo>
                  <a:pt x="421" y="749922"/>
                </a:lnTo>
                <a:lnTo>
                  <a:pt x="0" y="748690"/>
                </a:lnTo>
                <a:lnTo>
                  <a:pt x="40" y="747026"/>
                </a:lnTo>
                <a:lnTo>
                  <a:pt x="688" y="745693"/>
                </a:lnTo>
                <a:lnTo>
                  <a:pt x="1806" y="744715"/>
                </a:lnTo>
                <a:lnTo>
                  <a:pt x="3215" y="744232"/>
                </a:lnTo>
                <a:lnTo>
                  <a:pt x="4688" y="744321"/>
                </a:lnTo>
                <a:lnTo>
                  <a:pt x="6035" y="744969"/>
                </a:lnTo>
                <a:lnTo>
                  <a:pt x="7013" y="746086"/>
                </a:lnTo>
                <a:lnTo>
                  <a:pt x="44238" y="810177"/>
                </a:lnTo>
                <a:lnTo>
                  <a:pt x="44211" y="824280"/>
                </a:lnTo>
                <a:lnTo>
                  <a:pt x="52435" y="824293"/>
                </a:lnTo>
                <a:lnTo>
                  <a:pt x="48008" y="831850"/>
                </a:lnTo>
                <a:close/>
              </a:path>
              <a:path w="97789" h="831850">
                <a:moveTo>
                  <a:pt x="52435" y="824293"/>
                </a:moveTo>
                <a:lnTo>
                  <a:pt x="51831" y="824293"/>
                </a:lnTo>
                <a:lnTo>
                  <a:pt x="51872" y="810177"/>
                </a:lnTo>
                <a:lnTo>
                  <a:pt x="89334" y="746251"/>
                </a:lnTo>
                <a:lnTo>
                  <a:pt x="90312" y="745134"/>
                </a:lnTo>
                <a:lnTo>
                  <a:pt x="91658" y="744486"/>
                </a:lnTo>
                <a:lnTo>
                  <a:pt x="93144" y="744397"/>
                </a:lnTo>
                <a:lnTo>
                  <a:pt x="94541" y="744880"/>
                </a:lnTo>
                <a:lnTo>
                  <a:pt x="95659" y="745870"/>
                </a:lnTo>
                <a:lnTo>
                  <a:pt x="96306" y="747217"/>
                </a:lnTo>
                <a:lnTo>
                  <a:pt x="96395" y="748690"/>
                </a:lnTo>
                <a:lnTo>
                  <a:pt x="95900" y="750100"/>
                </a:lnTo>
                <a:lnTo>
                  <a:pt x="52435" y="824293"/>
                </a:lnTo>
                <a:close/>
              </a:path>
              <a:path w="97789" h="831850">
                <a:moveTo>
                  <a:pt x="51831" y="824293"/>
                </a:moveTo>
                <a:lnTo>
                  <a:pt x="44211" y="824280"/>
                </a:lnTo>
                <a:lnTo>
                  <a:pt x="44238" y="810177"/>
                </a:lnTo>
                <a:lnTo>
                  <a:pt x="48038" y="816720"/>
                </a:lnTo>
                <a:lnTo>
                  <a:pt x="44732" y="822363"/>
                </a:lnTo>
                <a:lnTo>
                  <a:pt x="51834" y="822375"/>
                </a:lnTo>
                <a:lnTo>
                  <a:pt x="51831" y="824293"/>
                </a:lnTo>
                <a:close/>
              </a:path>
              <a:path w="97789" h="831850">
                <a:moveTo>
                  <a:pt x="51834" y="822375"/>
                </a:moveTo>
                <a:lnTo>
                  <a:pt x="51315" y="822363"/>
                </a:lnTo>
                <a:lnTo>
                  <a:pt x="48038" y="816720"/>
                </a:lnTo>
                <a:lnTo>
                  <a:pt x="51858" y="810202"/>
                </a:lnTo>
                <a:lnTo>
                  <a:pt x="51834" y="822375"/>
                </a:lnTo>
                <a:close/>
              </a:path>
              <a:path w="97789" h="831850">
                <a:moveTo>
                  <a:pt x="51323" y="822375"/>
                </a:moveTo>
                <a:lnTo>
                  <a:pt x="44732" y="822363"/>
                </a:lnTo>
                <a:lnTo>
                  <a:pt x="48038" y="816720"/>
                </a:lnTo>
                <a:lnTo>
                  <a:pt x="51323" y="8223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682299" y="1777644"/>
            <a:ext cx="260985" cy="7524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53340">
              <a:lnSpc>
                <a:spcPct val="103200"/>
              </a:lnSpc>
            </a:pPr>
            <a:r>
              <a:rPr dirty="0" sz="2350" spc="-5" i="1">
                <a:latin typeface="Times New Roman"/>
                <a:cs typeface="Times New Roman"/>
              </a:rPr>
              <a:t>P </a:t>
            </a:r>
            <a:r>
              <a:rPr dirty="0" sz="2350" spc="-5" i="1">
                <a:latin typeface="Times New Roman"/>
                <a:cs typeface="Times New Roman"/>
              </a:rPr>
              <a:t> </a:t>
            </a:r>
            <a:r>
              <a:rPr dirty="0" sz="2350" spc="-10" i="1">
                <a:latin typeface="Times New Roman"/>
                <a:cs typeface="Times New Roman"/>
              </a:rPr>
              <a:t>U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11834" y="2221229"/>
            <a:ext cx="330200" cy="30734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远距离输电面临的问题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910071" y="1665732"/>
            <a:ext cx="600710" cy="123825"/>
          </a:xfrm>
          <a:custGeom>
            <a:avLst/>
            <a:gdLst/>
            <a:ahLst/>
            <a:cxnLst/>
            <a:rect l="l" t="t" r="r" b="b"/>
            <a:pathLst>
              <a:path w="600709" h="123825">
                <a:moveTo>
                  <a:pt x="0" y="0"/>
                </a:moveTo>
                <a:lnTo>
                  <a:pt x="600455" y="0"/>
                </a:lnTo>
                <a:lnTo>
                  <a:pt x="600455" y="123444"/>
                </a:lnTo>
                <a:lnTo>
                  <a:pt x="0" y="1234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895975" y="1651000"/>
            <a:ext cx="628650" cy="152400"/>
          </a:xfrm>
          <a:custGeom>
            <a:avLst/>
            <a:gdLst/>
            <a:ahLst/>
            <a:cxnLst/>
            <a:rect l="l" t="t" r="r" b="b"/>
            <a:pathLst>
              <a:path w="628650" h="152400">
                <a:moveTo>
                  <a:pt x="628650" y="152400"/>
                </a:moveTo>
                <a:lnTo>
                  <a:pt x="0" y="152400"/>
                </a:lnTo>
                <a:lnTo>
                  <a:pt x="0" y="0"/>
                </a:lnTo>
                <a:lnTo>
                  <a:pt x="628650" y="0"/>
                </a:lnTo>
                <a:lnTo>
                  <a:pt x="62865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23825"/>
                </a:lnTo>
                <a:lnTo>
                  <a:pt x="14287" y="123825"/>
                </a:lnTo>
                <a:lnTo>
                  <a:pt x="28575" y="138112"/>
                </a:lnTo>
                <a:lnTo>
                  <a:pt x="628650" y="138112"/>
                </a:lnTo>
                <a:lnTo>
                  <a:pt x="628650" y="152400"/>
                </a:lnTo>
                <a:close/>
              </a:path>
              <a:path w="628650" h="15240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628650" h="152400">
                <a:moveTo>
                  <a:pt x="60007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600075" y="14287"/>
                </a:lnTo>
                <a:lnTo>
                  <a:pt x="600075" y="28575"/>
                </a:lnTo>
                <a:close/>
              </a:path>
              <a:path w="628650" h="152400">
                <a:moveTo>
                  <a:pt x="600075" y="138112"/>
                </a:moveTo>
                <a:lnTo>
                  <a:pt x="600075" y="14287"/>
                </a:lnTo>
                <a:lnTo>
                  <a:pt x="614362" y="28575"/>
                </a:lnTo>
                <a:lnTo>
                  <a:pt x="628650" y="28575"/>
                </a:lnTo>
                <a:lnTo>
                  <a:pt x="628650" y="123825"/>
                </a:lnTo>
                <a:lnTo>
                  <a:pt x="614362" y="123825"/>
                </a:lnTo>
                <a:lnTo>
                  <a:pt x="600075" y="138112"/>
                </a:lnTo>
                <a:close/>
              </a:path>
              <a:path w="628650" h="152400">
                <a:moveTo>
                  <a:pt x="628650" y="28575"/>
                </a:moveTo>
                <a:lnTo>
                  <a:pt x="614362" y="28575"/>
                </a:lnTo>
                <a:lnTo>
                  <a:pt x="600075" y="14287"/>
                </a:lnTo>
                <a:lnTo>
                  <a:pt x="628650" y="14287"/>
                </a:lnTo>
                <a:lnTo>
                  <a:pt x="628650" y="28575"/>
                </a:lnTo>
                <a:close/>
              </a:path>
              <a:path w="628650" h="152400">
                <a:moveTo>
                  <a:pt x="28575" y="138112"/>
                </a:moveTo>
                <a:lnTo>
                  <a:pt x="14287" y="123825"/>
                </a:lnTo>
                <a:lnTo>
                  <a:pt x="28575" y="123825"/>
                </a:lnTo>
                <a:lnTo>
                  <a:pt x="28575" y="138112"/>
                </a:lnTo>
                <a:close/>
              </a:path>
              <a:path w="628650" h="152400">
                <a:moveTo>
                  <a:pt x="600075" y="138112"/>
                </a:moveTo>
                <a:lnTo>
                  <a:pt x="28575" y="138112"/>
                </a:lnTo>
                <a:lnTo>
                  <a:pt x="28575" y="123825"/>
                </a:lnTo>
                <a:lnTo>
                  <a:pt x="600075" y="123825"/>
                </a:lnTo>
                <a:lnTo>
                  <a:pt x="600075" y="138112"/>
                </a:lnTo>
                <a:close/>
              </a:path>
              <a:path w="628650" h="152400">
                <a:moveTo>
                  <a:pt x="628650" y="138112"/>
                </a:moveTo>
                <a:lnTo>
                  <a:pt x="600075" y="138112"/>
                </a:lnTo>
                <a:lnTo>
                  <a:pt x="614362" y="123825"/>
                </a:lnTo>
                <a:lnTo>
                  <a:pt x="628650" y="123825"/>
                </a:lnTo>
                <a:lnTo>
                  <a:pt x="628650" y="1381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058725" y="1743724"/>
            <a:ext cx="270510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spc="-40" i="1">
                <a:latin typeface="微软雅黑"/>
                <a:cs typeface="微软雅黑"/>
              </a:rPr>
              <a:t>r</a:t>
            </a:r>
            <a:endParaRPr sz="2500">
              <a:latin typeface="微软雅黑"/>
              <a:cs typeface="微软雅黑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772943" y="1404861"/>
            <a:ext cx="0" cy="302260"/>
          </a:xfrm>
          <a:custGeom>
            <a:avLst/>
            <a:gdLst/>
            <a:ahLst/>
            <a:cxnLst/>
            <a:rect l="l" t="t" r="r" b="b"/>
            <a:pathLst>
              <a:path w="0" h="302260">
                <a:moveTo>
                  <a:pt x="0" y="0"/>
                </a:moveTo>
                <a:lnTo>
                  <a:pt x="0" y="301777"/>
                </a:lnTo>
              </a:path>
            </a:pathLst>
          </a:custGeom>
          <a:ln w="301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646068" y="1404861"/>
            <a:ext cx="0" cy="302260"/>
          </a:xfrm>
          <a:custGeom>
            <a:avLst/>
            <a:gdLst/>
            <a:ahLst/>
            <a:cxnLst/>
            <a:rect l="l" t="t" r="r" b="b"/>
            <a:pathLst>
              <a:path w="0" h="302260">
                <a:moveTo>
                  <a:pt x="0" y="0"/>
                </a:moveTo>
                <a:lnTo>
                  <a:pt x="0" y="301777"/>
                </a:lnTo>
              </a:path>
            </a:pathLst>
          </a:custGeom>
          <a:ln w="301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800725" y="1382915"/>
            <a:ext cx="827405" cy="102870"/>
          </a:xfrm>
          <a:custGeom>
            <a:avLst/>
            <a:gdLst/>
            <a:ahLst/>
            <a:cxnLst/>
            <a:rect l="l" t="t" r="r" b="b"/>
            <a:pathLst>
              <a:path w="827404" h="102869">
                <a:moveTo>
                  <a:pt x="89344" y="101536"/>
                </a:moveTo>
                <a:lnTo>
                  <a:pt x="87363" y="101422"/>
                </a:lnTo>
                <a:lnTo>
                  <a:pt x="85509" y="100698"/>
                </a:lnTo>
                <a:lnTo>
                  <a:pt x="0" y="50596"/>
                </a:lnTo>
                <a:lnTo>
                  <a:pt x="85699" y="825"/>
                </a:lnTo>
                <a:lnTo>
                  <a:pt x="87553" y="114"/>
                </a:lnTo>
                <a:lnTo>
                  <a:pt x="89535" y="0"/>
                </a:lnTo>
                <a:lnTo>
                  <a:pt x="91452" y="507"/>
                </a:lnTo>
                <a:lnTo>
                  <a:pt x="93129" y="1587"/>
                </a:lnTo>
                <a:lnTo>
                  <a:pt x="94373" y="3124"/>
                </a:lnTo>
                <a:lnTo>
                  <a:pt x="95097" y="4978"/>
                </a:lnTo>
                <a:lnTo>
                  <a:pt x="95199" y="6959"/>
                </a:lnTo>
                <a:lnTo>
                  <a:pt x="94691" y="8889"/>
                </a:lnTo>
                <a:lnTo>
                  <a:pt x="93611" y="10553"/>
                </a:lnTo>
                <a:lnTo>
                  <a:pt x="92075" y="11810"/>
                </a:lnTo>
                <a:lnTo>
                  <a:pt x="36170" y="44272"/>
                </a:lnTo>
                <a:lnTo>
                  <a:pt x="12611" y="44272"/>
                </a:lnTo>
                <a:lnTo>
                  <a:pt x="12585" y="56972"/>
                </a:lnTo>
                <a:lnTo>
                  <a:pt x="91922" y="89738"/>
                </a:lnTo>
                <a:lnTo>
                  <a:pt x="95034" y="94589"/>
                </a:lnTo>
                <a:lnTo>
                  <a:pt x="94919" y="96583"/>
                </a:lnTo>
                <a:lnTo>
                  <a:pt x="94195" y="98424"/>
                </a:lnTo>
                <a:lnTo>
                  <a:pt x="92938" y="99961"/>
                </a:lnTo>
                <a:lnTo>
                  <a:pt x="91262" y="101041"/>
                </a:lnTo>
                <a:lnTo>
                  <a:pt x="89344" y="101536"/>
                </a:lnTo>
                <a:close/>
              </a:path>
              <a:path w="827404" h="102869">
                <a:moveTo>
                  <a:pt x="816197" y="58508"/>
                </a:moveTo>
                <a:lnTo>
                  <a:pt x="814476" y="58508"/>
                </a:lnTo>
                <a:lnTo>
                  <a:pt x="814501" y="45808"/>
                </a:lnTo>
                <a:lnTo>
                  <a:pt x="791017" y="45763"/>
                </a:lnTo>
                <a:lnTo>
                  <a:pt x="735164" y="13042"/>
                </a:lnTo>
                <a:lnTo>
                  <a:pt x="732167" y="6210"/>
                </a:lnTo>
                <a:lnTo>
                  <a:pt x="732891" y="4356"/>
                </a:lnTo>
                <a:lnTo>
                  <a:pt x="734148" y="2819"/>
                </a:lnTo>
                <a:lnTo>
                  <a:pt x="735825" y="1752"/>
                </a:lnTo>
                <a:lnTo>
                  <a:pt x="737743" y="1244"/>
                </a:lnTo>
                <a:lnTo>
                  <a:pt x="739736" y="1358"/>
                </a:lnTo>
                <a:lnTo>
                  <a:pt x="741578" y="2082"/>
                </a:lnTo>
                <a:lnTo>
                  <a:pt x="827087" y="52184"/>
                </a:lnTo>
                <a:lnTo>
                  <a:pt x="816197" y="58508"/>
                </a:lnTo>
                <a:close/>
              </a:path>
              <a:path w="827404" h="102869">
                <a:moveTo>
                  <a:pt x="36070" y="57017"/>
                </a:moveTo>
                <a:lnTo>
                  <a:pt x="12585" y="56972"/>
                </a:lnTo>
                <a:lnTo>
                  <a:pt x="12611" y="44272"/>
                </a:lnTo>
                <a:lnTo>
                  <a:pt x="36093" y="44317"/>
                </a:lnTo>
                <a:lnTo>
                  <a:pt x="34661" y="45148"/>
                </a:lnTo>
                <a:lnTo>
                  <a:pt x="15811" y="45148"/>
                </a:lnTo>
                <a:lnTo>
                  <a:pt x="15786" y="56108"/>
                </a:lnTo>
                <a:lnTo>
                  <a:pt x="34519" y="56108"/>
                </a:lnTo>
                <a:lnTo>
                  <a:pt x="36070" y="57017"/>
                </a:lnTo>
                <a:close/>
              </a:path>
              <a:path w="827404" h="102869">
                <a:moveTo>
                  <a:pt x="36093" y="44317"/>
                </a:moveTo>
                <a:lnTo>
                  <a:pt x="12611" y="44272"/>
                </a:lnTo>
                <a:lnTo>
                  <a:pt x="36170" y="44272"/>
                </a:lnTo>
                <a:close/>
              </a:path>
              <a:path w="827404" h="102869">
                <a:moveTo>
                  <a:pt x="790994" y="58463"/>
                </a:moveTo>
                <a:lnTo>
                  <a:pt x="36070" y="57017"/>
                </a:lnTo>
                <a:lnTo>
                  <a:pt x="25194" y="50645"/>
                </a:lnTo>
                <a:lnTo>
                  <a:pt x="36093" y="44317"/>
                </a:lnTo>
                <a:lnTo>
                  <a:pt x="791017" y="45763"/>
                </a:lnTo>
                <a:lnTo>
                  <a:pt x="801892" y="52135"/>
                </a:lnTo>
                <a:lnTo>
                  <a:pt x="790994" y="58463"/>
                </a:lnTo>
                <a:close/>
              </a:path>
              <a:path w="827404" h="102869">
                <a:moveTo>
                  <a:pt x="15786" y="56108"/>
                </a:moveTo>
                <a:lnTo>
                  <a:pt x="15811" y="45148"/>
                </a:lnTo>
                <a:lnTo>
                  <a:pt x="25194" y="50645"/>
                </a:lnTo>
                <a:lnTo>
                  <a:pt x="15786" y="56108"/>
                </a:lnTo>
                <a:close/>
              </a:path>
              <a:path w="827404" h="102869">
                <a:moveTo>
                  <a:pt x="25194" y="50645"/>
                </a:moveTo>
                <a:lnTo>
                  <a:pt x="15811" y="45148"/>
                </a:lnTo>
                <a:lnTo>
                  <a:pt x="34661" y="45148"/>
                </a:lnTo>
                <a:lnTo>
                  <a:pt x="25194" y="50645"/>
                </a:lnTo>
                <a:close/>
              </a:path>
              <a:path w="827404" h="102869">
                <a:moveTo>
                  <a:pt x="801892" y="52135"/>
                </a:moveTo>
                <a:lnTo>
                  <a:pt x="791017" y="45763"/>
                </a:lnTo>
                <a:lnTo>
                  <a:pt x="814501" y="45808"/>
                </a:lnTo>
                <a:lnTo>
                  <a:pt x="814500" y="46672"/>
                </a:lnTo>
                <a:lnTo>
                  <a:pt x="811301" y="46672"/>
                </a:lnTo>
                <a:lnTo>
                  <a:pt x="801892" y="52135"/>
                </a:lnTo>
                <a:close/>
              </a:path>
              <a:path w="827404" h="102869">
                <a:moveTo>
                  <a:pt x="811276" y="57632"/>
                </a:moveTo>
                <a:lnTo>
                  <a:pt x="801892" y="52135"/>
                </a:lnTo>
                <a:lnTo>
                  <a:pt x="811301" y="46672"/>
                </a:lnTo>
                <a:lnTo>
                  <a:pt x="811276" y="57632"/>
                </a:lnTo>
                <a:close/>
              </a:path>
              <a:path w="827404" h="102869">
                <a:moveTo>
                  <a:pt x="814478" y="57632"/>
                </a:moveTo>
                <a:lnTo>
                  <a:pt x="811276" y="57632"/>
                </a:lnTo>
                <a:lnTo>
                  <a:pt x="811301" y="46672"/>
                </a:lnTo>
                <a:lnTo>
                  <a:pt x="814500" y="46672"/>
                </a:lnTo>
                <a:lnTo>
                  <a:pt x="814478" y="57632"/>
                </a:lnTo>
                <a:close/>
              </a:path>
              <a:path w="827404" h="102869">
                <a:moveTo>
                  <a:pt x="34519" y="56108"/>
                </a:moveTo>
                <a:lnTo>
                  <a:pt x="15786" y="56108"/>
                </a:lnTo>
                <a:lnTo>
                  <a:pt x="25194" y="50645"/>
                </a:lnTo>
                <a:lnTo>
                  <a:pt x="34519" y="56108"/>
                </a:lnTo>
                <a:close/>
              </a:path>
              <a:path w="827404" h="102869">
                <a:moveTo>
                  <a:pt x="814476" y="58508"/>
                </a:moveTo>
                <a:lnTo>
                  <a:pt x="790994" y="58463"/>
                </a:lnTo>
                <a:lnTo>
                  <a:pt x="801892" y="52135"/>
                </a:lnTo>
                <a:lnTo>
                  <a:pt x="811276" y="57632"/>
                </a:lnTo>
                <a:lnTo>
                  <a:pt x="814478" y="57632"/>
                </a:lnTo>
                <a:lnTo>
                  <a:pt x="814476" y="58508"/>
                </a:lnTo>
                <a:close/>
              </a:path>
              <a:path w="827404" h="102869">
                <a:moveTo>
                  <a:pt x="737552" y="102781"/>
                </a:moveTo>
                <a:lnTo>
                  <a:pt x="731888" y="95821"/>
                </a:lnTo>
                <a:lnTo>
                  <a:pt x="732396" y="93891"/>
                </a:lnTo>
                <a:lnTo>
                  <a:pt x="733475" y="92227"/>
                </a:lnTo>
                <a:lnTo>
                  <a:pt x="735012" y="90970"/>
                </a:lnTo>
                <a:lnTo>
                  <a:pt x="790994" y="58463"/>
                </a:lnTo>
                <a:lnTo>
                  <a:pt x="816197" y="58508"/>
                </a:lnTo>
                <a:lnTo>
                  <a:pt x="741387" y="101955"/>
                </a:lnTo>
                <a:lnTo>
                  <a:pt x="739533" y="102666"/>
                </a:lnTo>
                <a:lnTo>
                  <a:pt x="737552" y="1027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423318" y="988961"/>
            <a:ext cx="978535" cy="692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05155">
              <a:lnSpc>
                <a:spcPts val="2630"/>
              </a:lnSpc>
              <a:spcBef>
                <a:spcPts val="90"/>
              </a:spcBef>
            </a:pPr>
            <a:r>
              <a:rPr dirty="0" sz="2350" spc="-235" i="1">
                <a:latin typeface="Times New Roman"/>
                <a:cs typeface="Times New Roman"/>
              </a:rPr>
              <a:t>U</a:t>
            </a:r>
            <a:r>
              <a:rPr dirty="0" baseline="-26748" sz="2025" spc="22">
                <a:latin typeface="宋体"/>
                <a:cs typeface="宋体"/>
              </a:rPr>
              <a:t>损</a:t>
            </a:r>
            <a:endParaRPr baseline="-26748" sz="2025">
              <a:latin typeface="宋体"/>
              <a:cs typeface="宋体"/>
            </a:endParaRPr>
          </a:p>
          <a:p>
            <a:pPr marL="12700">
              <a:lnSpc>
                <a:spcPts val="2630"/>
              </a:lnSpc>
            </a:pPr>
            <a:r>
              <a:rPr dirty="0" sz="2350" spc="-5" i="1">
                <a:latin typeface="Times New Roman"/>
                <a:cs typeface="Times New Roman"/>
              </a:rPr>
              <a:t>I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77414" y="3330575"/>
            <a:ext cx="8255000" cy="2605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远距离输电的距离有可能远达数千公里，输电线上的电阻肯定 很大，输电过程中必然有损耗</a:t>
            </a:r>
            <a:endParaRPr sz="2400">
              <a:latin typeface="微软雅黑"/>
              <a:cs typeface="微软雅黑"/>
            </a:endParaRPr>
          </a:p>
          <a:p>
            <a:pPr marL="546100" marR="2368550">
              <a:lnSpc>
                <a:spcPts val="7600"/>
              </a:lnSpc>
              <a:spcBef>
                <a:spcPts val="310"/>
              </a:spcBef>
            </a:pPr>
            <a:r>
              <a:rPr dirty="0" sz="2800">
                <a:latin typeface="微软雅黑"/>
                <a:cs typeface="微软雅黑"/>
              </a:rPr>
              <a:t>输电线电阻上消耗电压：电压损</a:t>
            </a:r>
            <a:r>
              <a:rPr dirty="0" sz="2800" spc="-5">
                <a:latin typeface="微软雅黑"/>
                <a:cs typeface="微软雅黑"/>
              </a:rPr>
              <a:t>失 </a:t>
            </a:r>
            <a:r>
              <a:rPr dirty="0" sz="2800">
                <a:latin typeface="微软雅黑"/>
                <a:cs typeface="微软雅黑"/>
              </a:rPr>
              <a:t>输电线电阻上消耗功率：功率损</a:t>
            </a:r>
            <a:r>
              <a:rPr dirty="0" sz="2800" spc="-5">
                <a:latin typeface="微软雅黑"/>
                <a:cs typeface="微软雅黑"/>
              </a:rPr>
              <a:t>失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21590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输电线上的损耗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112865" y="3338639"/>
            <a:ext cx="23876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30">
                <a:latin typeface="宋体"/>
                <a:cs typeface="宋体"/>
              </a:rPr>
              <a:t>损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99379" y="3084093"/>
            <a:ext cx="153162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955040" algn="l"/>
              </a:tabLst>
            </a:pPr>
            <a:r>
              <a:rPr dirty="0" sz="2850" spc="45">
                <a:latin typeface="MT Extra"/>
                <a:cs typeface="MT Extra"/>
              </a:rPr>
              <a:t></a:t>
            </a:r>
            <a:r>
              <a:rPr dirty="0" sz="2850" spc="45" i="1">
                <a:latin typeface="Times New Roman"/>
                <a:cs typeface="Times New Roman"/>
              </a:rPr>
              <a:t>U	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-30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Ir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665823" y="4419041"/>
            <a:ext cx="320040" cy="0"/>
          </a:xfrm>
          <a:custGeom>
            <a:avLst/>
            <a:gdLst/>
            <a:ahLst/>
            <a:cxnLst/>
            <a:rect l="l" t="t" r="r" b="b"/>
            <a:pathLst>
              <a:path w="320040" h="0">
                <a:moveTo>
                  <a:pt x="0" y="0"/>
                </a:moveTo>
                <a:lnTo>
                  <a:pt x="319684" y="0"/>
                </a:lnTo>
              </a:path>
            </a:pathLst>
          </a:custGeom>
          <a:ln w="15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643547" y="4420501"/>
            <a:ext cx="28956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20" i="1">
                <a:latin typeface="Times New Roman"/>
                <a:cs typeface="Times New Roman"/>
              </a:rPr>
              <a:t>U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23204" y="4133405"/>
            <a:ext cx="1780539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949325" algn="l"/>
                <a:tab pos="1296035" algn="l"/>
              </a:tabLst>
            </a:pPr>
            <a:r>
              <a:rPr dirty="0" sz="2850" spc="20">
                <a:latin typeface="Symbol"/>
                <a:cs typeface="Symbol"/>
              </a:rPr>
              <a:t></a:t>
            </a:r>
            <a:r>
              <a:rPr dirty="0" sz="2850" spc="20" i="1">
                <a:latin typeface="Times New Roman"/>
                <a:cs typeface="Times New Roman"/>
              </a:rPr>
              <a:t>U	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15">
                <a:latin typeface="Times New Roman"/>
                <a:cs typeface="Times New Roman"/>
              </a:rPr>
              <a:t>	</a:t>
            </a:r>
            <a:r>
              <a:rPr dirty="0" baseline="35087" sz="4275" spc="22" i="1">
                <a:latin typeface="Times New Roman"/>
                <a:cs typeface="Times New Roman"/>
              </a:rPr>
              <a:t>P</a:t>
            </a:r>
            <a:r>
              <a:rPr dirty="0" baseline="35087" sz="4275" spc="52" i="1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r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30988" y="4388205"/>
            <a:ext cx="23876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30">
                <a:latin typeface="宋体"/>
                <a:cs typeface="宋体"/>
              </a:rPr>
              <a:t>损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99753" y="3349815"/>
            <a:ext cx="23876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30">
                <a:latin typeface="宋体"/>
                <a:cs typeface="宋体"/>
              </a:rPr>
              <a:t>损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66404" y="3094939"/>
            <a:ext cx="163576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75030" algn="l"/>
              </a:tabLst>
            </a:pPr>
            <a:r>
              <a:rPr dirty="0" sz="2850" spc="25">
                <a:latin typeface="MT Extra"/>
                <a:cs typeface="MT Extra"/>
              </a:rPr>
              <a:t></a:t>
            </a:r>
            <a:r>
              <a:rPr dirty="0" sz="2850" spc="-305">
                <a:latin typeface="Times New Roman"/>
                <a:cs typeface="Times New Roman"/>
              </a:rPr>
              <a:t> </a:t>
            </a:r>
            <a:r>
              <a:rPr dirty="0" sz="2850" spc="15" i="1">
                <a:latin typeface="Times New Roman"/>
                <a:cs typeface="Times New Roman"/>
              </a:rPr>
              <a:t>P	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15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I</a:t>
            </a:r>
            <a:r>
              <a:rPr dirty="0" sz="2850" spc="-580" i="1">
                <a:latin typeface="Times New Roman"/>
                <a:cs typeface="Times New Roman"/>
              </a:rPr>
              <a:t> </a:t>
            </a:r>
            <a:r>
              <a:rPr dirty="0" baseline="43771" sz="2475" spc="22">
                <a:latin typeface="Times New Roman"/>
                <a:cs typeface="Times New Roman"/>
              </a:rPr>
              <a:t>2 </a:t>
            </a:r>
            <a:r>
              <a:rPr dirty="0" sz="2850" spc="10" i="1">
                <a:latin typeface="Times New Roman"/>
                <a:cs typeface="Times New Roman"/>
              </a:rPr>
              <a:t>r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469615" y="4510163"/>
            <a:ext cx="320040" cy="0"/>
          </a:xfrm>
          <a:custGeom>
            <a:avLst/>
            <a:gdLst/>
            <a:ahLst/>
            <a:cxnLst/>
            <a:rect l="l" t="t" r="r" b="b"/>
            <a:pathLst>
              <a:path w="320040" h="0">
                <a:moveTo>
                  <a:pt x="0" y="0"/>
                </a:moveTo>
                <a:lnTo>
                  <a:pt x="319938" y="0"/>
                </a:lnTo>
              </a:path>
            </a:pathLst>
          </a:custGeom>
          <a:ln w="15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9510559" y="3992930"/>
            <a:ext cx="24892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latin typeface="Times New Roman"/>
                <a:cs typeface="Times New Roman"/>
              </a:rPr>
              <a:t>P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934905" y="4212323"/>
            <a:ext cx="13208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15">
                <a:latin typeface="Times New Roman"/>
                <a:cs typeface="Times New Roman"/>
              </a:rPr>
              <a:t>2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80057" y="4224528"/>
            <a:ext cx="2077085" cy="751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2840"/>
              </a:lnSpc>
              <a:spcBef>
                <a:spcPts val="130"/>
              </a:spcBef>
              <a:tabLst>
                <a:tab pos="869950" algn="l"/>
                <a:tab pos="1626235" algn="l"/>
                <a:tab pos="1921510" algn="l"/>
              </a:tabLst>
            </a:pPr>
            <a:r>
              <a:rPr dirty="0" sz="2850" spc="25">
                <a:latin typeface="Symbol"/>
                <a:cs typeface="Symbol"/>
              </a:rPr>
              <a:t></a:t>
            </a:r>
            <a:r>
              <a:rPr dirty="0" sz="2850" spc="-350">
                <a:latin typeface="Times New Roman"/>
                <a:cs typeface="Times New Roman"/>
              </a:rPr>
              <a:t> </a:t>
            </a:r>
            <a:r>
              <a:rPr dirty="0" sz="2850" spc="15" i="1">
                <a:latin typeface="Times New Roman"/>
                <a:cs typeface="Times New Roman"/>
              </a:rPr>
              <a:t>P</a:t>
            </a:r>
            <a:r>
              <a:rPr dirty="0" sz="2850" i="1">
                <a:latin typeface="Times New Roman"/>
                <a:cs typeface="Times New Roman"/>
              </a:rPr>
              <a:t>	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-80">
                <a:latin typeface="Times New Roman"/>
                <a:cs typeface="Times New Roman"/>
              </a:rPr>
              <a:t> </a:t>
            </a:r>
            <a:r>
              <a:rPr dirty="0" sz="2850" spc="10">
                <a:latin typeface="Times New Roman"/>
                <a:cs typeface="Times New Roman"/>
              </a:rPr>
              <a:t>(</a:t>
            </a:r>
            <a:r>
              <a:rPr dirty="0" sz="2850">
                <a:latin typeface="Times New Roman"/>
                <a:cs typeface="Times New Roman"/>
              </a:rPr>
              <a:t>	</a:t>
            </a:r>
            <a:r>
              <a:rPr dirty="0" sz="2850" spc="10">
                <a:latin typeface="Times New Roman"/>
                <a:cs typeface="Times New Roman"/>
              </a:rPr>
              <a:t>)</a:t>
            </a:r>
            <a:r>
              <a:rPr dirty="0" sz="2850">
                <a:latin typeface="Times New Roman"/>
                <a:cs typeface="Times New Roman"/>
              </a:rPr>
              <a:t>	</a:t>
            </a:r>
            <a:r>
              <a:rPr dirty="0" sz="2850" spc="10" i="1">
                <a:latin typeface="Times New Roman"/>
                <a:cs typeface="Times New Roman"/>
              </a:rPr>
              <a:t>r</a:t>
            </a:r>
            <a:endParaRPr sz="2850">
              <a:latin typeface="Times New Roman"/>
              <a:cs typeface="Times New Roman"/>
            </a:endParaRPr>
          </a:p>
          <a:p>
            <a:pPr marL="1279525">
              <a:lnSpc>
                <a:spcPts val="2840"/>
              </a:lnSpc>
            </a:pPr>
            <a:r>
              <a:rPr dirty="0" sz="2850" spc="20" i="1">
                <a:latin typeface="Times New Roman"/>
                <a:cs typeface="Times New Roman"/>
              </a:rPr>
              <a:t>U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07856" y="4479328"/>
            <a:ext cx="23876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30">
                <a:latin typeface="宋体"/>
                <a:cs typeface="宋体"/>
              </a:rPr>
              <a:t>损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611562" y="1398587"/>
            <a:ext cx="1214755" cy="1297305"/>
          </a:xfrm>
          <a:custGeom>
            <a:avLst/>
            <a:gdLst/>
            <a:ahLst/>
            <a:cxnLst/>
            <a:rect l="l" t="t" r="r" b="b"/>
            <a:pathLst>
              <a:path w="1214754" h="1297305">
                <a:moveTo>
                  <a:pt x="6350" y="1090345"/>
                </a:moveTo>
                <a:lnTo>
                  <a:pt x="0" y="1090345"/>
                </a:lnTo>
                <a:lnTo>
                  <a:pt x="0" y="1039545"/>
                </a:lnTo>
                <a:lnTo>
                  <a:pt x="12700" y="1039545"/>
                </a:lnTo>
                <a:lnTo>
                  <a:pt x="12700" y="1090269"/>
                </a:lnTo>
                <a:lnTo>
                  <a:pt x="6350" y="1090345"/>
                </a:lnTo>
                <a:close/>
              </a:path>
              <a:path w="1214754" h="1297305">
                <a:moveTo>
                  <a:pt x="76" y="1096022"/>
                </a:moveTo>
                <a:lnTo>
                  <a:pt x="0" y="1090422"/>
                </a:lnTo>
                <a:lnTo>
                  <a:pt x="12700" y="1090269"/>
                </a:lnTo>
                <a:lnTo>
                  <a:pt x="12776" y="1095540"/>
                </a:lnTo>
                <a:lnTo>
                  <a:pt x="76" y="1096022"/>
                </a:lnTo>
                <a:close/>
              </a:path>
              <a:path w="1214754" h="1297305">
                <a:moveTo>
                  <a:pt x="12700" y="1090345"/>
                </a:moveTo>
                <a:close/>
              </a:path>
              <a:path w="1214754" h="1297305">
                <a:moveTo>
                  <a:pt x="12771" y="1095438"/>
                </a:moveTo>
                <a:lnTo>
                  <a:pt x="12763" y="1095273"/>
                </a:lnTo>
                <a:lnTo>
                  <a:pt x="12771" y="1095438"/>
                </a:lnTo>
                <a:close/>
              </a:path>
              <a:path w="1214754" h="1297305">
                <a:moveTo>
                  <a:pt x="12700" y="1001445"/>
                </a:moveTo>
                <a:lnTo>
                  <a:pt x="0" y="1001445"/>
                </a:lnTo>
                <a:lnTo>
                  <a:pt x="0" y="950645"/>
                </a:lnTo>
                <a:lnTo>
                  <a:pt x="12700" y="950645"/>
                </a:lnTo>
                <a:lnTo>
                  <a:pt x="12700" y="1001445"/>
                </a:lnTo>
                <a:close/>
              </a:path>
              <a:path w="1214754" h="1297305">
                <a:moveTo>
                  <a:pt x="12700" y="912545"/>
                </a:moveTo>
                <a:lnTo>
                  <a:pt x="0" y="912545"/>
                </a:lnTo>
                <a:lnTo>
                  <a:pt x="0" y="861745"/>
                </a:lnTo>
                <a:lnTo>
                  <a:pt x="12700" y="861745"/>
                </a:lnTo>
                <a:lnTo>
                  <a:pt x="12700" y="912545"/>
                </a:lnTo>
                <a:close/>
              </a:path>
              <a:path w="1214754" h="1297305">
                <a:moveTo>
                  <a:pt x="12700" y="823645"/>
                </a:moveTo>
                <a:lnTo>
                  <a:pt x="0" y="823645"/>
                </a:lnTo>
                <a:lnTo>
                  <a:pt x="0" y="772845"/>
                </a:lnTo>
                <a:lnTo>
                  <a:pt x="12700" y="772845"/>
                </a:lnTo>
                <a:lnTo>
                  <a:pt x="12700" y="823645"/>
                </a:lnTo>
                <a:close/>
              </a:path>
              <a:path w="1214754" h="1297305">
                <a:moveTo>
                  <a:pt x="12700" y="734745"/>
                </a:moveTo>
                <a:lnTo>
                  <a:pt x="0" y="734745"/>
                </a:lnTo>
                <a:lnTo>
                  <a:pt x="0" y="683945"/>
                </a:lnTo>
                <a:lnTo>
                  <a:pt x="12700" y="683945"/>
                </a:lnTo>
                <a:lnTo>
                  <a:pt x="12700" y="734745"/>
                </a:lnTo>
                <a:close/>
              </a:path>
              <a:path w="1214754" h="1297305">
                <a:moveTo>
                  <a:pt x="12700" y="645845"/>
                </a:moveTo>
                <a:lnTo>
                  <a:pt x="0" y="645845"/>
                </a:lnTo>
                <a:lnTo>
                  <a:pt x="0" y="595045"/>
                </a:lnTo>
                <a:lnTo>
                  <a:pt x="12700" y="595045"/>
                </a:lnTo>
                <a:lnTo>
                  <a:pt x="12700" y="645845"/>
                </a:lnTo>
                <a:close/>
              </a:path>
              <a:path w="1214754" h="1297305">
                <a:moveTo>
                  <a:pt x="12700" y="556945"/>
                </a:moveTo>
                <a:lnTo>
                  <a:pt x="0" y="556945"/>
                </a:lnTo>
                <a:lnTo>
                  <a:pt x="0" y="506145"/>
                </a:lnTo>
                <a:lnTo>
                  <a:pt x="12700" y="506145"/>
                </a:lnTo>
                <a:lnTo>
                  <a:pt x="12700" y="556945"/>
                </a:lnTo>
                <a:close/>
              </a:path>
              <a:path w="1214754" h="1297305">
                <a:moveTo>
                  <a:pt x="12700" y="468045"/>
                </a:moveTo>
                <a:lnTo>
                  <a:pt x="0" y="468045"/>
                </a:lnTo>
                <a:lnTo>
                  <a:pt x="0" y="417245"/>
                </a:lnTo>
                <a:lnTo>
                  <a:pt x="12700" y="417245"/>
                </a:lnTo>
                <a:lnTo>
                  <a:pt x="12700" y="468045"/>
                </a:lnTo>
                <a:close/>
              </a:path>
              <a:path w="1214754" h="1297305">
                <a:moveTo>
                  <a:pt x="12700" y="379145"/>
                </a:moveTo>
                <a:lnTo>
                  <a:pt x="0" y="379145"/>
                </a:lnTo>
                <a:lnTo>
                  <a:pt x="0" y="328345"/>
                </a:lnTo>
                <a:lnTo>
                  <a:pt x="12700" y="328345"/>
                </a:lnTo>
                <a:lnTo>
                  <a:pt x="12700" y="379145"/>
                </a:lnTo>
                <a:close/>
              </a:path>
              <a:path w="1214754" h="1297305">
                <a:moveTo>
                  <a:pt x="12700" y="290245"/>
                </a:moveTo>
                <a:lnTo>
                  <a:pt x="0" y="290245"/>
                </a:lnTo>
                <a:lnTo>
                  <a:pt x="0" y="239445"/>
                </a:lnTo>
                <a:lnTo>
                  <a:pt x="12700" y="239445"/>
                </a:lnTo>
                <a:lnTo>
                  <a:pt x="12700" y="290245"/>
                </a:lnTo>
                <a:close/>
              </a:path>
              <a:path w="1214754" h="1297305">
                <a:moveTo>
                  <a:pt x="12763" y="201587"/>
                </a:moveTo>
                <a:lnTo>
                  <a:pt x="76" y="201104"/>
                </a:lnTo>
                <a:lnTo>
                  <a:pt x="266" y="196011"/>
                </a:lnTo>
                <a:lnTo>
                  <a:pt x="596" y="190753"/>
                </a:lnTo>
                <a:lnTo>
                  <a:pt x="8051" y="149542"/>
                </a:lnTo>
                <a:lnTo>
                  <a:pt x="20269" y="153009"/>
                </a:lnTo>
                <a:lnTo>
                  <a:pt x="18776" y="158318"/>
                </a:lnTo>
                <a:lnTo>
                  <a:pt x="16620" y="167703"/>
                </a:lnTo>
                <a:lnTo>
                  <a:pt x="14920" y="177253"/>
                </a:lnTo>
                <a:lnTo>
                  <a:pt x="13682" y="186969"/>
                </a:lnTo>
                <a:lnTo>
                  <a:pt x="13261" y="191795"/>
                </a:lnTo>
                <a:lnTo>
                  <a:pt x="12948" y="196735"/>
                </a:lnTo>
                <a:lnTo>
                  <a:pt x="12763" y="201587"/>
                </a:lnTo>
                <a:close/>
              </a:path>
              <a:path w="1214754" h="1297305">
                <a:moveTo>
                  <a:pt x="18802" y="158204"/>
                </a:moveTo>
                <a:lnTo>
                  <a:pt x="18846" y="158013"/>
                </a:lnTo>
                <a:lnTo>
                  <a:pt x="18802" y="158204"/>
                </a:lnTo>
                <a:close/>
              </a:path>
              <a:path w="1214754" h="1297305">
                <a:moveTo>
                  <a:pt x="18776" y="158318"/>
                </a:moveTo>
                <a:close/>
              </a:path>
              <a:path w="1214754" h="1297305">
                <a:moveTo>
                  <a:pt x="16651" y="167530"/>
                </a:moveTo>
                <a:lnTo>
                  <a:pt x="16675" y="167398"/>
                </a:lnTo>
                <a:lnTo>
                  <a:pt x="16651" y="167530"/>
                </a:lnTo>
                <a:close/>
              </a:path>
              <a:path w="1214754" h="1297305">
                <a:moveTo>
                  <a:pt x="16620" y="167703"/>
                </a:moveTo>
                <a:lnTo>
                  <a:pt x="16651" y="167530"/>
                </a:lnTo>
                <a:lnTo>
                  <a:pt x="16620" y="167703"/>
                </a:lnTo>
                <a:close/>
              </a:path>
              <a:path w="1214754" h="1297305">
                <a:moveTo>
                  <a:pt x="14945" y="177054"/>
                </a:moveTo>
                <a:close/>
              </a:path>
              <a:path w="1214754" h="1297305">
                <a:moveTo>
                  <a:pt x="14920" y="177253"/>
                </a:moveTo>
                <a:lnTo>
                  <a:pt x="14945" y="177054"/>
                </a:lnTo>
                <a:lnTo>
                  <a:pt x="14920" y="177253"/>
                </a:lnTo>
                <a:close/>
              </a:path>
              <a:path w="1214754" h="1297305">
                <a:moveTo>
                  <a:pt x="13691" y="186863"/>
                </a:moveTo>
                <a:lnTo>
                  <a:pt x="13703" y="186728"/>
                </a:lnTo>
                <a:lnTo>
                  <a:pt x="13691" y="186863"/>
                </a:lnTo>
                <a:close/>
              </a:path>
              <a:path w="1214754" h="1297305">
                <a:moveTo>
                  <a:pt x="13682" y="186969"/>
                </a:moveTo>
                <a:close/>
              </a:path>
              <a:path w="1214754" h="1297305">
                <a:moveTo>
                  <a:pt x="13267" y="191700"/>
                </a:moveTo>
                <a:close/>
              </a:path>
              <a:path w="1214754" h="1297305">
                <a:moveTo>
                  <a:pt x="13261" y="191795"/>
                </a:moveTo>
                <a:close/>
              </a:path>
              <a:path w="1214754" h="1297305">
                <a:moveTo>
                  <a:pt x="33756" y="118783"/>
                </a:moveTo>
                <a:lnTo>
                  <a:pt x="22453" y="113004"/>
                </a:lnTo>
                <a:lnTo>
                  <a:pt x="24942" y="108140"/>
                </a:lnTo>
                <a:lnTo>
                  <a:pt x="29921" y="99491"/>
                </a:lnTo>
                <a:lnTo>
                  <a:pt x="35293" y="91097"/>
                </a:lnTo>
                <a:lnTo>
                  <a:pt x="41059" y="83007"/>
                </a:lnTo>
                <a:lnTo>
                  <a:pt x="47193" y="75196"/>
                </a:lnTo>
                <a:lnTo>
                  <a:pt x="51815" y="69862"/>
                </a:lnTo>
                <a:lnTo>
                  <a:pt x="61404" y="78181"/>
                </a:lnTo>
                <a:lnTo>
                  <a:pt x="56883" y="83400"/>
                </a:lnTo>
                <a:lnTo>
                  <a:pt x="51130" y="90728"/>
                </a:lnTo>
                <a:lnTo>
                  <a:pt x="45913" y="98082"/>
                </a:lnTo>
                <a:lnTo>
                  <a:pt x="40690" y="106210"/>
                </a:lnTo>
                <a:lnTo>
                  <a:pt x="36171" y="114090"/>
                </a:lnTo>
                <a:lnTo>
                  <a:pt x="33756" y="118783"/>
                </a:lnTo>
                <a:close/>
              </a:path>
              <a:path w="1214754" h="1297305">
                <a:moveTo>
                  <a:pt x="57028" y="83232"/>
                </a:moveTo>
                <a:close/>
              </a:path>
              <a:path w="1214754" h="1297305">
                <a:moveTo>
                  <a:pt x="56896" y="83400"/>
                </a:moveTo>
                <a:lnTo>
                  <a:pt x="57028" y="83232"/>
                </a:lnTo>
                <a:lnTo>
                  <a:pt x="56896" y="83400"/>
                </a:lnTo>
                <a:close/>
              </a:path>
              <a:path w="1214754" h="1297305">
                <a:moveTo>
                  <a:pt x="51148" y="90728"/>
                </a:moveTo>
                <a:lnTo>
                  <a:pt x="51320" y="90487"/>
                </a:lnTo>
                <a:lnTo>
                  <a:pt x="51148" y="90728"/>
                </a:lnTo>
                <a:close/>
              </a:path>
              <a:path w="1214754" h="1297305">
                <a:moveTo>
                  <a:pt x="45756" y="98302"/>
                </a:moveTo>
                <a:lnTo>
                  <a:pt x="45897" y="98082"/>
                </a:lnTo>
                <a:lnTo>
                  <a:pt x="45756" y="98302"/>
                </a:lnTo>
                <a:close/>
              </a:path>
              <a:path w="1214754" h="1297305">
                <a:moveTo>
                  <a:pt x="45735" y="98336"/>
                </a:moveTo>
                <a:close/>
              </a:path>
              <a:path w="1214754" h="1297305">
                <a:moveTo>
                  <a:pt x="40709" y="106210"/>
                </a:moveTo>
                <a:lnTo>
                  <a:pt x="40855" y="105956"/>
                </a:lnTo>
                <a:lnTo>
                  <a:pt x="40709" y="106210"/>
                </a:lnTo>
                <a:close/>
              </a:path>
              <a:path w="1214754" h="1297305">
                <a:moveTo>
                  <a:pt x="36172" y="114090"/>
                </a:moveTo>
                <a:close/>
              </a:path>
              <a:path w="1214754" h="1297305">
                <a:moveTo>
                  <a:pt x="36044" y="114338"/>
                </a:moveTo>
                <a:lnTo>
                  <a:pt x="36172" y="114090"/>
                </a:lnTo>
                <a:lnTo>
                  <a:pt x="36044" y="114338"/>
                </a:lnTo>
                <a:close/>
              </a:path>
              <a:path w="1214754" h="1297305">
                <a:moveTo>
                  <a:pt x="88315" y="53035"/>
                </a:moveTo>
                <a:lnTo>
                  <a:pt x="80467" y="43040"/>
                </a:lnTo>
                <a:lnTo>
                  <a:pt x="83007" y="41059"/>
                </a:lnTo>
                <a:lnTo>
                  <a:pt x="91097" y="35293"/>
                </a:lnTo>
                <a:lnTo>
                  <a:pt x="99491" y="29921"/>
                </a:lnTo>
                <a:lnTo>
                  <a:pt x="108140" y="24942"/>
                </a:lnTo>
                <a:lnTo>
                  <a:pt x="117055" y="20383"/>
                </a:lnTo>
                <a:lnTo>
                  <a:pt x="125450" y="16586"/>
                </a:lnTo>
                <a:lnTo>
                  <a:pt x="130683" y="28155"/>
                </a:lnTo>
                <a:lnTo>
                  <a:pt x="122435" y="31889"/>
                </a:lnTo>
                <a:lnTo>
                  <a:pt x="114368" y="36029"/>
                </a:lnTo>
                <a:lnTo>
                  <a:pt x="105952" y="40855"/>
                </a:lnTo>
                <a:lnTo>
                  <a:pt x="98082" y="45897"/>
                </a:lnTo>
                <a:lnTo>
                  <a:pt x="90755" y="51130"/>
                </a:lnTo>
                <a:lnTo>
                  <a:pt x="88315" y="53035"/>
                </a:lnTo>
                <a:close/>
              </a:path>
              <a:path w="1214754" h="1297305">
                <a:moveTo>
                  <a:pt x="122488" y="31862"/>
                </a:moveTo>
                <a:lnTo>
                  <a:pt x="122707" y="31750"/>
                </a:lnTo>
                <a:lnTo>
                  <a:pt x="122488" y="31862"/>
                </a:lnTo>
                <a:close/>
              </a:path>
              <a:path w="1214754" h="1297305">
                <a:moveTo>
                  <a:pt x="122435" y="31889"/>
                </a:moveTo>
                <a:close/>
              </a:path>
              <a:path w="1214754" h="1297305">
                <a:moveTo>
                  <a:pt x="114086" y="36174"/>
                </a:moveTo>
                <a:lnTo>
                  <a:pt x="114338" y="36029"/>
                </a:lnTo>
                <a:lnTo>
                  <a:pt x="114086" y="36174"/>
                </a:lnTo>
                <a:close/>
              </a:path>
              <a:path w="1214754" h="1297305">
                <a:moveTo>
                  <a:pt x="114073" y="36182"/>
                </a:moveTo>
                <a:close/>
              </a:path>
              <a:path w="1214754" h="1297305">
                <a:moveTo>
                  <a:pt x="106030" y="40805"/>
                </a:moveTo>
                <a:lnTo>
                  <a:pt x="106210" y="40690"/>
                </a:lnTo>
                <a:lnTo>
                  <a:pt x="106030" y="40805"/>
                </a:lnTo>
                <a:close/>
              </a:path>
              <a:path w="1214754" h="1297305">
                <a:moveTo>
                  <a:pt x="105952" y="40855"/>
                </a:moveTo>
                <a:close/>
              </a:path>
              <a:path w="1214754" h="1297305">
                <a:moveTo>
                  <a:pt x="98302" y="45756"/>
                </a:moveTo>
                <a:close/>
              </a:path>
              <a:path w="1214754" h="1297305">
                <a:moveTo>
                  <a:pt x="98104" y="45897"/>
                </a:moveTo>
                <a:lnTo>
                  <a:pt x="98302" y="45756"/>
                </a:lnTo>
                <a:lnTo>
                  <a:pt x="98104" y="45897"/>
                </a:lnTo>
                <a:close/>
              </a:path>
              <a:path w="1214754" h="1297305">
                <a:moveTo>
                  <a:pt x="90487" y="51320"/>
                </a:moveTo>
                <a:lnTo>
                  <a:pt x="90728" y="51130"/>
                </a:lnTo>
                <a:lnTo>
                  <a:pt x="90487" y="51320"/>
                </a:lnTo>
                <a:close/>
              </a:path>
              <a:path w="1214754" h="1297305">
                <a:moveTo>
                  <a:pt x="165760" y="17056"/>
                </a:moveTo>
                <a:lnTo>
                  <a:pt x="162902" y="4686"/>
                </a:lnTo>
                <a:lnTo>
                  <a:pt x="164998" y="4190"/>
                </a:lnTo>
                <a:lnTo>
                  <a:pt x="175183" y="2374"/>
                </a:lnTo>
                <a:lnTo>
                  <a:pt x="206603" y="0"/>
                </a:lnTo>
                <a:lnTo>
                  <a:pt x="214807" y="0"/>
                </a:lnTo>
                <a:lnTo>
                  <a:pt x="214807" y="12700"/>
                </a:lnTo>
                <a:lnTo>
                  <a:pt x="206717" y="12700"/>
                </a:lnTo>
                <a:lnTo>
                  <a:pt x="201549" y="12763"/>
                </a:lnTo>
                <a:lnTo>
                  <a:pt x="201714" y="12763"/>
                </a:lnTo>
                <a:lnTo>
                  <a:pt x="196583" y="12953"/>
                </a:lnTo>
                <a:lnTo>
                  <a:pt x="196735" y="12953"/>
                </a:lnTo>
                <a:lnTo>
                  <a:pt x="191654" y="13271"/>
                </a:lnTo>
                <a:lnTo>
                  <a:pt x="187150" y="13677"/>
                </a:lnTo>
                <a:lnTo>
                  <a:pt x="186969" y="13677"/>
                </a:lnTo>
                <a:lnTo>
                  <a:pt x="176970" y="14960"/>
                </a:lnTo>
                <a:lnTo>
                  <a:pt x="167425" y="16675"/>
                </a:lnTo>
                <a:lnTo>
                  <a:pt x="165760" y="17056"/>
                </a:lnTo>
                <a:close/>
              </a:path>
              <a:path w="1214754" h="1297305">
                <a:moveTo>
                  <a:pt x="191708" y="13266"/>
                </a:moveTo>
                <a:close/>
              </a:path>
              <a:path w="1214754" h="1297305">
                <a:moveTo>
                  <a:pt x="191654" y="13271"/>
                </a:moveTo>
                <a:close/>
              </a:path>
              <a:path w="1214754" h="1297305">
                <a:moveTo>
                  <a:pt x="186728" y="13715"/>
                </a:moveTo>
                <a:lnTo>
                  <a:pt x="186969" y="13677"/>
                </a:lnTo>
                <a:lnTo>
                  <a:pt x="187150" y="13677"/>
                </a:lnTo>
                <a:lnTo>
                  <a:pt x="186728" y="13715"/>
                </a:lnTo>
                <a:close/>
              </a:path>
              <a:path w="1214754" h="1297305">
                <a:moveTo>
                  <a:pt x="177054" y="14945"/>
                </a:moveTo>
                <a:lnTo>
                  <a:pt x="177253" y="14909"/>
                </a:lnTo>
                <a:lnTo>
                  <a:pt x="177054" y="14945"/>
                </a:lnTo>
                <a:close/>
              </a:path>
              <a:path w="1214754" h="1297305">
                <a:moveTo>
                  <a:pt x="176970" y="14960"/>
                </a:moveTo>
                <a:close/>
              </a:path>
              <a:path w="1214754" h="1297305">
                <a:moveTo>
                  <a:pt x="167524" y="16652"/>
                </a:moveTo>
                <a:lnTo>
                  <a:pt x="167703" y="16611"/>
                </a:lnTo>
                <a:lnTo>
                  <a:pt x="167524" y="16652"/>
                </a:lnTo>
                <a:close/>
              </a:path>
              <a:path w="1214754" h="1297305">
                <a:moveTo>
                  <a:pt x="167425" y="16675"/>
                </a:moveTo>
                <a:close/>
              </a:path>
              <a:path w="1214754" h="1297305">
                <a:moveTo>
                  <a:pt x="303707" y="12700"/>
                </a:moveTo>
                <a:lnTo>
                  <a:pt x="252907" y="12700"/>
                </a:lnTo>
                <a:lnTo>
                  <a:pt x="252907" y="0"/>
                </a:lnTo>
                <a:lnTo>
                  <a:pt x="303707" y="0"/>
                </a:lnTo>
                <a:lnTo>
                  <a:pt x="303707" y="12700"/>
                </a:lnTo>
                <a:close/>
              </a:path>
              <a:path w="1214754" h="1297305">
                <a:moveTo>
                  <a:pt x="392607" y="12700"/>
                </a:moveTo>
                <a:lnTo>
                  <a:pt x="341807" y="12700"/>
                </a:lnTo>
                <a:lnTo>
                  <a:pt x="341807" y="0"/>
                </a:lnTo>
                <a:lnTo>
                  <a:pt x="392607" y="0"/>
                </a:lnTo>
                <a:lnTo>
                  <a:pt x="392607" y="12700"/>
                </a:lnTo>
                <a:close/>
              </a:path>
              <a:path w="1214754" h="1297305">
                <a:moveTo>
                  <a:pt x="481507" y="12700"/>
                </a:moveTo>
                <a:lnTo>
                  <a:pt x="430707" y="12700"/>
                </a:lnTo>
                <a:lnTo>
                  <a:pt x="430707" y="0"/>
                </a:lnTo>
                <a:lnTo>
                  <a:pt x="481507" y="0"/>
                </a:lnTo>
                <a:lnTo>
                  <a:pt x="481507" y="12700"/>
                </a:lnTo>
                <a:close/>
              </a:path>
              <a:path w="1214754" h="1297305">
                <a:moveTo>
                  <a:pt x="570407" y="12700"/>
                </a:moveTo>
                <a:lnTo>
                  <a:pt x="519607" y="12700"/>
                </a:lnTo>
                <a:lnTo>
                  <a:pt x="519607" y="0"/>
                </a:lnTo>
                <a:lnTo>
                  <a:pt x="570407" y="0"/>
                </a:lnTo>
                <a:lnTo>
                  <a:pt x="570407" y="12700"/>
                </a:lnTo>
                <a:close/>
              </a:path>
              <a:path w="1214754" h="1297305">
                <a:moveTo>
                  <a:pt x="659307" y="12700"/>
                </a:moveTo>
                <a:lnTo>
                  <a:pt x="608507" y="12700"/>
                </a:lnTo>
                <a:lnTo>
                  <a:pt x="608507" y="0"/>
                </a:lnTo>
                <a:lnTo>
                  <a:pt x="659307" y="0"/>
                </a:lnTo>
                <a:lnTo>
                  <a:pt x="659307" y="12700"/>
                </a:lnTo>
                <a:close/>
              </a:path>
              <a:path w="1214754" h="1297305">
                <a:moveTo>
                  <a:pt x="748207" y="12700"/>
                </a:moveTo>
                <a:lnTo>
                  <a:pt x="697407" y="12700"/>
                </a:lnTo>
                <a:lnTo>
                  <a:pt x="697407" y="0"/>
                </a:lnTo>
                <a:lnTo>
                  <a:pt x="748207" y="0"/>
                </a:lnTo>
                <a:lnTo>
                  <a:pt x="748207" y="12700"/>
                </a:lnTo>
                <a:close/>
              </a:path>
              <a:path w="1214754" h="1297305">
                <a:moveTo>
                  <a:pt x="837107" y="12700"/>
                </a:moveTo>
                <a:lnTo>
                  <a:pt x="786307" y="12700"/>
                </a:lnTo>
                <a:lnTo>
                  <a:pt x="786307" y="0"/>
                </a:lnTo>
                <a:lnTo>
                  <a:pt x="837107" y="0"/>
                </a:lnTo>
                <a:lnTo>
                  <a:pt x="837107" y="12700"/>
                </a:lnTo>
                <a:close/>
              </a:path>
              <a:path w="1214754" h="1297305">
                <a:moveTo>
                  <a:pt x="926007" y="12700"/>
                </a:moveTo>
                <a:lnTo>
                  <a:pt x="875207" y="12700"/>
                </a:lnTo>
                <a:lnTo>
                  <a:pt x="875207" y="0"/>
                </a:lnTo>
                <a:lnTo>
                  <a:pt x="926007" y="0"/>
                </a:lnTo>
                <a:lnTo>
                  <a:pt x="926007" y="12700"/>
                </a:lnTo>
                <a:close/>
              </a:path>
              <a:path w="1214754" h="1297305">
                <a:moveTo>
                  <a:pt x="1014666" y="12839"/>
                </a:moveTo>
                <a:lnTo>
                  <a:pt x="1012723" y="12763"/>
                </a:lnTo>
                <a:lnTo>
                  <a:pt x="1012888" y="12763"/>
                </a:lnTo>
                <a:lnTo>
                  <a:pt x="1007719" y="12700"/>
                </a:lnTo>
                <a:lnTo>
                  <a:pt x="964107" y="12700"/>
                </a:lnTo>
                <a:lnTo>
                  <a:pt x="964107" y="0"/>
                </a:lnTo>
                <a:lnTo>
                  <a:pt x="1007833" y="0"/>
                </a:lnTo>
                <a:lnTo>
                  <a:pt x="1013129" y="63"/>
                </a:lnTo>
                <a:lnTo>
                  <a:pt x="1015149" y="139"/>
                </a:lnTo>
                <a:lnTo>
                  <a:pt x="1014666" y="12839"/>
                </a:lnTo>
                <a:close/>
              </a:path>
              <a:path w="1214754" h="1297305">
                <a:moveTo>
                  <a:pt x="1093982" y="18846"/>
                </a:moveTo>
                <a:lnTo>
                  <a:pt x="1056424" y="18846"/>
                </a:lnTo>
                <a:lnTo>
                  <a:pt x="1051191" y="17640"/>
                </a:lnTo>
                <a:lnTo>
                  <a:pt x="1054049" y="5257"/>
                </a:lnTo>
                <a:lnTo>
                  <a:pt x="1059434" y="6502"/>
                </a:lnTo>
                <a:lnTo>
                  <a:pt x="1069238" y="9283"/>
                </a:lnTo>
                <a:lnTo>
                  <a:pt x="1078839" y="12534"/>
                </a:lnTo>
                <a:lnTo>
                  <a:pt x="1088224" y="16243"/>
                </a:lnTo>
                <a:lnTo>
                  <a:pt x="1093982" y="18846"/>
                </a:lnTo>
                <a:close/>
              </a:path>
              <a:path w="1214754" h="1297305">
                <a:moveTo>
                  <a:pt x="1099497" y="21462"/>
                </a:moveTo>
                <a:lnTo>
                  <a:pt x="1065618" y="21462"/>
                </a:lnTo>
                <a:lnTo>
                  <a:pt x="1056231" y="18802"/>
                </a:lnTo>
                <a:lnTo>
                  <a:pt x="1056424" y="18846"/>
                </a:lnTo>
                <a:lnTo>
                  <a:pt x="1093982" y="18846"/>
                </a:lnTo>
                <a:lnTo>
                  <a:pt x="1097381" y="20383"/>
                </a:lnTo>
                <a:lnTo>
                  <a:pt x="1099497" y="21462"/>
                </a:lnTo>
                <a:close/>
              </a:path>
              <a:path w="1214754" h="1297305">
                <a:moveTo>
                  <a:pt x="1102420" y="24523"/>
                </a:moveTo>
                <a:lnTo>
                  <a:pt x="1074605" y="24516"/>
                </a:lnTo>
                <a:lnTo>
                  <a:pt x="1074331" y="24409"/>
                </a:lnTo>
                <a:lnTo>
                  <a:pt x="1065359" y="21389"/>
                </a:lnTo>
                <a:lnTo>
                  <a:pt x="1065618" y="21462"/>
                </a:lnTo>
                <a:lnTo>
                  <a:pt x="1099497" y="21462"/>
                </a:lnTo>
                <a:lnTo>
                  <a:pt x="1103058" y="23279"/>
                </a:lnTo>
                <a:lnTo>
                  <a:pt x="1102420" y="24523"/>
                </a:lnTo>
                <a:close/>
              </a:path>
              <a:path w="1214754" h="1297305">
                <a:moveTo>
                  <a:pt x="1074602" y="24516"/>
                </a:moveTo>
                <a:lnTo>
                  <a:pt x="1074285" y="24409"/>
                </a:lnTo>
                <a:lnTo>
                  <a:pt x="1074602" y="24516"/>
                </a:lnTo>
                <a:close/>
              </a:path>
              <a:path w="1214754" h="1297305">
                <a:moveTo>
                  <a:pt x="1098646" y="31889"/>
                </a:moveTo>
                <a:lnTo>
                  <a:pt x="1092009" y="31889"/>
                </a:lnTo>
                <a:lnTo>
                  <a:pt x="1083144" y="27876"/>
                </a:lnTo>
                <a:lnTo>
                  <a:pt x="1074602" y="24516"/>
                </a:lnTo>
                <a:lnTo>
                  <a:pt x="1102420" y="24523"/>
                </a:lnTo>
                <a:lnTo>
                  <a:pt x="1098646" y="31889"/>
                </a:lnTo>
                <a:close/>
              </a:path>
              <a:path w="1214754" h="1297305">
                <a:moveTo>
                  <a:pt x="1083424" y="28003"/>
                </a:moveTo>
                <a:lnTo>
                  <a:pt x="1083102" y="27876"/>
                </a:lnTo>
                <a:lnTo>
                  <a:pt x="1083424" y="28003"/>
                </a:lnTo>
                <a:close/>
              </a:path>
              <a:path w="1214754" h="1297305">
                <a:moveTo>
                  <a:pt x="1097267" y="34582"/>
                </a:moveTo>
                <a:lnTo>
                  <a:pt x="1091954" y="31865"/>
                </a:lnTo>
                <a:lnTo>
                  <a:pt x="1098646" y="31889"/>
                </a:lnTo>
                <a:lnTo>
                  <a:pt x="1097267" y="34582"/>
                </a:lnTo>
                <a:close/>
              </a:path>
              <a:path w="1214754" h="1297305">
                <a:moveTo>
                  <a:pt x="1150301" y="57086"/>
                </a:moveTo>
                <a:lnTo>
                  <a:pt x="1131277" y="57086"/>
                </a:lnTo>
                <a:lnTo>
                  <a:pt x="1128153" y="54622"/>
                </a:lnTo>
                <a:lnTo>
                  <a:pt x="1135989" y="44640"/>
                </a:lnTo>
                <a:lnTo>
                  <a:pt x="1139240" y="47193"/>
                </a:lnTo>
                <a:lnTo>
                  <a:pt x="1146733" y="53682"/>
                </a:lnTo>
                <a:lnTo>
                  <a:pt x="1150301" y="57086"/>
                </a:lnTo>
                <a:close/>
              </a:path>
              <a:path w="1214754" h="1297305">
                <a:moveTo>
                  <a:pt x="1156441" y="63182"/>
                </a:moveTo>
                <a:lnTo>
                  <a:pt x="1138313" y="63182"/>
                </a:lnTo>
                <a:lnTo>
                  <a:pt x="1131204" y="57028"/>
                </a:lnTo>
                <a:lnTo>
                  <a:pt x="1150301" y="57086"/>
                </a:lnTo>
                <a:lnTo>
                  <a:pt x="1153909" y="60528"/>
                </a:lnTo>
                <a:lnTo>
                  <a:pt x="1156441" y="63182"/>
                </a:lnTo>
                <a:close/>
              </a:path>
              <a:path w="1214754" h="1297305">
                <a:moveTo>
                  <a:pt x="1162404" y="69608"/>
                </a:moveTo>
                <a:lnTo>
                  <a:pt x="1145044" y="69608"/>
                </a:lnTo>
                <a:lnTo>
                  <a:pt x="1138146" y="63037"/>
                </a:lnTo>
                <a:lnTo>
                  <a:pt x="1138313" y="63182"/>
                </a:lnTo>
                <a:lnTo>
                  <a:pt x="1156441" y="63182"/>
                </a:lnTo>
                <a:lnTo>
                  <a:pt x="1160754" y="67703"/>
                </a:lnTo>
                <a:lnTo>
                  <a:pt x="1162404" y="69608"/>
                </a:lnTo>
                <a:close/>
              </a:path>
              <a:path w="1214754" h="1297305">
                <a:moveTo>
                  <a:pt x="1168152" y="76352"/>
                </a:moveTo>
                <a:lnTo>
                  <a:pt x="1151458" y="76352"/>
                </a:lnTo>
                <a:lnTo>
                  <a:pt x="1144934" y="69503"/>
                </a:lnTo>
                <a:lnTo>
                  <a:pt x="1162404" y="69608"/>
                </a:lnTo>
                <a:lnTo>
                  <a:pt x="1167244" y="75196"/>
                </a:lnTo>
                <a:lnTo>
                  <a:pt x="1168152" y="76352"/>
                </a:lnTo>
                <a:close/>
              </a:path>
              <a:path w="1214754" h="1297305">
                <a:moveTo>
                  <a:pt x="1170605" y="83400"/>
                </a:moveTo>
                <a:lnTo>
                  <a:pt x="1157554" y="83400"/>
                </a:lnTo>
                <a:lnTo>
                  <a:pt x="1151399" y="76291"/>
                </a:lnTo>
                <a:lnTo>
                  <a:pt x="1168152" y="76352"/>
                </a:lnTo>
                <a:lnTo>
                  <a:pt x="1172514" y="81902"/>
                </a:lnTo>
                <a:lnTo>
                  <a:pt x="1170605" y="83400"/>
                </a:lnTo>
                <a:close/>
              </a:path>
              <a:path w="1214754" h="1297305">
                <a:moveTo>
                  <a:pt x="1162532" y="89738"/>
                </a:moveTo>
                <a:lnTo>
                  <a:pt x="1157408" y="83232"/>
                </a:lnTo>
                <a:lnTo>
                  <a:pt x="1157554" y="83400"/>
                </a:lnTo>
                <a:lnTo>
                  <a:pt x="1170605" y="83400"/>
                </a:lnTo>
                <a:lnTo>
                  <a:pt x="1162532" y="89738"/>
                </a:lnTo>
                <a:close/>
              </a:path>
              <a:path w="1214754" h="1297305">
                <a:moveTo>
                  <a:pt x="1196609" y="122707"/>
                </a:moveTo>
                <a:lnTo>
                  <a:pt x="1182687" y="122707"/>
                </a:lnTo>
                <a:lnTo>
                  <a:pt x="1181849" y="121081"/>
                </a:lnTo>
                <a:lnTo>
                  <a:pt x="1193152" y="115290"/>
                </a:lnTo>
                <a:lnTo>
                  <a:pt x="1194053" y="117055"/>
                </a:lnTo>
                <a:lnTo>
                  <a:pt x="1196609" y="122707"/>
                </a:lnTo>
                <a:close/>
              </a:path>
              <a:path w="1214754" h="1297305">
                <a:moveTo>
                  <a:pt x="1200201" y="131292"/>
                </a:moveTo>
                <a:lnTo>
                  <a:pt x="1186561" y="131292"/>
                </a:lnTo>
                <a:lnTo>
                  <a:pt x="1182579" y="122497"/>
                </a:lnTo>
                <a:lnTo>
                  <a:pt x="1182687" y="122707"/>
                </a:lnTo>
                <a:lnTo>
                  <a:pt x="1196609" y="122707"/>
                </a:lnTo>
                <a:lnTo>
                  <a:pt x="1198194" y="126212"/>
                </a:lnTo>
                <a:lnTo>
                  <a:pt x="1200201" y="131292"/>
                </a:lnTo>
                <a:close/>
              </a:path>
              <a:path w="1214754" h="1297305">
                <a:moveTo>
                  <a:pt x="1203429" y="140106"/>
                </a:moveTo>
                <a:lnTo>
                  <a:pt x="1190028" y="140106"/>
                </a:lnTo>
                <a:lnTo>
                  <a:pt x="1186434" y="131013"/>
                </a:lnTo>
                <a:lnTo>
                  <a:pt x="1186561" y="131292"/>
                </a:lnTo>
                <a:lnTo>
                  <a:pt x="1200201" y="131292"/>
                </a:lnTo>
                <a:lnTo>
                  <a:pt x="1201902" y="135597"/>
                </a:lnTo>
                <a:lnTo>
                  <a:pt x="1203429" y="140106"/>
                </a:lnTo>
                <a:close/>
              </a:path>
              <a:path w="1214754" h="1297305">
                <a:moveTo>
                  <a:pt x="1206267" y="149123"/>
                </a:moveTo>
                <a:lnTo>
                  <a:pt x="1193063" y="149123"/>
                </a:lnTo>
                <a:lnTo>
                  <a:pt x="1192974" y="148818"/>
                </a:lnTo>
                <a:lnTo>
                  <a:pt x="1189920" y="139834"/>
                </a:lnTo>
                <a:lnTo>
                  <a:pt x="1190028" y="140106"/>
                </a:lnTo>
                <a:lnTo>
                  <a:pt x="1203429" y="140106"/>
                </a:lnTo>
                <a:lnTo>
                  <a:pt x="1205153" y="145199"/>
                </a:lnTo>
                <a:lnTo>
                  <a:pt x="1206267" y="149123"/>
                </a:lnTo>
                <a:close/>
              </a:path>
              <a:path w="1214754" h="1297305">
                <a:moveTo>
                  <a:pt x="1193047" y="149077"/>
                </a:moveTo>
                <a:lnTo>
                  <a:pt x="1192960" y="148818"/>
                </a:lnTo>
                <a:lnTo>
                  <a:pt x="1193047" y="149077"/>
                </a:lnTo>
                <a:close/>
              </a:path>
              <a:path w="1214754" h="1297305">
                <a:moveTo>
                  <a:pt x="1208697" y="158318"/>
                </a:moveTo>
                <a:lnTo>
                  <a:pt x="1195666" y="158318"/>
                </a:lnTo>
                <a:lnTo>
                  <a:pt x="1193047" y="149077"/>
                </a:lnTo>
                <a:lnTo>
                  <a:pt x="1206267" y="149123"/>
                </a:lnTo>
                <a:lnTo>
                  <a:pt x="1207935" y="155003"/>
                </a:lnTo>
                <a:lnTo>
                  <a:pt x="1208697" y="158318"/>
                </a:lnTo>
                <a:close/>
              </a:path>
              <a:path w="1214754" h="1297305">
                <a:moveTo>
                  <a:pt x="1197787" y="167525"/>
                </a:moveTo>
                <a:lnTo>
                  <a:pt x="1195635" y="158207"/>
                </a:lnTo>
                <a:lnTo>
                  <a:pt x="1208697" y="158318"/>
                </a:lnTo>
                <a:lnTo>
                  <a:pt x="1210157" y="164668"/>
                </a:lnTo>
                <a:lnTo>
                  <a:pt x="1197787" y="167525"/>
                </a:lnTo>
                <a:close/>
              </a:path>
              <a:path w="1214754" h="1297305">
                <a:moveTo>
                  <a:pt x="1214437" y="254723"/>
                </a:moveTo>
                <a:lnTo>
                  <a:pt x="1201737" y="254723"/>
                </a:lnTo>
                <a:lnTo>
                  <a:pt x="1201737" y="206641"/>
                </a:lnTo>
                <a:lnTo>
                  <a:pt x="1201699" y="204000"/>
                </a:lnTo>
                <a:lnTo>
                  <a:pt x="1214399" y="203847"/>
                </a:lnTo>
                <a:lnTo>
                  <a:pt x="1214437" y="254723"/>
                </a:lnTo>
                <a:close/>
              </a:path>
              <a:path w="1214754" h="1297305">
                <a:moveTo>
                  <a:pt x="1201737" y="206730"/>
                </a:moveTo>
                <a:close/>
              </a:path>
              <a:path w="1214754" h="1297305">
                <a:moveTo>
                  <a:pt x="1214437" y="343623"/>
                </a:moveTo>
                <a:lnTo>
                  <a:pt x="1201737" y="343623"/>
                </a:lnTo>
                <a:lnTo>
                  <a:pt x="1201737" y="292823"/>
                </a:lnTo>
                <a:lnTo>
                  <a:pt x="1214437" y="292823"/>
                </a:lnTo>
                <a:lnTo>
                  <a:pt x="1214437" y="343623"/>
                </a:lnTo>
                <a:close/>
              </a:path>
              <a:path w="1214754" h="1297305">
                <a:moveTo>
                  <a:pt x="1214437" y="432523"/>
                </a:moveTo>
                <a:lnTo>
                  <a:pt x="1201737" y="432523"/>
                </a:lnTo>
                <a:lnTo>
                  <a:pt x="1201737" y="381723"/>
                </a:lnTo>
                <a:lnTo>
                  <a:pt x="1214437" y="381723"/>
                </a:lnTo>
                <a:lnTo>
                  <a:pt x="1214437" y="432523"/>
                </a:lnTo>
                <a:close/>
              </a:path>
              <a:path w="1214754" h="1297305">
                <a:moveTo>
                  <a:pt x="1214437" y="521423"/>
                </a:moveTo>
                <a:lnTo>
                  <a:pt x="1201737" y="521423"/>
                </a:lnTo>
                <a:lnTo>
                  <a:pt x="1201737" y="470623"/>
                </a:lnTo>
                <a:lnTo>
                  <a:pt x="1214437" y="470623"/>
                </a:lnTo>
                <a:lnTo>
                  <a:pt x="1214437" y="521423"/>
                </a:lnTo>
                <a:close/>
              </a:path>
              <a:path w="1214754" h="1297305">
                <a:moveTo>
                  <a:pt x="1214437" y="610323"/>
                </a:moveTo>
                <a:lnTo>
                  <a:pt x="1201737" y="610323"/>
                </a:lnTo>
                <a:lnTo>
                  <a:pt x="1201737" y="559523"/>
                </a:lnTo>
                <a:lnTo>
                  <a:pt x="1214437" y="559523"/>
                </a:lnTo>
                <a:lnTo>
                  <a:pt x="1214437" y="610323"/>
                </a:lnTo>
                <a:close/>
              </a:path>
              <a:path w="1214754" h="1297305">
                <a:moveTo>
                  <a:pt x="1214437" y="699223"/>
                </a:moveTo>
                <a:lnTo>
                  <a:pt x="1201737" y="699223"/>
                </a:lnTo>
                <a:lnTo>
                  <a:pt x="1201737" y="648423"/>
                </a:lnTo>
                <a:lnTo>
                  <a:pt x="1214437" y="648423"/>
                </a:lnTo>
                <a:lnTo>
                  <a:pt x="1214437" y="699223"/>
                </a:lnTo>
                <a:close/>
              </a:path>
              <a:path w="1214754" h="1297305">
                <a:moveTo>
                  <a:pt x="1214437" y="788123"/>
                </a:moveTo>
                <a:lnTo>
                  <a:pt x="1201737" y="788123"/>
                </a:lnTo>
                <a:lnTo>
                  <a:pt x="1201737" y="737323"/>
                </a:lnTo>
                <a:lnTo>
                  <a:pt x="1214437" y="737323"/>
                </a:lnTo>
                <a:lnTo>
                  <a:pt x="1214437" y="788123"/>
                </a:lnTo>
                <a:close/>
              </a:path>
              <a:path w="1214754" h="1297305">
                <a:moveTo>
                  <a:pt x="1214437" y="877023"/>
                </a:moveTo>
                <a:lnTo>
                  <a:pt x="1201737" y="877023"/>
                </a:lnTo>
                <a:lnTo>
                  <a:pt x="1201737" y="826223"/>
                </a:lnTo>
                <a:lnTo>
                  <a:pt x="1214437" y="826223"/>
                </a:lnTo>
                <a:lnTo>
                  <a:pt x="1214437" y="877023"/>
                </a:lnTo>
                <a:close/>
              </a:path>
              <a:path w="1214754" h="1297305">
                <a:moveTo>
                  <a:pt x="1214437" y="965923"/>
                </a:moveTo>
                <a:lnTo>
                  <a:pt x="1201737" y="965923"/>
                </a:lnTo>
                <a:lnTo>
                  <a:pt x="1201737" y="915123"/>
                </a:lnTo>
                <a:lnTo>
                  <a:pt x="1214437" y="915123"/>
                </a:lnTo>
                <a:lnTo>
                  <a:pt x="1214437" y="965923"/>
                </a:lnTo>
                <a:close/>
              </a:path>
              <a:path w="1214754" h="1297305">
                <a:moveTo>
                  <a:pt x="1214437" y="1054823"/>
                </a:moveTo>
                <a:lnTo>
                  <a:pt x="1201737" y="1054823"/>
                </a:lnTo>
                <a:lnTo>
                  <a:pt x="1201737" y="1004023"/>
                </a:lnTo>
                <a:lnTo>
                  <a:pt x="1214437" y="1004023"/>
                </a:lnTo>
                <a:lnTo>
                  <a:pt x="1214437" y="1054823"/>
                </a:lnTo>
                <a:close/>
              </a:path>
              <a:path w="1214754" h="1297305">
                <a:moveTo>
                  <a:pt x="1214376" y="1095438"/>
                </a:moveTo>
                <a:lnTo>
                  <a:pt x="1201674" y="1095438"/>
                </a:lnTo>
                <a:lnTo>
                  <a:pt x="1201699" y="1092847"/>
                </a:lnTo>
                <a:lnTo>
                  <a:pt x="1214399" y="1093000"/>
                </a:lnTo>
                <a:lnTo>
                  <a:pt x="1214376" y="1095438"/>
                </a:lnTo>
                <a:close/>
              </a:path>
              <a:path w="1214754" h="1297305">
                <a:moveTo>
                  <a:pt x="1214192" y="1100404"/>
                </a:moveTo>
                <a:lnTo>
                  <a:pt x="1201483" y="1100404"/>
                </a:lnTo>
                <a:lnTo>
                  <a:pt x="1201674" y="1095273"/>
                </a:lnTo>
                <a:lnTo>
                  <a:pt x="1201674" y="1095438"/>
                </a:lnTo>
                <a:lnTo>
                  <a:pt x="1214376" y="1095438"/>
                </a:lnTo>
                <a:lnTo>
                  <a:pt x="1214192" y="1100404"/>
                </a:lnTo>
                <a:close/>
              </a:path>
              <a:path w="1214754" h="1297305">
                <a:moveTo>
                  <a:pt x="1213895" y="1105357"/>
                </a:moveTo>
                <a:lnTo>
                  <a:pt x="1201165" y="1105357"/>
                </a:lnTo>
                <a:lnTo>
                  <a:pt x="1201178" y="1105192"/>
                </a:lnTo>
                <a:lnTo>
                  <a:pt x="1201483" y="1100251"/>
                </a:lnTo>
                <a:lnTo>
                  <a:pt x="1201483" y="1100404"/>
                </a:lnTo>
                <a:lnTo>
                  <a:pt x="1214192" y="1100404"/>
                </a:lnTo>
                <a:lnTo>
                  <a:pt x="1213895" y="1105357"/>
                </a:lnTo>
                <a:close/>
              </a:path>
              <a:path w="1214754" h="1297305">
                <a:moveTo>
                  <a:pt x="1201170" y="1105287"/>
                </a:moveTo>
                <a:close/>
              </a:path>
              <a:path w="1214754" h="1297305">
                <a:moveTo>
                  <a:pt x="1213481" y="1110259"/>
                </a:moveTo>
                <a:lnTo>
                  <a:pt x="1200734" y="1110259"/>
                </a:lnTo>
                <a:lnTo>
                  <a:pt x="1200759" y="1110018"/>
                </a:lnTo>
                <a:lnTo>
                  <a:pt x="1201170" y="1105287"/>
                </a:lnTo>
                <a:lnTo>
                  <a:pt x="1213895" y="1105357"/>
                </a:lnTo>
                <a:lnTo>
                  <a:pt x="1213840" y="1106233"/>
                </a:lnTo>
                <a:lnTo>
                  <a:pt x="1213481" y="1110259"/>
                </a:lnTo>
                <a:close/>
              </a:path>
              <a:path w="1214754" h="1297305">
                <a:moveTo>
                  <a:pt x="1200746" y="1110123"/>
                </a:moveTo>
                <a:close/>
              </a:path>
              <a:path w="1214754" h="1297305">
                <a:moveTo>
                  <a:pt x="1212285" y="1120051"/>
                </a:moveTo>
                <a:lnTo>
                  <a:pt x="1199476" y="1120051"/>
                </a:lnTo>
                <a:lnTo>
                  <a:pt x="1199527" y="1119733"/>
                </a:lnTo>
                <a:lnTo>
                  <a:pt x="1200746" y="1110123"/>
                </a:lnTo>
                <a:lnTo>
                  <a:pt x="1200734" y="1110259"/>
                </a:lnTo>
                <a:lnTo>
                  <a:pt x="1213481" y="1110259"/>
                </a:lnTo>
                <a:lnTo>
                  <a:pt x="1213370" y="1111504"/>
                </a:lnTo>
                <a:lnTo>
                  <a:pt x="1212285" y="1120051"/>
                </a:lnTo>
                <a:close/>
              </a:path>
              <a:path w="1214754" h="1297305">
                <a:moveTo>
                  <a:pt x="1199492" y="1119932"/>
                </a:moveTo>
                <a:lnTo>
                  <a:pt x="1199517" y="1119733"/>
                </a:lnTo>
                <a:lnTo>
                  <a:pt x="1199492" y="1119932"/>
                </a:lnTo>
                <a:close/>
              </a:path>
              <a:path w="1214754" h="1297305">
                <a:moveTo>
                  <a:pt x="1210674" y="1129588"/>
                </a:moveTo>
                <a:lnTo>
                  <a:pt x="1197762" y="1129588"/>
                </a:lnTo>
                <a:lnTo>
                  <a:pt x="1197825" y="1129283"/>
                </a:lnTo>
                <a:lnTo>
                  <a:pt x="1199492" y="1119932"/>
                </a:lnTo>
                <a:lnTo>
                  <a:pt x="1212285" y="1120051"/>
                </a:lnTo>
                <a:lnTo>
                  <a:pt x="1212062" y="1121803"/>
                </a:lnTo>
                <a:lnTo>
                  <a:pt x="1210674" y="1129588"/>
                </a:lnTo>
                <a:close/>
              </a:path>
              <a:path w="1214754" h="1297305">
                <a:moveTo>
                  <a:pt x="1197786" y="1129456"/>
                </a:moveTo>
                <a:lnTo>
                  <a:pt x="1197816" y="1129283"/>
                </a:lnTo>
                <a:lnTo>
                  <a:pt x="1197786" y="1129456"/>
                </a:lnTo>
                <a:close/>
              </a:path>
              <a:path w="1214754" h="1297305">
                <a:moveTo>
                  <a:pt x="1208631" y="1138974"/>
                </a:moveTo>
                <a:lnTo>
                  <a:pt x="1195590" y="1138974"/>
                </a:lnTo>
                <a:lnTo>
                  <a:pt x="1195666" y="1138669"/>
                </a:lnTo>
                <a:lnTo>
                  <a:pt x="1197786" y="1129456"/>
                </a:lnTo>
                <a:lnTo>
                  <a:pt x="1197762" y="1129588"/>
                </a:lnTo>
                <a:lnTo>
                  <a:pt x="1210674" y="1129588"/>
                </a:lnTo>
                <a:lnTo>
                  <a:pt x="1210246" y="1131989"/>
                </a:lnTo>
                <a:lnTo>
                  <a:pt x="1208631" y="1138974"/>
                </a:lnTo>
                <a:close/>
              </a:path>
              <a:path w="1214754" h="1297305">
                <a:moveTo>
                  <a:pt x="1195635" y="1138781"/>
                </a:moveTo>
                <a:close/>
              </a:path>
              <a:path w="1214754" h="1297305">
                <a:moveTo>
                  <a:pt x="1207122" y="1144828"/>
                </a:moveTo>
                <a:lnTo>
                  <a:pt x="1194904" y="1141361"/>
                </a:lnTo>
                <a:lnTo>
                  <a:pt x="1195635" y="1138781"/>
                </a:lnTo>
                <a:lnTo>
                  <a:pt x="1195590" y="1138974"/>
                </a:lnTo>
                <a:lnTo>
                  <a:pt x="1208631" y="1138974"/>
                </a:lnTo>
                <a:lnTo>
                  <a:pt x="1207935" y="1141983"/>
                </a:lnTo>
                <a:lnTo>
                  <a:pt x="1207122" y="1144828"/>
                </a:lnTo>
                <a:close/>
              </a:path>
              <a:path w="1214754" h="1297305">
                <a:moveTo>
                  <a:pt x="1192537" y="1182916"/>
                </a:moveTo>
                <a:lnTo>
                  <a:pt x="1178255" y="1182916"/>
                </a:lnTo>
                <a:lnTo>
                  <a:pt x="1178407" y="1182649"/>
                </a:lnTo>
                <a:lnTo>
                  <a:pt x="1181925" y="1175778"/>
                </a:lnTo>
                <a:lnTo>
                  <a:pt x="1193228" y="1181569"/>
                </a:lnTo>
                <a:lnTo>
                  <a:pt x="1192537" y="1182916"/>
                </a:lnTo>
                <a:close/>
              </a:path>
              <a:path w="1214754" h="1297305">
                <a:moveTo>
                  <a:pt x="1178263" y="1182900"/>
                </a:moveTo>
                <a:lnTo>
                  <a:pt x="1178392" y="1182649"/>
                </a:lnTo>
                <a:lnTo>
                  <a:pt x="1178263" y="1182900"/>
                </a:lnTo>
                <a:close/>
              </a:path>
              <a:path w="1214754" h="1297305">
                <a:moveTo>
                  <a:pt x="1188229" y="1191044"/>
                </a:moveTo>
                <a:lnTo>
                  <a:pt x="1173581" y="1191044"/>
                </a:lnTo>
                <a:lnTo>
                  <a:pt x="1173746" y="1190777"/>
                </a:lnTo>
                <a:lnTo>
                  <a:pt x="1178263" y="1182900"/>
                </a:lnTo>
                <a:lnTo>
                  <a:pt x="1192537" y="1182916"/>
                </a:lnTo>
                <a:lnTo>
                  <a:pt x="1189494" y="1188847"/>
                </a:lnTo>
                <a:lnTo>
                  <a:pt x="1188229" y="1191044"/>
                </a:lnTo>
                <a:close/>
              </a:path>
              <a:path w="1214754" h="1297305">
                <a:moveTo>
                  <a:pt x="1173631" y="1190956"/>
                </a:moveTo>
                <a:lnTo>
                  <a:pt x="1173734" y="1190777"/>
                </a:lnTo>
                <a:lnTo>
                  <a:pt x="1173631" y="1190956"/>
                </a:lnTo>
                <a:close/>
              </a:path>
              <a:path w="1214754" h="1297305">
                <a:moveTo>
                  <a:pt x="1183614" y="1198905"/>
                </a:moveTo>
                <a:lnTo>
                  <a:pt x="1168539" y="1198905"/>
                </a:lnTo>
                <a:lnTo>
                  <a:pt x="1168704" y="1198651"/>
                </a:lnTo>
                <a:lnTo>
                  <a:pt x="1173631" y="1190956"/>
                </a:lnTo>
                <a:lnTo>
                  <a:pt x="1188229" y="1191044"/>
                </a:lnTo>
                <a:lnTo>
                  <a:pt x="1184516" y="1197495"/>
                </a:lnTo>
                <a:lnTo>
                  <a:pt x="1183614" y="1198905"/>
                </a:lnTo>
                <a:close/>
              </a:path>
              <a:path w="1214754" h="1297305">
                <a:moveTo>
                  <a:pt x="1168681" y="1198684"/>
                </a:moveTo>
                <a:close/>
              </a:path>
              <a:path w="1214754" h="1297305">
                <a:moveTo>
                  <a:pt x="1173487" y="1213827"/>
                </a:moveTo>
                <a:lnTo>
                  <a:pt x="1157351" y="1213827"/>
                </a:lnTo>
                <a:lnTo>
                  <a:pt x="1157554" y="1213586"/>
                </a:lnTo>
                <a:lnTo>
                  <a:pt x="1163307" y="1206258"/>
                </a:lnTo>
                <a:lnTo>
                  <a:pt x="1168681" y="1198684"/>
                </a:lnTo>
                <a:lnTo>
                  <a:pt x="1168539" y="1198905"/>
                </a:lnTo>
                <a:lnTo>
                  <a:pt x="1183614" y="1198905"/>
                </a:lnTo>
                <a:lnTo>
                  <a:pt x="1179144" y="1205890"/>
                </a:lnTo>
                <a:lnTo>
                  <a:pt x="1173487" y="1213827"/>
                </a:lnTo>
                <a:close/>
              </a:path>
              <a:path w="1214754" h="1297305">
                <a:moveTo>
                  <a:pt x="1163116" y="1206500"/>
                </a:moveTo>
                <a:lnTo>
                  <a:pt x="1163288" y="1206258"/>
                </a:lnTo>
                <a:lnTo>
                  <a:pt x="1163116" y="1206500"/>
                </a:lnTo>
                <a:close/>
              </a:path>
              <a:path w="1214754" h="1297305">
                <a:moveTo>
                  <a:pt x="1157404" y="1213759"/>
                </a:moveTo>
                <a:lnTo>
                  <a:pt x="1157540" y="1213586"/>
                </a:lnTo>
                <a:lnTo>
                  <a:pt x="1157404" y="1213759"/>
                </a:lnTo>
                <a:close/>
              </a:path>
              <a:path w="1214754" h="1297305">
                <a:moveTo>
                  <a:pt x="1164412" y="1225067"/>
                </a:moveTo>
                <a:lnTo>
                  <a:pt x="1154811" y="1216761"/>
                </a:lnTo>
                <a:lnTo>
                  <a:pt x="1157404" y="1213759"/>
                </a:lnTo>
                <a:lnTo>
                  <a:pt x="1173487" y="1213827"/>
                </a:lnTo>
                <a:lnTo>
                  <a:pt x="1167244" y="1221790"/>
                </a:lnTo>
                <a:lnTo>
                  <a:pt x="1164412" y="1225067"/>
                </a:lnTo>
                <a:close/>
              </a:path>
              <a:path w="1214754" h="1297305">
                <a:moveTo>
                  <a:pt x="1131071" y="1245857"/>
                </a:moveTo>
                <a:lnTo>
                  <a:pt x="1123708" y="1245857"/>
                </a:lnTo>
                <a:lnTo>
                  <a:pt x="1128255" y="1242275"/>
                </a:lnTo>
                <a:lnTo>
                  <a:pt x="1131071" y="1245857"/>
                </a:lnTo>
                <a:close/>
              </a:path>
              <a:path w="1214754" h="1297305">
                <a:moveTo>
                  <a:pt x="1135315" y="1251254"/>
                </a:moveTo>
                <a:lnTo>
                  <a:pt x="1116101" y="1251254"/>
                </a:lnTo>
                <a:lnTo>
                  <a:pt x="1116355" y="1251089"/>
                </a:lnTo>
                <a:lnTo>
                  <a:pt x="1123950" y="1245666"/>
                </a:lnTo>
                <a:lnTo>
                  <a:pt x="1123708" y="1245857"/>
                </a:lnTo>
                <a:lnTo>
                  <a:pt x="1131071" y="1245857"/>
                </a:lnTo>
                <a:lnTo>
                  <a:pt x="1135315" y="1251254"/>
                </a:lnTo>
                <a:close/>
              </a:path>
              <a:path w="1214754" h="1297305">
                <a:moveTo>
                  <a:pt x="1116134" y="1251231"/>
                </a:moveTo>
                <a:lnTo>
                  <a:pt x="1116333" y="1251089"/>
                </a:lnTo>
                <a:lnTo>
                  <a:pt x="1116134" y="1251231"/>
                </a:lnTo>
                <a:close/>
              </a:path>
              <a:path w="1214754" h="1297305">
                <a:moveTo>
                  <a:pt x="1130913" y="1256296"/>
                </a:moveTo>
                <a:lnTo>
                  <a:pt x="1108227" y="1256296"/>
                </a:lnTo>
                <a:lnTo>
                  <a:pt x="1108494" y="1256131"/>
                </a:lnTo>
                <a:lnTo>
                  <a:pt x="1116134" y="1251231"/>
                </a:lnTo>
                <a:lnTo>
                  <a:pt x="1135315" y="1251254"/>
                </a:lnTo>
                <a:lnTo>
                  <a:pt x="1136103" y="1252258"/>
                </a:lnTo>
                <a:lnTo>
                  <a:pt x="1131430" y="1255928"/>
                </a:lnTo>
                <a:lnTo>
                  <a:pt x="1130913" y="1256296"/>
                </a:lnTo>
                <a:close/>
              </a:path>
              <a:path w="1214754" h="1297305">
                <a:moveTo>
                  <a:pt x="1108406" y="1256181"/>
                </a:moveTo>
                <a:close/>
              </a:path>
              <a:path w="1214754" h="1297305">
                <a:moveTo>
                  <a:pt x="1124373" y="1260957"/>
                </a:moveTo>
                <a:lnTo>
                  <a:pt x="1100099" y="1260957"/>
                </a:lnTo>
                <a:lnTo>
                  <a:pt x="1100366" y="1260805"/>
                </a:lnTo>
                <a:lnTo>
                  <a:pt x="1108406" y="1256181"/>
                </a:lnTo>
                <a:lnTo>
                  <a:pt x="1108227" y="1256296"/>
                </a:lnTo>
                <a:lnTo>
                  <a:pt x="1130913" y="1256296"/>
                </a:lnTo>
                <a:lnTo>
                  <a:pt x="1124373" y="1260957"/>
                </a:lnTo>
                <a:close/>
              </a:path>
              <a:path w="1214754" h="1297305">
                <a:moveTo>
                  <a:pt x="1100351" y="1260812"/>
                </a:moveTo>
                <a:close/>
              </a:path>
              <a:path w="1214754" h="1297305">
                <a:moveTo>
                  <a:pt x="1117803" y="1265237"/>
                </a:moveTo>
                <a:lnTo>
                  <a:pt x="1091730" y="1265237"/>
                </a:lnTo>
                <a:lnTo>
                  <a:pt x="1092009" y="1265097"/>
                </a:lnTo>
                <a:lnTo>
                  <a:pt x="1100351" y="1260812"/>
                </a:lnTo>
                <a:lnTo>
                  <a:pt x="1100099" y="1260957"/>
                </a:lnTo>
                <a:lnTo>
                  <a:pt x="1124373" y="1260957"/>
                </a:lnTo>
                <a:lnTo>
                  <a:pt x="1123340" y="1261694"/>
                </a:lnTo>
                <a:lnTo>
                  <a:pt x="1117803" y="1265237"/>
                </a:lnTo>
                <a:close/>
              </a:path>
              <a:path w="1214754" h="1297305">
                <a:moveTo>
                  <a:pt x="1091948" y="1265125"/>
                </a:moveTo>
                <a:close/>
              </a:path>
              <a:path w="1214754" h="1297305">
                <a:moveTo>
                  <a:pt x="1091463" y="1279283"/>
                </a:moveTo>
                <a:lnTo>
                  <a:pt x="1086230" y="1267714"/>
                </a:lnTo>
                <a:lnTo>
                  <a:pt x="1091948" y="1265125"/>
                </a:lnTo>
                <a:lnTo>
                  <a:pt x="1091730" y="1265237"/>
                </a:lnTo>
                <a:lnTo>
                  <a:pt x="1117803" y="1265237"/>
                </a:lnTo>
                <a:lnTo>
                  <a:pt x="1114945" y="1267066"/>
                </a:lnTo>
                <a:lnTo>
                  <a:pt x="1106297" y="1272044"/>
                </a:lnTo>
                <a:lnTo>
                  <a:pt x="1097381" y="1276604"/>
                </a:lnTo>
                <a:lnTo>
                  <a:pt x="1091463" y="1279283"/>
                </a:lnTo>
                <a:close/>
              </a:path>
              <a:path w="1214754" h="1297305">
                <a:moveTo>
                  <a:pt x="1051574" y="1280375"/>
                </a:moveTo>
                <a:lnTo>
                  <a:pt x="1046734" y="1280375"/>
                </a:lnTo>
                <a:lnTo>
                  <a:pt x="1047038" y="1280312"/>
                </a:lnTo>
                <a:lnTo>
                  <a:pt x="1051331" y="1279321"/>
                </a:lnTo>
                <a:lnTo>
                  <a:pt x="1051574" y="1280375"/>
                </a:lnTo>
                <a:close/>
              </a:path>
              <a:path w="1214754" h="1297305">
                <a:moveTo>
                  <a:pt x="1046911" y="1280335"/>
                </a:moveTo>
                <a:lnTo>
                  <a:pt x="1047038" y="1280312"/>
                </a:lnTo>
                <a:lnTo>
                  <a:pt x="1046911" y="1280335"/>
                </a:lnTo>
                <a:close/>
              </a:path>
              <a:path w="1214754" h="1297305">
                <a:moveTo>
                  <a:pt x="1051968" y="1282077"/>
                </a:moveTo>
                <a:lnTo>
                  <a:pt x="1037183" y="1282077"/>
                </a:lnTo>
                <a:lnTo>
                  <a:pt x="1037501" y="1282026"/>
                </a:lnTo>
                <a:lnTo>
                  <a:pt x="1046911" y="1280335"/>
                </a:lnTo>
                <a:lnTo>
                  <a:pt x="1046734" y="1280375"/>
                </a:lnTo>
                <a:lnTo>
                  <a:pt x="1051574" y="1280375"/>
                </a:lnTo>
                <a:lnTo>
                  <a:pt x="1051968" y="1282077"/>
                </a:lnTo>
                <a:close/>
              </a:path>
              <a:path w="1214754" h="1297305">
                <a:moveTo>
                  <a:pt x="1037382" y="1282042"/>
                </a:moveTo>
                <a:close/>
              </a:path>
              <a:path w="1214754" h="1297305">
                <a:moveTo>
                  <a:pt x="1052252" y="1283309"/>
                </a:moveTo>
                <a:lnTo>
                  <a:pt x="1027468" y="1283309"/>
                </a:lnTo>
                <a:lnTo>
                  <a:pt x="1027709" y="1283284"/>
                </a:lnTo>
                <a:lnTo>
                  <a:pt x="1037382" y="1282042"/>
                </a:lnTo>
                <a:lnTo>
                  <a:pt x="1037183" y="1282077"/>
                </a:lnTo>
                <a:lnTo>
                  <a:pt x="1051968" y="1282077"/>
                </a:lnTo>
                <a:lnTo>
                  <a:pt x="1052252" y="1283309"/>
                </a:lnTo>
                <a:close/>
              </a:path>
              <a:path w="1214754" h="1297305">
                <a:moveTo>
                  <a:pt x="1027573" y="1283296"/>
                </a:moveTo>
                <a:lnTo>
                  <a:pt x="1027709" y="1283284"/>
                </a:lnTo>
                <a:lnTo>
                  <a:pt x="1027573" y="1283296"/>
                </a:lnTo>
                <a:close/>
              </a:path>
              <a:path w="1214754" h="1297305">
                <a:moveTo>
                  <a:pt x="1052349" y="1283728"/>
                </a:moveTo>
                <a:lnTo>
                  <a:pt x="1022642" y="1283728"/>
                </a:lnTo>
                <a:lnTo>
                  <a:pt x="1022807" y="1283716"/>
                </a:lnTo>
                <a:lnTo>
                  <a:pt x="1027573" y="1283296"/>
                </a:lnTo>
                <a:lnTo>
                  <a:pt x="1052252" y="1283309"/>
                </a:lnTo>
                <a:lnTo>
                  <a:pt x="1052349" y="1283728"/>
                </a:lnTo>
                <a:close/>
              </a:path>
              <a:path w="1214754" h="1297305">
                <a:moveTo>
                  <a:pt x="1022737" y="1283720"/>
                </a:moveTo>
                <a:close/>
              </a:path>
              <a:path w="1214754" h="1297305">
                <a:moveTo>
                  <a:pt x="1007833" y="1296987"/>
                </a:moveTo>
                <a:lnTo>
                  <a:pt x="1002347" y="1296987"/>
                </a:lnTo>
                <a:lnTo>
                  <a:pt x="1002347" y="1284287"/>
                </a:lnTo>
                <a:lnTo>
                  <a:pt x="1007719" y="1284287"/>
                </a:lnTo>
                <a:lnTo>
                  <a:pt x="1012888" y="1284224"/>
                </a:lnTo>
                <a:lnTo>
                  <a:pt x="1012723" y="1284224"/>
                </a:lnTo>
                <a:lnTo>
                  <a:pt x="1017854" y="1284033"/>
                </a:lnTo>
                <a:lnTo>
                  <a:pt x="1017701" y="1284033"/>
                </a:lnTo>
                <a:lnTo>
                  <a:pt x="1022737" y="1283720"/>
                </a:lnTo>
                <a:lnTo>
                  <a:pt x="1052349" y="1283728"/>
                </a:lnTo>
                <a:lnTo>
                  <a:pt x="1013129" y="1296924"/>
                </a:lnTo>
                <a:lnTo>
                  <a:pt x="1007833" y="1296987"/>
                </a:lnTo>
                <a:close/>
              </a:path>
              <a:path w="1214754" h="1297305">
                <a:moveTo>
                  <a:pt x="964247" y="1296987"/>
                </a:moveTo>
                <a:lnTo>
                  <a:pt x="913447" y="1296987"/>
                </a:lnTo>
                <a:lnTo>
                  <a:pt x="913447" y="1284287"/>
                </a:lnTo>
                <a:lnTo>
                  <a:pt x="964247" y="1284287"/>
                </a:lnTo>
                <a:lnTo>
                  <a:pt x="964247" y="1296987"/>
                </a:lnTo>
                <a:close/>
              </a:path>
              <a:path w="1214754" h="1297305">
                <a:moveTo>
                  <a:pt x="875347" y="1296987"/>
                </a:moveTo>
                <a:lnTo>
                  <a:pt x="824547" y="1296987"/>
                </a:lnTo>
                <a:lnTo>
                  <a:pt x="824547" y="1284287"/>
                </a:lnTo>
                <a:lnTo>
                  <a:pt x="875347" y="1284287"/>
                </a:lnTo>
                <a:lnTo>
                  <a:pt x="875347" y="1296987"/>
                </a:lnTo>
                <a:close/>
              </a:path>
              <a:path w="1214754" h="1297305">
                <a:moveTo>
                  <a:pt x="786447" y="1296987"/>
                </a:moveTo>
                <a:lnTo>
                  <a:pt x="735647" y="1296987"/>
                </a:lnTo>
                <a:lnTo>
                  <a:pt x="735647" y="1284287"/>
                </a:lnTo>
                <a:lnTo>
                  <a:pt x="786447" y="1284287"/>
                </a:lnTo>
                <a:lnTo>
                  <a:pt x="786447" y="1296987"/>
                </a:lnTo>
                <a:close/>
              </a:path>
              <a:path w="1214754" h="1297305">
                <a:moveTo>
                  <a:pt x="697547" y="1296987"/>
                </a:moveTo>
                <a:lnTo>
                  <a:pt x="646747" y="1296987"/>
                </a:lnTo>
                <a:lnTo>
                  <a:pt x="646747" y="1284287"/>
                </a:lnTo>
                <a:lnTo>
                  <a:pt x="697547" y="1284287"/>
                </a:lnTo>
                <a:lnTo>
                  <a:pt x="697547" y="1296987"/>
                </a:lnTo>
                <a:close/>
              </a:path>
              <a:path w="1214754" h="1297305">
                <a:moveTo>
                  <a:pt x="608647" y="1296987"/>
                </a:moveTo>
                <a:lnTo>
                  <a:pt x="557847" y="1296987"/>
                </a:lnTo>
                <a:lnTo>
                  <a:pt x="557847" y="1284287"/>
                </a:lnTo>
                <a:lnTo>
                  <a:pt x="608647" y="1284287"/>
                </a:lnTo>
                <a:lnTo>
                  <a:pt x="608647" y="1296987"/>
                </a:lnTo>
                <a:close/>
              </a:path>
              <a:path w="1214754" h="1297305">
                <a:moveTo>
                  <a:pt x="519747" y="1296987"/>
                </a:moveTo>
                <a:lnTo>
                  <a:pt x="468947" y="1296987"/>
                </a:lnTo>
                <a:lnTo>
                  <a:pt x="468947" y="1284287"/>
                </a:lnTo>
                <a:lnTo>
                  <a:pt x="519747" y="1284287"/>
                </a:lnTo>
                <a:lnTo>
                  <a:pt x="519747" y="1296987"/>
                </a:lnTo>
                <a:close/>
              </a:path>
              <a:path w="1214754" h="1297305">
                <a:moveTo>
                  <a:pt x="430847" y="1296987"/>
                </a:moveTo>
                <a:lnTo>
                  <a:pt x="380047" y="1296987"/>
                </a:lnTo>
                <a:lnTo>
                  <a:pt x="380047" y="1284287"/>
                </a:lnTo>
                <a:lnTo>
                  <a:pt x="430847" y="1284287"/>
                </a:lnTo>
                <a:lnTo>
                  <a:pt x="430847" y="1296987"/>
                </a:lnTo>
                <a:close/>
              </a:path>
              <a:path w="1214754" h="1297305">
                <a:moveTo>
                  <a:pt x="341947" y="1296987"/>
                </a:moveTo>
                <a:lnTo>
                  <a:pt x="291147" y="1296987"/>
                </a:lnTo>
                <a:lnTo>
                  <a:pt x="291147" y="1284287"/>
                </a:lnTo>
                <a:lnTo>
                  <a:pt x="341947" y="1284287"/>
                </a:lnTo>
                <a:lnTo>
                  <a:pt x="341947" y="1296987"/>
                </a:lnTo>
                <a:close/>
              </a:path>
              <a:path w="1214754" h="1297305">
                <a:moveTo>
                  <a:pt x="253047" y="1296987"/>
                </a:moveTo>
                <a:lnTo>
                  <a:pt x="206603" y="1296987"/>
                </a:lnTo>
                <a:lnTo>
                  <a:pt x="202171" y="1296936"/>
                </a:lnTo>
                <a:lnTo>
                  <a:pt x="202336" y="1284236"/>
                </a:lnTo>
                <a:lnTo>
                  <a:pt x="206717" y="1284287"/>
                </a:lnTo>
                <a:lnTo>
                  <a:pt x="253047" y="1284287"/>
                </a:lnTo>
                <a:lnTo>
                  <a:pt x="253047" y="1296987"/>
                </a:lnTo>
                <a:close/>
              </a:path>
              <a:path w="1214754" h="1297305">
                <a:moveTo>
                  <a:pt x="163042" y="1292339"/>
                </a:moveTo>
                <a:lnTo>
                  <a:pt x="126212" y="1280744"/>
                </a:lnTo>
                <a:lnTo>
                  <a:pt x="113804" y="1274940"/>
                </a:lnTo>
                <a:lnTo>
                  <a:pt x="119595" y="1263637"/>
                </a:lnTo>
                <a:lnTo>
                  <a:pt x="122435" y="1265097"/>
                </a:lnTo>
                <a:lnTo>
                  <a:pt x="131292" y="1269111"/>
                </a:lnTo>
                <a:lnTo>
                  <a:pt x="139817" y="1272463"/>
                </a:lnTo>
                <a:lnTo>
                  <a:pt x="140106" y="1272578"/>
                </a:lnTo>
                <a:lnTo>
                  <a:pt x="148860" y="1275524"/>
                </a:lnTo>
                <a:lnTo>
                  <a:pt x="158049" y="1278140"/>
                </a:lnTo>
                <a:lnTo>
                  <a:pt x="165900" y="1279969"/>
                </a:lnTo>
                <a:lnTo>
                  <a:pt x="163042" y="1292339"/>
                </a:lnTo>
                <a:close/>
              </a:path>
              <a:path w="1214754" h="1297305">
                <a:moveTo>
                  <a:pt x="131334" y="1269111"/>
                </a:moveTo>
                <a:lnTo>
                  <a:pt x="131013" y="1268983"/>
                </a:lnTo>
                <a:lnTo>
                  <a:pt x="131334" y="1269111"/>
                </a:lnTo>
                <a:close/>
              </a:path>
              <a:path w="1214754" h="1297305">
                <a:moveTo>
                  <a:pt x="140152" y="1272578"/>
                </a:moveTo>
                <a:lnTo>
                  <a:pt x="139834" y="1272470"/>
                </a:lnTo>
                <a:lnTo>
                  <a:pt x="140152" y="1272578"/>
                </a:lnTo>
                <a:close/>
              </a:path>
              <a:path w="1214754" h="1297305">
                <a:moveTo>
                  <a:pt x="80581" y="1254036"/>
                </a:moveTo>
                <a:lnTo>
                  <a:pt x="47193" y="1221790"/>
                </a:lnTo>
                <a:lnTo>
                  <a:pt x="43599" y="1217231"/>
                </a:lnTo>
                <a:lnTo>
                  <a:pt x="53594" y="1209382"/>
                </a:lnTo>
                <a:lnTo>
                  <a:pt x="56896" y="1213586"/>
                </a:lnTo>
                <a:lnTo>
                  <a:pt x="62984" y="1220635"/>
                </a:lnTo>
                <a:lnTo>
                  <a:pt x="69403" y="1227378"/>
                </a:lnTo>
                <a:lnTo>
                  <a:pt x="76139" y="1233805"/>
                </a:lnTo>
                <a:lnTo>
                  <a:pt x="83166" y="1239901"/>
                </a:lnTo>
                <a:lnTo>
                  <a:pt x="88430" y="1244041"/>
                </a:lnTo>
                <a:lnTo>
                  <a:pt x="80581" y="1254036"/>
                </a:lnTo>
                <a:close/>
              </a:path>
              <a:path w="1214754" h="1297305">
                <a:moveTo>
                  <a:pt x="22517" y="1184122"/>
                </a:moveTo>
                <a:lnTo>
                  <a:pt x="6502" y="1141983"/>
                </a:lnTo>
                <a:lnTo>
                  <a:pt x="4889" y="1134973"/>
                </a:lnTo>
                <a:lnTo>
                  <a:pt x="17259" y="1132116"/>
                </a:lnTo>
                <a:lnTo>
                  <a:pt x="18776" y="1138669"/>
                </a:lnTo>
                <a:lnTo>
                  <a:pt x="21376" y="1147864"/>
                </a:lnTo>
                <a:lnTo>
                  <a:pt x="24424" y="1156881"/>
                </a:lnTo>
                <a:lnTo>
                  <a:pt x="27893" y="1165694"/>
                </a:lnTo>
                <a:lnTo>
                  <a:pt x="31763" y="1174280"/>
                </a:lnTo>
                <a:lnTo>
                  <a:pt x="33820" y="1178331"/>
                </a:lnTo>
                <a:lnTo>
                  <a:pt x="22517" y="1184122"/>
                </a:lnTo>
                <a:close/>
              </a:path>
              <a:path w="1214754" h="1297305">
                <a:moveTo>
                  <a:pt x="21477" y="1148168"/>
                </a:moveTo>
                <a:lnTo>
                  <a:pt x="21389" y="1147909"/>
                </a:lnTo>
                <a:lnTo>
                  <a:pt x="21477" y="1148168"/>
                </a:lnTo>
                <a:close/>
              </a:path>
              <a:path w="1214754" h="1297305">
                <a:moveTo>
                  <a:pt x="24516" y="1157152"/>
                </a:moveTo>
                <a:lnTo>
                  <a:pt x="24409" y="1156881"/>
                </a:lnTo>
                <a:lnTo>
                  <a:pt x="24516" y="1157152"/>
                </a:lnTo>
                <a:close/>
              </a:path>
              <a:path w="1214754" h="1297305">
                <a:moveTo>
                  <a:pt x="28003" y="1165974"/>
                </a:moveTo>
                <a:lnTo>
                  <a:pt x="27876" y="1165694"/>
                </a:lnTo>
                <a:lnTo>
                  <a:pt x="28003" y="11659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101012" y="1398587"/>
            <a:ext cx="1214755" cy="1297305"/>
          </a:xfrm>
          <a:custGeom>
            <a:avLst/>
            <a:gdLst/>
            <a:ahLst/>
            <a:cxnLst/>
            <a:rect l="l" t="t" r="r" b="b"/>
            <a:pathLst>
              <a:path w="1214754" h="1297305">
                <a:moveTo>
                  <a:pt x="6350" y="1090345"/>
                </a:moveTo>
                <a:lnTo>
                  <a:pt x="0" y="1090345"/>
                </a:lnTo>
                <a:lnTo>
                  <a:pt x="0" y="1039545"/>
                </a:lnTo>
                <a:lnTo>
                  <a:pt x="12700" y="1039545"/>
                </a:lnTo>
                <a:lnTo>
                  <a:pt x="12700" y="1090269"/>
                </a:lnTo>
                <a:lnTo>
                  <a:pt x="6350" y="1090345"/>
                </a:lnTo>
                <a:close/>
              </a:path>
              <a:path w="1214754" h="1297305">
                <a:moveTo>
                  <a:pt x="76" y="1096022"/>
                </a:moveTo>
                <a:lnTo>
                  <a:pt x="0" y="1090422"/>
                </a:lnTo>
                <a:lnTo>
                  <a:pt x="12700" y="1090269"/>
                </a:lnTo>
                <a:lnTo>
                  <a:pt x="12776" y="1095540"/>
                </a:lnTo>
                <a:lnTo>
                  <a:pt x="76" y="1096022"/>
                </a:lnTo>
                <a:close/>
              </a:path>
              <a:path w="1214754" h="1297305">
                <a:moveTo>
                  <a:pt x="12700" y="1090345"/>
                </a:moveTo>
                <a:close/>
              </a:path>
              <a:path w="1214754" h="1297305">
                <a:moveTo>
                  <a:pt x="12771" y="1095438"/>
                </a:moveTo>
                <a:lnTo>
                  <a:pt x="12763" y="1095273"/>
                </a:lnTo>
                <a:lnTo>
                  <a:pt x="12771" y="1095438"/>
                </a:lnTo>
                <a:close/>
              </a:path>
              <a:path w="1214754" h="1297305">
                <a:moveTo>
                  <a:pt x="12700" y="1001445"/>
                </a:moveTo>
                <a:lnTo>
                  <a:pt x="0" y="1001445"/>
                </a:lnTo>
                <a:lnTo>
                  <a:pt x="0" y="950645"/>
                </a:lnTo>
                <a:lnTo>
                  <a:pt x="12700" y="950645"/>
                </a:lnTo>
                <a:lnTo>
                  <a:pt x="12700" y="1001445"/>
                </a:lnTo>
                <a:close/>
              </a:path>
              <a:path w="1214754" h="1297305">
                <a:moveTo>
                  <a:pt x="12700" y="912545"/>
                </a:moveTo>
                <a:lnTo>
                  <a:pt x="0" y="912545"/>
                </a:lnTo>
                <a:lnTo>
                  <a:pt x="0" y="861745"/>
                </a:lnTo>
                <a:lnTo>
                  <a:pt x="12700" y="861745"/>
                </a:lnTo>
                <a:lnTo>
                  <a:pt x="12700" y="912545"/>
                </a:lnTo>
                <a:close/>
              </a:path>
              <a:path w="1214754" h="1297305">
                <a:moveTo>
                  <a:pt x="12700" y="823645"/>
                </a:moveTo>
                <a:lnTo>
                  <a:pt x="0" y="823645"/>
                </a:lnTo>
                <a:lnTo>
                  <a:pt x="0" y="772845"/>
                </a:lnTo>
                <a:lnTo>
                  <a:pt x="12700" y="772845"/>
                </a:lnTo>
                <a:lnTo>
                  <a:pt x="12700" y="823645"/>
                </a:lnTo>
                <a:close/>
              </a:path>
              <a:path w="1214754" h="1297305">
                <a:moveTo>
                  <a:pt x="12700" y="734745"/>
                </a:moveTo>
                <a:lnTo>
                  <a:pt x="0" y="734745"/>
                </a:lnTo>
                <a:lnTo>
                  <a:pt x="0" y="683945"/>
                </a:lnTo>
                <a:lnTo>
                  <a:pt x="12700" y="683945"/>
                </a:lnTo>
                <a:lnTo>
                  <a:pt x="12700" y="734745"/>
                </a:lnTo>
                <a:close/>
              </a:path>
              <a:path w="1214754" h="1297305">
                <a:moveTo>
                  <a:pt x="12700" y="645845"/>
                </a:moveTo>
                <a:lnTo>
                  <a:pt x="0" y="645845"/>
                </a:lnTo>
                <a:lnTo>
                  <a:pt x="0" y="595045"/>
                </a:lnTo>
                <a:lnTo>
                  <a:pt x="12700" y="595045"/>
                </a:lnTo>
                <a:lnTo>
                  <a:pt x="12700" y="645845"/>
                </a:lnTo>
                <a:close/>
              </a:path>
              <a:path w="1214754" h="1297305">
                <a:moveTo>
                  <a:pt x="12700" y="556945"/>
                </a:moveTo>
                <a:lnTo>
                  <a:pt x="0" y="556945"/>
                </a:lnTo>
                <a:lnTo>
                  <a:pt x="0" y="506145"/>
                </a:lnTo>
                <a:lnTo>
                  <a:pt x="12700" y="506145"/>
                </a:lnTo>
                <a:lnTo>
                  <a:pt x="12700" y="556945"/>
                </a:lnTo>
                <a:close/>
              </a:path>
              <a:path w="1214754" h="1297305">
                <a:moveTo>
                  <a:pt x="12700" y="468045"/>
                </a:moveTo>
                <a:lnTo>
                  <a:pt x="0" y="468045"/>
                </a:lnTo>
                <a:lnTo>
                  <a:pt x="0" y="417245"/>
                </a:lnTo>
                <a:lnTo>
                  <a:pt x="12700" y="417245"/>
                </a:lnTo>
                <a:lnTo>
                  <a:pt x="12700" y="468045"/>
                </a:lnTo>
                <a:close/>
              </a:path>
              <a:path w="1214754" h="1297305">
                <a:moveTo>
                  <a:pt x="12700" y="379145"/>
                </a:moveTo>
                <a:lnTo>
                  <a:pt x="0" y="379145"/>
                </a:lnTo>
                <a:lnTo>
                  <a:pt x="0" y="328345"/>
                </a:lnTo>
                <a:lnTo>
                  <a:pt x="12700" y="328345"/>
                </a:lnTo>
                <a:lnTo>
                  <a:pt x="12700" y="379145"/>
                </a:lnTo>
                <a:close/>
              </a:path>
              <a:path w="1214754" h="1297305">
                <a:moveTo>
                  <a:pt x="12700" y="290245"/>
                </a:moveTo>
                <a:lnTo>
                  <a:pt x="0" y="290245"/>
                </a:lnTo>
                <a:lnTo>
                  <a:pt x="0" y="239445"/>
                </a:lnTo>
                <a:lnTo>
                  <a:pt x="12700" y="239445"/>
                </a:lnTo>
                <a:lnTo>
                  <a:pt x="12700" y="290245"/>
                </a:lnTo>
                <a:close/>
              </a:path>
              <a:path w="1214754" h="1297305">
                <a:moveTo>
                  <a:pt x="12763" y="201587"/>
                </a:moveTo>
                <a:lnTo>
                  <a:pt x="76" y="201104"/>
                </a:lnTo>
                <a:lnTo>
                  <a:pt x="266" y="196011"/>
                </a:lnTo>
                <a:lnTo>
                  <a:pt x="596" y="190753"/>
                </a:lnTo>
                <a:lnTo>
                  <a:pt x="8051" y="149542"/>
                </a:lnTo>
                <a:lnTo>
                  <a:pt x="20269" y="153009"/>
                </a:lnTo>
                <a:lnTo>
                  <a:pt x="18844" y="158013"/>
                </a:lnTo>
                <a:lnTo>
                  <a:pt x="16620" y="167703"/>
                </a:lnTo>
                <a:lnTo>
                  <a:pt x="14920" y="177253"/>
                </a:lnTo>
                <a:lnTo>
                  <a:pt x="13682" y="186969"/>
                </a:lnTo>
                <a:lnTo>
                  <a:pt x="13261" y="191795"/>
                </a:lnTo>
                <a:lnTo>
                  <a:pt x="12948" y="196735"/>
                </a:lnTo>
                <a:lnTo>
                  <a:pt x="12763" y="201587"/>
                </a:lnTo>
                <a:close/>
              </a:path>
              <a:path w="1214754" h="1297305">
                <a:moveTo>
                  <a:pt x="18776" y="158318"/>
                </a:moveTo>
                <a:lnTo>
                  <a:pt x="18846" y="158013"/>
                </a:lnTo>
                <a:lnTo>
                  <a:pt x="18776" y="158318"/>
                </a:lnTo>
                <a:close/>
              </a:path>
              <a:path w="1214754" h="1297305">
                <a:moveTo>
                  <a:pt x="16651" y="167530"/>
                </a:moveTo>
                <a:lnTo>
                  <a:pt x="16675" y="167398"/>
                </a:lnTo>
                <a:lnTo>
                  <a:pt x="16651" y="167530"/>
                </a:lnTo>
                <a:close/>
              </a:path>
              <a:path w="1214754" h="1297305">
                <a:moveTo>
                  <a:pt x="16620" y="167703"/>
                </a:moveTo>
                <a:lnTo>
                  <a:pt x="16651" y="167530"/>
                </a:lnTo>
                <a:lnTo>
                  <a:pt x="16620" y="167703"/>
                </a:lnTo>
                <a:close/>
              </a:path>
              <a:path w="1214754" h="1297305">
                <a:moveTo>
                  <a:pt x="14945" y="177054"/>
                </a:moveTo>
                <a:close/>
              </a:path>
              <a:path w="1214754" h="1297305">
                <a:moveTo>
                  <a:pt x="14920" y="177253"/>
                </a:moveTo>
                <a:lnTo>
                  <a:pt x="14945" y="177054"/>
                </a:lnTo>
                <a:lnTo>
                  <a:pt x="14920" y="177253"/>
                </a:lnTo>
                <a:close/>
              </a:path>
              <a:path w="1214754" h="1297305">
                <a:moveTo>
                  <a:pt x="13691" y="186863"/>
                </a:moveTo>
                <a:lnTo>
                  <a:pt x="13703" y="186728"/>
                </a:lnTo>
                <a:lnTo>
                  <a:pt x="13691" y="186863"/>
                </a:lnTo>
                <a:close/>
              </a:path>
              <a:path w="1214754" h="1297305">
                <a:moveTo>
                  <a:pt x="13682" y="186969"/>
                </a:moveTo>
                <a:close/>
              </a:path>
              <a:path w="1214754" h="1297305">
                <a:moveTo>
                  <a:pt x="13267" y="191700"/>
                </a:moveTo>
                <a:close/>
              </a:path>
              <a:path w="1214754" h="1297305">
                <a:moveTo>
                  <a:pt x="13261" y="191795"/>
                </a:moveTo>
                <a:close/>
              </a:path>
              <a:path w="1214754" h="1297305">
                <a:moveTo>
                  <a:pt x="33756" y="118783"/>
                </a:moveTo>
                <a:lnTo>
                  <a:pt x="22453" y="113004"/>
                </a:lnTo>
                <a:lnTo>
                  <a:pt x="24942" y="108140"/>
                </a:lnTo>
                <a:lnTo>
                  <a:pt x="29921" y="99491"/>
                </a:lnTo>
                <a:lnTo>
                  <a:pt x="35293" y="91097"/>
                </a:lnTo>
                <a:lnTo>
                  <a:pt x="41059" y="83007"/>
                </a:lnTo>
                <a:lnTo>
                  <a:pt x="47193" y="75196"/>
                </a:lnTo>
                <a:lnTo>
                  <a:pt x="51816" y="69862"/>
                </a:lnTo>
                <a:lnTo>
                  <a:pt x="61404" y="78181"/>
                </a:lnTo>
                <a:lnTo>
                  <a:pt x="56883" y="83400"/>
                </a:lnTo>
                <a:lnTo>
                  <a:pt x="51130" y="90728"/>
                </a:lnTo>
                <a:lnTo>
                  <a:pt x="45913" y="98082"/>
                </a:lnTo>
                <a:lnTo>
                  <a:pt x="40690" y="106210"/>
                </a:lnTo>
                <a:lnTo>
                  <a:pt x="36171" y="114090"/>
                </a:lnTo>
                <a:lnTo>
                  <a:pt x="33756" y="118783"/>
                </a:lnTo>
                <a:close/>
              </a:path>
              <a:path w="1214754" h="1297305">
                <a:moveTo>
                  <a:pt x="57028" y="83232"/>
                </a:moveTo>
                <a:close/>
              </a:path>
              <a:path w="1214754" h="1297305">
                <a:moveTo>
                  <a:pt x="56896" y="83400"/>
                </a:moveTo>
                <a:lnTo>
                  <a:pt x="57028" y="83232"/>
                </a:lnTo>
                <a:lnTo>
                  <a:pt x="56896" y="83400"/>
                </a:lnTo>
                <a:close/>
              </a:path>
              <a:path w="1214754" h="1297305">
                <a:moveTo>
                  <a:pt x="51148" y="90728"/>
                </a:moveTo>
                <a:lnTo>
                  <a:pt x="51320" y="90487"/>
                </a:lnTo>
                <a:lnTo>
                  <a:pt x="51148" y="90728"/>
                </a:lnTo>
                <a:close/>
              </a:path>
              <a:path w="1214754" h="1297305">
                <a:moveTo>
                  <a:pt x="45756" y="98302"/>
                </a:moveTo>
                <a:lnTo>
                  <a:pt x="45897" y="98082"/>
                </a:lnTo>
                <a:lnTo>
                  <a:pt x="45756" y="98302"/>
                </a:lnTo>
                <a:close/>
              </a:path>
              <a:path w="1214754" h="1297305">
                <a:moveTo>
                  <a:pt x="45735" y="98336"/>
                </a:moveTo>
                <a:close/>
              </a:path>
              <a:path w="1214754" h="1297305">
                <a:moveTo>
                  <a:pt x="40709" y="106210"/>
                </a:moveTo>
                <a:lnTo>
                  <a:pt x="40855" y="105956"/>
                </a:lnTo>
                <a:lnTo>
                  <a:pt x="40709" y="106210"/>
                </a:lnTo>
                <a:close/>
              </a:path>
              <a:path w="1214754" h="1297305">
                <a:moveTo>
                  <a:pt x="36172" y="114090"/>
                </a:moveTo>
                <a:close/>
              </a:path>
              <a:path w="1214754" h="1297305">
                <a:moveTo>
                  <a:pt x="36044" y="114338"/>
                </a:moveTo>
                <a:lnTo>
                  <a:pt x="36172" y="114090"/>
                </a:lnTo>
                <a:lnTo>
                  <a:pt x="36044" y="114338"/>
                </a:lnTo>
                <a:close/>
              </a:path>
              <a:path w="1214754" h="1297305">
                <a:moveTo>
                  <a:pt x="88315" y="53035"/>
                </a:moveTo>
                <a:lnTo>
                  <a:pt x="80467" y="43040"/>
                </a:lnTo>
                <a:lnTo>
                  <a:pt x="82994" y="41059"/>
                </a:lnTo>
                <a:lnTo>
                  <a:pt x="91097" y="35293"/>
                </a:lnTo>
                <a:lnTo>
                  <a:pt x="99491" y="29921"/>
                </a:lnTo>
                <a:lnTo>
                  <a:pt x="108140" y="24942"/>
                </a:lnTo>
                <a:lnTo>
                  <a:pt x="117055" y="20383"/>
                </a:lnTo>
                <a:lnTo>
                  <a:pt x="125450" y="16586"/>
                </a:lnTo>
                <a:lnTo>
                  <a:pt x="130682" y="28155"/>
                </a:lnTo>
                <a:lnTo>
                  <a:pt x="122435" y="31889"/>
                </a:lnTo>
                <a:lnTo>
                  <a:pt x="114368" y="36029"/>
                </a:lnTo>
                <a:lnTo>
                  <a:pt x="105952" y="40855"/>
                </a:lnTo>
                <a:lnTo>
                  <a:pt x="98082" y="45897"/>
                </a:lnTo>
                <a:lnTo>
                  <a:pt x="90755" y="51130"/>
                </a:lnTo>
                <a:lnTo>
                  <a:pt x="88315" y="53035"/>
                </a:lnTo>
                <a:close/>
              </a:path>
              <a:path w="1214754" h="1297305">
                <a:moveTo>
                  <a:pt x="122488" y="31862"/>
                </a:moveTo>
                <a:lnTo>
                  <a:pt x="122707" y="31750"/>
                </a:lnTo>
                <a:lnTo>
                  <a:pt x="122488" y="31862"/>
                </a:lnTo>
                <a:close/>
              </a:path>
              <a:path w="1214754" h="1297305">
                <a:moveTo>
                  <a:pt x="122435" y="31889"/>
                </a:moveTo>
                <a:close/>
              </a:path>
              <a:path w="1214754" h="1297305">
                <a:moveTo>
                  <a:pt x="114086" y="36174"/>
                </a:moveTo>
                <a:lnTo>
                  <a:pt x="114338" y="36029"/>
                </a:lnTo>
                <a:lnTo>
                  <a:pt x="114086" y="36174"/>
                </a:lnTo>
                <a:close/>
              </a:path>
              <a:path w="1214754" h="1297305">
                <a:moveTo>
                  <a:pt x="114073" y="36182"/>
                </a:moveTo>
                <a:close/>
              </a:path>
              <a:path w="1214754" h="1297305">
                <a:moveTo>
                  <a:pt x="106030" y="40805"/>
                </a:moveTo>
                <a:lnTo>
                  <a:pt x="106210" y="40690"/>
                </a:lnTo>
                <a:lnTo>
                  <a:pt x="106030" y="40805"/>
                </a:lnTo>
                <a:close/>
              </a:path>
              <a:path w="1214754" h="1297305">
                <a:moveTo>
                  <a:pt x="105952" y="40855"/>
                </a:moveTo>
                <a:close/>
              </a:path>
              <a:path w="1214754" h="1297305">
                <a:moveTo>
                  <a:pt x="98302" y="45756"/>
                </a:moveTo>
                <a:close/>
              </a:path>
              <a:path w="1214754" h="1297305">
                <a:moveTo>
                  <a:pt x="98104" y="45897"/>
                </a:moveTo>
                <a:lnTo>
                  <a:pt x="98302" y="45756"/>
                </a:lnTo>
                <a:lnTo>
                  <a:pt x="98104" y="45897"/>
                </a:lnTo>
                <a:close/>
              </a:path>
              <a:path w="1214754" h="1297305">
                <a:moveTo>
                  <a:pt x="90487" y="51320"/>
                </a:moveTo>
                <a:lnTo>
                  <a:pt x="90728" y="51130"/>
                </a:lnTo>
                <a:lnTo>
                  <a:pt x="90487" y="51320"/>
                </a:lnTo>
                <a:close/>
              </a:path>
              <a:path w="1214754" h="1297305">
                <a:moveTo>
                  <a:pt x="165760" y="17056"/>
                </a:moveTo>
                <a:lnTo>
                  <a:pt x="162902" y="4686"/>
                </a:lnTo>
                <a:lnTo>
                  <a:pt x="164998" y="4190"/>
                </a:lnTo>
                <a:lnTo>
                  <a:pt x="175183" y="2374"/>
                </a:lnTo>
                <a:lnTo>
                  <a:pt x="206603" y="0"/>
                </a:lnTo>
                <a:lnTo>
                  <a:pt x="214807" y="0"/>
                </a:lnTo>
                <a:lnTo>
                  <a:pt x="214807" y="12700"/>
                </a:lnTo>
                <a:lnTo>
                  <a:pt x="206717" y="12700"/>
                </a:lnTo>
                <a:lnTo>
                  <a:pt x="201549" y="12763"/>
                </a:lnTo>
                <a:lnTo>
                  <a:pt x="201714" y="12763"/>
                </a:lnTo>
                <a:lnTo>
                  <a:pt x="196583" y="12953"/>
                </a:lnTo>
                <a:lnTo>
                  <a:pt x="196735" y="12953"/>
                </a:lnTo>
                <a:lnTo>
                  <a:pt x="191654" y="13271"/>
                </a:lnTo>
                <a:lnTo>
                  <a:pt x="187150" y="13677"/>
                </a:lnTo>
                <a:lnTo>
                  <a:pt x="186969" y="13677"/>
                </a:lnTo>
                <a:lnTo>
                  <a:pt x="176970" y="14960"/>
                </a:lnTo>
                <a:lnTo>
                  <a:pt x="167425" y="16675"/>
                </a:lnTo>
                <a:lnTo>
                  <a:pt x="165760" y="17056"/>
                </a:lnTo>
                <a:close/>
              </a:path>
              <a:path w="1214754" h="1297305">
                <a:moveTo>
                  <a:pt x="191708" y="13266"/>
                </a:moveTo>
                <a:close/>
              </a:path>
              <a:path w="1214754" h="1297305">
                <a:moveTo>
                  <a:pt x="191654" y="13271"/>
                </a:moveTo>
                <a:close/>
              </a:path>
              <a:path w="1214754" h="1297305">
                <a:moveTo>
                  <a:pt x="186728" y="13715"/>
                </a:moveTo>
                <a:lnTo>
                  <a:pt x="186969" y="13677"/>
                </a:lnTo>
                <a:lnTo>
                  <a:pt x="187150" y="13677"/>
                </a:lnTo>
                <a:lnTo>
                  <a:pt x="186728" y="13715"/>
                </a:lnTo>
                <a:close/>
              </a:path>
              <a:path w="1214754" h="1297305">
                <a:moveTo>
                  <a:pt x="177054" y="14945"/>
                </a:moveTo>
                <a:lnTo>
                  <a:pt x="177253" y="14909"/>
                </a:lnTo>
                <a:lnTo>
                  <a:pt x="177054" y="14945"/>
                </a:lnTo>
                <a:close/>
              </a:path>
              <a:path w="1214754" h="1297305">
                <a:moveTo>
                  <a:pt x="176970" y="14960"/>
                </a:moveTo>
                <a:close/>
              </a:path>
              <a:path w="1214754" h="1297305">
                <a:moveTo>
                  <a:pt x="167524" y="16652"/>
                </a:moveTo>
                <a:lnTo>
                  <a:pt x="167703" y="16611"/>
                </a:lnTo>
                <a:lnTo>
                  <a:pt x="167524" y="16652"/>
                </a:lnTo>
                <a:close/>
              </a:path>
              <a:path w="1214754" h="1297305">
                <a:moveTo>
                  <a:pt x="167425" y="16675"/>
                </a:moveTo>
                <a:close/>
              </a:path>
              <a:path w="1214754" h="1297305">
                <a:moveTo>
                  <a:pt x="303707" y="12700"/>
                </a:moveTo>
                <a:lnTo>
                  <a:pt x="252907" y="12700"/>
                </a:lnTo>
                <a:lnTo>
                  <a:pt x="252907" y="0"/>
                </a:lnTo>
                <a:lnTo>
                  <a:pt x="303707" y="0"/>
                </a:lnTo>
                <a:lnTo>
                  <a:pt x="303707" y="12700"/>
                </a:lnTo>
                <a:close/>
              </a:path>
              <a:path w="1214754" h="1297305">
                <a:moveTo>
                  <a:pt x="392607" y="12700"/>
                </a:moveTo>
                <a:lnTo>
                  <a:pt x="341807" y="12700"/>
                </a:lnTo>
                <a:lnTo>
                  <a:pt x="341807" y="0"/>
                </a:lnTo>
                <a:lnTo>
                  <a:pt x="392607" y="0"/>
                </a:lnTo>
                <a:lnTo>
                  <a:pt x="392607" y="12700"/>
                </a:lnTo>
                <a:close/>
              </a:path>
              <a:path w="1214754" h="1297305">
                <a:moveTo>
                  <a:pt x="481507" y="12700"/>
                </a:moveTo>
                <a:lnTo>
                  <a:pt x="430707" y="12700"/>
                </a:lnTo>
                <a:lnTo>
                  <a:pt x="430707" y="0"/>
                </a:lnTo>
                <a:lnTo>
                  <a:pt x="481507" y="0"/>
                </a:lnTo>
                <a:lnTo>
                  <a:pt x="481507" y="12700"/>
                </a:lnTo>
                <a:close/>
              </a:path>
              <a:path w="1214754" h="1297305">
                <a:moveTo>
                  <a:pt x="570407" y="12700"/>
                </a:moveTo>
                <a:lnTo>
                  <a:pt x="519607" y="12700"/>
                </a:lnTo>
                <a:lnTo>
                  <a:pt x="519607" y="0"/>
                </a:lnTo>
                <a:lnTo>
                  <a:pt x="570407" y="0"/>
                </a:lnTo>
                <a:lnTo>
                  <a:pt x="570407" y="12700"/>
                </a:lnTo>
                <a:close/>
              </a:path>
              <a:path w="1214754" h="1297305">
                <a:moveTo>
                  <a:pt x="659307" y="12700"/>
                </a:moveTo>
                <a:lnTo>
                  <a:pt x="608507" y="12700"/>
                </a:lnTo>
                <a:lnTo>
                  <a:pt x="608507" y="0"/>
                </a:lnTo>
                <a:lnTo>
                  <a:pt x="659307" y="0"/>
                </a:lnTo>
                <a:lnTo>
                  <a:pt x="659307" y="12700"/>
                </a:lnTo>
                <a:close/>
              </a:path>
              <a:path w="1214754" h="1297305">
                <a:moveTo>
                  <a:pt x="748207" y="12700"/>
                </a:moveTo>
                <a:lnTo>
                  <a:pt x="697407" y="12700"/>
                </a:lnTo>
                <a:lnTo>
                  <a:pt x="697407" y="0"/>
                </a:lnTo>
                <a:lnTo>
                  <a:pt x="748207" y="0"/>
                </a:lnTo>
                <a:lnTo>
                  <a:pt x="748207" y="12700"/>
                </a:lnTo>
                <a:close/>
              </a:path>
              <a:path w="1214754" h="1297305">
                <a:moveTo>
                  <a:pt x="837107" y="12700"/>
                </a:moveTo>
                <a:lnTo>
                  <a:pt x="786307" y="12700"/>
                </a:lnTo>
                <a:lnTo>
                  <a:pt x="786307" y="0"/>
                </a:lnTo>
                <a:lnTo>
                  <a:pt x="837107" y="0"/>
                </a:lnTo>
                <a:lnTo>
                  <a:pt x="837107" y="12700"/>
                </a:lnTo>
                <a:close/>
              </a:path>
              <a:path w="1214754" h="1297305">
                <a:moveTo>
                  <a:pt x="926007" y="12700"/>
                </a:moveTo>
                <a:lnTo>
                  <a:pt x="875207" y="12700"/>
                </a:lnTo>
                <a:lnTo>
                  <a:pt x="875207" y="0"/>
                </a:lnTo>
                <a:lnTo>
                  <a:pt x="926007" y="0"/>
                </a:lnTo>
                <a:lnTo>
                  <a:pt x="926007" y="12700"/>
                </a:lnTo>
                <a:close/>
              </a:path>
              <a:path w="1214754" h="1297305">
                <a:moveTo>
                  <a:pt x="1014666" y="12839"/>
                </a:moveTo>
                <a:lnTo>
                  <a:pt x="1012723" y="12763"/>
                </a:lnTo>
                <a:lnTo>
                  <a:pt x="1012888" y="12763"/>
                </a:lnTo>
                <a:lnTo>
                  <a:pt x="1007706" y="12700"/>
                </a:lnTo>
                <a:lnTo>
                  <a:pt x="964107" y="12700"/>
                </a:lnTo>
                <a:lnTo>
                  <a:pt x="964107" y="0"/>
                </a:lnTo>
                <a:lnTo>
                  <a:pt x="1007833" y="0"/>
                </a:lnTo>
                <a:lnTo>
                  <a:pt x="1013129" y="63"/>
                </a:lnTo>
                <a:lnTo>
                  <a:pt x="1015149" y="139"/>
                </a:lnTo>
                <a:lnTo>
                  <a:pt x="1014666" y="12839"/>
                </a:lnTo>
                <a:close/>
              </a:path>
              <a:path w="1214754" h="1297305">
                <a:moveTo>
                  <a:pt x="1093982" y="18846"/>
                </a:moveTo>
                <a:lnTo>
                  <a:pt x="1056424" y="18846"/>
                </a:lnTo>
                <a:lnTo>
                  <a:pt x="1051191" y="17640"/>
                </a:lnTo>
                <a:lnTo>
                  <a:pt x="1054049" y="5257"/>
                </a:lnTo>
                <a:lnTo>
                  <a:pt x="1059433" y="6502"/>
                </a:lnTo>
                <a:lnTo>
                  <a:pt x="1069238" y="9283"/>
                </a:lnTo>
                <a:lnTo>
                  <a:pt x="1078839" y="12534"/>
                </a:lnTo>
                <a:lnTo>
                  <a:pt x="1088224" y="16243"/>
                </a:lnTo>
                <a:lnTo>
                  <a:pt x="1093982" y="18846"/>
                </a:lnTo>
                <a:close/>
              </a:path>
              <a:path w="1214754" h="1297305">
                <a:moveTo>
                  <a:pt x="1099497" y="21462"/>
                </a:moveTo>
                <a:lnTo>
                  <a:pt x="1065618" y="21462"/>
                </a:lnTo>
                <a:lnTo>
                  <a:pt x="1056231" y="18802"/>
                </a:lnTo>
                <a:lnTo>
                  <a:pt x="1056424" y="18846"/>
                </a:lnTo>
                <a:lnTo>
                  <a:pt x="1093982" y="18846"/>
                </a:lnTo>
                <a:lnTo>
                  <a:pt x="1097381" y="20383"/>
                </a:lnTo>
                <a:lnTo>
                  <a:pt x="1099497" y="21462"/>
                </a:lnTo>
                <a:close/>
              </a:path>
              <a:path w="1214754" h="1297305">
                <a:moveTo>
                  <a:pt x="1102420" y="24523"/>
                </a:moveTo>
                <a:lnTo>
                  <a:pt x="1074605" y="24516"/>
                </a:lnTo>
                <a:lnTo>
                  <a:pt x="1074331" y="24409"/>
                </a:lnTo>
                <a:lnTo>
                  <a:pt x="1065359" y="21389"/>
                </a:lnTo>
                <a:lnTo>
                  <a:pt x="1065618" y="21462"/>
                </a:lnTo>
                <a:lnTo>
                  <a:pt x="1099497" y="21462"/>
                </a:lnTo>
                <a:lnTo>
                  <a:pt x="1103058" y="23279"/>
                </a:lnTo>
                <a:lnTo>
                  <a:pt x="1102420" y="24523"/>
                </a:lnTo>
                <a:close/>
              </a:path>
              <a:path w="1214754" h="1297305">
                <a:moveTo>
                  <a:pt x="1074602" y="24516"/>
                </a:moveTo>
                <a:lnTo>
                  <a:pt x="1074285" y="24409"/>
                </a:lnTo>
                <a:lnTo>
                  <a:pt x="1074602" y="24516"/>
                </a:lnTo>
                <a:close/>
              </a:path>
              <a:path w="1214754" h="1297305">
                <a:moveTo>
                  <a:pt x="1098646" y="31889"/>
                </a:moveTo>
                <a:lnTo>
                  <a:pt x="1092009" y="31889"/>
                </a:lnTo>
                <a:lnTo>
                  <a:pt x="1083144" y="27876"/>
                </a:lnTo>
                <a:lnTo>
                  <a:pt x="1074602" y="24516"/>
                </a:lnTo>
                <a:lnTo>
                  <a:pt x="1102420" y="24523"/>
                </a:lnTo>
                <a:lnTo>
                  <a:pt x="1098646" y="31889"/>
                </a:lnTo>
                <a:close/>
              </a:path>
              <a:path w="1214754" h="1297305">
                <a:moveTo>
                  <a:pt x="1083424" y="28003"/>
                </a:moveTo>
                <a:lnTo>
                  <a:pt x="1083102" y="27876"/>
                </a:lnTo>
                <a:lnTo>
                  <a:pt x="1083424" y="28003"/>
                </a:lnTo>
                <a:close/>
              </a:path>
              <a:path w="1214754" h="1297305">
                <a:moveTo>
                  <a:pt x="1097267" y="34582"/>
                </a:moveTo>
                <a:lnTo>
                  <a:pt x="1091954" y="31865"/>
                </a:lnTo>
                <a:lnTo>
                  <a:pt x="1098646" y="31889"/>
                </a:lnTo>
                <a:lnTo>
                  <a:pt x="1097267" y="34582"/>
                </a:lnTo>
                <a:close/>
              </a:path>
              <a:path w="1214754" h="1297305">
                <a:moveTo>
                  <a:pt x="1150301" y="57086"/>
                </a:moveTo>
                <a:lnTo>
                  <a:pt x="1131277" y="57086"/>
                </a:lnTo>
                <a:lnTo>
                  <a:pt x="1128153" y="54622"/>
                </a:lnTo>
                <a:lnTo>
                  <a:pt x="1135989" y="44640"/>
                </a:lnTo>
                <a:lnTo>
                  <a:pt x="1139240" y="47193"/>
                </a:lnTo>
                <a:lnTo>
                  <a:pt x="1146733" y="53682"/>
                </a:lnTo>
                <a:lnTo>
                  <a:pt x="1150301" y="57086"/>
                </a:lnTo>
                <a:close/>
              </a:path>
              <a:path w="1214754" h="1297305">
                <a:moveTo>
                  <a:pt x="1156441" y="63182"/>
                </a:moveTo>
                <a:lnTo>
                  <a:pt x="1138313" y="63182"/>
                </a:lnTo>
                <a:lnTo>
                  <a:pt x="1131204" y="57028"/>
                </a:lnTo>
                <a:lnTo>
                  <a:pt x="1150301" y="57086"/>
                </a:lnTo>
                <a:lnTo>
                  <a:pt x="1153909" y="60528"/>
                </a:lnTo>
                <a:lnTo>
                  <a:pt x="1156441" y="63182"/>
                </a:lnTo>
                <a:close/>
              </a:path>
              <a:path w="1214754" h="1297305">
                <a:moveTo>
                  <a:pt x="1162404" y="69608"/>
                </a:moveTo>
                <a:lnTo>
                  <a:pt x="1145044" y="69608"/>
                </a:lnTo>
                <a:lnTo>
                  <a:pt x="1138146" y="63037"/>
                </a:lnTo>
                <a:lnTo>
                  <a:pt x="1138313" y="63182"/>
                </a:lnTo>
                <a:lnTo>
                  <a:pt x="1156441" y="63182"/>
                </a:lnTo>
                <a:lnTo>
                  <a:pt x="1160754" y="67703"/>
                </a:lnTo>
                <a:lnTo>
                  <a:pt x="1162404" y="69608"/>
                </a:lnTo>
                <a:close/>
              </a:path>
              <a:path w="1214754" h="1297305">
                <a:moveTo>
                  <a:pt x="1168152" y="76352"/>
                </a:moveTo>
                <a:lnTo>
                  <a:pt x="1151458" y="76352"/>
                </a:lnTo>
                <a:lnTo>
                  <a:pt x="1144934" y="69503"/>
                </a:lnTo>
                <a:lnTo>
                  <a:pt x="1162404" y="69608"/>
                </a:lnTo>
                <a:lnTo>
                  <a:pt x="1167244" y="75196"/>
                </a:lnTo>
                <a:lnTo>
                  <a:pt x="1168152" y="76352"/>
                </a:lnTo>
                <a:close/>
              </a:path>
              <a:path w="1214754" h="1297305">
                <a:moveTo>
                  <a:pt x="1170605" y="83400"/>
                </a:moveTo>
                <a:lnTo>
                  <a:pt x="1157554" y="83400"/>
                </a:lnTo>
                <a:lnTo>
                  <a:pt x="1151399" y="76291"/>
                </a:lnTo>
                <a:lnTo>
                  <a:pt x="1168152" y="76352"/>
                </a:lnTo>
                <a:lnTo>
                  <a:pt x="1172514" y="81902"/>
                </a:lnTo>
                <a:lnTo>
                  <a:pt x="1170605" y="83400"/>
                </a:lnTo>
                <a:close/>
              </a:path>
              <a:path w="1214754" h="1297305">
                <a:moveTo>
                  <a:pt x="1162532" y="89738"/>
                </a:moveTo>
                <a:lnTo>
                  <a:pt x="1157408" y="83232"/>
                </a:lnTo>
                <a:lnTo>
                  <a:pt x="1157554" y="83400"/>
                </a:lnTo>
                <a:lnTo>
                  <a:pt x="1170605" y="83400"/>
                </a:lnTo>
                <a:lnTo>
                  <a:pt x="1162532" y="89738"/>
                </a:lnTo>
                <a:close/>
              </a:path>
              <a:path w="1214754" h="1297305">
                <a:moveTo>
                  <a:pt x="1196609" y="122707"/>
                </a:moveTo>
                <a:lnTo>
                  <a:pt x="1182687" y="122707"/>
                </a:lnTo>
                <a:lnTo>
                  <a:pt x="1181849" y="121081"/>
                </a:lnTo>
                <a:lnTo>
                  <a:pt x="1193152" y="115290"/>
                </a:lnTo>
                <a:lnTo>
                  <a:pt x="1194053" y="117055"/>
                </a:lnTo>
                <a:lnTo>
                  <a:pt x="1196609" y="122707"/>
                </a:lnTo>
                <a:close/>
              </a:path>
              <a:path w="1214754" h="1297305">
                <a:moveTo>
                  <a:pt x="1200201" y="131292"/>
                </a:moveTo>
                <a:lnTo>
                  <a:pt x="1186560" y="131292"/>
                </a:lnTo>
                <a:lnTo>
                  <a:pt x="1182579" y="122497"/>
                </a:lnTo>
                <a:lnTo>
                  <a:pt x="1182687" y="122707"/>
                </a:lnTo>
                <a:lnTo>
                  <a:pt x="1196609" y="122707"/>
                </a:lnTo>
                <a:lnTo>
                  <a:pt x="1198194" y="126212"/>
                </a:lnTo>
                <a:lnTo>
                  <a:pt x="1200201" y="131292"/>
                </a:lnTo>
                <a:close/>
              </a:path>
              <a:path w="1214754" h="1297305">
                <a:moveTo>
                  <a:pt x="1203423" y="140106"/>
                </a:moveTo>
                <a:lnTo>
                  <a:pt x="1190028" y="140106"/>
                </a:lnTo>
                <a:lnTo>
                  <a:pt x="1186433" y="131013"/>
                </a:lnTo>
                <a:lnTo>
                  <a:pt x="1186560" y="131292"/>
                </a:lnTo>
                <a:lnTo>
                  <a:pt x="1200201" y="131292"/>
                </a:lnTo>
                <a:lnTo>
                  <a:pt x="1201902" y="135597"/>
                </a:lnTo>
                <a:lnTo>
                  <a:pt x="1203423" y="140106"/>
                </a:lnTo>
                <a:close/>
              </a:path>
              <a:path w="1214754" h="1297305">
                <a:moveTo>
                  <a:pt x="1206259" y="149123"/>
                </a:moveTo>
                <a:lnTo>
                  <a:pt x="1193063" y="149123"/>
                </a:lnTo>
                <a:lnTo>
                  <a:pt x="1192974" y="148818"/>
                </a:lnTo>
                <a:lnTo>
                  <a:pt x="1189920" y="139834"/>
                </a:lnTo>
                <a:lnTo>
                  <a:pt x="1190028" y="140106"/>
                </a:lnTo>
                <a:lnTo>
                  <a:pt x="1203423" y="140106"/>
                </a:lnTo>
                <a:lnTo>
                  <a:pt x="1205141" y="145199"/>
                </a:lnTo>
                <a:lnTo>
                  <a:pt x="1206259" y="149123"/>
                </a:lnTo>
                <a:close/>
              </a:path>
              <a:path w="1214754" h="1297305">
                <a:moveTo>
                  <a:pt x="1193047" y="149077"/>
                </a:moveTo>
                <a:lnTo>
                  <a:pt x="1192960" y="148818"/>
                </a:lnTo>
                <a:lnTo>
                  <a:pt x="1193047" y="149077"/>
                </a:lnTo>
                <a:close/>
              </a:path>
              <a:path w="1214754" h="1297305">
                <a:moveTo>
                  <a:pt x="1208697" y="158318"/>
                </a:moveTo>
                <a:lnTo>
                  <a:pt x="1195666" y="158318"/>
                </a:lnTo>
                <a:lnTo>
                  <a:pt x="1193047" y="149077"/>
                </a:lnTo>
                <a:lnTo>
                  <a:pt x="1206259" y="149123"/>
                </a:lnTo>
                <a:lnTo>
                  <a:pt x="1207935" y="155003"/>
                </a:lnTo>
                <a:lnTo>
                  <a:pt x="1208697" y="158318"/>
                </a:lnTo>
                <a:close/>
              </a:path>
              <a:path w="1214754" h="1297305">
                <a:moveTo>
                  <a:pt x="1197787" y="167525"/>
                </a:moveTo>
                <a:lnTo>
                  <a:pt x="1195635" y="158207"/>
                </a:lnTo>
                <a:lnTo>
                  <a:pt x="1208697" y="158318"/>
                </a:lnTo>
                <a:lnTo>
                  <a:pt x="1210157" y="164668"/>
                </a:lnTo>
                <a:lnTo>
                  <a:pt x="1197787" y="167525"/>
                </a:lnTo>
                <a:close/>
              </a:path>
              <a:path w="1214754" h="1297305">
                <a:moveTo>
                  <a:pt x="1214437" y="254723"/>
                </a:moveTo>
                <a:lnTo>
                  <a:pt x="1201737" y="254723"/>
                </a:lnTo>
                <a:lnTo>
                  <a:pt x="1201737" y="206641"/>
                </a:lnTo>
                <a:lnTo>
                  <a:pt x="1201699" y="204000"/>
                </a:lnTo>
                <a:lnTo>
                  <a:pt x="1214399" y="203847"/>
                </a:lnTo>
                <a:lnTo>
                  <a:pt x="1214437" y="254723"/>
                </a:lnTo>
                <a:close/>
              </a:path>
              <a:path w="1214754" h="1297305">
                <a:moveTo>
                  <a:pt x="1201737" y="206730"/>
                </a:moveTo>
                <a:close/>
              </a:path>
              <a:path w="1214754" h="1297305">
                <a:moveTo>
                  <a:pt x="1214437" y="343623"/>
                </a:moveTo>
                <a:lnTo>
                  <a:pt x="1201737" y="343623"/>
                </a:lnTo>
                <a:lnTo>
                  <a:pt x="1201737" y="292823"/>
                </a:lnTo>
                <a:lnTo>
                  <a:pt x="1214437" y="292823"/>
                </a:lnTo>
                <a:lnTo>
                  <a:pt x="1214437" y="343623"/>
                </a:lnTo>
                <a:close/>
              </a:path>
              <a:path w="1214754" h="1297305">
                <a:moveTo>
                  <a:pt x="1214437" y="432523"/>
                </a:moveTo>
                <a:lnTo>
                  <a:pt x="1201737" y="432523"/>
                </a:lnTo>
                <a:lnTo>
                  <a:pt x="1201737" y="381723"/>
                </a:lnTo>
                <a:lnTo>
                  <a:pt x="1214437" y="381723"/>
                </a:lnTo>
                <a:lnTo>
                  <a:pt x="1214437" y="432523"/>
                </a:lnTo>
                <a:close/>
              </a:path>
              <a:path w="1214754" h="1297305">
                <a:moveTo>
                  <a:pt x="1214437" y="521423"/>
                </a:moveTo>
                <a:lnTo>
                  <a:pt x="1201737" y="521423"/>
                </a:lnTo>
                <a:lnTo>
                  <a:pt x="1201737" y="470623"/>
                </a:lnTo>
                <a:lnTo>
                  <a:pt x="1214437" y="470623"/>
                </a:lnTo>
                <a:lnTo>
                  <a:pt x="1214437" y="521423"/>
                </a:lnTo>
                <a:close/>
              </a:path>
              <a:path w="1214754" h="1297305">
                <a:moveTo>
                  <a:pt x="1214437" y="610323"/>
                </a:moveTo>
                <a:lnTo>
                  <a:pt x="1201737" y="610323"/>
                </a:lnTo>
                <a:lnTo>
                  <a:pt x="1201737" y="559523"/>
                </a:lnTo>
                <a:lnTo>
                  <a:pt x="1214437" y="559523"/>
                </a:lnTo>
                <a:lnTo>
                  <a:pt x="1214437" y="610323"/>
                </a:lnTo>
                <a:close/>
              </a:path>
              <a:path w="1214754" h="1297305">
                <a:moveTo>
                  <a:pt x="1214437" y="699223"/>
                </a:moveTo>
                <a:lnTo>
                  <a:pt x="1201737" y="699223"/>
                </a:lnTo>
                <a:lnTo>
                  <a:pt x="1201737" y="648423"/>
                </a:lnTo>
                <a:lnTo>
                  <a:pt x="1214437" y="648423"/>
                </a:lnTo>
                <a:lnTo>
                  <a:pt x="1214437" y="699223"/>
                </a:lnTo>
                <a:close/>
              </a:path>
              <a:path w="1214754" h="1297305">
                <a:moveTo>
                  <a:pt x="1214437" y="788123"/>
                </a:moveTo>
                <a:lnTo>
                  <a:pt x="1201737" y="788123"/>
                </a:lnTo>
                <a:lnTo>
                  <a:pt x="1201737" y="737323"/>
                </a:lnTo>
                <a:lnTo>
                  <a:pt x="1214437" y="737323"/>
                </a:lnTo>
                <a:lnTo>
                  <a:pt x="1214437" y="788123"/>
                </a:lnTo>
                <a:close/>
              </a:path>
              <a:path w="1214754" h="1297305">
                <a:moveTo>
                  <a:pt x="1214437" y="877023"/>
                </a:moveTo>
                <a:lnTo>
                  <a:pt x="1201737" y="877023"/>
                </a:lnTo>
                <a:lnTo>
                  <a:pt x="1201737" y="826223"/>
                </a:lnTo>
                <a:lnTo>
                  <a:pt x="1214437" y="826223"/>
                </a:lnTo>
                <a:lnTo>
                  <a:pt x="1214437" y="877023"/>
                </a:lnTo>
                <a:close/>
              </a:path>
              <a:path w="1214754" h="1297305">
                <a:moveTo>
                  <a:pt x="1214437" y="965923"/>
                </a:moveTo>
                <a:lnTo>
                  <a:pt x="1201737" y="965923"/>
                </a:lnTo>
                <a:lnTo>
                  <a:pt x="1201737" y="915123"/>
                </a:lnTo>
                <a:lnTo>
                  <a:pt x="1214437" y="915123"/>
                </a:lnTo>
                <a:lnTo>
                  <a:pt x="1214437" y="965923"/>
                </a:lnTo>
                <a:close/>
              </a:path>
              <a:path w="1214754" h="1297305">
                <a:moveTo>
                  <a:pt x="1214437" y="1054823"/>
                </a:moveTo>
                <a:lnTo>
                  <a:pt x="1201737" y="1054823"/>
                </a:lnTo>
                <a:lnTo>
                  <a:pt x="1201737" y="1004023"/>
                </a:lnTo>
                <a:lnTo>
                  <a:pt x="1214437" y="1004023"/>
                </a:lnTo>
                <a:lnTo>
                  <a:pt x="1214437" y="1054823"/>
                </a:lnTo>
                <a:close/>
              </a:path>
              <a:path w="1214754" h="1297305">
                <a:moveTo>
                  <a:pt x="1214376" y="1095438"/>
                </a:moveTo>
                <a:lnTo>
                  <a:pt x="1201674" y="1095438"/>
                </a:lnTo>
                <a:lnTo>
                  <a:pt x="1201699" y="1092847"/>
                </a:lnTo>
                <a:lnTo>
                  <a:pt x="1214399" y="1093000"/>
                </a:lnTo>
                <a:lnTo>
                  <a:pt x="1214376" y="1095438"/>
                </a:lnTo>
                <a:close/>
              </a:path>
              <a:path w="1214754" h="1297305">
                <a:moveTo>
                  <a:pt x="1214192" y="1100404"/>
                </a:moveTo>
                <a:lnTo>
                  <a:pt x="1201483" y="1100404"/>
                </a:lnTo>
                <a:lnTo>
                  <a:pt x="1201674" y="1095273"/>
                </a:lnTo>
                <a:lnTo>
                  <a:pt x="1201674" y="1095438"/>
                </a:lnTo>
                <a:lnTo>
                  <a:pt x="1214376" y="1095438"/>
                </a:lnTo>
                <a:lnTo>
                  <a:pt x="1214192" y="1100404"/>
                </a:lnTo>
                <a:close/>
              </a:path>
              <a:path w="1214754" h="1297305">
                <a:moveTo>
                  <a:pt x="1213895" y="1105357"/>
                </a:moveTo>
                <a:lnTo>
                  <a:pt x="1201166" y="1105357"/>
                </a:lnTo>
                <a:lnTo>
                  <a:pt x="1201178" y="1105192"/>
                </a:lnTo>
                <a:lnTo>
                  <a:pt x="1201483" y="1100251"/>
                </a:lnTo>
                <a:lnTo>
                  <a:pt x="1201483" y="1100404"/>
                </a:lnTo>
                <a:lnTo>
                  <a:pt x="1214192" y="1100404"/>
                </a:lnTo>
                <a:lnTo>
                  <a:pt x="1213895" y="1105357"/>
                </a:lnTo>
                <a:close/>
              </a:path>
              <a:path w="1214754" h="1297305">
                <a:moveTo>
                  <a:pt x="1201170" y="1105278"/>
                </a:moveTo>
                <a:close/>
              </a:path>
              <a:path w="1214754" h="1297305">
                <a:moveTo>
                  <a:pt x="1213481" y="1110259"/>
                </a:moveTo>
                <a:lnTo>
                  <a:pt x="1200721" y="1110259"/>
                </a:lnTo>
                <a:lnTo>
                  <a:pt x="1200746" y="1110018"/>
                </a:lnTo>
                <a:lnTo>
                  <a:pt x="1201170" y="1105278"/>
                </a:lnTo>
                <a:lnTo>
                  <a:pt x="1213895" y="1105357"/>
                </a:lnTo>
                <a:lnTo>
                  <a:pt x="1213840" y="1106233"/>
                </a:lnTo>
                <a:lnTo>
                  <a:pt x="1213481" y="1110259"/>
                </a:lnTo>
                <a:close/>
              </a:path>
              <a:path w="1214754" h="1297305">
                <a:moveTo>
                  <a:pt x="1200734" y="1110117"/>
                </a:moveTo>
                <a:close/>
              </a:path>
              <a:path w="1214754" h="1297305">
                <a:moveTo>
                  <a:pt x="1212285" y="1120051"/>
                </a:moveTo>
                <a:lnTo>
                  <a:pt x="1199476" y="1120051"/>
                </a:lnTo>
                <a:lnTo>
                  <a:pt x="1199527" y="1119733"/>
                </a:lnTo>
                <a:lnTo>
                  <a:pt x="1200734" y="1110117"/>
                </a:lnTo>
                <a:lnTo>
                  <a:pt x="1200721" y="1110259"/>
                </a:lnTo>
                <a:lnTo>
                  <a:pt x="1213481" y="1110259"/>
                </a:lnTo>
                <a:lnTo>
                  <a:pt x="1213370" y="1111504"/>
                </a:lnTo>
                <a:lnTo>
                  <a:pt x="1212285" y="1120051"/>
                </a:lnTo>
                <a:close/>
              </a:path>
              <a:path w="1214754" h="1297305">
                <a:moveTo>
                  <a:pt x="1199491" y="1119935"/>
                </a:moveTo>
                <a:lnTo>
                  <a:pt x="1199517" y="1119733"/>
                </a:lnTo>
                <a:lnTo>
                  <a:pt x="1199491" y="1119935"/>
                </a:lnTo>
                <a:close/>
              </a:path>
              <a:path w="1214754" h="1297305">
                <a:moveTo>
                  <a:pt x="1210674" y="1129588"/>
                </a:moveTo>
                <a:lnTo>
                  <a:pt x="1197762" y="1129588"/>
                </a:lnTo>
                <a:lnTo>
                  <a:pt x="1197825" y="1129283"/>
                </a:lnTo>
                <a:lnTo>
                  <a:pt x="1199491" y="1119935"/>
                </a:lnTo>
                <a:lnTo>
                  <a:pt x="1212285" y="1120051"/>
                </a:lnTo>
                <a:lnTo>
                  <a:pt x="1212062" y="1121803"/>
                </a:lnTo>
                <a:lnTo>
                  <a:pt x="1210674" y="1129588"/>
                </a:lnTo>
                <a:close/>
              </a:path>
              <a:path w="1214754" h="1297305">
                <a:moveTo>
                  <a:pt x="1197786" y="1129456"/>
                </a:moveTo>
                <a:lnTo>
                  <a:pt x="1197816" y="1129283"/>
                </a:lnTo>
                <a:lnTo>
                  <a:pt x="1197786" y="1129456"/>
                </a:lnTo>
                <a:close/>
              </a:path>
              <a:path w="1214754" h="1297305">
                <a:moveTo>
                  <a:pt x="1208631" y="1138974"/>
                </a:moveTo>
                <a:lnTo>
                  <a:pt x="1195590" y="1138974"/>
                </a:lnTo>
                <a:lnTo>
                  <a:pt x="1195666" y="1138669"/>
                </a:lnTo>
                <a:lnTo>
                  <a:pt x="1197786" y="1129456"/>
                </a:lnTo>
                <a:lnTo>
                  <a:pt x="1197762" y="1129588"/>
                </a:lnTo>
                <a:lnTo>
                  <a:pt x="1210674" y="1129588"/>
                </a:lnTo>
                <a:lnTo>
                  <a:pt x="1210246" y="1131989"/>
                </a:lnTo>
                <a:lnTo>
                  <a:pt x="1208631" y="1138974"/>
                </a:lnTo>
                <a:close/>
              </a:path>
              <a:path w="1214754" h="1297305">
                <a:moveTo>
                  <a:pt x="1195635" y="1138781"/>
                </a:moveTo>
                <a:close/>
              </a:path>
              <a:path w="1214754" h="1297305">
                <a:moveTo>
                  <a:pt x="1207122" y="1144828"/>
                </a:moveTo>
                <a:lnTo>
                  <a:pt x="1194904" y="1141361"/>
                </a:lnTo>
                <a:lnTo>
                  <a:pt x="1195635" y="1138781"/>
                </a:lnTo>
                <a:lnTo>
                  <a:pt x="1195590" y="1138974"/>
                </a:lnTo>
                <a:lnTo>
                  <a:pt x="1208631" y="1138974"/>
                </a:lnTo>
                <a:lnTo>
                  <a:pt x="1207935" y="1141983"/>
                </a:lnTo>
                <a:lnTo>
                  <a:pt x="1207122" y="1144828"/>
                </a:lnTo>
                <a:close/>
              </a:path>
              <a:path w="1214754" h="1297305">
                <a:moveTo>
                  <a:pt x="1192537" y="1182916"/>
                </a:moveTo>
                <a:lnTo>
                  <a:pt x="1178255" y="1182916"/>
                </a:lnTo>
                <a:lnTo>
                  <a:pt x="1178407" y="1182649"/>
                </a:lnTo>
                <a:lnTo>
                  <a:pt x="1181925" y="1175778"/>
                </a:lnTo>
                <a:lnTo>
                  <a:pt x="1193228" y="1181569"/>
                </a:lnTo>
                <a:lnTo>
                  <a:pt x="1192537" y="1182916"/>
                </a:lnTo>
                <a:close/>
              </a:path>
              <a:path w="1214754" h="1297305">
                <a:moveTo>
                  <a:pt x="1178263" y="1182900"/>
                </a:moveTo>
                <a:lnTo>
                  <a:pt x="1178392" y="1182649"/>
                </a:lnTo>
                <a:lnTo>
                  <a:pt x="1178263" y="1182900"/>
                </a:lnTo>
                <a:close/>
              </a:path>
              <a:path w="1214754" h="1297305">
                <a:moveTo>
                  <a:pt x="1188229" y="1191044"/>
                </a:moveTo>
                <a:lnTo>
                  <a:pt x="1173581" y="1191044"/>
                </a:lnTo>
                <a:lnTo>
                  <a:pt x="1173746" y="1190777"/>
                </a:lnTo>
                <a:lnTo>
                  <a:pt x="1178263" y="1182900"/>
                </a:lnTo>
                <a:lnTo>
                  <a:pt x="1192537" y="1182916"/>
                </a:lnTo>
                <a:lnTo>
                  <a:pt x="1189494" y="1188847"/>
                </a:lnTo>
                <a:lnTo>
                  <a:pt x="1188229" y="1191044"/>
                </a:lnTo>
                <a:close/>
              </a:path>
              <a:path w="1214754" h="1297305">
                <a:moveTo>
                  <a:pt x="1173631" y="1190956"/>
                </a:moveTo>
                <a:lnTo>
                  <a:pt x="1173734" y="1190777"/>
                </a:lnTo>
                <a:lnTo>
                  <a:pt x="1173631" y="1190956"/>
                </a:lnTo>
                <a:close/>
              </a:path>
              <a:path w="1214754" h="1297305">
                <a:moveTo>
                  <a:pt x="1183614" y="1198905"/>
                </a:moveTo>
                <a:lnTo>
                  <a:pt x="1168539" y="1198905"/>
                </a:lnTo>
                <a:lnTo>
                  <a:pt x="1168704" y="1198651"/>
                </a:lnTo>
                <a:lnTo>
                  <a:pt x="1173631" y="1190956"/>
                </a:lnTo>
                <a:lnTo>
                  <a:pt x="1188229" y="1191044"/>
                </a:lnTo>
                <a:lnTo>
                  <a:pt x="1184516" y="1197495"/>
                </a:lnTo>
                <a:lnTo>
                  <a:pt x="1183614" y="1198905"/>
                </a:lnTo>
                <a:close/>
              </a:path>
              <a:path w="1214754" h="1297305">
                <a:moveTo>
                  <a:pt x="1168681" y="1198684"/>
                </a:moveTo>
                <a:close/>
              </a:path>
              <a:path w="1214754" h="1297305">
                <a:moveTo>
                  <a:pt x="1173487" y="1213827"/>
                </a:moveTo>
                <a:lnTo>
                  <a:pt x="1157351" y="1213827"/>
                </a:lnTo>
                <a:lnTo>
                  <a:pt x="1157554" y="1213586"/>
                </a:lnTo>
                <a:lnTo>
                  <a:pt x="1163307" y="1206258"/>
                </a:lnTo>
                <a:lnTo>
                  <a:pt x="1168681" y="1198684"/>
                </a:lnTo>
                <a:lnTo>
                  <a:pt x="1168539" y="1198905"/>
                </a:lnTo>
                <a:lnTo>
                  <a:pt x="1183614" y="1198905"/>
                </a:lnTo>
                <a:lnTo>
                  <a:pt x="1179144" y="1205890"/>
                </a:lnTo>
                <a:lnTo>
                  <a:pt x="1173487" y="1213827"/>
                </a:lnTo>
                <a:close/>
              </a:path>
              <a:path w="1214754" h="1297305">
                <a:moveTo>
                  <a:pt x="1163116" y="1206500"/>
                </a:moveTo>
                <a:lnTo>
                  <a:pt x="1163288" y="1206258"/>
                </a:lnTo>
                <a:lnTo>
                  <a:pt x="1163116" y="1206500"/>
                </a:lnTo>
                <a:close/>
              </a:path>
              <a:path w="1214754" h="1297305">
                <a:moveTo>
                  <a:pt x="1157404" y="1213759"/>
                </a:moveTo>
                <a:lnTo>
                  <a:pt x="1157540" y="1213586"/>
                </a:lnTo>
                <a:lnTo>
                  <a:pt x="1157404" y="1213759"/>
                </a:lnTo>
                <a:close/>
              </a:path>
              <a:path w="1214754" h="1297305">
                <a:moveTo>
                  <a:pt x="1164412" y="1225067"/>
                </a:moveTo>
                <a:lnTo>
                  <a:pt x="1154810" y="1216761"/>
                </a:lnTo>
                <a:lnTo>
                  <a:pt x="1157404" y="1213759"/>
                </a:lnTo>
                <a:lnTo>
                  <a:pt x="1173487" y="1213827"/>
                </a:lnTo>
                <a:lnTo>
                  <a:pt x="1167244" y="1221790"/>
                </a:lnTo>
                <a:lnTo>
                  <a:pt x="1164412" y="1225067"/>
                </a:lnTo>
                <a:close/>
              </a:path>
              <a:path w="1214754" h="1297305">
                <a:moveTo>
                  <a:pt x="1131071" y="1245857"/>
                </a:moveTo>
                <a:lnTo>
                  <a:pt x="1123708" y="1245857"/>
                </a:lnTo>
                <a:lnTo>
                  <a:pt x="1128255" y="1242275"/>
                </a:lnTo>
                <a:lnTo>
                  <a:pt x="1131071" y="1245857"/>
                </a:lnTo>
                <a:close/>
              </a:path>
              <a:path w="1214754" h="1297305">
                <a:moveTo>
                  <a:pt x="1135315" y="1251254"/>
                </a:moveTo>
                <a:lnTo>
                  <a:pt x="1116101" y="1251254"/>
                </a:lnTo>
                <a:lnTo>
                  <a:pt x="1116355" y="1251089"/>
                </a:lnTo>
                <a:lnTo>
                  <a:pt x="1123950" y="1245666"/>
                </a:lnTo>
                <a:lnTo>
                  <a:pt x="1123708" y="1245857"/>
                </a:lnTo>
                <a:lnTo>
                  <a:pt x="1131071" y="1245857"/>
                </a:lnTo>
                <a:lnTo>
                  <a:pt x="1135315" y="1251254"/>
                </a:lnTo>
                <a:close/>
              </a:path>
              <a:path w="1214754" h="1297305">
                <a:moveTo>
                  <a:pt x="1116134" y="1251231"/>
                </a:moveTo>
                <a:lnTo>
                  <a:pt x="1116333" y="1251089"/>
                </a:lnTo>
                <a:lnTo>
                  <a:pt x="1116134" y="1251231"/>
                </a:lnTo>
                <a:close/>
              </a:path>
              <a:path w="1214754" h="1297305">
                <a:moveTo>
                  <a:pt x="1130913" y="1256296"/>
                </a:moveTo>
                <a:lnTo>
                  <a:pt x="1108227" y="1256296"/>
                </a:lnTo>
                <a:lnTo>
                  <a:pt x="1116134" y="1251231"/>
                </a:lnTo>
                <a:lnTo>
                  <a:pt x="1135315" y="1251254"/>
                </a:lnTo>
                <a:lnTo>
                  <a:pt x="1136103" y="1252258"/>
                </a:lnTo>
                <a:lnTo>
                  <a:pt x="1131430" y="1255928"/>
                </a:lnTo>
                <a:lnTo>
                  <a:pt x="1130913" y="1256296"/>
                </a:lnTo>
                <a:close/>
              </a:path>
              <a:path w="1214754" h="1297305">
                <a:moveTo>
                  <a:pt x="1124373" y="1260957"/>
                </a:moveTo>
                <a:lnTo>
                  <a:pt x="1100099" y="1260957"/>
                </a:lnTo>
                <a:lnTo>
                  <a:pt x="1100366" y="1260805"/>
                </a:lnTo>
                <a:lnTo>
                  <a:pt x="1108481" y="1256131"/>
                </a:lnTo>
                <a:lnTo>
                  <a:pt x="1108227" y="1256296"/>
                </a:lnTo>
                <a:lnTo>
                  <a:pt x="1130913" y="1256296"/>
                </a:lnTo>
                <a:lnTo>
                  <a:pt x="1124373" y="1260957"/>
                </a:lnTo>
                <a:close/>
              </a:path>
              <a:path w="1214754" h="1297305">
                <a:moveTo>
                  <a:pt x="1100347" y="1260814"/>
                </a:moveTo>
                <a:close/>
              </a:path>
              <a:path w="1214754" h="1297305">
                <a:moveTo>
                  <a:pt x="1117803" y="1265237"/>
                </a:moveTo>
                <a:lnTo>
                  <a:pt x="1091730" y="1265237"/>
                </a:lnTo>
                <a:lnTo>
                  <a:pt x="1092009" y="1265097"/>
                </a:lnTo>
                <a:lnTo>
                  <a:pt x="1100347" y="1260814"/>
                </a:lnTo>
                <a:lnTo>
                  <a:pt x="1100099" y="1260957"/>
                </a:lnTo>
                <a:lnTo>
                  <a:pt x="1124373" y="1260957"/>
                </a:lnTo>
                <a:lnTo>
                  <a:pt x="1123340" y="1261694"/>
                </a:lnTo>
                <a:lnTo>
                  <a:pt x="1117803" y="1265237"/>
                </a:lnTo>
                <a:close/>
              </a:path>
              <a:path w="1214754" h="1297305">
                <a:moveTo>
                  <a:pt x="1091948" y="1265125"/>
                </a:moveTo>
                <a:close/>
              </a:path>
              <a:path w="1214754" h="1297305">
                <a:moveTo>
                  <a:pt x="1091463" y="1279283"/>
                </a:moveTo>
                <a:lnTo>
                  <a:pt x="1086230" y="1267714"/>
                </a:lnTo>
                <a:lnTo>
                  <a:pt x="1091948" y="1265125"/>
                </a:lnTo>
                <a:lnTo>
                  <a:pt x="1091730" y="1265237"/>
                </a:lnTo>
                <a:lnTo>
                  <a:pt x="1117803" y="1265237"/>
                </a:lnTo>
                <a:lnTo>
                  <a:pt x="1114945" y="1267066"/>
                </a:lnTo>
                <a:lnTo>
                  <a:pt x="1106297" y="1272044"/>
                </a:lnTo>
                <a:lnTo>
                  <a:pt x="1097381" y="1276604"/>
                </a:lnTo>
                <a:lnTo>
                  <a:pt x="1091463" y="1279283"/>
                </a:lnTo>
                <a:close/>
              </a:path>
              <a:path w="1214754" h="1297305">
                <a:moveTo>
                  <a:pt x="1051574" y="1280375"/>
                </a:moveTo>
                <a:lnTo>
                  <a:pt x="1046733" y="1280375"/>
                </a:lnTo>
                <a:lnTo>
                  <a:pt x="1047038" y="1280312"/>
                </a:lnTo>
                <a:lnTo>
                  <a:pt x="1051331" y="1279321"/>
                </a:lnTo>
                <a:lnTo>
                  <a:pt x="1051574" y="1280375"/>
                </a:lnTo>
                <a:close/>
              </a:path>
              <a:path w="1214754" h="1297305">
                <a:moveTo>
                  <a:pt x="1046911" y="1280335"/>
                </a:moveTo>
                <a:lnTo>
                  <a:pt x="1047038" y="1280312"/>
                </a:lnTo>
                <a:lnTo>
                  <a:pt x="1046911" y="1280335"/>
                </a:lnTo>
                <a:close/>
              </a:path>
              <a:path w="1214754" h="1297305">
                <a:moveTo>
                  <a:pt x="1051968" y="1282077"/>
                </a:moveTo>
                <a:lnTo>
                  <a:pt x="1037183" y="1282077"/>
                </a:lnTo>
                <a:lnTo>
                  <a:pt x="1037501" y="1282026"/>
                </a:lnTo>
                <a:lnTo>
                  <a:pt x="1046911" y="1280335"/>
                </a:lnTo>
                <a:lnTo>
                  <a:pt x="1046733" y="1280375"/>
                </a:lnTo>
                <a:lnTo>
                  <a:pt x="1051574" y="1280375"/>
                </a:lnTo>
                <a:lnTo>
                  <a:pt x="1051968" y="1282077"/>
                </a:lnTo>
                <a:close/>
              </a:path>
              <a:path w="1214754" h="1297305">
                <a:moveTo>
                  <a:pt x="1037382" y="1282042"/>
                </a:moveTo>
                <a:close/>
              </a:path>
              <a:path w="1214754" h="1297305">
                <a:moveTo>
                  <a:pt x="1052252" y="1283309"/>
                </a:moveTo>
                <a:lnTo>
                  <a:pt x="1027468" y="1283309"/>
                </a:lnTo>
                <a:lnTo>
                  <a:pt x="1027709" y="1283284"/>
                </a:lnTo>
                <a:lnTo>
                  <a:pt x="1037382" y="1282042"/>
                </a:lnTo>
                <a:lnTo>
                  <a:pt x="1037183" y="1282077"/>
                </a:lnTo>
                <a:lnTo>
                  <a:pt x="1051968" y="1282077"/>
                </a:lnTo>
                <a:lnTo>
                  <a:pt x="1052252" y="1283309"/>
                </a:lnTo>
                <a:close/>
              </a:path>
              <a:path w="1214754" h="1297305">
                <a:moveTo>
                  <a:pt x="1027573" y="1283296"/>
                </a:moveTo>
                <a:lnTo>
                  <a:pt x="1027709" y="1283284"/>
                </a:lnTo>
                <a:lnTo>
                  <a:pt x="1027573" y="1283296"/>
                </a:lnTo>
                <a:close/>
              </a:path>
              <a:path w="1214754" h="1297305">
                <a:moveTo>
                  <a:pt x="1052349" y="1283728"/>
                </a:moveTo>
                <a:lnTo>
                  <a:pt x="1022642" y="1283728"/>
                </a:lnTo>
                <a:lnTo>
                  <a:pt x="1022807" y="1283716"/>
                </a:lnTo>
                <a:lnTo>
                  <a:pt x="1027573" y="1283296"/>
                </a:lnTo>
                <a:lnTo>
                  <a:pt x="1052252" y="1283309"/>
                </a:lnTo>
                <a:lnTo>
                  <a:pt x="1052349" y="1283728"/>
                </a:lnTo>
                <a:close/>
              </a:path>
              <a:path w="1214754" h="1297305">
                <a:moveTo>
                  <a:pt x="1022737" y="1283720"/>
                </a:moveTo>
                <a:close/>
              </a:path>
              <a:path w="1214754" h="1297305">
                <a:moveTo>
                  <a:pt x="1007833" y="1296987"/>
                </a:moveTo>
                <a:lnTo>
                  <a:pt x="1002347" y="1296987"/>
                </a:lnTo>
                <a:lnTo>
                  <a:pt x="1002347" y="1284287"/>
                </a:lnTo>
                <a:lnTo>
                  <a:pt x="1007706" y="1284287"/>
                </a:lnTo>
                <a:lnTo>
                  <a:pt x="1012888" y="1284224"/>
                </a:lnTo>
                <a:lnTo>
                  <a:pt x="1012723" y="1284224"/>
                </a:lnTo>
                <a:lnTo>
                  <a:pt x="1017854" y="1284033"/>
                </a:lnTo>
                <a:lnTo>
                  <a:pt x="1017701" y="1284033"/>
                </a:lnTo>
                <a:lnTo>
                  <a:pt x="1022737" y="1283720"/>
                </a:lnTo>
                <a:lnTo>
                  <a:pt x="1052349" y="1283728"/>
                </a:lnTo>
                <a:lnTo>
                  <a:pt x="1013129" y="1296924"/>
                </a:lnTo>
                <a:lnTo>
                  <a:pt x="1007833" y="1296987"/>
                </a:lnTo>
                <a:close/>
              </a:path>
              <a:path w="1214754" h="1297305">
                <a:moveTo>
                  <a:pt x="964247" y="1296987"/>
                </a:moveTo>
                <a:lnTo>
                  <a:pt x="913447" y="1296987"/>
                </a:lnTo>
                <a:lnTo>
                  <a:pt x="913447" y="1284287"/>
                </a:lnTo>
                <a:lnTo>
                  <a:pt x="964247" y="1284287"/>
                </a:lnTo>
                <a:lnTo>
                  <a:pt x="964247" y="1296987"/>
                </a:lnTo>
                <a:close/>
              </a:path>
              <a:path w="1214754" h="1297305">
                <a:moveTo>
                  <a:pt x="875347" y="1296987"/>
                </a:moveTo>
                <a:lnTo>
                  <a:pt x="824547" y="1296987"/>
                </a:lnTo>
                <a:lnTo>
                  <a:pt x="824547" y="1284287"/>
                </a:lnTo>
                <a:lnTo>
                  <a:pt x="875347" y="1284287"/>
                </a:lnTo>
                <a:lnTo>
                  <a:pt x="875347" y="1296987"/>
                </a:lnTo>
                <a:close/>
              </a:path>
              <a:path w="1214754" h="1297305">
                <a:moveTo>
                  <a:pt x="786447" y="1296987"/>
                </a:moveTo>
                <a:lnTo>
                  <a:pt x="735647" y="1296987"/>
                </a:lnTo>
                <a:lnTo>
                  <a:pt x="735647" y="1284287"/>
                </a:lnTo>
                <a:lnTo>
                  <a:pt x="786447" y="1284287"/>
                </a:lnTo>
                <a:lnTo>
                  <a:pt x="786447" y="1296987"/>
                </a:lnTo>
                <a:close/>
              </a:path>
              <a:path w="1214754" h="1297305">
                <a:moveTo>
                  <a:pt x="697547" y="1296987"/>
                </a:moveTo>
                <a:lnTo>
                  <a:pt x="646747" y="1296987"/>
                </a:lnTo>
                <a:lnTo>
                  <a:pt x="646747" y="1284287"/>
                </a:lnTo>
                <a:lnTo>
                  <a:pt x="697547" y="1284287"/>
                </a:lnTo>
                <a:lnTo>
                  <a:pt x="697547" y="1296987"/>
                </a:lnTo>
                <a:close/>
              </a:path>
              <a:path w="1214754" h="1297305">
                <a:moveTo>
                  <a:pt x="608647" y="1296987"/>
                </a:moveTo>
                <a:lnTo>
                  <a:pt x="557847" y="1296987"/>
                </a:lnTo>
                <a:lnTo>
                  <a:pt x="557847" y="1284287"/>
                </a:lnTo>
                <a:lnTo>
                  <a:pt x="608647" y="1284287"/>
                </a:lnTo>
                <a:lnTo>
                  <a:pt x="608647" y="1296987"/>
                </a:lnTo>
                <a:close/>
              </a:path>
              <a:path w="1214754" h="1297305">
                <a:moveTo>
                  <a:pt x="519747" y="1296987"/>
                </a:moveTo>
                <a:lnTo>
                  <a:pt x="468947" y="1296987"/>
                </a:lnTo>
                <a:lnTo>
                  <a:pt x="468947" y="1284287"/>
                </a:lnTo>
                <a:lnTo>
                  <a:pt x="519747" y="1284287"/>
                </a:lnTo>
                <a:lnTo>
                  <a:pt x="519747" y="1296987"/>
                </a:lnTo>
                <a:close/>
              </a:path>
              <a:path w="1214754" h="1297305">
                <a:moveTo>
                  <a:pt x="430847" y="1296987"/>
                </a:moveTo>
                <a:lnTo>
                  <a:pt x="380047" y="1296987"/>
                </a:lnTo>
                <a:lnTo>
                  <a:pt x="380047" y="1284287"/>
                </a:lnTo>
                <a:lnTo>
                  <a:pt x="430847" y="1284287"/>
                </a:lnTo>
                <a:lnTo>
                  <a:pt x="430847" y="1296987"/>
                </a:lnTo>
                <a:close/>
              </a:path>
              <a:path w="1214754" h="1297305">
                <a:moveTo>
                  <a:pt x="341947" y="1296987"/>
                </a:moveTo>
                <a:lnTo>
                  <a:pt x="291147" y="1296987"/>
                </a:lnTo>
                <a:lnTo>
                  <a:pt x="291147" y="1284287"/>
                </a:lnTo>
                <a:lnTo>
                  <a:pt x="341947" y="1284287"/>
                </a:lnTo>
                <a:lnTo>
                  <a:pt x="341947" y="1296987"/>
                </a:lnTo>
                <a:close/>
              </a:path>
              <a:path w="1214754" h="1297305">
                <a:moveTo>
                  <a:pt x="253047" y="1296987"/>
                </a:moveTo>
                <a:lnTo>
                  <a:pt x="206603" y="1296987"/>
                </a:lnTo>
                <a:lnTo>
                  <a:pt x="202171" y="1296936"/>
                </a:lnTo>
                <a:lnTo>
                  <a:pt x="202336" y="1284236"/>
                </a:lnTo>
                <a:lnTo>
                  <a:pt x="206717" y="1284287"/>
                </a:lnTo>
                <a:lnTo>
                  <a:pt x="253047" y="1284287"/>
                </a:lnTo>
                <a:lnTo>
                  <a:pt x="253047" y="1296987"/>
                </a:lnTo>
                <a:close/>
              </a:path>
              <a:path w="1214754" h="1297305">
                <a:moveTo>
                  <a:pt x="163042" y="1292339"/>
                </a:moveTo>
                <a:lnTo>
                  <a:pt x="126199" y="1280744"/>
                </a:lnTo>
                <a:lnTo>
                  <a:pt x="113804" y="1274940"/>
                </a:lnTo>
                <a:lnTo>
                  <a:pt x="119595" y="1263637"/>
                </a:lnTo>
                <a:lnTo>
                  <a:pt x="122435" y="1265097"/>
                </a:lnTo>
                <a:lnTo>
                  <a:pt x="131292" y="1269111"/>
                </a:lnTo>
                <a:lnTo>
                  <a:pt x="139817" y="1272463"/>
                </a:lnTo>
                <a:lnTo>
                  <a:pt x="140106" y="1272578"/>
                </a:lnTo>
                <a:lnTo>
                  <a:pt x="148860" y="1275524"/>
                </a:lnTo>
                <a:lnTo>
                  <a:pt x="158049" y="1278140"/>
                </a:lnTo>
                <a:lnTo>
                  <a:pt x="165900" y="1279969"/>
                </a:lnTo>
                <a:lnTo>
                  <a:pt x="163042" y="1292339"/>
                </a:lnTo>
                <a:close/>
              </a:path>
              <a:path w="1214754" h="1297305">
                <a:moveTo>
                  <a:pt x="131334" y="1269111"/>
                </a:moveTo>
                <a:lnTo>
                  <a:pt x="131013" y="1268983"/>
                </a:lnTo>
                <a:lnTo>
                  <a:pt x="131334" y="1269111"/>
                </a:lnTo>
                <a:close/>
              </a:path>
              <a:path w="1214754" h="1297305">
                <a:moveTo>
                  <a:pt x="140152" y="1272578"/>
                </a:moveTo>
                <a:lnTo>
                  <a:pt x="139834" y="1272470"/>
                </a:lnTo>
                <a:lnTo>
                  <a:pt x="140152" y="1272578"/>
                </a:lnTo>
                <a:close/>
              </a:path>
              <a:path w="1214754" h="1297305">
                <a:moveTo>
                  <a:pt x="80581" y="1254036"/>
                </a:moveTo>
                <a:lnTo>
                  <a:pt x="47193" y="1221790"/>
                </a:lnTo>
                <a:lnTo>
                  <a:pt x="43599" y="1217231"/>
                </a:lnTo>
                <a:lnTo>
                  <a:pt x="53594" y="1209382"/>
                </a:lnTo>
                <a:lnTo>
                  <a:pt x="56896" y="1213586"/>
                </a:lnTo>
                <a:lnTo>
                  <a:pt x="62984" y="1220635"/>
                </a:lnTo>
                <a:lnTo>
                  <a:pt x="69403" y="1227378"/>
                </a:lnTo>
                <a:lnTo>
                  <a:pt x="76139" y="1233805"/>
                </a:lnTo>
                <a:lnTo>
                  <a:pt x="83166" y="1239901"/>
                </a:lnTo>
                <a:lnTo>
                  <a:pt x="88430" y="1244041"/>
                </a:lnTo>
                <a:lnTo>
                  <a:pt x="80581" y="1254036"/>
                </a:lnTo>
                <a:close/>
              </a:path>
              <a:path w="1214754" h="1297305">
                <a:moveTo>
                  <a:pt x="22517" y="1184122"/>
                </a:moveTo>
                <a:lnTo>
                  <a:pt x="6502" y="1141983"/>
                </a:lnTo>
                <a:lnTo>
                  <a:pt x="4889" y="1134973"/>
                </a:lnTo>
                <a:lnTo>
                  <a:pt x="17259" y="1132116"/>
                </a:lnTo>
                <a:lnTo>
                  <a:pt x="18776" y="1138669"/>
                </a:lnTo>
                <a:lnTo>
                  <a:pt x="21376" y="1147864"/>
                </a:lnTo>
                <a:lnTo>
                  <a:pt x="24424" y="1156881"/>
                </a:lnTo>
                <a:lnTo>
                  <a:pt x="27893" y="1165694"/>
                </a:lnTo>
                <a:lnTo>
                  <a:pt x="31763" y="1174280"/>
                </a:lnTo>
                <a:lnTo>
                  <a:pt x="33820" y="1178331"/>
                </a:lnTo>
                <a:lnTo>
                  <a:pt x="22517" y="1184122"/>
                </a:lnTo>
                <a:close/>
              </a:path>
              <a:path w="1214754" h="1297305">
                <a:moveTo>
                  <a:pt x="18846" y="1138974"/>
                </a:moveTo>
                <a:lnTo>
                  <a:pt x="18757" y="1138669"/>
                </a:lnTo>
                <a:lnTo>
                  <a:pt x="18846" y="1138974"/>
                </a:lnTo>
                <a:close/>
              </a:path>
              <a:path w="1214754" h="1297305">
                <a:moveTo>
                  <a:pt x="21477" y="1148168"/>
                </a:moveTo>
                <a:lnTo>
                  <a:pt x="21387" y="1147903"/>
                </a:lnTo>
                <a:lnTo>
                  <a:pt x="21477" y="1148168"/>
                </a:lnTo>
                <a:close/>
              </a:path>
              <a:path w="1214754" h="1297305">
                <a:moveTo>
                  <a:pt x="24516" y="1157152"/>
                </a:moveTo>
                <a:lnTo>
                  <a:pt x="24409" y="1156881"/>
                </a:lnTo>
                <a:lnTo>
                  <a:pt x="24516" y="1157152"/>
                </a:lnTo>
                <a:close/>
              </a:path>
              <a:path w="1214754" h="1297305">
                <a:moveTo>
                  <a:pt x="28003" y="1165974"/>
                </a:moveTo>
                <a:lnTo>
                  <a:pt x="27876" y="1165694"/>
                </a:lnTo>
                <a:lnTo>
                  <a:pt x="28003" y="11659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783323" y="1639093"/>
            <a:ext cx="1324610" cy="0"/>
          </a:xfrm>
          <a:custGeom>
            <a:avLst/>
            <a:gdLst/>
            <a:ahLst/>
            <a:cxnLst/>
            <a:rect l="l" t="t" r="r" b="b"/>
            <a:pathLst>
              <a:path w="1324609" h="0">
                <a:moveTo>
                  <a:pt x="0" y="0"/>
                </a:moveTo>
                <a:lnTo>
                  <a:pt x="1324038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818062" y="1639093"/>
            <a:ext cx="1365250" cy="0"/>
          </a:xfrm>
          <a:custGeom>
            <a:avLst/>
            <a:gdLst/>
            <a:ahLst/>
            <a:cxnLst/>
            <a:rect l="l" t="t" r="r" b="b"/>
            <a:pathLst>
              <a:path w="1365250" h="0">
                <a:moveTo>
                  <a:pt x="0" y="0"/>
                </a:moveTo>
                <a:lnTo>
                  <a:pt x="1364805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832350" y="2470943"/>
            <a:ext cx="3289300" cy="0"/>
          </a:xfrm>
          <a:custGeom>
            <a:avLst/>
            <a:gdLst/>
            <a:ahLst/>
            <a:cxnLst/>
            <a:rect l="l" t="t" r="r" b="b"/>
            <a:pathLst>
              <a:path w="3289300" h="0">
                <a:moveTo>
                  <a:pt x="0" y="0"/>
                </a:moveTo>
                <a:lnTo>
                  <a:pt x="3289300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182867" y="1583436"/>
            <a:ext cx="600710" cy="123825"/>
          </a:xfrm>
          <a:custGeom>
            <a:avLst/>
            <a:gdLst/>
            <a:ahLst/>
            <a:cxnLst/>
            <a:rect l="l" t="t" r="r" b="b"/>
            <a:pathLst>
              <a:path w="600709" h="123825">
                <a:moveTo>
                  <a:pt x="0" y="0"/>
                </a:moveTo>
                <a:lnTo>
                  <a:pt x="600456" y="0"/>
                </a:lnTo>
                <a:lnTo>
                  <a:pt x="600456" y="123443"/>
                </a:lnTo>
                <a:lnTo>
                  <a:pt x="0" y="1234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169025" y="1568450"/>
            <a:ext cx="628650" cy="152400"/>
          </a:xfrm>
          <a:custGeom>
            <a:avLst/>
            <a:gdLst/>
            <a:ahLst/>
            <a:cxnLst/>
            <a:rect l="l" t="t" r="r" b="b"/>
            <a:pathLst>
              <a:path w="628650" h="152400">
                <a:moveTo>
                  <a:pt x="628650" y="152400"/>
                </a:moveTo>
                <a:lnTo>
                  <a:pt x="0" y="152400"/>
                </a:lnTo>
                <a:lnTo>
                  <a:pt x="0" y="0"/>
                </a:lnTo>
                <a:lnTo>
                  <a:pt x="628650" y="0"/>
                </a:lnTo>
                <a:lnTo>
                  <a:pt x="62865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23825"/>
                </a:lnTo>
                <a:lnTo>
                  <a:pt x="14287" y="123825"/>
                </a:lnTo>
                <a:lnTo>
                  <a:pt x="28575" y="138112"/>
                </a:lnTo>
                <a:lnTo>
                  <a:pt x="628650" y="138112"/>
                </a:lnTo>
                <a:lnTo>
                  <a:pt x="628650" y="152400"/>
                </a:lnTo>
                <a:close/>
              </a:path>
              <a:path w="628650" h="15240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628650" h="152400">
                <a:moveTo>
                  <a:pt x="60007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600075" y="14287"/>
                </a:lnTo>
                <a:lnTo>
                  <a:pt x="600075" y="28575"/>
                </a:lnTo>
                <a:close/>
              </a:path>
              <a:path w="628650" h="152400">
                <a:moveTo>
                  <a:pt x="600075" y="138112"/>
                </a:moveTo>
                <a:lnTo>
                  <a:pt x="600075" y="14287"/>
                </a:lnTo>
                <a:lnTo>
                  <a:pt x="614362" y="28575"/>
                </a:lnTo>
                <a:lnTo>
                  <a:pt x="628650" y="28575"/>
                </a:lnTo>
                <a:lnTo>
                  <a:pt x="628650" y="123825"/>
                </a:lnTo>
                <a:lnTo>
                  <a:pt x="614362" y="123825"/>
                </a:lnTo>
                <a:lnTo>
                  <a:pt x="600075" y="138112"/>
                </a:lnTo>
                <a:close/>
              </a:path>
              <a:path w="628650" h="152400">
                <a:moveTo>
                  <a:pt x="628650" y="28575"/>
                </a:moveTo>
                <a:lnTo>
                  <a:pt x="614362" y="28575"/>
                </a:lnTo>
                <a:lnTo>
                  <a:pt x="600075" y="14287"/>
                </a:lnTo>
                <a:lnTo>
                  <a:pt x="628650" y="14287"/>
                </a:lnTo>
                <a:lnTo>
                  <a:pt x="628650" y="28575"/>
                </a:lnTo>
                <a:close/>
              </a:path>
              <a:path w="628650" h="152400">
                <a:moveTo>
                  <a:pt x="28575" y="138112"/>
                </a:moveTo>
                <a:lnTo>
                  <a:pt x="14287" y="123825"/>
                </a:lnTo>
                <a:lnTo>
                  <a:pt x="28575" y="123825"/>
                </a:lnTo>
                <a:lnTo>
                  <a:pt x="28575" y="138112"/>
                </a:lnTo>
                <a:close/>
              </a:path>
              <a:path w="628650" h="152400">
                <a:moveTo>
                  <a:pt x="600075" y="138112"/>
                </a:moveTo>
                <a:lnTo>
                  <a:pt x="28575" y="138112"/>
                </a:lnTo>
                <a:lnTo>
                  <a:pt x="28575" y="123825"/>
                </a:lnTo>
                <a:lnTo>
                  <a:pt x="600075" y="123825"/>
                </a:lnTo>
                <a:lnTo>
                  <a:pt x="600075" y="138112"/>
                </a:lnTo>
                <a:close/>
              </a:path>
              <a:path w="628650" h="152400">
                <a:moveTo>
                  <a:pt x="628650" y="138112"/>
                </a:moveTo>
                <a:lnTo>
                  <a:pt x="600075" y="138112"/>
                </a:lnTo>
                <a:lnTo>
                  <a:pt x="614362" y="123825"/>
                </a:lnTo>
                <a:lnTo>
                  <a:pt x="628650" y="123825"/>
                </a:lnTo>
                <a:lnTo>
                  <a:pt x="628650" y="1381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8417877" y="1908162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用户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764915" y="1908162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发电厂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331775" y="1661161"/>
            <a:ext cx="270510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spc="-40" i="1">
                <a:latin typeface="微软雅黑"/>
                <a:cs typeface="微软雅黑"/>
              </a:rPr>
              <a:t>r</a:t>
            </a:r>
            <a:endParaRPr sz="2500">
              <a:latin typeface="微软雅黑"/>
              <a:cs typeface="微软雅黑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867370" y="2093810"/>
            <a:ext cx="199390" cy="23367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15">
                <a:latin typeface="宋体"/>
                <a:cs typeface="宋体"/>
              </a:rPr>
              <a:t>用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681658" y="1889696"/>
            <a:ext cx="24066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50" spc="-10" i="1">
                <a:latin typeface="Times New Roman"/>
                <a:cs typeface="Times New Roman"/>
              </a:rPr>
              <a:t>U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635491" y="1638300"/>
            <a:ext cx="97790" cy="831850"/>
          </a:xfrm>
          <a:custGeom>
            <a:avLst/>
            <a:gdLst/>
            <a:ahLst/>
            <a:cxnLst/>
            <a:rect l="l" t="t" r="r" b="b"/>
            <a:pathLst>
              <a:path w="97790" h="831850">
                <a:moveTo>
                  <a:pt x="4460" y="87452"/>
                </a:moveTo>
                <a:lnTo>
                  <a:pt x="3063" y="86969"/>
                </a:lnTo>
                <a:lnTo>
                  <a:pt x="1945" y="85979"/>
                </a:lnTo>
                <a:lnTo>
                  <a:pt x="1298" y="84645"/>
                </a:lnTo>
                <a:lnTo>
                  <a:pt x="1209" y="83159"/>
                </a:lnTo>
                <a:lnTo>
                  <a:pt x="1704" y="81749"/>
                </a:lnTo>
                <a:lnTo>
                  <a:pt x="49596" y="0"/>
                </a:lnTo>
                <a:lnTo>
                  <a:pt x="53985" y="7556"/>
                </a:lnTo>
                <a:lnTo>
                  <a:pt x="45773" y="7556"/>
                </a:lnTo>
                <a:lnTo>
                  <a:pt x="45742" y="21654"/>
                </a:lnTo>
                <a:lnTo>
                  <a:pt x="8270" y="85598"/>
                </a:lnTo>
                <a:lnTo>
                  <a:pt x="7292" y="86715"/>
                </a:lnTo>
                <a:lnTo>
                  <a:pt x="5946" y="87363"/>
                </a:lnTo>
                <a:lnTo>
                  <a:pt x="4460" y="87452"/>
                </a:lnTo>
                <a:close/>
              </a:path>
              <a:path w="97790" h="831850">
                <a:moveTo>
                  <a:pt x="45746" y="21647"/>
                </a:moveTo>
                <a:lnTo>
                  <a:pt x="45773" y="7556"/>
                </a:lnTo>
                <a:lnTo>
                  <a:pt x="53393" y="7569"/>
                </a:lnTo>
                <a:lnTo>
                  <a:pt x="53389" y="9474"/>
                </a:lnTo>
                <a:lnTo>
                  <a:pt x="46294" y="9474"/>
                </a:lnTo>
                <a:lnTo>
                  <a:pt x="49572" y="15119"/>
                </a:lnTo>
                <a:lnTo>
                  <a:pt x="45746" y="21647"/>
                </a:lnTo>
                <a:close/>
              </a:path>
              <a:path w="97790" h="831850">
                <a:moveTo>
                  <a:pt x="94389" y="87617"/>
                </a:moveTo>
                <a:lnTo>
                  <a:pt x="92915" y="87528"/>
                </a:lnTo>
                <a:lnTo>
                  <a:pt x="91569" y="86880"/>
                </a:lnTo>
                <a:lnTo>
                  <a:pt x="90591" y="85763"/>
                </a:lnTo>
                <a:lnTo>
                  <a:pt x="53366" y="21654"/>
                </a:lnTo>
                <a:lnTo>
                  <a:pt x="53393" y="7569"/>
                </a:lnTo>
                <a:lnTo>
                  <a:pt x="45773" y="7556"/>
                </a:lnTo>
                <a:lnTo>
                  <a:pt x="53992" y="7569"/>
                </a:lnTo>
                <a:lnTo>
                  <a:pt x="97183" y="81927"/>
                </a:lnTo>
                <a:lnTo>
                  <a:pt x="97604" y="83159"/>
                </a:lnTo>
                <a:lnTo>
                  <a:pt x="97564" y="84823"/>
                </a:lnTo>
                <a:lnTo>
                  <a:pt x="96916" y="86156"/>
                </a:lnTo>
                <a:lnTo>
                  <a:pt x="95798" y="87134"/>
                </a:lnTo>
                <a:lnTo>
                  <a:pt x="94389" y="87617"/>
                </a:lnTo>
                <a:close/>
              </a:path>
              <a:path w="97790" h="831850">
                <a:moveTo>
                  <a:pt x="49572" y="15119"/>
                </a:moveTo>
                <a:lnTo>
                  <a:pt x="46294" y="9474"/>
                </a:lnTo>
                <a:lnTo>
                  <a:pt x="52872" y="9486"/>
                </a:lnTo>
                <a:lnTo>
                  <a:pt x="49572" y="15119"/>
                </a:lnTo>
                <a:close/>
              </a:path>
              <a:path w="97790" h="831850">
                <a:moveTo>
                  <a:pt x="53366" y="21654"/>
                </a:moveTo>
                <a:lnTo>
                  <a:pt x="49572" y="15119"/>
                </a:lnTo>
                <a:lnTo>
                  <a:pt x="52872" y="9486"/>
                </a:lnTo>
                <a:lnTo>
                  <a:pt x="46294" y="9474"/>
                </a:lnTo>
                <a:lnTo>
                  <a:pt x="53389" y="9474"/>
                </a:lnTo>
                <a:lnTo>
                  <a:pt x="53366" y="21654"/>
                </a:lnTo>
                <a:close/>
              </a:path>
              <a:path w="97790" h="831850">
                <a:moveTo>
                  <a:pt x="48038" y="816720"/>
                </a:moveTo>
                <a:lnTo>
                  <a:pt x="44252" y="810202"/>
                </a:lnTo>
                <a:lnTo>
                  <a:pt x="44364" y="744232"/>
                </a:lnTo>
                <a:lnTo>
                  <a:pt x="45746" y="21647"/>
                </a:lnTo>
                <a:lnTo>
                  <a:pt x="49572" y="15119"/>
                </a:lnTo>
                <a:lnTo>
                  <a:pt x="53362" y="21647"/>
                </a:lnTo>
                <a:lnTo>
                  <a:pt x="51858" y="810202"/>
                </a:lnTo>
                <a:lnTo>
                  <a:pt x="48038" y="816720"/>
                </a:lnTo>
                <a:close/>
              </a:path>
              <a:path w="97790" h="831850">
                <a:moveTo>
                  <a:pt x="48008" y="831850"/>
                </a:moveTo>
                <a:lnTo>
                  <a:pt x="421" y="749922"/>
                </a:lnTo>
                <a:lnTo>
                  <a:pt x="0" y="748690"/>
                </a:lnTo>
                <a:lnTo>
                  <a:pt x="40" y="747026"/>
                </a:lnTo>
                <a:lnTo>
                  <a:pt x="688" y="745693"/>
                </a:lnTo>
                <a:lnTo>
                  <a:pt x="1806" y="744715"/>
                </a:lnTo>
                <a:lnTo>
                  <a:pt x="3215" y="744232"/>
                </a:lnTo>
                <a:lnTo>
                  <a:pt x="4701" y="744321"/>
                </a:lnTo>
                <a:lnTo>
                  <a:pt x="6035" y="744969"/>
                </a:lnTo>
                <a:lnTo>
                  <a:pt x="7013" y="746086"/>
                </a:lnTo>
                <a:lnTo>
                  <a:pt x="44238" y="810177"/>
                </a:lnTo>
                <a:lnTo>
                  <a:pt x="44211" y="824280"/>
                </a:lnTo>
                <a:lnTo>
                  <a:pt x="52435" y="824293"/>
                </a:lnTo>
                <a:lnTo>
                  <a:pt x="48008" y="831850"/>
                </a:lnTo>
                <a:close/>
              </a:path>
              <a:path w="97790" h="831850">
                <a:moveTo>
                  <a:pt x="52435" y="824293"/>
                </a:moveTo>
                <a:lnTo>
                  <a:pt x="51831" y="824293"/>
                </a:lnTo>
                <a:lnTo>
                  <a:pt x="51872" y="810177"/>
                </a:lnTo>
                <a:lnTo>
                  <a:pt x="89334" y="746251"/>
                </a:lnTo>
                <a:lnTo>
                  <a:pt x="90312" y="745134"/>
                </a:lnTo>
                <a:lnTo>
                  <a:pt x="91658" y="744486"/>
                </a:lnTo>
                <a:lnTo>
                  <a:pt x="93144" y="744397"/>
                </a:lnTo>
                <a:lnTo>
                  <a:pt x="94541" y="744880"/>
                </a:lnTo>
                <a:lnTo>
                  <a:pt x="95659" y="745870"/>
                </a:lnTo>
                <a:lnTo>
                  <a:pt x="96306" y="747217"/>
                </a:lnTo>
                <a:lnTo>
                  <a:pt x="96395" y="748690"/>
                </a:lnTo>
                <a:lnTo>
                  <a:pt x="95900" y="750100"/>
                </a:lnTo>
                <a:lnTo>
                  <a:pt x="52435" y="824293"/>
                </a:lnTo>
                <a:close/>
              </a:path>
              <a:path w="97790" h="831850">
                <a:moveTo>
                  <a:pt x="51831" y="824293"/>
                </a:moveTo>
                <a:lnTo>
                  <a:pt x="44211" y="824280"/>
                </a:lnTo>
                <a:lnTo>
                  <a:pt x="44238" y="810177"/>
                </a:lnTo>
                <a:lnTo>
                  <a:pt x="48038" y="816720"/>
                </a:lnTo>
                <a:lnTo>
                  <a:pt x="44732" y="822363"/>
                </a:lnTo>
                <a:lnTo>
                  <a:pt x="51834" y="822375"/>
                </a:lnTo>
                <a:lnTo>
                  <a:pt x="51831" y="824293"/>
                </a:lnTo>
                <a:close/>
              </a:path>
              <a:path w="97790" h="831850">
                <a:moveTo>
                  <a:pt x="51834" y="822375"/>
                </a:moveTo>
                <a:lnTo>
                  <a:pt x="51315" y="822363"/>
                </a:lnTo>
                <a:lnTo>
                  <a:pt x="48038" y="816720"/>
                </a:lnTo>
                <a:lnTo>
                  <a:pt x="51858" y="810202"/>
                </a:lnTo>
                <a:lnTo>
                  <a:pt x="51834" y="822375"/>
                </a:lnTo>
                <a:close/>
              </a:path>
              <a:path w="97790" h="831850">
                <a:moveTo>
                  <a:pt x="51323" y="822375"/>
                </a:moveTo>
                <a:lnTo>
                  <a:pt x="44732" y="822363"/>
                </a:lnTo>
                <a:lnTo>
                  <a:pt x="48038" y="816720"/>
                </a:lnTo>
                <a:lnTo>
                  <a:pt x="51323" y="8223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851016" y="1652587"/>
            <a:ext cx="97790" cy="831850"/>
          </a:xfrm>
          <a:custGeom>
            <a:avLst/>
            <a:gdLst/>
            <a:ahLst/>
            <a:cxnLst/>
            <a:rect l="l" t="t" r="r" b="b"/>
            <a:pathLst>
              <a:path w="97789" h="831850">
                <a:moveTo>
                  <a:pt x="4460" y="87452"/>
                </a:moveTo>
                <a:lnTo>
                  <a:pt x="3063" y="86969"/>
                </a:lnTo>
                <a:lnTo>
                  <a:pt x="1945" y="85979"/>
                </a:lnTo>
                <a:lnTo>
                  <a:pt x="1298" y="84645"/>
                </a:lnTo>
                <a:lnTo>
                  <a:pt x="1209" y="83159"/>
                </a:lnTo>
                <a:lnTo>
                  <a:pt x="1704" y="81749"/>
                </a:lnTo>
                <a:lnTo>
                  <a:pt x="49596" y="0"/>
                </a:lnTo>
                <a:lnTo>
                  <a:pt x="53985" y="7556"/>
                </a:lnTo>
                <a:lnTo>
                  <a:pt x="45773" y="7556"/>
                </a:lnTo>
                <a:lnTo>
                  <a:pt x="45731" y="21672"/>
                </a:lnTo>
                <a:lnTo>
                  <a:pt x="8270" y="85598"/>
                </a:lnTo>
                <a:lnTo>
                  <a:pt x="7292" y="86715"/>
                </a:lnTo>
                <a:lnTo>
                  <a:pt x="5946" y="87363"/>
                </a:lnTo>
                <a:lnTo>
                  <a:pt x="4460" y="87452"/>
                </a:lnTo>
                <a:close/>
              </a:path>
              <a:path w="97789" h="831850">
                <a:moveTo>
                  <a:pt x="45746" y="21647"/>
                </a:moveTo>
                <a:lnTo>
                  <a:pt x="45773" y="7556"/>
                </a:lnTo>
                <a:lnTo>
                  <a:pt x="53393" y="7569"/>
                </a:lnTo>
                <a:lnTo>
                  <a:pt x="53389" y="9474"/>
                </a:lnTo>
                <a:lnTo>
                  <a:pt x="46281" y="9474"/>
                </a:lnTo>
                <a:lnTo>
                  <a:pt x="49566" y="15129"/>
                </a:lnTo>
                <a:lnTo>
                  <a:pt x="45746" y="21647"/>
                </a:lnTo>
                <a:close/>
              </a:path>
              <a:path w="97789" h="831850">
                <a:moveTo>
                  <a:pt x="94389" y="87617"/>
                </a:moveTo>
                <a:lnTo>
                  <a:pt x="92915" y="87528"/>
                </a:lnTo>
                <a:lnTo>
                  <a:pt x="91569" y="86880"/>
                </a:lnTo>
                <a:lnTo>
                  <a:pt x="90591" y="85763"/>
                </a:lnTo>
                <a:lnTo>
                  <a:pt x="53366" y="21672"/>
                </a:lnTo>
                <a:lnTo>
                  <a:pt x="53393" y="7569"/>
                </a:lnTo>
                <a:lnTo>
                  <a:pt x="45773" y="7556"/>
                </a:lnTo>
                <a:lnTo>
                  <a:pt x="53992" y="7569"/>
                </a:lnTo>
                <a:lnTo>
                  <a:pt x="97183" y="81927"/>
                </a:lnTo>
                <a:lnTo>
                  <a:pt x="97604" y="83159"/>
                </a:lnTo>
                <a:lnTo>
                  <a:pt x="97564" y="84823"/>
                </a:lnTo>
                <a:lnTo>
                  <a:pt x="96916" y="86156"/>
                </a:lnTo>
                <a:lnTo>
                  <a:pt x="95798" y="87147"/>
                </a:lnTo>
                <a:lnTo>
                  <a:pt x="94389" y="87617"/>
                </a:lnTo>
                <a:close/>
              </a:path>
              <a:path w="97789" h="831850">
                <a:moveTo>
                  <a:pt x="49566" y="15129"/>
                </a:moveTo>
                <a:lnTo>
                  <a:pt x="46281" y="9474"/>
                </a:lnTo>
                <a:lnTo>
                  <a:pt x="52872" y="9486"/>
                </a:lnTo>
                <a:lnTo>
                  <a:pt x="49566" y="15129"/>
                </a:lnTo>
                <a:close/>
              </a:path>
              <a:path w="97789" h="831850">
                <a:moveTo>
                  <a:pt x="53366" y="21672"/>
                </a:moveTo>
                <a:lnTo>
                  <a:pt x="49566" y="15129"/>
                </a:lnTo>
                <a:lnTo>
                  <a:pt x="52872" y="9486"/>
                </a:lnTo>
                <a:lnTo>
                  <a:pt x="46281" y="9474"/>
                </a:lnTo>
                <a:lnTo>
                  <a:pt x="53389" y="9474"/>
                </a:lnTo>
                <a:lnTo>
                  <a:pt x="53366" y="21672"/>
                </a:lnTo>
                <a:close/>
              </a:path>
              <a:path w="97789" h="831850">
                <a:moveTo>
                  <a:pt x="48038" y="816720"/>
                </a:moveTo>
                <a:lnTo>
                  <a:pt x="44252" y="810202"/>
                </a:lnTo>
                <a:lnTo>
                  <a:pt x="44364" y="744232"/>
                </a:lnTo>
                <a:lnTo>
                  <a:pt x="45746" y="21647"/>
                </a:lnTo>
                <a:lnTo>
                  <a:pt x="49566" y="15129"/>
                </a:lnTo>
                <a:lnTo>
                  <a:pt x="53351" y="21647"/>
                </a:lnTo>
                <a:lnTo>
                  <a:pt x="53240" y="87617"/>
                </a:lnTo>
                <a:lnTo>
                  <a:pt x="51858" y="810202"/>
                </a:lnTo>
                <a:lnTo>
                  <a:pt x="48038" y="816720"/>
                </a:lnTo>
                <a:close/>
              </a:path>
              <a:path w="97789" h="831850">
                <a:moveTo>
                  <a:pt x="48008" y="831850"/>
                </a:moveTo>
                <a:lnTo>
                  <a:pt x="421" y="749922"/>
                </a:lnTo>
                <a:lnTo>
                  <a:pt x="0" y="748690"/>
                </a:lnTo>
                <a:lnTo>
                  <a:pt x="40" y="747026"/>
                </a:lnTo>
                <a:lnTo>
                  <a:pt x="688" y="745693"/>
                </a:lnTo>
                <a:lnTo>
                  <a:pt x="1806" y="744715"/>
                </a:lnTo>
                <a:lnTo>
                  <a:pt x="3215" y="744232"/>
                </a:lnTo>
                <a:lnTo>
                  <a:pt x="4688" y="744321"/>
                </a:lnTo>
                <a:lnTo>
                  <a:pt x="6035" y="744982"/>
                </a:lnTo>
                <a:lnTo>
                  <a:pt x="7013" y="746086"/>
                </a:lnTo>
                <a:lnTo>
                  <a:pt x="44238" y="810177"/>
                </a:lnTo>
                <a:lnTo>
                  <a:pt x="44211" y="824280"/>
                </a:lnTo>
                <a:lnTo>
                  <a:pt x="52435" y="824293"/>
                </a:lnTo>
                <a:lnTo>
                  <a:pt x="48008" y="831850"/>
                </a:lnTo>
                <a:close/>
              </a:path>
              <a:path w="97789" h="831850">
                <a:moveTo>
                  <a:pt x="52435" y="824293"/>
                </a:moveTo>
                <a:lnTo>
                  <a:pt x="51831" y="824293"/>
                </a:lnTo>
                <a:lnTo>
                  <a:pt x="51872" y="810177"/>
                </a:lnTo>
                <a:lnTo>
                  <a:pt x="89334" y="746251"/>
                </a:lnTo>
                <a:lnTo>
                  <a:pt x="90312" y="745134"/>
                </a:lnTo>
                <a:lnTo>
                  <a:pt x="91658" y="744486"/>
                </a:lnTo>
                <a:lnTo>
                  <a:pt x="93144" y="744397"/>
                </a:lnTo>
                <a:lnTo>
                  <a:pt x="94541" y="744893"/>
                </a:lnTo>
                <a:lnTo>
                  <a:pt x="95659" y="745870"/>
                </a:lnTo>
                <a:lnTo>
                  <a:pt x="96306" y="747217"/>
                </a:lnTo>
                <a:lnTo>
                  <a:pt x="96395" y="748690"/>
                </a:lnTo>
                <a:lnTo>
                  <a:pt x="95900" y="750100"/>
                </a:lnTo>
                <a:lnTo>
                  <a:pt x="52435" y="824293"/>
                </a:lnTo>
                <a:close/>
              </a:path>
              <a:path w="97789" h="831850">
                <a:moveTo>
                  <a:pt x="51831" y="824293"/>
                </a:moveTo>
                <a:lnTo>
                  <a:pt x="44211" y="824280"/>
                </a:lnTo>
                <a:lnTo>
                  <a:pt x="44238" y="810177"/>
                </a:lnTo>
                <a:lnTo>
                  <a:pt x="48038" y="816720"/>
                </a:lnTo>
                <a:lnTo>
                  <a:pt x="44732" y="822363"/>
                </a:lnTo>
                <a:lnTo>
                  <a:pt x="51834" y="822375"/>
                </a:lnTo>
                <a:lnTo>
                  <a:pt x="51831" y="824293"/>
                </a:lnTo>
                <a:close/>
              </a:path>
              <a:path w="97789" h="831850">
                <a:moveTo>
                  <a:pt x="51834" y="822375"/>
                </a:moveTo>
                <a:lnTo>
                  <a:pt x="51315" y="822363"/>
                </a:lnTo>
                <a:lnTo>
                  <a:pt x="48038" y="816720"/>
                </a:lnTo>
                <a:lnTo>
                  <a:pt x="51858" y="810202"/>
                </a:lnTo>
                <a:lnTo>
                  <a:pt x="51834" y="822375"/>
                </a:lnTo>
                <a:close/>
              </a:path>
              <a:path w="97789" h="831850">
                <a:moveTo>
                  <a:pt x="51323" y="822375"/>
                </a:moveTo>
                <a:lnTo>
                  <a:pt x="44732" y="822363"/>
                </a:lnTo>
                <a:lnTo>
                  <a:pt x="48038" y="816720"/>
                </a:lnTo>
                <a:lnTo>
                  <a:pt x="51323" y="8223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4955247" y="1694878"/>
            <a:ext cx="261620" cy="753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53340">
              <a:lnSpc>
                <a:spcPts val="2920"/>
              </a:lnSpc>
              <a:spcBef>
                <a:spcPts val="105"/>
              </a:spcBef>
            </a:pPr>
            <a:r>
              <a:rPr dirty="0" sz="2350" spc="-5" i="1">
                <a:latin typeface="Times New Roman"/>
                <a:cs typeface="Times New Roman"/>
              </a:rPr>
              <a:t>P </a:t>
            </a:r>
            <a:r>
              <a:rPr dirty="0" sz="2350" spc="-5" i="1">
                <a:latin typeface="Times New Roman"/>
                <a:cs typeface="Times New Roman"/>
              </a:rPr>
              <a:t> </a:t>
            </a:r>
            <a:r>
              <a:rPr dirty="0" sz="2350" spc="-10" i="1">
                <a:latin typeface="Times New Roman"/>
                <a:cs typeface="Times New Roman"/>
              </a:rPr>
              <a:t>U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045993" y="1323898"/>
            <a:ext cx="0" cy="306705"/>
          </a:xfrm>
          <a:custGeom>
            <a:avLst/>
            <a:gdLst/>
            <a:ahLst/>
            <a:cxnLst/>
            <a:rect l="l" t="t" r="r" b="b"/>
            <a:pathLst>
              <a:path w="0" h="306705">
                <a:moveTo>
                  <a:pt x="0" y="0"/>
                </a:moveTo>
                <a:lnTo>
                  <a:pt x="0" y="306539"/>
                </a:lnTo>
              </a:path>
            </a:pathLst>
          </a:custGeom>
          <a:ln w="301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920706" y="1323898"/>
            <a:ext cx="0" cy="306705"/>
          </a:xfrm>
          <a:custGeom>
            <a:avLst/>
            <a:gdLst/>
            <a:ahLst/>
            <a:cxnLst/>
            <a:rect l="l" t="t" r="r" b="b"/>
            <a:pathLst>
              <a:path w="0" h="306705">
                <a:moveTo>
                  <a:pt x="0" y="0"/>
                </a:moveTo>
                <a:lnTo>
                  <a:pt x="0" y="306539"/>
                </a:lnTo>
              </a:path>
            </a:pathLst>
          </a:custGeom>
          <a:ln w="301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073775" y="1300365"/>
            <a:ext cx="828675" cy="102870"/>
          </a:xfrm>
          <a:custGeom>
            <a:avLst/>
            <a:gdLst/>
            <a:ahLst/>
            <a:cxnLst/>
            <a:rect l="l" t="t" r="r" b="b"/>
            <a:pathLst>
              <a:path w="828675" h="102869">
                <a:moveTo>
                  <a:pt x="89344" y="101536"/>
                </a:moveTo>
                <a:lnTo>
                  <a:pt x="87350" y="101422"/>
                </a:lnTo>
                <a:lnTo>
                  <a:pt x="85509" y="100698"/>
                </a:lnTo>
                <a:lnTo>
                  <a:pt x="0" y="50596"/>
                </a:lnTo>
                <a:lnTo>
                  <a:pt x="85699" y="825"/>
                </a:lnTo>
                <a:lnTo>
                  <a:pt x="87553" y="114"/>
                </a:lnTo>
                <a:lnTo>
                  <a:pt x="89535" y="0"/>
                </a:lnTo>
                <a:lnTo>
                  <a:pt x="91452" y="507"/>
                </a:lnTo>
                <a:lnTo>
                  <a:pt x="93129" y="1587"/>
                </a:lnTo>
                <a:lnTo>
                  <a:pt x="94373" y="3124"/>
                </a:lnTo>
                <a:lnTo>
                  <a:pt x="95097" y="4978"/>
                </a:lnTo>
                <a:lnTo>
                  <a:pt x="95199" y="6959"/>
                </a:lnTo>
                <a:lnTo>
                  <a:pt x="94691" y="8889"/>
                </a:lnTo>
                <a:lnTo>
                  <a:pt x="93611" y="10553"/>
                </a:lnTo>
                <a:lnTo>
                  <a:pt x="92075" y="11810"/>
                </a:lnTo>
                <a:lnTo>
                  <a:pt x="36170" y="44272"/>
                </a:lnTo>
                <a:lnTo>
                  <a:pt x="12611" y="44272"/>
                </a:lnTo>
                <a:lnTo>
                  <a:pt x="12585" y="56972"/>
                </a:lnTo>
                <a:lnTo>
                  <a:pt x="91922" y="89738"/>
                </a:lnTo>
                <a:lnTo>
                  <a:pt x="95034" y="94589"/>
                </a:lnTo>
                <a:lnTo>
                  <a:pt x="94919" y="96583"/>
                </a:lnTo>
                <a:lnTo>
                  <a:pt x="94195" y="98424"/>
                </a:lnTo>
                <a:lnTo>
                  <a:pt x="92938" y="99961"/>
                </a:lnTo>
                <a:lnTo>
                  <a:pt x="91262" y="101041"/>
                </a:lnTo>
                <a:lnTo>
                  <a:pt x="89344" y="101536"/>
                </a:lnTo>
                <a:close/>
              </a:path>
              <a:path w="828675" h="102869">
                <a:moveTo>
                  <a:pt x="817784" y="58508"/>
                </a:moveTo>
                <a:lnTo>
                  <a:pt x="816063" y="58508"/>
                </a:lnTo>
                <a:lnTo>
                  <a:pt x="816089" y="45808"/>
                </a:lnTo>
                <a:lnTo>
                  <a:pt x="792588" y="45763"/>
                </a:lnTo>
                <a:lnTo>
                  <a:pt x="736752" y="13042"/>
                </a:lnTo>
                <a:lnTo>
                  <a:pt x="733755" y="6210"/>
                </a:lnTo>
                <a:lnTo>
                  <a:pt x="734479" y="4356"/>
                </a:lnTo>
                <a:lnTo>
                  <a:pt x="735736" y="2819"/>
                </a:lnTo>
                <a:lnTo>
                  <a:pt x="737412" y="1752"/>
                </a:lnTo>
                <a:lnTo>
                  <a:pt x="739330" y="1244"/>
                </a:lnTo>
                <a:lnTo>
                  <a:pt x="741311" y="1358"/>
                </a:lnTo>
                <a:lnTo>
                  <a:pt x="743165" y="2082"/>
                </a:lnTo>
                <a:lnTo>
                  <a:pt x="828675" y="52184"/>
                </a:lnTo>
                <a:lnTo>
                  <a:pt x="817784" y="58508"/>
                </a:lnTo>
                <a:close/>
              </a:path>
              <a:path w="828675" h="102869">
                <a:moveTo>
                  <a:pt x="36070" y="57017"/>
                </a:moveTo>
                <a:lnTo>
                  <a:pt x="12585" y="56972"/>
                </a:lnTo>
                <a:lnTo>
                  <a:pt x="12611" y="44272"/>
                </a:lnTo>
                <a:lnTo>
                  <a:pt x="36093" y="44317"/>
                </a:lnTo>
                <a:lnTo>
                  <a:pt x="34661" y="45148"/>
                </a:lnTo>
                <a:lnTo>
                  <a:pt x="15811" y="45148"/>
                </a:lnTo>
                <a:lnTo>
                  <a:pt x="15786" y="56108"/>
                </a:lnTo>
                <a:lnTo>
                  <a:pt x="34519" y="56108"/>
                </a:lnTo>
                <a:lnTo>
                  <a:pt x="36070" y="57017"/>
                </a:lnTo>
                <a:close/>
              </a:path>
              <a:path w="828675" h="102869">
                <a:moveTo>
                  <a:pt x="36093" y="44317"/>
                </a:moveTo>
                <a:lnTo>
                  <a:pt x="12611" y="44272"/>
                </a:lnTo>
                <a:lnTo>
                  <a:pt x="36170" y="44272"/>
                </a:lnTo>
                <a:close/>
              </a:path>
              <a:path w="828675" h="102869">
                <a:moveTo>
                  <a:pt x="792581" y="58463"/>
                </a:moveTo>
                <a:lnTo>
                  <a:pt x="36070" y="57017"/>
                </a:lnTo>
                <a:lnTo>
                  <a:pt x="25194" y="50645"/>
                </a:lnTo>
                <a:lnTo>
                  <a:pt x="36093" y="44317"/>
                </a:lnTo>
                <a:lnTo>
                  <a:pt x="792588" y="45763"/>
                </a:lnTo>
                <a:lnTo>
                  <a:pt x="803470" y="52141"/>
                </a:lnTo>
                <a:lnTo>
                  <a:pt x="792581" y="58463"/>
                </a:lnTo>
                <a:close/>
              </a:path>
              <a:path w="828675" h="102869">
                <a:moveTo>
                  <a:pt x="15786" y="56108"/>
                </a:moveTo>
                <a:lnTo>
                  <a:pt x="15811" y="45148"/>
                </a:lnTo>
                <a:lnTo>
                  <a:pt x="25194" y="50645"/>
                </a:lnTo>
                <a:lnTo>
                  <a:pt x="15786" y="56108"/>
                </a:lnTo>
                <a:close/>
              </a:path>
              <a:path w="828675" h="102869">
                <a:moveTo>
                  <a:pt x="25194" y="50645"/>
                </a:moveTo>
                <a:lnTo>
                  <a:pt x="15811" y="45148"/>
                </a:lnTo>
                <a:lnTo>
                  <a:pt x="34661" y="45148"/>
                </a:lnTo>
                <a:lnTo>
                  <a:pt x="25194" y="50645"/>
                </a:lnTo>
                <a:close/>
              </a:path>
              <a:path w="828675" h="102869">
                <a:moveTo>
                  <a:pt x="803470" y="52141"/>
                </a:moveTo>
                <a:lnTo>
                  <a:pt x="792588" y="45763"/>
                </a:lnTo>
                <a:lnTo>
                  <a:pt x="816089" y="45808"/>
                </a:lnTo>
                <a:lnTo>
                  <a:pt x="816087" y="46672"/>
                </a:lnTo>
                <a:lnTo>
                  <a:pt x="812888" y="46672"/>
                </a:lnTo>
                <a:lnTo>
                  <a:pt x="803470" y="52141"/>
                </a:lnTo>
                <a:close/>
              </a:path>
              <a:path w="828675" h="102869">
                <a:moveTo>
                  <a:pt x="812863" y="57645"/>
                </a:moveTo>
                <a:lnTo>
                  <a:pt x="803470" y="52141"/>
                </a:lnTo>
                <a:lnTo>
                  <a:pt x="812888" y="46672"/>
                </a:lnTo>
                <a:lnTo>
                  <a:pt x="812863" y="57645"/>
                </a:lnTo>
                <a:close/>
              </a:path>
              <a:path w="828675" h="102869">
                <a:moveTo>
                  <a:pt x="816065" y="57645"/>
                </a:moveTo>
                <a:lnTo>
                  <a:pt x="812863" y="57645"/>
                </a:lnTo>
                <a:lnTo>
                  <a:pt x="812888" y="46672"/>
                </a:lnTo>
                <a:lnTo>
                  <a:pt x="816087" y="46672"/>
                </a:lnTo>
                <a:lnTo>
                  <a:pt x="816065" y="57645"/>
                </a:lnTo>
                <a:close/>
              </a:path>
              <a:path w="828675" h="102869">
                <a:moveTo>
                  <a:pt x="34519" y="56108"/>
                </a:moveTo>
                <a:lnTo>
                  <a:pt x="15786" y="56108"/>
                </a:lnTo>
                <a:lnTo>
                  <a:pt x="25194" y="50645"/>
                </a:lnTo>
                <a:lnTo>
                  <a:pt x="34519" y="56108"/>
                </a:lnTo>
                <a:close/>
              </a:path>
              <a:path w="828675" h="102869">
                <a:moveTo>
                  <a:pt x="816063" y="58508"/>
                </a:moveTo>
                <a:lnTo>
                  <a:pt x="792581" y="58463"/>
                </a:lnTo>
                <a:lnTo>
                  <a:pt x="803470" y="52141"/>
                </a:lnTo>
                <a:lnTo>
                  <a:pt x="812863" y="57645"/>
                </a:lnTo>
                <a:lnTo>
                  <a:pt x="816065" y="57645"/>
                </a:lnTo>
                <a:lnTo>
                  <a:pt x="816063" y="58508"/>
                </a:lnTo>
                <a:close/>
              </a:path>
              <a:path w="828675" h="102869">
                <a:moveTo>
                  <a:pt x="739140" y="102781"/>
                </a:moveTo>
                <a:lnTo>
                  <a:pt x="733475" y="95821"/>
                </a:lnTo>
                <a:lnTo>
                  <a:pt x="733983" y="93891"/>
                </a:lnTo>
                <a:lnTo>
                  <a:pt x="735063" y="92227"/>
                </a:lnTo>
                <a:lnTo>
                  <a:pt x="736600" y="90970"/>
                </a:lnTo>
                <a:lnTo>
                  <a:pt x="792581" y="58463"/>
                </a:lnTo>
                <a:lnTo>
                  <a:pt x="817784" y="58508"/>
                </a:lnTo>
                <a:lnTo>
                  <a:pt x="742975" y="101955"/>
                </a:lnTo>
                <a:lnTo>
                  <a:pt x="741121" y="102666"/>
                </a:lnTo>
                <a:lnTo>
                  <a:pt x="739140" y="1027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5696368" y="907046"/>
            <a:ext cx="977265" cy="6934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05155">
              <a:lnSpc>
                <a:spcPts val="2635"/>
              </a:lnSpc>
              <a:spcBef>
                <a:spcPts val="90"/>
              </a:spcBef>
            </a:pPr>
            <a:r>
              <a:rPr dirty="0" sz="2350" spc="-240" i="1">
                <a:latin typeface="Times New Roman"/>
                <a:cs typeface="Times New Roman"/>
              </a:rPr>
              <a:t>U</a:t>
            </a:r>
            <a:r>
              <a:rPr dirty="0" baseline="-26748" sz="2025" spc="22">
                <a:latin typeface="宋体"/>
                <a:cs typeface="宋体"/>
              </a:rPr>
              <a:t>损</a:t>
            </a:r>
            <a:endParaRPr baseline="-26748" sz="2025">
              <a:latin typeface="宋体"/>
              <a:cs typeface="宋体"/>
            </a:endParaRPr>
          </a:p>
          <a:p>
            <a:pPr marL="12700">
              <a:lnSpc>
                <a:spcPts val="2635"/>
              </a:lnSpc>
            </a:pPr>
            <a:r>
              <a:rPr dirty="0" sz="2350" spc="-5" i="1">
                <a:latin typeface="Times New Roman"/>
                <a:cs typeface="Times New Roman"/>
              </a:rPr>
              <a:t>I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918839" y="4467618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 h="0">
                <a:moveTo>
                  <a:pt x="0" y="0"/>
                </a:moveTo>
                <a:lnTo>
                  <a:pt x="319239" y="0"/>
                </a:lnTo>
              </a:path>
            </a:pathLst>
          </a:custGeom>
          <a:ln w="153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3896575" y="4469079"/>
            <a:ext cx="28956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20" i="1">
                <a:latin typeface="Times New Roman"/>
                <a:cs typeface="Times New Roman"/>
              </a:rPr>
              <a:t>U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005772" y="3078213"/>
            <a:ext cx="1431290" cy="15684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130"/>
              </a:spcBef>
            </a:pPr>
            <a:r>
              <a:rPr dirty="0" sz="2850" spc="25">
                <a:latin typeface="MT Extra"/>
                <a:cs typeface="MT Extra"/>
              </a:rPr>
              <a:t></a:t>
            </a:r>
            <a:r>
              <a:rPr dirty="0" sz="2850" spc="-330">
                <a:latin typeface="Times New Roman"/>
                <a:cs typeface="Times New Roman"/>
              </a:rPr>
              <a:t> </a:t>
            </a:r>
            <a:r>
              <a:rPr dirty="0" sz="2850" spc="15" i="1">
                <a:latin typeface="Times New Roman"/>
                <a:cs typeface="Times New Roman"/>
              </a:rPr>
              <a:t>P</a:t>
            </a:r>
            <a:r>
              <a:rPr dirty="0" sz="2850" spc="-25" i="1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-330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UI</a:t>
            </a:r>
            <a:endParaRPr sz="2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966469" algn="l"/>
              </a:tabLst>
            </a:pPr>
            <a:r>
              <a:rPr dirty="0" sz="2850" spc="25">
                <a:latin typeface="Symbol"/>
                <a:cs typeface="Symbol"/>
              </a:rPr>
              <a:t></a:t>
            </a:r>
            <a:r>
              <a:rPr dirty="0" sz="2850" spc="-355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I</a:t>
            </a:r>
            <a:r>
              <a:rPr dirty="0" sz="2850" spc="270" i="1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15">
                <a:latin typeface="Times New Roman"/>
                <a:cs typeface="Times New Roman"/>
              </a:rPr>
              <a:t>	</a:t>
            </a:r>
            <a:r>
              <a:rPr dirty="0" baseline="35087" sz="4275" spc="22" i="1">
                <a:latin typeface="Times New Roman"/>
                <a:cs typeface="Times New Roman"/>
              </a:rPr>
              <a:t>P</a:t>
            </a:r>
            <a:endParaRPr baseline="35087" sz="4275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174703" y="5213565"/>
            <a:ext cx="3277870" cy="13989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2850" spc="235" i="1">
                <a:latin typeface="Times New Roman"/>
                <a:cs typeface="Times New Roman"/>
              </a:rPr>
              <a:t>U</a:t>
            </a:r>
            <a:r>
              <a:rPr dirty="0" baseline="-25252" sz="2475" spc="44">
                <a:latin typeface="宋体"/>
                <a:cs typeface="宋体"/>
              </a:rPr>
              <a:t>用</a:t>
            </a:r>
            <a:r>
              <a:rPr dirty="0" baseline="-25252" sz="2475" spc="-7">
                <a:latin typeface="宋体"/>
                <a:cs typeface="宋体"/>
              </a:rPr>
              <a:t>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-315">
                <a:latin typeface="Times New Roman"/>
                <a:cs typeface="Times New Roman"/>
              </a:rPr>
              <a:t> </a:t>
            </a:r>
            <a:r>
              <a:rPr dirty="0" sz="2850" spc="20" i="1">
                <a:latin typeface="Times New Roman"/>
                <a:cs typeface="Times New Roman"/>
              </a:rPr>
              <a:t>U</a:t>
            </a:r>
            <a:r>
              <a:rPr dirty="0" sz="2850" spc="130" i="1">
                <a:latin typeface="Times New Roman"/>
                <a:cs typeface="Times New Roman"/>
              </a:rPr>
              <a:t> </a:t>
            </a:r>
            <a:r>
              <a:rPr dirty="0" sz="2850" spc="235">
                <a:latin typeface="Symbol"/>
                <a:cs typeface="Symbol"/>
              </a:rPr>
              <a:t></a:t>
            </a:r>
            <a:r>
              <a:rPr dirty="0" sz="2850" spc="235" i="1">
                <a:latin typeface="Times New Roman"/>
                <a:cs typeface="Times New Roman"/>
              </a:rPr>
              <a:t>U</a:t>
            </a:r>
            <a:r>
              <a:rPr dirty="0" baseline="-26936" sz="2475" spc="44">
                <a:latin typeface="宋体"/>
                <a:cs typeface="宋体"/>
              </a:rPr>
              <a:t>损</a:t>
            </a:r>
            <a:r>
              <a:rPr dirty="0" baseline="-26936" sz="2475" spc="104">
                <a:latin typeface="宋体"/>
                <a:cs typeface="宋体"/>
              </a:rPr>
              <a:t>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-315">
                <a:latin typeface="Times New Roman"/>
                <a:cs typeface="Times New Roman"/>
              </a:rPr>
              <a:t> </a:t>
            </a:r>
            <a:r>
              <a:rPr dirty="0" sz="2850" spc="20" i="1">
                <a:latin typeface="Times New Roman"/>
                <a:cs typeface="Times New Roman"/>
              </a:rPr>
              <a:t>U</a:t>
            </a:r>
            <a:r>
              <a:rPr dirty="0" sz="2850" spc="125" i="1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Symbol"/>
                <a:cs typeface="Symbol"/>
              </a:rPr>
              <a:t></a:t>
            </a:r>
            <a:r>
              <a:rPr dirty="0" sz="2850" spc="-135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Ir</a:t>
            </a:r>
            <a:endParaRPr sz="2850">
              <a:latin typeface="Times New Roman"/>
              <a:cs typeface="Times New Roman"/>
            </a:endParaRPr>
          </a:p>
          <a:p>
            <a:pPr algn="ctr" marL="84455">
              <a:lnSpc>
                <a:spcPts val="2710"/>
              </a:lnSpc>
              <a:spcBef>
                <a:spcPts val="3370"/>
              </a:spcBef>
              <a:tabLst>
                <a:tab pos="569595" algn="l"/>
                <a:tab pos="1931035" algn="l"/>
              </a:tabLst>
            </a:pPr>
            <a:r>
              <a:rPr dirty="0" sz="2850" spc="15" i="1">
                <a:latin typeface="Times New Roman"/>
                <a:cs typeface="Times New Roman"/>
              </a:rPr>
              <a:t>P	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15">
                <a:latin typeface="Times New Roman"/>
                <a:cs typeface="Times New Roman"/>
              </a:rPr>
              <a:t> </a:t>
            </a:r>
            <a:r>
              <a:rPr dirty="0" sz="2850" spc="15" i="1">
                <a:latin typeface="Times New Roman"/>
                <a:cs typeface="Times New Roman"/>
              </a:rPr>
              <a:t>P</a:t>
            </a:r>
            <a:r>
              <a:rPr dirty="0" sz="2850" spc="-130" i="1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Symbol"/>
                <a:cs typeface="Symbol"/>
              </a:rPr>
              <a:t></a:t>
            </a:r>
            <a:r>
              <a:rPr dirty="0" sz="2850" spc="-125">
                <a:latin typeface="Times New Roman"/>
                <a:cs typeface="Times New Roman"/>
              </a:rPr>
              <a:t> </a:t>
            </a:r>
            <a:r>
              <a:rPr dirty="0" sz="2850" spc="15" i="1">
                <a:latin typeface="Times New Roman"/>
                <a:cs typeface="Times New Roman"/>
              </a:rPr>
              <a:t>P	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30">
                <a:latin typeface="Times New Roman"/>
                <a:cs typeface="Times New Roman"/>
              </a:rPr>
              <a:t> </a:t>
            </a:r>
            <a:r>
              <a:rPr dirty="0" sz="2850" spc="15" i="1">
                <a:latin typeface="Times New Roman"/>
                <a:cs typeface="Times New Roman"/>
              </a:rPr>
              <a:t>P</a:t>
            </a:r>
            <a:r>
              <a:rPr dirty="0" sz="2850" spc="-190" i="1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Symbol"/>
                <a:cs typeface="Symbol"/>
              </a:rPr>
              <a:t></a:t>
            </a:r>
            <a:r>
              <a:rPr dirty="0" sz="2850" spc="-145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I</a:t>
            </a:r>
            <a:r>
              <a:rPr dirty="0" sz="2850" spc="-270" i="1">
                <a:latin typeface="Times New Roman"/>
                <a:cs typeface="Times New Roman"/>
              </a:rPr>
              <a:t> </a:t>
            </a:r>
            <a:r>
              <a:rPr dirty="0" baseline="43771" sz="2475" spc="22">
                <a:latin typeface="Times New Roman"/>
                <a:cs typeface="Times New Roman"/>
              </a:rPr>
              <a:t>2</a:t>
            </a:r>
            <a:r>
              <a:rPr dirty="0" baseline="43771" sz="2475" spc="-412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r</a:t>
            </a:r>
            <a:endParaRPr sz="2850">
              <a:latin typeface="Times New Roman"/>
              <a:cs typeface="Times New Roman"/>
            </a:endParaRPr>
          </a:p>
          <a:p>
            <a:pPr marL="265430">
              <a:lnSpc>
                <a:spcPts val="1270"/>
              </a:lnSpc>
              <a:tabLst>
                <a:tab pos="1617345" algn="l"/>
              </a:tabLst>
            </a:pPr>
            <a:r>
              <a:rPr dirty="0" baseline="1683" sz="2475" spc="44">
                <a:latin typeface="宋体"/>
                <a:cs typeface="宋体"/>
              </a:rPr>
              <a:t>用	</a:t>
            </a:r>
            <a:r>
              <a:rPr dirty="0" sz="1650" spc="30">
                <a:latin typeface="宋体"/>
                <a:cs typeface="宋体"/>
              </a:rPr>
              <a:t>损</a:t>
            </a:r>
            <a:endParaRPr sz="165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33782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latin typeface="微软雅黑"/>
                <a:cs typeface="微软雅黑"/>
              </a:rPr>
              <a:t>减少输电线上损耗的方法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929323" y="3184601"/>
            <a:ext cx="320040" cy="0"/>
          </a:xfrm>
          <a:custGeom>
            <a:avLst/>
            <a:gdLst/>
            <a:ahLst/>
            <a:cxnLst/>
            <a:rect l="l" t="t" r="r" b="b"/>
            <a:pathLst>
              <a:path w="320040" h="0">
                <a:moveTo>
                  <a:pt x="0" y="0"/>
                </a:moveTo>
                <a:lnTo>
                  <a:pt x="319938" y="0"/>
                </a:lnTo>
              </a:path>
            </a:pathLst>
          </a:custGeom>
          <a:ln w="15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970268" y="2667380"/>
            <a:ext cx="24892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latin typeface="Times New Roman"/>
                <a:cs typeface="Times New Roman"/>
              </a:rPr>
              <a:t>P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94626" y="2886760"/>
            <a:ext cx="13208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15">
                <a:latin typeface="Times New Roman"/>
                <a:cs typeface="Times New Roman"/>
              </a:rPr>
              <a:t>2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49278" y="2898965"/>
            <a:ext cx="2567305" cy="751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2840"/>
              </a:lnSpc>
              <a:spcBef>
                <a:spcPts val="130"/>
              </a:spcBef>
              <a:tabLst>
                <a:tab pos="507365" algn="l"/>
                <a:tab pos="2117090" algn="l"/>
                <a:tab pos="2411730" algn="l"/>
              </a:tabLst>
            </a:pPr>
            <a:r>
              <a:rPr dirty="0" sz="2850" spc="15" i="1">
                <a:latin typeface="Times New Roman"/>
                <a:cs typeface="Times New Roman"/>
              </a:rPr>
              <a:t>P</a:t>
            </a:r>
            <a:r>
              <a:rPr dirty="0" sz="2850" spc="15" i="1">
                <a:latin typeface="Times New Roman"/>
                <a:cs typeface="Times New Roman"/>
              </a:rPr>
              <a:t>	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60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I</a:t>
            </a:r>
            <a:r>
              <a:rPr dirty="0" sz="2850" spc="-250" i="1">
                <a:latin typeface="Times New Roman"/>
                <a:cs typeface="Times New Roman"/>
              </a:rPr>
              <a:t> </a:t>
            </a:r>
            <a:r>
              <a:rPr dirty="0" baseline="43771" sz="2475" spc="22">
                <a:latin typeface="Times New Roman"/>
                <a:cs typeface="Times New Roman"/>
              </a:rPr>
              <a:t>2</a:t>
            </a:r>
            <a:r>
              <a:rPr dirty="0" baseline="43771" sz="2475" spc="-397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r</a:t>
            </a:r>
            <a:r>
              <a:rPr dirty="0" sz="2850" spc="110" i="1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-80">
                <a:latin typeface="Times New Roman"/>
                <a:cs typeface="Times New Roman"/>
              </a:rPr>
              <a:t> </a:t>
            </a:r>
            <a:r>
              <a:rPr dirty="0" sz="2850" spc="10">
                <a:latin typeface="Times New Roman"/>
                <a:cs typeface="Times New Roman"/>
              </a:rPr>
              <a:t>(</a:t>
            </a:r>
            <a:r>
              <a:rPr dirty="0" sz="2850">
                <a:latin typeface="Times New Roman"/>
                <a:cs typeface="Times New Roman"/>
              </a:rPr>
              <a:t>	</a:t>
            </a:r>
            <a:r>
              <a:rPr dirty="0" sz="2850" spc="10">
                <a:latin typeface="Times New Roman"/>
                <a:cs typeface="Times New Roman"/>
              </a:rPr>
              <a:t>)</a:t>
            </a:r>
            <a:r>
              <a:rPr dirty="0" sz="2850">
                <a:latin typeface="Times New Roman"/>
                <a:cs typeface="Times New Roman"/>
              </a:rPr>
              <a:t>	</a:t>
            </a:r>
            <a:r>
              <a:rPr dirty="0" sz="2850" spc="10" i="1">
                <a:latin typeface="Times New Roman"/>
                <a:cs typeface="Times New Roman"/>
              </a:rPr>
              <a:t>r</a:t>
            </a:r>
            <a:endParaRPr sz="2850">
              <a:latin typeface="Times New Roman"/>
              <a:cs typeface="Times New Roman"/>
            </a:endParaRPr>
          </a:p>
          <a:p>
            <a:pPr algn="r" marR="524510">
              <a:lnSpc>
                <a:spcPts val="2840"/>
              </a:lnSpc>
            </a:pPr>
            <a:r>
              <a:rPr dirty="0" sz="2850" spc="20" i="1">
                <a:latin typeface="Times New Roman"/>
                <a:cs typeface="Times New Roman"/>
              </a:rPr>
              <a:t>U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15000" y="3153765"/>
            <a:ext cx="23876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30">
                <a:latin typeface="宋体"/>
                <a:cs typeface="宋体"/>
              </a:rPr>
              <a:t>损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613518" y="5410543"/>
            <a:ext cx="262255" cy="0"/>
          </a:xfrm>
          <a:custGeom>
            <a:avLst/>
            <a:gdLst/>
            <a:ahLst/>
            <a:cxnLst/>
            <a:rect l="l" t="t" r="r" b="b"/>
            <a:pathLst>
              <a:path w="262254" h="0">
                <a:moveTo>
                  <a:pt x="0" y="0"/>
                </a:moveTo>
                <a:lnTo>
                  <a:pt x="261937" y="0"/>
                </a:lnTo>
              </a:path>
            </a:pathLst>
          </a:custGeom>
          <a:ln w="152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631412" y="5410733"/>
            <a:ext cx="208279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latin typeface="Times New Roman"/>
                <a:cs typeface="Times New Roman"/>
              </a:rPr>
              <a:t>S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69120" y="5106318"/>
            <a:ext cx="1026794" cy="48640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850" spc="10" i="1">
                <a:latin typeface="Times New Roman"/>
                <a:cs typeface="Times New Roman"/>
              </a:rPr>
              <a:t>r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15">
                <a:latin typeface="Times New Roman"/>
                <a:cs typeface="Times New Roman"/>
              </a:rPr>
              <a:t> </a:t>
            </a:r>
            <a:r>
              <a:rPr dirty="0" sz="3000" spc="-70" i="1">
                <a:latin typeface="Symbol"/>
                <a:cs typeface="Symbol"/>
              </a:rPr>
              <a:t></a:t>
            </a:r>
            <a:r>
              <a:rPr dirty="0" sz="3000" spc="-590" i="1">
                <a:latin typeface="Times New Roman"/>
                <a:cs typeface="Times New Roman"/>
              </a:rPr>
              <a:t> </a:t>
            </a:r>
            <a:r>
              <a:rPr dirty="0" baseline="35087" sz="4275" spc="7" i="1">
                <a:latin typeface="Times New Roman"/>
                <a:cs typeface="Times New Roman"/>
              </a:rPr>
              <a:t>l</a:t>
            </a:r>
            <a:endParaRPr baseline="35087" sz="4275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376420" y="4553902"/>
            <a:ext cx="275590" cy="1689100"/>
          </a:xfrm>
          <a:custGeom>
            <a:avLst/>
            <a:gdLst/>
            <a:ahLst/>
            <a:cxnLst/>
            <a:rect l="l" t="t" r="r" b="b"/>
            <a:pathLst>
              <a:path w="275589" h="1689100">
                <a:moveTo>
                  <a:pt x="266293" y="12700"/>
                </a:moveTo>
                <a:lnTo>
                  <a:pt x="252933" y="12700"/>
                </a:lnTo>
                <a:lnTo>
                  <a:pt x="256171" y="0"/>
                </a:lnTo>
                <a:lnTo>
                  <a:pt x="269493" y="0"/>
                </a:lnTo>
                <a:lnTo>
                  <a:pt x="266293" y="12700"/>
                </a:lnTo>
                <a:close/>
              </a:path>
              <a:path w="275589" h="1689100">
                <a:moveTo>
                  <a:pt x="248589" y="25400"/>
                </a:moveTo>
                <a:lnTo>
                  <a:pt x="237337" y="25400"/>
                </a:lnTo>
                <a:lnTo>
                  <a:pt x="243446" y="12700"/>
                </a:lnTo>
                <a:lnTo>
                  <a:pt x="254634" y="12700"/>
                </a:lnTo>
                <a:lnTo>
                  <a:pt x="248589" y="25400"/>
                </a:lnTo>
                <a:close/>
              </a:path>
              <a:path w="275589" h="1689100">
                <a:moveTo>
                  <a:pt x="226504" y="50800"/>
                </a:moveTo>
                <a:lnTo>
                  <a:pt x="220103" y="50800"/>
                </a:lnTo>
                <a:lnTo>
                  <a:pt x="225666" y="38100"/>
                </a:lnTo>
                <a:lnTo>
                  <a:pt x="231419" y="25400"/>
                </a:lnTo>
                <a:lnTo>
                  <a:pt x="243065" y="25400"/>
                </a:lnTo>
                <a:lnTo>
                  <a:pt x="237299" y="38100"/>
                </a:lnTo>
                <a:lnTo>
                  <a:pt x="231952" y="38100"/>
                </a:lnTo>
                <a:lnTo>
                  <a:pt x="226504" y="50800"/>
                </a:lnTo>
                <a:close/>
              </a:path>
              <a:path w="275589" h="1689100">
                <a:moveTo>
                  <a:pt x="202310" y="101600"/>
                </a:moveTo>
                <a:lnTo>
                  <a:pt x="195224" y="101600"/>
                </a:lnTo>
                <a:lnTo>
                  <a:pt x="199796" y="88900"/>
                </a:lnTo>
                <a:lnTo>
                  <a:pt x="204571" y="76200"/>
                </a:lnTo>
                <a:lnTo>
                  <a:pt x="209550" y="63500"/>
                </a:lnTo>
                <a:lnTo>
                  <a:pt x="214731" y="50800"/>
                </a:lnTo>
                <a:lnTo>
                  <a:pt x="226593" y="50800"/>
                </a:lnTo>
                <a:lnTo>
                  <a:pt x="221322" y="63500"/>
                </a:lnTo>
                <a:lnTo>
                  <a:pt x="216369" y="63500"/>
                </a:lnTo>
                <a:lnTo>
                  <a:pt x="211454" y="76200"/>
                </a:lnTo>
                <a:lnTo>
                  <a:pt x="206781" y="88900"/>
                </a:lnTo>
                <a:lnTo>
                  <a:pt x="202310" y="101600"/>
                </a:lnTo>
                <a:close/>
              </a:path>
              <a:path w="275589" h="1689100">
                <a:moveTo>
                  <a:pt x="121513" y="762000"/>
                </a:moveTo>
                <a:lnTo>
                  <a:pt x="109804" y="762000"/>
                </a:lnTo>
                <a:lnTo>
                  <a:pt x="114528" y="749300"/>
                </a:lnTo>
                <a:lnTo>
                  <a:pt x="118999" y="736600"/>
                </a:lnTo>
                <a:lnTo>
                  <a:pt x="123228" y="736600"/>
                </a:lnTo>
                <a:lnTo>
                  <a:pt x="127317" y="723900"/>
                </a:lnTo>
                <a:lnTo>
                  <a:pt x="131140" y="711200"/>
                </a:lnTo>
                <a:lnTo>
                  <a:pt x="134746" y="698500"/>
                </a:lnTo>
                <a:lnTo>
                  <a:pt x="138112" y="673100"/>
                </a:lnTo>
                <a:lnTo>
                  <a:pt x="141224" y="660400"/>
                </a:lnTo>
                <a:lnTo>
                  <a:pt x="144081" y="647700"/>
                </a:lnTo>
                <a:lnTo>
                  <a:pt x="146672" y="635000"/>
                </a:lnTo>
                <a:lnTo>
                  <a:pt x="148983" y="622300"/>
                </a:lnTo>
                <a:lnTo>
                  <a:pt x="151028" y="609600"/>
                </a:lnTo>
                <a:lnTo>
                  <a:pt x="152768" y="584200"/>
                </a:lnTo>
                <a:lnTo>
                  <a:pt x="154216" y="571500"/>
                </a:lnTo>
                <a:lnTo>
                  <a:pt x="155359" y="558800"/>
                </a:lnTo>
                <a:lnTo>
                  <a:pt x="156171" y="533400"/>
                </a:lnTo>
                <a:lnTo>
                  <a:pt x="156679" y="520700"/>
                </a:lnTo>
                <a:lnTo>
                  <a:pt x="156844" y="508000"/>
                </a:lnTo>
                <a:lnTo>
                  <a:pt x="156844" y="342900"/>
                </a:lnTo>
                <a:lnTo>
                  <a:pt x="157010" y="317500"/>
                </a:lnTo>
                <a:lnTo>
                  <a:pt x="157518" y="304800"/>
                </a:lnTo>
                <a:lnTo>
                  <a:pt x="158356" y="279400"/>
                </a:lnTo>
                <a:lnTo>
                  <a:pt x="159499" y="266700"/>
                </a:lnTo>
                <a:lnTo>
                  <a:pt x="160959" y="254000"/>
                </a:lnTo>
                <a:lnTo>
                  <a:pt x="162725" y="241300"/>
                </a:lnTo>
                <a:lnTo>
                  <a:pt x="164782" y="215900"/>
                </a:lnTo>
                <a:lnTo>
                  <a:pt x="172631" y="177800"/>
                </a:lnTo>
                <a:lnTo>
                  <a:pt x="179196" y="152400"/>
                </a:lnTo>
                <a:lnTo>
                  <a:pt x="182854" y="127000"/>
                </a:lnTo>
                <a:lnTo>
                  <a:pt x="186753" y="114300"/>
                </a:lnTo>
                <a:lnTo>
                  <a:pt x="190868" y="101600"/>
                </a:lnTo>
                <a:lnTo>
                  <a:pt x="202361" y="101600"/>
                </a:lnTo>
                <a:lnTo>
                  <a:pt x="198043" y="114300"/>
                </a:lnTo>
                <a:lnTo>
                  <a:pt x="193992" y="127000"/>
                </a:lnTo>
                <a:lnTo>
                  <a:pt x="190169" y="139700"/>
                </a:lnTo>
                <a:lnTo>
                  <a:pt x="186562" y="152400"/>
                </a:lnTo>
                <a:lnTo>
                  <a:pt x="183197" y="165100"/>
                </a:lnTo>
                <a:lnTo>
                  <a:pt x="180085" y="177800"/>
                </a:lnTo>
                <a:lnTo>
                  <a:pt x="177228" y="190500"/>
                </a:lnTo>
                <a:lnTo>
                  <a:pt x="174637" y="203200"/>
                </a:lnTo>
                <a:lnTo>
                  <a:pt x="172326" y="215900"/>
                </a:lnTo>
                <a:lnTo>
                  <a:pt x="170281" y="241300"/>
                </a:lnTo>
                <a:lnTo>
                  <a:pt x="168541" y="254000"/>
                </a:lnTo>
                <a:lnTo>
                  <a:pt x="167093" y="266700"/>
                </a:lnTo>
                <a:lnTo>
                  <a:pt x="165950" y="279400"/>
                </a:lnTo>
                <a:lnTo>
                  <a:pt x="165138" y="304800"/>
                </a:lnTo>
                <a:lnTo>
                  <a:pt x="164630" y="317500"/>
                </a:lnTo>
                <a:lnTo>
                  <a:pt x="164464" y="342900"/>
                </a:lnTo>
                <a:lnTo>
                  <a:pt x="164464" y="508000"/>
                </a:lnTo>
                <a:lnTo>
                  <a:pt x="164299" y="520700"/>
                </a:lnTo>
                <a:lnTo>
                  <a:pt x="163791" y="533400"/>
                </a:lnTo>
                <a:lnTo>
                  <a:pt x="162953" y="558800"/>
                </a:lnTo>
                <a:lnTo>
                  <a:pt x="161810" y="571500"/>
                </a:lnTo>
                <a:lnTo>
                  <a:pt x="160350" y="584200"/>
                </a:lnTo>
                <a:lnTo>
                  <a:pt x="158584" y="609600"/>
                </a:lnTo>
                <a:lnTo>
                  <a:pt x="156527" y="622300"/>
                </a:lnTo>
                <a:lnTo>
                  <a:pt x="154190" y="635000"/>
                </a:lnTo>
                <a:lnTo>
                  <a:pt x="151561" y="647700"/>
                </a:lnTo>
                <a:lnTo>
                  <a:pt x="148678" y="673100"/>
                </a:lnTo>
                <a:lnTo>
                  <a:pt x="138455" y="711200"/>
                </a:lnTo>
                <a:lnTo>
                  <a:pt x="126085" y="749300"/>
                </a:lnTo>
                <a:lnTo>
                  <a:pt x="121513" y="762000"/>
                </a:lnTo>
                <a:close/>
              </a:path>
              <a:path w="275589" h="1689100">
                <a:moveTo>
                  <a:pt x="101206" y="800100"/>
                </a:moveTo>
                <a:lnTo>
                  <a:pt x="89357" y="800100"/>
                </a:lnTo>
                <a:lnTo>
                  <a:pt x="94805" y="787400"/>
                </a:lnTo>
                <a:lnTo>
                  <a:pt x="99910" y="787400"/>
                </a:lnTo>
                <a:lnTo>
                  <a:pt x="105016" y="774700"/>
                </a:lnTo>
                <a:lnTo>
                  <a:pt x="109854" y="762000"/>
                </a:lnTo>
                <a:lnTo>
                  <a:pt x="116738" y="762000"/>
                </a:lnTo>
                <a:lnTo>
                  <a:pt x="111759" y="774700"/>
                </a:lnTo>
                <a:lnTo>
                  <a:pt x="106578" y="787400"/>
                </a:lnTo>
                <a:lnTo>
                  <a:pt x="101206" y="800100"/>
                </a:lnTo>
                <a:close/>
              </a:path>
              <a:path w="275589" h="1689100">
                <a:moveTo>
                  <a:pt x="83972" y="825500"/>
                </a:moveTo>
                <a:lnTo>
                  <a:pt x="72504" y="825500"/>
                </a:lnTo>
                <a:lnTo>
                  <a:pt x="78422" y="812800"/>
                </a:lnTo>
                <a:lnTo>
                  <a:pt x="83870" y="812800"/>
                </a:lnTo>
                <a:lnTo>
                  <a:pt x="89484" y="800100"/>
                </a:lnTo>
                <a:lnTo>
                  <a:pt x="95643" y="800100"/>
                </a:lnTo>
                <a:lnTo>
                  <a:pt x="89890" y="812800"/>
                </a:lnTo>
                <a:lnTo>
                  <a:pt x="83972" y="825500"/>
                </a:lnTo>
                <a:close/>
              </a:path>
              <a:path w="275589" h="1689100">
                <a:moveTo>
                  <a:pt x="68376" y="838200"/>
                </a:moveTo>
                <a:lnTo>
                  <a:pt x="54838" y="838200"/>
                </a:lnTo>
                <a:lnTo>
                  <a:pt x="58000" y="825500"/>
                </a:lnTo>
                <a:lnTo>
                  <a:pt x="71615" y="825500"/>
                </a:lnTo>
                <a:lnTo>
                  <a:pt x="68376" y="838200"/>
                </a:lnTo>
                <a:close/>
              </a:path>
              <a:path w="275589" h="1689100">
                <a:moveTo>
                  <a:pt x="30606" y="850900"/>
                </a:moveTo>
                <a:lnTo>
                  <a:pt x="0" y="850900"/>
                </a:lnTo>
                <a:lnTo>
                  <a:pt x="0" y="838200"/>
                </a:lnTo>
                <a:lnTo>
                  <a:pt x="30606" y="838200"/>
                </a:lnTo>
                <a:lnTo>
                  <a:pt x="30606" y="850900"/>
                </a:lnTo>
                <a:close/>
              </a:path>
              <a:path w="275589" h="1689100">
                <a:moveTo>
                  <a:pt x="44767" y="850900"/>
                </a:moveTo>
                <a:lnTo>
                  <a:pt x="30606" y="850900"/>
                </a:lnTo>
                <a:lnTo>
                  <a:pt x="30606" y="838200"/>
                </a:lnTo>
                <a:lnTo>
                  <a:pt x="48259" y="838200"/>
                </a:lnTo>
                <a:lnTo>
                  <a:pt x="44767" y="850900"/>
                </a:lnTo>
                <a:close/>
              </a:path>
              <a:path w="275589" h="1689100">
                <a:moveTo>
                  <a:pt x="55130" y="850900"/>
                </a:moveTo>
                <a:lnTo>
                  <a:pt x="44767" y="850900"/>
                </a:lnTo>
                <a:lnTo>
                  <a:pt x="48259" y="838200"/>
                </a:lnTo>
                <a:lnTo>
                  <a:pt x="51714" y="838200"/>
                </a:lnTo>
                <a:lnTo>
                  <a:pt x="55130" y="850900"/>
                </a:lnTo>
                <a:close/>
              </a:path>
              <a:path w="275589" h="1689100">
                <a:moveTo>
                  <a:pt x="77863" y="863600"/>
                </a:moveTo>
                <a:lnTo>
                  <a:pt x="60972" y="863600"/>
                </a:lnTo>
                <a:lnTo>
                  <a:pt x="57835" y="850900"/>
                </a:lnTo>
                <a:lnTo>
                  <a:pt x="71615" y="850900"/>
                </a:lnTo>
                <a:lnTo>
                  <a:pt x="77863" y="863600"/>
                </a:lnTo>
                <a:close/>
              </a:path>
              <a:path w="275589" h="1689100">
                <a:moveTo>
                  <a:pt x="89890" y="876300"/>
                </a:moveTo>
                <a:lnTo>
                  <a:pt x="78422" y="876300"/>
                </a:lnTo>
                <a:lnTo>
                  <a:pt x="72504" y="863600"/>
                </a:lnTo>
                <a:lnTo>
                  <a:pt x="83972" y="863600"/>
                </a:lnTo>
                <a:lnTo>
                  <a:pt x="89890" y="876300"/>
                </a:lnTo>
                <a:close/>
              </a:path>
              <a:path w="275589" h="1689100">
                <a:moveTo>
                  <a:pt x="111759" y="914400"/>
                </a:moveTo>
                <a:lnTo>
                  <a:pt x="105016" y="914400"/>
                </a:lnTo>
                <a:lnTo>
                  <a:pt x="99910" y="901700"/>
                </a:lnTo>
                <a:lnTo>
                  <a:pt x="94716" y="889000"/>
                </a:lnTo>
                <a:lnTo>
                  <a:pt x="89484" y="889000"/>
                </a:lnTo>
                <a:lnTo>
                  <a:pt x="83870" y="876300"/>
                </a:lnTo>
                <a:lnTo>
                  <a:pt x="95643" y="876300"/>
                </a:lnTo>
                <a:lnTo>
                  <a:pt x="101206" y="889000"/>
                </a:lnTo>
                <a:lnTo>
                  <a:pt x="106578" y="901700"/>
                </a:lnTo>
                <a:lnTo>
                  <a:pt x="111759" y="914400"/>
                </a:lnTo>
                <a:close/>
              </a:path>
              <a:path w="275589" h="1689100">
                <a:moveTo>
                  <a:pt x="226593" y="1638300"/>
                </a:moveTo>
                <a:lnTo>
                  <a:pt x="214731" y="1638300"/>
                </a:lnTo>
                <a:lnTo>
                  <a:pt x="209550" y="1625600"/>
                </a:lnTo>
                <a:lnTo>
                  <a:pt x="195224" y="1587500"/>
                </a:lnTo>
                <a:lnTo>
                  <a:pt x="182854" y="1549400"/>
                </a:lnTo>
                <a:lnTo>
                  <a:pt x="172631" y="1511300"/>
                </a:lnTo>
                <a:lnTo>
                  <a:pt x="164782" y="1473200"/>
                </a:lnTo>
                <a:lnTo>
                  <a:pt x="162725" y="1447800"/>
                </a:lnTo>
                <a:lnTo>
                  <a:pt x="160959" y="1435100"/>
                </a:lnTo>
                <a:lnTo>
                  <a:pt x="159499" y="1422400"/>
                </a:lnTo>
                <a:lnTo>
                  <a:pt x="158356" y="1397000"/>
                </a:lnTo>
                <a:lnTo>
                  <a:pt x="157518" y="1384300"/>
                </a:lnTo>
                <a:lnTo>
                  <a:pt x="157010" y="1371600"/>
                </a:lnTo>
                <a:lnTo>
                  <a:pt x="156844" y="1346200"/>
                </a:lnTo>
                <a:lnTo>
                  <a:pt x="156844" y="1181100"/>
                </a:lnTo>
                <a:lnTo>
                  <a:pt x="156679" y="1168400"/>
                </a:lnTo>
                <a:lnTo>
                  <a:pt x="156171" y="1143000"/>
                </a:lnTo>
                <a:lnTo>
                  <a:pt x="155346" y="1130300"/>
                </a:lnTo>
                <a:lnTo>
                  <a:pt x="154203" y="1117600"/>
                </a:lnTo>
                <a:lnTo>
                  <a:pt x="152755" y="1092200"/>
                </a:lnTo>
                <a:lnTo>
                  <a:pt x="151015" y="1079500"/>
                </a:lnTo>
                <a:lnTo>
                  <a:pt x="148983" y="1066800"/>
                </a:lnTo>
                <a:lnTo>
                  <a:pt x="146659" y="1054100"/>
                </a:lnTo>
                <a:lnTo>
                  <a:pt x="144068" y="1041400"/>
                </a:lnTo>
                <a:lnTo>
                  <a:pt x="141211" y="1016000"/>
                </a:lnTo>
                <a:lnTo>
                  <a:pt x="138087" y="1003300"/>
                </a:lnTo>
                <a:lnTo>
                  <a:pt x="134721" y="990600"/>
                </a:lnTo>
                <a:lnTo>
                  <a:pt x="131114" y="977900"/>
                </a:lnTo>
                <a:lnTo>
                  <a:pt x="127279" y="965200"/>
                </a:lnTo>
                <a:lnTo>
                  <a:pt x="123228" y="952500"/>
                </a:lnTo>
                <a:lnTo>
                  <a:pt x="118948" y="939800"/>
                </a:lnTo>
                <a:lnTo>
                  <a:pt x="114477" y="927100"/>
                </a:lnTo>
                <a:lnTo>
                  <a:pt x="109854" y="927100"/>
                </a:lnTo>
                <a:lnTo>
                  <a:pt x="104940" y="914400"/>
                </a:lnTo>
                <a:lnTo>
                  <a:pt x="116738" y="914400"/>
                </a:lnTo>
                <a:lnTo>
                  <a:pt x="121513" y="927100"/>
                </a:lnTo>
                <a:lnTo>
                  <a:pt x="134556" y="965200"/>
                </a:lnTo>
                <a:lnTo>
                  <a:pt x="145516" y="1003300"/>
                </a:lnTo>
                <a:lnTo>
                  <a:pt x="151561" y="1041400"/>
                </a:lnTo>
                <a:lnTo>
                  <a:pt x="154190" y="1054100"/>
                </a:lnTo>
                <a:lnTo>
                  <a:pt x="156527" y="1066800"/>
                </a:lnTo>
                <a:lnTo>
                  <a:pt x="158584" y="1079500"/>
                </a:lnTo>
                <a:lnTo>
                  <a:pt x="160350" y="1092200"/>
                </a:lnTo>
                <a:lnTo>
                  <a:pt x="161810" y="1117600"/>
                </a:lnTo>
                <a:lnTo>
                  <a:pt x="162953" y="1130300"/>
                </a:lnTo>
                <a:lnTo>
                  <a:pt x="163791" y="1143000"/>
                </a:lnTo>
                <a:lnTo>
                  <a:pt x="164299" y="1168400"/>
                </a:lnTo>
                <a:lnTo>
                  <a:pt x="164464" y="1181100"/>
                </a:lnTo>
                <a:lnTo>
                  <a:pt x="164464" y="1346200"/>
                </a:lnTo>
                <a:lnTo>
                  <a:pt x="164630" y="1371600"/>
                </a:lnTo>
                <a:lnTo>
                  <a:pt x="165138" y="1384300"/>
                </a:lnTo>
                <a:lnTo>
                  <a:pt x="165963" y="1397000"/>
                </a:lnTo>
                <a:lnTo>
                  <a:pt x="167106" y="1422400"/>
                </a:lnTo>
                <a:lnTo>
                  <a:pt x="168554" y="1435100"/>
                </a:lnTo>
                <a:lnTo>
                  <a:pt x="170294" y="1447800"/>
                </a:lnTo>
                <a:lnTo>
                  <a:pt x="172326" y="1460500"/>
                </a:lnTo>
                <a:lnTo>
                  <a:pt x="174650" y="1485900"/>
                </a:lnTo>
                <a:lnTo>
                  <a:pt x="177241" y="1498600"/>
                </a:lnTo>
                <a:lnTo>
                  <a:pt x="180098" y="1511300"/>
                </a:lnTo>
                <a:lnTo>
                  <a:pt x="183222" y="1524000"/>
                </a:lnTo>
                <a:lnTo>
                  <a:pt x="186588" y="1536700"/>
                </a:lnTo>
                <a:lnTo>
                  <a:pt x="190195" y="1549400"/>
                </a:lnTo>
                <a:lnTo>
                  <a:pt x="194030" y="1562100"/>
                </a:lnTo>
                <a:lnTo>
                  <a:pt x="198081" y="1574800"/>
                </a:lnTo>
                <a:lnTo>
                  <a:pt x="202361" y="1587500"/>
                </a:lnTo>
                <a:lnTo>
                  <a:pt x="206832" y="1600200"/>
                </a:lnTo>
                <a:lnTo>
                  <a:pt x="211505" y="1612900"/>
                </a:lnTo>
                <a:lnTo>
                  <a:pt x="216369" y="1625600"/>
                </a:lnTo>
                <a:lnTo>
                  <a:pt x="221322" y="1625600"/>
                </a:lnTo>
                <a:lnTo>
                  <a:pt x="226593" y="1638300"/>
                </a:lnTo>
                <a:close/>
              </a:path>
              <a:path w="275589" h="1689100">
                <a:moveTo>
                  <a:pt x="243065" y="1663700"/>
                </a:moveTo>
                <a:lnTo>
                  <a:pt x="231419" y="1663700"/>
                </a:lnTo>
                <a:lnTo>
                  <a:pt x="225666" y="1651000"/>
                </a:lnTo>
                <a:lnTo>
                  <a:pt x="220103" y="1638300"/>
                </a:lnTo>
                <a:lnTo>
                  <a:pt x="226504" y="1638300"/>
                </a:lnTo>
                <a:lnTo>
                  <a:pt x="231952" y="1651000"/>
                </a:lnTo>
                <a:lnTo>
                  <a:pt x="237299" y="1651000"/>
                </a:lnTo>
                <a:lnTo>
                  <a:pt x="243065" y="1663700"/>
                </a:lnTo>
                <a:close/>
              </a:path>
              <a:path w="275589" h="1689100">
                <a:moveTo>
                  <a:pt x="254634" y="1676400"/>
                </a:moveTo>
                <a:lnTo>
                  <a:pt x="243446" y="1676400"/>
                </a:lnTo>
                <a:lnTo>
                  <a:pt x="237337" y="1663700"/>
                </a:lnTo>
                <a:lnTo>
                  <a:pt x="248589" y="1663700"/>
                </a:lnTo>
                <a:lnTo>
                  <a:pt x="254634" y="1676400"/>
                </a:lnTo>
                <a:close/>
              </a:path>
              <a:path w="275589" h="1689100">
                <a:moveTo>
                  <a:pt x="275551" y="1689100"/>
                </a:moveTo>
                <a:lnTo>
                  <a:pt x="259473" y="1689100"/>
                </a:lnTo>
                <a:lnTo>
                  <a:pt x="256171" y="1676400"/>
                </a:lnTo>
                <a:lnTo>
                  <a:pt x="272313" y="1676400"/>
                </a:lnTo>
                <a:lnTo>
                  <a:pt x="275551" y="1689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980000" y="4312996"/>
            <a:ext cx="576580" cy="20739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30"/>
              </a:spcBef>
            </a:pPr>
            <a:r>
              <a:rPr dirty="0" sz="2850" spc="5" i="1">
                <a:latin typeface="Times New Roman"/>
                <a:cs typeface="Times New Roman"/>
              </a:rPr>
              <a:t>l</a:t>
            </a:r>
            <a:r>
              <a:rPr dirty="0" sz="2850" spc="-15" i="1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Symbol"/>
                <a:cs typeface="Symbol"/>
              </a:rPr>
              <a:t></a:t>
            </a:r>
            <a:endParaRPr sz="2850">
              <a:latin typeface="Symbol"/>
              <a:cs typeface="Symbol"/>
            </a:endParaRPr>
          </a:p>
          <a:p>
            <a:pPr marL="32384">
              <a:lnSpc>
                <a:spcPct val="100000"/>
              </a:lnSpc>
              <a:spcBef>
                <a:spcPts val="2905"/>
              </a:spcBef>
            </a:pPr>
            <a:r>
              <a:rPr dirty="0" sz="2850" spc="15" i="1">
                <a:latin typeface="Times New Roman"/>
                <a:cs typeface="Times New Roman"/>
              </a:rPr>
              <a:t>S</a:t>
            </a:r>
            <a:r>
              <a:rPr dirty="0" sz="2850" spc="30" i="1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Symbol"/>
                <a:cs typeface="Symbol"/>
              </a:rPr>
              <a:t></a:t>
            </a:r>
            <a:endParaRPr sz="285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2750"/>
              </a:spcBef>
            </a:pPr>
            <a:r>
              <a:rPr dirty="0" sz="3000" spc="-85" i="1">
                <a:latin typeface="Symbol"/>
                <a:cs typeface="Symbol"/>
              </a:rPr>
              <a:t></a:t>
            </a:r>
            <a:r>
              <a:rPr dirty="0" sz="2850" spc="-85">
                <a:latin typeface="Symbol"/>
                <a:cs typeface="Symbol"/>
              </a:rPr>
              <a:t></a:t>
            </a:r>
            <a:endParaRPr sz="2850">
              <a:latin typeface="Symbol"/>
              <a:cs typeface="Symbo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037465" y="4307725"/>
            <a:ext cx="371475" cy="431800"/>
          </a:xfrm>
          <a:custGeom>
            <a:avLst/>
            <a:gdLst/>
            <a:ahLst/>
            <a:cxnLst/>
            <a:rect l="l" t="t" r="r" b="b"/>
            <a:pathLst>
              <a:path w="371475" h="431800">
                <a:moveTo>
                  <a:pt x="44043" y="431711"/>
                </a:moveTo>
                <a:lnTo>
                  <a:pt x="0" y="395287"/>
                </a:lnTo>
                <a:lnTo>
                  <a:pt x="327025" y="0"/>
                </a:lnTo>
                <a:lnTo>
                  <a:pt x="371068" y="36423"/>
                </a:lnTo>
                <a:lnTo>
                  <a:pt x="44043" y="43171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025388" y="4332338"/>
            <a:ext cx="422275" cy="409575"/>
          </a:xfrm>
          <a:custGeom>
            <a:avLst/>
            <a:gdLst/>
            <a:ahLst/>
            <a:cxnLst/>
            <a:rect l="l" t="t" r="r" b="b"/>
            <a:pathLst>
              <a:path w="422275" h="409575">
                <a:moveTo>
                  <a:pt x="382587" y="409473"/>
                </a:moveTo>
                <a:lnTo>
                  <a:pt x="0" y="41173"/>
                </a:lnTo>
                <a:lnTo>
                  <a:pt x="39624" y="0"/>
                </a:lnTo>
                <a:lnTo>
                  <a:pt x="422211" y="368300"/>
                </a:lnTo>
                <a:lnTo>
                  <a:pt x="382587" y="40947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037440" y="5139613"/>
            <a:ext cx="371475" cy="433705"/>
          </a:xfrm>
          <a:custGeom>
            <a:avLst/>
            <a:gdLst/>
            <a:ahLst/>
            <a:cxnLst/>
            <a:rect l="l" t="t" r="r" b="b"/>
            <a:pathLst>
              <a:path w="371475" h="433704">
                <a:moveTo>
                  <a:pt x="44094" y="433222"/>
                </a:moveTo>
                <a:lnTo>
                  <a:pt x="0" y="396875"/>
                </a:lnTo>
                <a:lnTo>
                  <a:pt x="327025" y="0"/>
                </a:lnTo>
                <a:lnTo>
                  <a:pt x="371119" y="36347"/>
                </a:lnTo>
                <a:lnTo>
                  <a:pt x="44094" y="43322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025337" y="5164226"/>
            <a:ext cx="422909" cy="411480"/>
          </a:xfrm>
          <a:custGeom>
            <a:avLst/>
            <a:gdLst/>
            <a:ahLst/>
            <a:cxnLst/>
            <a:rect l="l" t="t" r="r" b="b"/>
            <a:pathLst>
              <a:path w="422910" h="411479">
                <a:moveTo>
                  <a:pt x="382587" y="410984"/>
                </a:moveTo>
                <a:lnTo>
                  <a:pt x="0" y="41097"/>
                </a:lnTo>
                <a:lnTo>
                  <a:pt x="39725" y="0"/>
                </a:lnTo>
                <a:lnTo>
                  <a:pt x="422313" y="369887"/>
                </a:lnTo>
                <a:lnTo>
                  <a:pt x="382587" y="41098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038977" y="5973102"/>
            <a:ext cx="370205" cy="433705"/>
          </a:xfrm>
          <a:custGeom>
            <a:avLst/>
            <a:gdLst/>
            <a:ahLst/>
            <a:cxnLst/>
            <a:rect l="l" t="t" r="r" b="b"/>
            <a:pathLst>
              <a:path w="370204" h="433704">
                <a:moveTo>
                  <a:pt x="44196" y="433120"/>
                </a:moveTo>
                <a:lnTo>
                  <a:pt x="0" y="396875"/>
                </a:lnTo>
                <a:lnTo>
                  <a:pt x="325437" y="0"/>
                </a:lnTo>
                <a:lnTo>
                  <a:pt x="369633" y="36245"/>
                </a:lnTo>
                <a:lnTo>
                  <a:pt x="44196" y="43312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026886" y="5997714"/>
            <a:ext cx="421005" cy="411480"/>
          </a:xfrm>
          <a:custGeom>
            <a:avLst/>
            <a:gdLst/>
            <a:ahLst/>
            <a:cxnLst/>
            <a:rect l="l" t="t" r="r" b="b"/>
            <a:pathLst>
              <a:path w="421004" h="411479">
                <a:moveTo>
                  <a:pt x="381000" y="410883"/>
                </a:moveTo>
                <a:lnTo>
                  <a:pt x="0" y="40995"/>
                </a:lnTo>
                <a:lnTo>
                  <a:pt x="39801" y="0"/>
                </a:lnTo>
                <a:lnTo>
                  <a:pt x="420801" y="369887"/>
                </a:lnTo>
                <a:lnTo>
                  <a:pt x="381000" y="41088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9380956" y="4856873"/>
            <a:ext cx="63119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20" i="1">
                <a:latin typeface="Times New Roman"/>
                <a:cs typeface="Times New Roman"/>
              </a:rPr>
              <a:t>U</a:t>
            </a:r>
            <a:r>
              <a:rPr dirty="0" sz="2850" spc="145" i="1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Symbol"/>
                <a:cs typeface="Symbol"/>
              </a:rPr>
              <a:t></a:t>
            </a:r>
            <a:endParaRPr sz="2850">
              <a:latin typeface="Symbol"/>
              <a:cs typeface="Symbo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637964" y="4771364"/>
            <a:ext cx="370205" cy="433705"/>
          </a:xfrm>
          <a:custGeom>
            <a:avLst/>
            <a:gdLst/>
            <a:ahLst/>
            <a:cxnLst/>
            <a:rect l="l" t="t" r="r" b="b"/>
            <a:pathLst>
              <a:path w="370204" h="433704">
                <a:moveTo>
                  <a:pt x="44196" y="433120"/>
                </a:moveTo>
                <a:lnTo>
                  <a:pt x="0" y="396875"/>
                </a:lnTo>
                <a:lnTo>
                  <a:pt x="325437" y="0"/>
                </a:lnTo>
                <a:lnTo>
                  <a:pt x="369633" y="36245"/>
                </a:lnTo>
                <a:lnTo>
                  <a:pt x="44196" y="43312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0444708" y="4896726"/>
            <a:ext cx="251460" cy="320675"/>
          </a:xfrm>
          <a:custGeom>
            <a:avLst/>
            <a:gdLst/>
            <a:ahLst/>
            <a:cxnLst/>
            <a:rect l="l" t="t" r="r" b="b"/>
            <a:pathLst>
              <a:path w="251459" h="320675">
                <a:moveTo>
                  <a:pt x="204787" y="320509"/>
                </a:moveTo>
                <a:lnTo>
                  <a:pt x="0" y="33172"/>
                </a:lnTo>
                <a:lnTo>
                  <a:pt x="46532" y="0"/>
                </a:lnTo>
                <a:lnTo>
                  <a:pt x="251320" y="287337"/>
                </a:lnTo>
                <a:lnTo>
                  <a:pt x="204787" y="32050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2129789" y="3925252"/>
            <a:ext cx="1447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方法一</a:t>
            </a:r>
            <a:r>
              <a:rPr dirty="0" sz="2800" spc="-5">
                <a:latin typeface="微软雅黑"/>
                <a:cs typeface="微软雅黑"/>
              </a:rPr>
              <a:t>：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176577" y="3925252"/>
            <a:ext cx="1447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方法二</a:t>
            </a:r>
            <a:r>
              <a:rPr dirty="0" sz="2800" spc="-5">
                <a:latin typeface="微软雅黑"/>
                <a:cs typeface="微软雅黑"/>
              </a:rPr>
              <a:t>：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271662" y="4870526"/>
            <a:ext cx="48133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0" i="1">
                <a:latin typeface="Times New Roman"/>
                <a:cs typeface="Times New Roman"/>
              </a:rPr>
              <a:t>I</a:t>
            </a:r>
            <a:r>
              <a:rPr dirty="0" sz="2850" spc="85" i="1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Symbol"/>
                <a:cs typeface="Symbol"/>
              </a:rPr>
              <a:t></a:t>
            </a:r>
            <a:endParaRPr sz="2850">
              <a:latin typeface="Symbol"/>
              <a:cs typeface="Symbo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611562" y="1398587"/>
            <a:ext cx="1214755" cy="1297305"/>
          </a:xfrm>
          <a:custGeom>
            <a:avLst/>
            <a:gdLst/>
            <a:ahLst/>
            <a:cxnLst/>
            <a:rect l="l" t="t" r="r" b="b"/>
            <a:pathLst>
              <a:path w="1214754" h="1297305">
                <a:moveTo>
                  <a:pt x="6350" y="1090345"/>
                </a:moveTo>
                <a:lnTo>
                  <a:pt x="0" y="1090345"/>
                </a:lnTo>
                <a:lnTo>
                  <a:pt x="0" y="1039545"/>
                </a:lnTo>
                <a:lnTo>
                  <a:pt x="12700" y="1039545"/>
                </a:lnTo>
                <a:lnTo>
                  <a:pt x="12700" y="1090269"/>
                </a:lnTo>
                <a:lnTo>
                  <a:pt x="6350" y="1090345"/>
                </a:lnTo>
                <a:close/>
              </a:path>
              <a:path w="1214754" h="1297305">
                <a:moveTo>
                  <a:pt x="76" y="1096022"/>
                </a:moveTo>
                <a:lnTo>
                  <a:pt x="0" y="1090422"/>
                </a:lnTo>
                <a:lnTo>
                  <a:pt x="12700" y="1090269"/>
                </a:lnTo>
                <a:lnTo>
                  <a:pt x="12776" y="1095540"/>
                </a:lnTo>
                <a:lnTo>
                  <a:pt x="76" y="1096022"/>
                </a:lnTo>
                <a:close/>
              </a:path>
              <a:path w="1214754" h="1297305">
                <a:moveTo>
                  <a:pt x="12700" y="1090345"/>
                </a:moveTo>
                <a:close/>
              </a:path>
              <a:path w="1214754" h="1297305">
                <a:moveTo>
                  <a:pt x="12771" y="1095438"/>
                </a:moveTo>
                <a:lnTo>
                  <a:pt x="12763" y="1095273"/>
                </a:lnTo>
                <a:lnTo>
                  <a:pt x="12771" y="1095438"/>
                </a:lnTo>
                <a:close/>
              </a:path>
              <a:path w="1214754" h="1297305">
                <a:moveTo>
                  <a:pt x="12700" y="1001445"/>
                </a:moveTo>
                <a:lnTo>
                  <a:pt x="0" y="1001445"/>
                </a:lnTo>
                <a:lnTo>
                  <a:pt x="0" y="950645"/>
                </a:lnTo>
                <a:lnTo>
                  <a:pt x="12700" y="950645"/>
                </a:lnTo>
                <a:lnTo>
                  <a:pt x="12700" y="1001445"/>
                </a:lnTo>
                <a:close/>
              </a:path>
              <a:path w="1214754" h="1297305">
                <a:moveTo>
                  <a:pt x="12700" y="912545"/>
                </a:moveTo>
                <a:lnTo>
                  <a:pt x="0" y="912545"/>
                </a:lnTo>
                <a:lnTo>
                  <a:pt x="0" y="861745"/>
                </a:lnTo>
                <a:lnTo>
                  <a:pt x="12700" y="861745"/>
                </a:lnTo>
                <a:lnTo>
                  <a:pt x="12700" y="912545"/>
                </a:lnTo>
                <a:close/>
              </a:path>
              <a:path w="1214754" h="1297305">
                <a:moveTo>
                  <a:pt x="12700" y="823645"/>
                </a:moveTo>
                <a:lnTo>
                  <a:pt x="0" y="823645"/>
                </a:lnTo>
                <a:lnTo>
                  <a:pt x="0" y="772845"/>
                </a:lnTo>
                <a:lnTo>
                  <a:pt x="12700" y="772845"/>
                </a:lnTo>
                <a:lnTo>
                  <a:pt x="12700" y="823645"/>
                </a:lnTo>
                <a:close/>
              </a:path>
              <a:path w="1214754" h="1297305">
                <a:moveTo>
                  <a:pt x="12700" y="734745"/>
                </a:moveTo>
                <a:lnTo>
                  <a:pt x="0" y="734745"/>
                </a:lnTo>
                <a:lnTo>
                  <a:pt x="0" y="683945"/>
                </a:lnTo>
                <a:lnTo>
                  <a:pt x="12700" y="683945"/>
                </a:lnTo>
                <a:lnTo>
                  <a:pt x="12700" y="734745"/>
                </a:lnTo>
                <a:close/>
              </a:path>
              <a:path w="1214754" h="1297305">
                <a:moveTo>
                  <a:pt x="12700" y="645845"/>
                </a:moveTo>
                <a:lnTo>
                  <a:pt x="0" y="645845"/>
                </a:lnTo>
                <a:lnTo>
                  <a:pt x="0" y="595045"/>
                </a:lnTo>
                <a:lnTo>
                  <a:pt x="12700" y="595045"/>
                </a:lnTo>
                <a:lnTo>
                  <a:pt x="12700" y="645845"/>
                </a:lnTo>
                <a:close/>
              </a:path>
              <a:path w="1214754" h="1297305">
                <a:moveTo>
                  <a:pt x="12700" y="556945"/>
                </a:moveTo>
                <a:lnTo>
                  <a:pt x="0" y="556945"/>
                </a:lnTo>
                <a:lnTo>
                  <a:pt x="0" y="506145"/>
                </a:lnTo>
                <a:lnTo>
                  <a:pt x="12700" y="506145"/>
                </a:lnTo>
                <a:lnTo>
                  <a:pt x="12700" y="556945"/>
                </a:lnTo>
                <a:close/>
              </a:path>
              <a:path w="1214754" h="1297305">
                <a:moveTo>
                  <a:pt x="12700" y="468045"/>
                </a:moveTo>
                <a:lnTo>
                  <a:pt x="0" y="468045"/>
                </a:lnTo>
                <a:lnTo>
                  <a:pt x="0" y="417245"/>
                </a:lnTo>
                <a:lnTo>
                  <a:pt x="12700" y="417245"/>
                </a:lnTo>
                <a:lnTo>
                  <a:pt x="12700" y="468045"/>
                </a:lnTo>
                <a:close/>
              </a:path>
              <a:path w="1214754" h="1297305">
                <a:moveTo>
                  <a:pt x="12700" y="379145"/>
                </a:moveTo>
                <a:lnTo>
                  <a:pt x="0" y="379145"/>
                </a:lnTo>
                <a:lnTo>
                  <a:pt x="0" y="328345"/>
                </a:lnTo>
                <a:lnTo>
                  <a:pt x="12700" y="328345"/>
                </a:lnTo>
                <a:lnTo>
                  <a:pt x="12700" y="379145"/>
                </a:lnTo>
                <a:close/>
              </a:path>
              <a:path w="1214754" h="1297305">
                <a:moveTo>
                  <a:pt x="12700" y="290245"/>
                </a:moveTo>
                <a:lnTo>
                  <a:pt x="0" y="290245"/>
                </a:lnTo>
                <a:lnTo>
                  <a:pt x="0" y="239445"/>
                </a:lnTo>
                <a:lnTo>
                  <a:pt x="12700" y="239445"/>
                </a:lnTo>
                <a:lnTo>
                  <a:pt x="12700" y="290245"/>
                </a:lnTo>
                <a:close/>
              </a:path>
              <a:path w="1214754" h="1297305">
                <a:moveTo>
                  <a:pt x="12763" y="201587"/>
                </a:moveTo>
                <a:lnTo>
                  <a:pt x="76" y="201104"/>
                </a:lnTo>
                <a:lnTo>
                  <a:pt x="266" y="196011"/>
                </a:lnTo>
                <a:lnTo>
                  <a:pt x="596" y="190753"/>
                </a:lnTo>
                <a:lnTo>
                  <a:pt x="8051" y="149542"/>
                </a:lnTo>
                <a:lnTo>
                  <a:pt x="20269" y="153009"/>
                </a:lnTo>
                <a:lnTo>
                  <a:pt x="18776" y="158318"/>
                </a:lnTo>
                <a:lnTo>
                  <a:pt x="16620" y="167703"/>
                </a:lnTo>
                <a:lnTo>
                  <a:pt x="14920" y="177253"/>
                </a:lnTo>
                <a:lnTo>
                  <a:pt x="13682" y="186969"/>
                </a:lnTo>
                <a:lnTo>
                  <a:pt x="13261" y="191795"/>
                </a:lnTo>
                <a:lnTo>
                  <a:pt x="12948" y="196735"/>
                </a:lnTo>
                <a:lnTo>
                  <a:pt x="12763" y="201587"/>
                </a:lnTo>
                <a:close/>
              </a:path>
              <a:path w="1214754" h="1297305">
                <a:moveTo>
                  <a:pt x="18802" y="158204"/>
                </a:moveTo>
                <a:lnTo>
                  <a:pt x="18846" y="158013"/>
                </a:lnTo>
                <a:lnTo>
                  <a:pt x="18802" y="158204"/>
                </a:lnTo>
                <a:close/>
              </a:path>
              <a:path w="1214754" h="1297305">
                <a:moveTo>
                  <a:pt x="18776" y="158318"/>
                </a:moveTo>
                <a:close/>
              </a:path>
              <a:path w="1214754" h="1297305">
                <a:moveTo>
                  <a:pt x="16651" y="167530"/>
                </a:moveTo>
                <a:lnTo>
                  <a:pt x="16675" y="167398"/>
                </a:lnTo>
                <a:lnTo>
                  <a:pt x="16651" y="167530"/>
                </a:lnTo>
                <a:close/>
              </a:path>
              <a:path w="1214754" h="1297305">
                <a:moveTo>
                  <a:pt x="16620" y="167703"/>
                </a:moveTo>
                <a:lnTo>
                  <a:pt x="16651" y="167530"/>
                </a:lnTo>
                <a:lnTo>
                  <a:pt x="16620" y="167703"/>
                </a:lnTo>
                <a:close/>
              </a:path>
              <a:path w="1214754" h="1297305">
                <a:moveTo>
                  <a:pt x="14945" y="177054"/>
                </a:moveTo>
                <a:close/>
              </a:path>
              <a:path w="1214754" h="1297305">
                <a:moveTo>
                  <a:pt x="14920" y="177253"/>
                </a:moveTo>
                <a:lnTo>
                  <a:pt x="14945" y="177054"/>
                </a:lnTo>
                <a:lnTo>
                  <a:pt x="14920" y="177253"/>
                </a:lnTo>
                <a:close/>
              </a:path>
              <a:path w="1214754" h="1297305">
                <a:moveTo>
                  <a:pt x="13691" y="186863"/>
                </a:moveTo>
                <a:lnTo>
                  <a:pt x="13703" y="186728"/>
                </a:lnTo>
                <a:lnTo>
                  <a:pt x="13691" y="186863"/>
                </a:lnTo>
                <a:close/>
              </a:path>
              <a:path w="1214754" h="1297305">
                <a:moveTo>
                  <a:pt x="13682" y="186969"/>
                </a:moveTo>
                <a:close/>
              </a:path>
              <a:path w="1214754" h="1297305">
                <a:moveTo>
                  <a:pt x="13267" y="191700"/>
                </a:moveTo>
                <a:close/>
              </a:path>
              <a:path w="1214754" h="1297305">
                <a:moveTo>
                  <a:pt x="13261" y="191795"/>
                </a:moveTo>
                <a:close/>
              </a:path>
              <a:path w="1214754" h="1297305">
                <a:moveTo>
                  <a:pt x="33756" y="118783"/>
                </a:moveTo>
                <a:lnTo>
                  <a:pt x="22453" y="113004"/>
                </a:lnTo>
                <a:lnTo>
                  <a:pt x="24942" y="108140"/>
                </a:lnTo>
                <a:lnTo>
                  <a:pt x="29921" y="99491"/>
                </a:lnTo>
                <a:lnTo>
                  <a:pt x="35293" y="91097"/>
                </a:lnTo>
                <a:lnTo>
                  <a:pt x="41059" y="83007"/>
                </a:lnTo>
                <a:lnTo>
                  <a:pt x="47193" y="75196"/>
                </a:lnTo>
                <a:lnTo>
                  <a:pt x="51815" y="69862"/>
                </a:lnTo>
                <a:lnTo>
                  <a:pt x="61404" y="78181"/>
                </a:lnTo>
                <a:lnTo>
                  <a:pt x="56883" y="83400"/>
                </a:lnTo>
                <a:lnTo>
                  <a:pt x="51130" y="90728"/>
                </a:lnTo>
                <a:lnTo>
                  <a:pt x="45913" y="98082"/>
                </a:lnTo>
                <a:lnTo>
                  <a:pt x="40690" y="106210"/>
                </a:lnTo>
                <a:lnTo>
                  <a:pt x="36171" y="114090"/>
                </a:lnTo>
                <a:lnTo>
                  <a:pt x="33756" y="118783"/>
                </a:lnTo>
                <a:close/>
              </a:path>
              <a:path w="1214754" h="1297305">
                <a:moveTo>
                  <a:pt x="57028" y="83232"/>
                </a:moveTo>
                <a:close/>
              </a:path>
              <a:path w="1214754" h="1297305">
                <a:moveTo>
                  <a:pt x="56896" y="83400"/>
                </a:moveTo>
                <a:lnTo>
                  <a:pt x="57028" y="83232"/>
                </a:lnTo>
                <a:lnTo>
                  <a:pt x="56896" y="83400"/>
                </a:lnTo>
                <a:close/>
              </a:path>
              <a:path w="1214754" h="1297305">
                <a:moveTo>
                  <a:pt x="51148" y="90728"/>
                </a:moveTo>
                <a:lnTo>
                  <a:pt x="51320" y="90487"/>
                </a:lnTo>
                <a:lnTo>
                  <a:pt x="51148" y="90728"/>
                </a:lnTo>
                <a:close/>
              </a:path>
              <a:path w="1214754" h="1297305">
                <a:moveTo>
                  <a:pt x="45756" y="98302"/>
                </a:moveTo>
                <a:lnTo>
                  <a:pt x="45897" y="98082"/>
                </a:lnTo>
                <a:lnTo>
                  <a:pt x="45756" y="98302"/>
                </a:lnTo>
                <a:close/>
              </a:path>
              <a:path w="1214754" h="1297305">
                <a:moveTo>
                  <a:pt x="45735" y="98336"/>
                </a:moveTo>
                <a:close/>
              </a:path>
              <a:path w="1214754" h="1297305">
                <a:moveTo>
                  <a:pt x="40709" y="106210"/>
                </a:moveTo>
                <a:lnTo>
                  <a:pt x="40855" y="105956"/>
                </a:lnTo>
                <a:lnTo>
                  <a:pt x="40709" y="106210"/>
                </a:lnTo>
                <a:close/>
              </a:path>
              <a:path w="1214754" h="1297305">
                <a:moveTo>
                  <a:pt x="36172" y="114090"/>
                </a:moveTo>
                <a:close/>
              </a:path>
              <a:path w="1214754" h="1297305">
                <a:moveTo>
                  <a:pt x="36044" y="114338"/>
                </a:moveTo>
                <a:lnTo>
                  <a:pt x="36172" y="114090"/>
                </a:lnTo>
                <a:lnTo>
                  <a:pt x="36044" y="114338"/>
                </a:lnTo>
                <a:close/>
              </a:path>
              <a:path w="1214754" h="1297305">
                <a:moveTo>
                  <a:pt x="88315" y="53035"/>
                </a:moveTo>
                <a:lnTo>
                  <a:pt x="80467" y="43040"/>
                </a:lnTo>
                <a:lnTo>
                  <a:pt x="83007" y="41059"/>
                </a:lnTo>
                <a:lnTo>
                  <a:pt x="91097" y="35293"/>
                </a:lnTo>
                <a:lnTo>
                  <a:pt x="99491" y="29921"/>
                </a:lnTo>
                <a:lnTo>
                  <a:pt x="108140" y="24942"/>
                </a:lnTo>
                <a:lnTo>
                  <a:pt x="117055" y="20383"/>
                </a:lnTo>
                <a:lnTo>
                  <a:pt x="125450" y="16586"/>
                </a:lnTo>
                <a:lnTo>
                  <a:pt x="130683" y="28155"/>
                </a:lnTo>
                <a:lnTo>
                  <a:pt x="122435" y="31889"/>
                </a:lnTo>
                <a:lnTo>
                  <a:pt x="114368" y="36029"/>
                </a:lnTo>
                <a:lnTo>
                  <a:pt x="105952" y="40855"/>
                </a:lnTo>
                <a:lnTo>
                  <a:pt x="98082" y="45897"/>
                </a:lnTo>
                <a:lnTo>
                  <a:pt x="90755" y="51130"/>
                </a:lnTo>
                <a:lnTo>
                  <a:pt x="88315" y="53035"/>
                </a:lnTo>
                <a:close/>
              </a:path>
              <a:path w="1214754" h="1297305">
                <a:moveTo>
                  <a:pt x="122488" y="31862"/>
                </a:moveTo>
                <a:lnTo>
                  <a:pt x="122707" y="31750"/>
                </a:lnTo>
                <a:lnTo>
                  <a:pt x="122488" y="31862"/>
                </a:lnTo>
                <a:close/>
              </a:path>
              <a:path w="1214754" h="1297305">
                <a:moveTo>
                  <a:pt x="122435" y="31889"/>
                </a:moveTo>
                <a:close/>
              </a:path>
              <a:path w="1214754" h="1297305">
                <a:moveTo>
                  <a:pt x="114086" y="36174"/>
                </a:moveTo>
                <a:lnTo>
                  <a:pt x="114338" y="36029"/>
                </a:lnTo>
                <a:lnTo>
                  <a:pt x="114086" y="36174"/>
                </a:lnTo>
                <a:close/>
              </a:path>
              <a:path w="1214754" h="1297305">
                <a:moveTo>
                  <a:pt x="114073" y="36182"/>
                </a:moveTo>
                <a:close/>
              </a:path>
              <a:path w="1214754" h="1297305">
                <a:moveTo>
                  <a:pt x="106030" y="40805"/>
                </a:moveTo>
                <a:lnTo>
                  <a:pt x="106210" y="40690"/>
                </a:lnTo>
                <a:lnTo>
                  <a:pt x="106030" y="40805"/>
                </a:lnTo>
                <a:close/>
              </a:path>
              <a:path w="1214754" h="1297305">
                <a:moveTo>
                  <a:pt x="105952" y="40855"/>
                </a:moveTo>
                <a:close/>
              </a:path>
              <a:path w="1214754" h="1297305">
                <a:moveTo>
                  <a:pt x="98302" y="45756"/>
                </a:moveTo>
                <a:close/>
              </a:path>
              <a:path w="1214754" h="1297305">
                <a:moveTo>
                  <a:pt x="98104" y="45897"/>
                </a:moveTo>
                <a:lnTo>
                  <a:pt x="98302" y="45756"/>
                </a:lnTo>
                <a:lnTo>
                  <a:pt x="98104" y="45897"/>
                </a:lnTo>
                <a:close/>
              </a:path>
              <a:path w="1214754" h="1297305">
                <a:moveTo>
                  <a:pt x="90487" y="51320"/>
                </a:moveTo>
                <a:lnTo>
                  <a:pt x="90728" y="51130"/>
                </a:lnTo>
                <a:lnTo>
                  <a:pt x="90487" y="51320"/>
                </a:lnTo>
                <a:close/>
              </a:path>
              <a:path w="1214754" h="1297305">
                <a:moveTo>
                  <a:pt x="165760" y="17056"/>
                </a:moveTo>
                <a:lnTo>
                  <a:pt x="162902" y="4686"/>
                </a:lnTo>
                <a:lnTo>
                  <a:pt x="164998" y="4190"/>
                </a:lnTo>
                <a:lnTo>
                  <a:pt x="175183" y="2374"/>
                </a:lnTo>
                <a:lnTo>
                  <a:pt x="206603" y="0"/>
                </a:lnTo>
                <a:lnTo>
                  <a:pt x="214807" y="0"/>
                </a:lnTo>
                <a:lnTo>
                  <a:pt x="214807" y="12700"/>
                </a:lnTo>
                <a:lnTo>
                  <a:pt x="206717" y="12700"/>
                </a:lnTo>
                <a:lnTo>
                  <a:pt x="201549" y="12763"/>
                </a:lnTo>
                <a:lnTo>
                  <a:pt x="201714" y="12763"/>
                </a:lnTo>
                <a:lnTo>
                  <a:pt x="196583" y="12953"/>
                </a:lnTo>
                <a:lnTo>
                  <a:pt x="196735" y="12953"/>
                </a:lnTo>
                <a:lnTo>
                  <a:pt x="191654" y="13271"/>
                </a:lnTo>
                <a:lnTo>
                  <a:pt x="187150" y="13677"/>
                </a:lnTo>
                <a:lnTo>
                  <a:pt x="186969" y="13677"/>
                </a:lnTo>
                <a:lnTo>
                  <a:pt x="176970" y="14960"/>
                </a:lnTo>
                <a:lnTo>
                  <a:pt x="167425" y="16675"/>
                </a:lnTo>
                <a:lnTo>
                  <a:pt x="165760" y="17056"/>
                </a:lnTo>
                <a:close/>
              </a:path>
              <a:path w="1214754" h="1297305">
                <a:moveTo>
                  <a:pt x="191708" y="13266"/>
                </a:moveTo>
                <a:close/>
              </a:path>
              <a:path w="1214754" h="1297305">
                <a:moveTo>
                  <a:pt x="191654" y="13271"/>
                </a:moveTo>
                <a:close/>
              </a:path>
              <a:path w="1214754" h="1297305">
                <a:moveTo>
                  <a:pt x="186728" y="13715"/>
                </a:moveTo>
                <a:lnTo>
                  <a:pt x="186969" y="13677"/>
                </a:lnTo>
                <a:lnTo>
                  <a:pt x="187150" y="13677"/>
                </a:lnTo>
                <a:lnTo>
                  <a:pt x="186728" y="13715"/>
                </a:lnTo>
                <a:close/>
              </a:path>
              <a:path w="1214754" h="1297305">
                <a:moveTo>
                  <a:pt x="177054" y="14945"/>
                </a:moveTo>
                <a:lnTo>
                  <a:pt x="177253" y="14909"/>
                </a:lnTo>
                <a:lnTo>
                  <a:pt x="177054" y="14945"/>
                </a:lnTo>
                <a:close/>
              </a:path>
              <a:path w="1214754" h="1297305">
                <a:moveTo>
                  <a:pt x="176970" y="14960"/>
                </a:moveTo>
                <a:close/>
              </a:path>
              <a:path w="1214754" h="1297305">
                <a:moveTo>
                  <a:pt x="167524" y="16652"/>
                </a:moveTo>
                <a:lnTo>
                  <a:pt x="167703" y="16611"/>
                </a:lnTo>
                <a:lnTo>
                  <a:pt x="167524" y="16652"/>
                </a:lnTo>
                <a:close/>
              </a:path>
              <a:path w="1214754" h="1297305">
                <a:moveTo>
                  <a:pt x="167425" y="16675"/>
                </a:moveTo>
                <a:close/>
              </a:path>
              <a:path w="1214754" h="1297305">
                <a:moveTo>
                  <a:pt x="303707" y="12700"/>
                </a:moveTo>
                <a:lnTo>
                  <a:pt x="252907" y="12700"/>
                </a:lnTo>
                <a:lnTo>
                  <a:pt x="252907" y="0"/>
                </a:lnTo>
                <a:lnTo>
                  <a:pt x="303707" y="0"/>
                </a:lnTo>
                <a:lnTo>
                  <a:pt x="303707" y="12700"/>
                </a:lnTo>
                <a:close/>
              </a:path>
              <a:path w="1214754" h="1297305">
                <a:moveTo>
                  <a:pt x="392607" y="12700"/>
                </a:moveTo>
                <a:lnTo>
                  <a:pt x="341807" y="12700"/>
                </a:lnTo>
                <a:lnTo>
                  <a:pt x="341807" y="0"/>
                </a:lnTo>
                <a:lnTo>
                  <a:pt x="392607" y="0"/>
                </a:lnTo>
                <a:lnTo>
                  <a:pt x="392607" y="12700"/>
                </a:lnTo>
                <a:close/>
              </a:path>
              <a:path w="1214754" h="1297305">
                <a:moveTo>
                  <a:pt x="481507" y="12700"/>
                </a:moveTo>
                <a:lnTo>
                  <a:pt x="430707" y="12700"/>
                </a:lnTo>
                <a:lnTo>
                  <a:pt x="430707" y="0"/>
                </a:lnTo>
                <a:lnTo>
                  <a:pt x="481507" y="0"/>
                </a:lnTo>
                <a:lnTo>
                  <a:pt x="481507" y="12700"/>
                </a:lnTo>
                <a:close/>
              </a:path>
              <a:path w="1214754" h="1297305">
                <a:moveTo>
                  <a:pt x="570407" y="12700"/>
                </a:moveTo>
                <a:lnTo>
                  <a:pt x="519607" y="12700"/>
                </a:lnTo>
                <a:lnTo>
                  <a:pt x="519607" y="0"/>
                </a:lnTo>
                <a:lnTo>
                  <a:pt x="570407" y="0"/>
                </a:lnTo>
                <a:lnTo>
                  <a:pt x="570407" y="12700"/>
                </a:lnTo>
                <a:close/>
              </a:path>
              <a:path w="1214754" h="1297305">
                <a:moveTo>
                  <a:pt x="659307" y="12700"/>
                </a:moveTo>
                <a:lnTo>
                  <a:pt x="608507" y="12700"/>
                </a:lnTo>
                <a:lnTo>
                  <a:pt x="608507" y="0"/>
                </a:lnTo>
                <a:lnTo>
                  <a:pt x="659307" y="0"/>
                </a:lnTo>
                <a:lnTo>
                  <a:pt x="659307" y="12700"/>
                </a:lnTo>
                <a:close/>
              </a:path>
              <a:path w="1214754" h="1297305">
                <a:moveTo>
                  <a:pt x="748207" y="12700"/>
                </a:moveTo>
                <a:lnTo>
                  <a:pt x="697407" y="12700"/>
                </a:lnTo>
                <a:lnTo>
                  <a:pt x="697407" y="0"/>
                </a:lnTo>
                <a:lnTo>
                  <a:pt x="748207" y="0"/>
                </a:lnTo>
                <a:lnTo>
                  <a:pt x="748207" y="12700"/>
                </a:lnTo>
                <a:close/>
              </a:path>
              <a:path w="1214754" h="1297305">
                <a:moveTo>
                  <a:pt x="837107" y="12700"/>
                </a:moveTo>
                <a:lnTo>
                  <a:pt x="786307" y="12700"/>
                </a:lnTo>
                <a:lnTo>
                  <a:pt x="786307" y="0"/>
                </a:lnTo>
                <a:lnTo>
                  <a:pt x="837107" y="0"/>
                </a:lnTo>
                <a:lnTo>
                  <a:pt x="837107" y="12700"/>
                </a:lnTo>
                <a:close/>
              </a:path>
              <a:path w="1214754" h="1297305">
                <a:moveTo>
                  <a:pt x="926007" y="12700"/>
                </a:moveTo>
                <a:lnTo>
                  <a:pt x="875207" y="12700"/>
                </a:lnTo>
                <a:lnTo>
                  <a:pt x="875207" y="0"/>
                </a:lnTo>
                <a:lnTo>
                  <a:pt x="926007" y="0"/>
                </a:lnTo>
                <a:lnTo>
                  <a:pt x="926007" y="12700"/>
                </a:lnTo>
                <a:close/>
              </a:path>
              <a:path w="1214754" h="1297305">
                <a:moveTo>
                  <a:pt x="1014666" y="12839"/>
                </a:moveTo>
                <a:lnTo>
                  <a:pt x="1012723" y="12763"/>
                </a:lnTo>
                <a:lnTo>
                  <a:pt x="1012888" y="12763"/>
                </a:lnTo>
                <a:lnTo>
                  <a:pt x="1007719" y="12700"/>
                </a:lnTo>
                <a:lnTo>
                  <a:pt x="964107" y="12700"/>
                </a:lnTo>
                <a:lnTo>
                  <a:pt x="964107" y="0"/>
                </a:lnTo>
                <a:lnTo>
                  <a:pt x="1007833" y="0"/>
                </a:lnTo>
                <a:lnTo>
                  <a:pt x="1013129" y="63"/>
                </a:lnTo>
                <a:lnTo>
                  <a:pt x="1015149" y="139"/>
                </a:lnTo>
                <a:lnTo>
                  <a:pt x="1014666" y="12839"/>
                </a:lnTo>
                <a:close/>
              </a:path>
              <a:path w="1214754" h="1297305">
                <a:moveTo>
                  <a:pt x="1093982" y="18846"/>
                </a:moveTo>
                <a:lnTo>
                  <a:pt x="1056424" y="18846"/>
                </a:lnTo>
                <a:lnTo>
                  <a:pt x="1051191" y="17640"/>
                </a:lnTo>
                <a:lnTo>
                  <a:pt x="1054049" y="5257"/>
                </a:lnTo>
                <a:lnTo>
                  <a:pt x="1059434" y="6502"/>
                </a:lnTo>
                <a:lnTo>
                  <a:pt x="1069238" y="9283"/>
                </a:lnTo>
                <a:lnTo>
                  <a:pt x="1078839" y="12534"/>
                </a:lnTo>
                <a:lnTo>
                  <a:pt x="1088224" y="16243"/>
                </a:lnTo>
                <a:lnTo>
                  <a:pt x="1093982" y="18846"/>
                </a:lnTo>
                <a:close/>
              </a:path>
              <a:path w="1214754" h="1297305">
                <a:moveTo>
                  <a:pt x="1099497" y="21462"/>
                </a:moveTo>
                <a:lnTo>
                  <a:pt x="1065618" y="21462"/>
                </a:lnTo>
                <a:lnTo>
                  <a:pt x="1056231" y="18802"/>
                </a:lnTo>
                <a:lnTo>
                  <a:pt x="1056424" y="18846"/>
                </a:lnTo>
                <a:lnTo>
                  <a:pt x="1093982" y="18846"/>
                </a:lnTo>
                <a:lnTo>
                  <a:pt x="1097381" y="20383"/>
                </a:lnTo>
                <a:lnTo>
                  <a:pt x="1099497" y="21462"/>
                </a:lnTo>
                <a:close/>
              </a:path>
              <a:path w="1214754" h="1297305">
                <a:moveTo>
                  <a:pt x="1102420" y="24523"/>
                </a:moveTo>
                <a:lnTo>
                  <a:pt x="1074605" y="24516"/>
                </a:lnTo>
                <a:lnTo>
                  <a:pt x="1074331" y="24409"/>
                </a:lnTo>
                <a:lnTo>
                  <a:pt x="1065359" y="21389"/>
                </a:lnTo>
                <a:lnTo>
                  <a:pt x="1065618" y="21462"/>
                </a:lnTo>
                <a:lnTo>
                  <a:pt x="1099497" y="21462"/>
                </a:lnTo>
                <a:lnTo>
                  <a:pt x="1103058" y="23279"/>
                </a:lnTo>
                <a:lnTo>
                  <a:pt x="1102420" y="24523"/>
                </a:lnTo>
                <a:close/>
              </a:path>
              <a:path w="1214754" h="1297305">
                <a:moveTo>
                  <a:pt x="1074602" y="24516"/>
                </a:moveTo>
                <a:lnTo>
                  <a:pt x="1074285" y="24409"/>
                </a:lnTo>
                <a:lnTo>
                  <a:pt x="1074602" y="24516"/>
                </a:lnTo>
                <a:close/>
              </a:path>
              <a:path w="1214754" h="1297305">
                <a:moveTo>
                  <a:pt x="1098646" y="31889"/>
                </a:moveTo>
                <a:lnTo>
                  <a:pt x="1092009" y="31889"/>
                </a:lnTo>
                <a:lnTo>
                  <a:pt x="1083144" y="27876"/>
                </a:lnTo>
                <a:lnTo>
                  <a:pt x="1074602" y="24516"/>
                </a:lnTo>
                <a:lnTo>
                  <a:pt x="1102420" y="24523"/>
                </a:lnTo>
                <a:lnTo>
                  <a:pt x="1098646" y="31889"/>
                </a:lnTo>
                <a:close/>
              </a:path>
              <a:path w="1214754" h="1297305">
                <a:moveTo>
                  <a:pt x="1083424" y="28003"/>
                </a:moveTo>
                <a:lnTo>
                  <a:pt x="1083102" y="27876"/>
                </a:lnTo>
                <a:lnTo>
                  <a:pt x="1083424" y="28003"/>
                </a:lnTo>
                <a:close/>
              </a:path>
              <a:path w="1214754" h="1297305">
                <a:moveTo>
                  <a:pt x="1097267" y="34582"/>
                </a:moveTo>
                <a:lnTo>
                  <a:pt x="1091954" y="31865"/>
                </a:lnTo>
                <a:lnTo>
                  <a:pt x="1098646" y="31889"/>
                </a:lnTo>
                <a:lnTo>
                  <a:pt x="1097267" y="34582"/>
                </a:lnTo>
                <a:close/>
              </a:path>
              <a:path w="1214754" h="1297305">
                <a:moveTo>
                  <a:pt x="1150301" y="57086"/>
                </a:moveTo>
                <a:lnTo>
                  <a:pt x="1131277" y="57086"/>
                </a:lnTo>
                <a:lnTo>
                  <a:pt x="1128153" y="54622"/>
                </a:lnTo>
                <a:lnTo>
                  <a:pt x="1135989" y="44640"/>
                </a:lnTo>
                <a:lnTo>
                  <a:pt x="1139240" y="47193"/>
                </a:lnTo>
                <a:lnTo>
                  <a:pt x="1146733" y="53682"/>
                </a:lnTo>
                <a:lnTo>
                  <a:pt x="1150301" y="57086"/>
                </a:lnTo>
                <a:close/>
              </a:path>
              <a:path w="1214754" h="1297305">
                <a:moveTo>
                  <a:pt x="1156441" y="63182"/>
                </a:moveTo>
                <a:lnTo>
                  <a:pt x="1138313" y="63182"/>
                </a:lnTo>
                <a:lnTo>
                  <a:pt x="1131204" y="57028"/>
                </a:lnTo>
                <a:lnTo>
                  <a:pt x="1150301" y="57086"/>
                </a:lnTo>
                <a:lnTo>
                  <a:pt x="1153909" y="60528"/>
                </a:lnTo>
                <a:lnTo>
                  <a:pt x="1156441" y="63182"/>
                </a:lnTo>
                <a:close/>
              </a:path>
              <a:path w="1214754" h="1297305">
                <a:moveTo>
                  <a:pt x="1162404" y="69608"/>
                </a:moveTo>
                <a:lnTo>
                  <a:pt x="1145044" y="69608"/>
                </a:lnTo>
                <a:lnTo>
                  <a:pt x="1138146" y="63037"/>
                </a:lnTo>
                <a:lnTo>
                  <a:pt x="1138313" y="63182"/>
                </a:lnTo>
                <a:lnTo>
                  <a:pt x="1156441" y="63182"/>
                </a:lnTo>
                <a:lnTo>
                  <a:pt x="1160754" y="67703"/>
                </a:lnTo>
                <a:lnTo>
                  <a:pt x="1162404" y="69608"/>
                </a:lnTo>
                <a:close/>
              </a:path>
              <a:path w="1214754" h="1297305">
                <a:moveTo>
                  <a:pt x="1168152" y="76352"/>
                </a:moveTo>
                <a:lnTo>
                  <a:pt x="1151458" y="76352"/>
                </a:lnTo>
                <a:lnTo>
                  <a:pt x="1144934" y="69503"/>
                </a:lnTo>
                <a:lnTo>
                  <a:pt x="1162404" y="69608"/>
                </a:lnTo>
                <a:lnTo>
                  <a:pt x="1167244" y="75196"/>
                </a:lnTo>
                <a:lnTo>
                  <a:pt x="1168152" y="76352"/>
                </a:lnTo>
                <a:close/>
              </a:path>
              <a:path w="1214754" h="1297305">
                <a:moveTo>
                  <a:pt x="1170605" y="83400"/>
                </a:moveTo>
                <a:lnTo>
                  <a:pt x="1157554" y="83400"/>
                </a:lnTo>
                <a:lnTo>
                  <a:pt x="1151399" y="76291"/>
                </a:lnTo>
                <a:lnTo>
                  <a:pt x="1168152" y="76352"/>
                </a:lnTo>
                <a:lnTo>
                  <a:pt x="1172514" y="81902"/>
                </a:lnTo>
                <a:lnTo>
                  <a:pt x="1170605" y="83400"/>
                </a:lnTo>
                <a:close/>
              </a:path>
              <a:path w="1214754" h="1297305">
                <a:moveTo>
                  <a:pt x="1162532" y="89738"/>
                </a:moveTo>
                <a:lnTo>
                  <a:pt x="1157408" y="83232"/>
                </a:lnTo>
                <a:lnTo>
                  <a:pt x="1157554" y="83400"/>
                </a:lnTo>
                <a:lnTo>
                  <a:pt x="1170605" y="83400"/>
                </a:lnTo>
                <a:lnTo>
                  <a:pt x="1162532" y="89738"/>
                </a:lnTo>
                <a:close/>
              </a:path>
              <a:path w="1214754" h="1297305">
                <a:moveTo>
                  <a:pt x="1196609" y="122707"/>
                </a:moveTo>
                <a:lnTo>
                  <a:pt x="1182687" y="122707"/>
                </a:lnTo>
                <a:lnTo>
                  <a:pt x="1181849" y="121081"/>
                </a:lnTo>
                <a:lnTo>
                  <a:pt x="1193152" y="115290"/>
                </a:lnTo>
                <a:lnTo>
                  <a:pt x="1194053" y="117055"/>
                </a:lnTo>
                <a:lnTo>
                  <a:pt x="1196609" y="122707"/>
                </a:lnTo>
                <a:close/>
              </a:path>
              <a:path w="1214754" h="1297305">
                <a:moveTo>
                  <a:pt x="1200201" y="131292"/>
                </a:moveTo>
                <a:lnTo>
                  <a:pt x="1186561" y="131292"/>
                </a:lnTo>
                <a:lnTo>
                  <a:pt x="1182579" y="122497"/>
                </a:lnTo>
                <a:lnTo>
                  <a:pt x="1182687" y="122707"/>
                </a:lnTo>
                <a:lnTo>
                  <a:pt x="1196609" y="122707"/>
                </a:lnTo>
                <a:lnTo>
                  <a:pt x="1198194" y="126212"/>
                </a:lnTo>
                <a:lnTo>
                  <a:pt x="1200201" y="131292"/>
                </a:lnTo>
                <a:close/>
              </a:path>
              <a:path w="1214754" h="1297305">
                <a:moveTo>
                  <a:pt x="1203429" y="140106"/>
                </a:moveTo>
                <a:lnTo>
                  <a:pt x="1190028" y="140106"/>
                </a:lnTo>
                <a:lnTo>
                  <a:pt x="1186434" y="131013"/>
                </a:lnTo>
                <a:lnTo>
                  <a:pt x="1186561" y="131292"/>
                </a:lnTo>
                <a:lnTo>
                  <a:pt x="1200201" y="131292"/>
                </a:lnTo>
                <a:lnTo>
                  <a:pt x="1201902" y="135597"/>
                </a:lnTo>
                <a:lnTo>
                  <a:pt x="1203429" y="140106"/>
                </a:lnTo>
                <a:close/>
              </a:path>
              <a:path w="1214754" h="1297305">
                <a:moveTo>
                  <a:pt x="1206267" y="149123"/>
                </a:moveTo>
                <a:lnTo>
                  <a:pt x="1193063" y="149123"/>
                </a:lnTo>
                <a:lnTo>
                  <a:pt x="1192974" y="148818"/>
                </a:lnTo>
                <a:lnTo>
                  <a:pt x="1189920" y="139834"/>
                </a:lnTo>
                <a:lnTo>
                  <a:pt x="1190028" y="140106"/>
                </a:lnTo>
                <a:lnTo>
                  <a:pt x="1203429" y="140106"/>
                </a:lnTo>
                <a:lnTo>
                  <a:pt x="1205153" y="145199"/>
                </a:lnTo>
                <a:lnTo>
                  <a:pt x="1206267" y="149123"/>
                </a:lnTo>
                <a:close/>
              </a:path>
              <a:path w="1214754" h="1297305">
                <a:moveTo>
                  <a:pt x="1193047" y="149077"/>
                </a:moveTo>
                <a:lnTo>
                  <a:pt x="1192960" y="148818"/>
                </a:lnTo>
                <a:lnTo>
                  <a:pt x="1193047" y="149077"/>
                </a:lnTo>
                <a:close/>
              </a:path>
              <a:path w="1214754" h="1297305">
                <a:moveTo>
                  <a:pt x="1208697" y="158318"/>
                </a:moveTo>
                <a:lnTo>
                  <a:pt x="1195666" y="158318"/>
                </a:lnTo>
                <a:lnTo>
                  <a:pt x="1193047" y="149077"/>
                </a:lnTo>
                <a:lnTo>
                  <a:pt x="1206267" y="149123"/>
                </a:lnTo>
                <a:lnTo>
                  <a:pt x="1207935" y="155003"/>
                </a:lnTo>
                <a:lnTo>
                  <a:pt x="1208697" y="158318"/>
                </a:lnTo>
                <a:close/>
              </a:path>
              <a:path w="1214754" h="1297305">
                <a:moveTo>
                  <a:pt x="1197787" y="167525"/>
                </a:moveTo>
                <a:lnTo>
                  <a:pt x="1195635" y="158207"/>
                </a:lnTo>
                <a:lnTo>
                  <a:pt x="1208697" y="158318"/>
                </a:lnTo>
                <a:lnTo>
                  <a:pt x="1210157" y="164668"/>
                </a:lnTo>
                <a:lnTo>
                  <a:pt x="1197787" y="167525"/>
                </a:lnTo>
                <a:close/>
              </a:path>
              <a:path w="1214754" h="1297305">
                <a:moveTo>
                  <a:pt x="1214437" y="254723"/>
                </a:moveTo>
                <a:lnTo>
                  <a:pt x="1201737" y="254723"/>
                </a:lnTo>
                <a:lnTo>
                  <a:pt x="1201737" y="206641"/>
                </a:lnTo>
                <a:lnTo>
                  <a:pt x="1201699" y="204000"/>
                </a:lnTo>
                <a:lnTo>
                  <a:pt x="1214399" y="203847"/>
                </a:lnTo>
                <a:lnTo>
                  <a:pt x="1214437" y="254723"/>
                </a:lnTo>
                <a:close/>
              </a:path>
              <a:path w="1214754" h="1297305">
                <a:moveTo>
                  <a:pt x="1201737" y="206730"/>
                </a:moveTo>
                <a:close/>
              </a:path>
              <a:path w="1214754" h="1297305">
                <a:moveTo>
                  <a:pt x="1214437" y="343623"/>
                </a:moveTo>
                <a:lnTo>
                  <a:pt x="1201737" y="343623"/>
                </a:lnTo>
                <a:lnTo>
                  <a:pt x="1201737" y="292823"/>
                </a:lnTo>
                <a:lnTo>
                  <a:pt x="1214437" y="292823"/>
                </a:lnTo>
                <a:lnTo>
                  <a:pt x="1214437" y="343623"/>
                </a:lnTo>
                <a:close/>
              </a:path>
              <a:path w="1214754" h="1297305">
                <a:moveTo>
                  <a:pt x="1214437" y="432523"/>
                </a:moveTo>
                <a:lnTo>
                  <a:pt x="1201737" y="432523"/>
                </a:lnTo>
                <a:lnTo>
                  <a:pt x="1201737" y="381723"/>
                </a:lnTo>
                <a:lnTo>
                  <a:pt x="1214437" y="381723"/>
                </a:lnTo>
                <a:lnTo>
                  <a:pt x="1214437" y="432523"/>
                </a:lnTo>
                <a:close/>
              </a:path>
              <a:path w="1214754" h="1297305">
                <a:moveTo>
                  <a:pt x="1214437" y="521423"/>
                </a:moveTo>
                <a:lnTo>
                  <a:pt x="1201737" y="521423"/>
                </a:lnTo>
                <a:lnTo>
                  <a:pt x="1201737" y="470623"/>
                </a:lnTo>
                <a:lnTo>
                  <a:pt x="1214437" y="470623"/>
                </a:lnTo>
                <a:lnTo>
                  <a:pt x="1214437" y="521423"/>
                </a:lnTo>
                <a:close/>
              </a:path>
              <a:path w="1214754" h="1297305">
                <a:moveTo>
                  <a:pt x="1214437" y="610323"/>
                </a:moveTo>
                <a:lnTo>
                  <a:pt x="1201737" y="610323"/>
                </a:lnTo>
                <a:lnTo>
                  <a:pt x="1201737" y="559523"/>
                </a:lnTo>
                <a:lnTo>
                  <a:pt x="1214437" y="559523"/>
                </a:lnTo>
                <a:lnTo>
                  <a:pt x="1214437" y="610323"/>
                </a:lnTo>
                <a:close/>
              </a:path>
              <a:path w="1214754" h="1297305">
                <a:moveTo>
                  <a:pt x="1214437" y="699223"/>
                </a:moveTo>
                <a:lnTo>
                  <a:pt x="1201737" y="699223"/>
                </a:lnTo>
                <a:lnTo>
                  <a:pt x="1201737" y="648423"/>
                </a:lnTo>
                <a:lnTo>
                  <a:pt x="1214437" y="648423"/>
                </a:lnTo>
                <a:lnTo>
                  <a:pt x="1214437" y="699223"/>
                </a:lnTo>
                <a:close/>
              </a:path>
              <a:path w="1214754" h="1297305">
                <a:moveTo>
                  <a:pt x="1214437" y="788123"/>
                </a:moveTo>
                <a:lnTo>
                  <a:pt x="1201737" y="788123"/>
                </a:lnTo>
                <a:lnTo>
                  <a:pt x="1201737" y="737323"/>
                </a:lnTo>
                <a:lnTo>
                  <a:pt x="1214437" y="737323"/>
                </a:lnTo>
                <a:lnTo>
                  <a:pt x="1214437" y="788123"/>
                </a:lnTo>
                <a:close/>
              </a:path>
              <a:path w="1214754" h="1297305">
                <a:moveTo>
                  <a:pt x="1214437" y="877023"/>
                </a:moveTo>
                <a:lnTo>
                  <a:pt x="1201737" y="877023"/>
                </a:lnTo>
                <a:lnTo>
                  <a:pt x="1201737" y="826223"/>
                </a:lnTo>
                <a:lnTo>
                  <a:pt x="1214437" y="826223"/>
                </a:lnTo>
                <a:lnTo>
                  <a:pt x="1214437" y="877023"/>
                </a:lnTo>
                <a:close/>
              </a:path>
              <a:path w="1214754" h="1297305">
                <a:moveTo>
                  <a:pt x="1214437" y="965923"/>
                </a:moveTo>
                <a:lnTo>
                  <a:pt x="1201737" y="965923"/>
                </a:lnTo>
                <a:lnTo>
                  <a:pt x="1201737" y="915123"/>
                </a:lnTo>
                <a:lnTo>
                  <a:pt x="1214437" y="915123"/>
                </a:lnTo>
                <a:lnTo>
                  <a:pt x="1214437" y="965923"/>
                </a:lnTo>
                <a:close/>
              </a:path>
              <a:path w="1214754" h="1297305">
                <a:moveTo>
                  <a:pt x="1214437" y="1054823"/>
                </a:moveTo>
                <a:lnTo>
                  <a:pt x="1201737" y="1054823"/>
                </a:lnTo>
                <a:lnTo>
                  <a:pt x="1201737" y="1004023"/>
                </a:lnTo>
                <a:lnTo>
                  <a:pt x="1214437" y="1004023"/>
                </a:lnTo>
                <a:lnTo>
                  <a:pt x="1214437" y="1054823"/>
                </a:lnTo>
                <a:close/>
              </a:path>
              <a:path w="1214754" h="1297305">
                <a:moveTo>
                  <a:pt x="1214376" y="1095438"/>
                </a:moveTo>
                <a:lnTo>
                  <a:pt x="1201674" y="1095438"/>
                </a:lnTo>
                <a:lnTo>
                  <a:pt x="1201699" y="1092847"/>
                </a:lnTo>
                <a:lnTo>
                  <a:pt x="1214399" y="1093000"/>
                </a:lnTo>
                <a:lnTo>
                  <a:pt x="1214376" y="1095438"/>
                </a:lnTo>
                <a:close/>
              </a:path>
              <a:path w="1214754" h="1297305">
                <a:moveTo>
                  <a:pt x="1214192" y="1100404"/>
                </a:moveTo>
                <a:lnTo>
                  <a:pt x="1201483" y="1100404"/>
                </a:lnTo>
                <a:lnTo>
                  <a:pt x="1201674" y="1095273"/>
                </a:lnTo>
                <a:lnTo>
                  <a:pt x="1201674" y="1095438"/>
                </a:lnTo>
                <a:lnTo>
                  <a:pt x="1214376" y="1095438"/>
                </a:lnTo>
                <a:lnTo>
                  <a:pt x="1214192" y="1100404"/>
                </a:lnTo>
                <a:close/>
              </a:path>
              <a:path w="1214754" h="1297305">
                <a:moveTo>
                  <a:pt x="1213895" y="1105357"/>
                </a:moveTo>
                <a:lnTo>
                  <a:pt x="1201165" y="1105357"/>
                </a:lnTo>
                <a:lnTo>
                  <a:pt x="1201178" y="1105192"/>
                </a:lnTo>
                <a:lnTo>
                  <a:pt x="1201483" y="1100251"/>
                </a:lnTo>
                <a:lnTo>
                  <a:pt x="1201483" y="1100404"/>
                </a:lnTo>
                <a:lnTo>
                  <a:pt x="1214192" y="1100404"/>
                </a:lnTo>
                <a:lnTo>
                  <a:pt x="1213895" y="1105357"/>
                </a:lnTo>
                <a:close/>
              </a:path>
              <a:path w="1214754" h="1297305">
                <a:moveTo>
                  <a:pt x="1201170" y="1105287"/>
                </a:moveTo>
                <a:close/>
              </a:path>
              <a:path w="1214754" h="1297305">
                <a:moveTo>
                  <a:pt x="1213481" y="1110259"/>
                </a:moveTo>
                <a:lnTo>
                  <a:pt x="1200734" y="1110259"/>
                </a:lnTo>
                <a:lnTo>
                  <a:pt x="1200759" y="1110018"/>
                </a:lnTo>
                <a:lnTo>
                  <a:pt x="1201170" y="1105287"/>
                </a:lnTo>
                <a:lnTo>
                  <a:pt x="1213895" y="1105357"/>
                </a:lnTo>
                <a:lnTo>
                  <a:pt x="1213840" y="1106233"/>
                </a:lnTo>
                <a:lnTo>
                  <a:pt x="1213481" y="1110259"/>
                </a:lnTo>
                <a:close/>
              </a:path>
              <a:path w="1214754" h="1297305">
                <a:moveTo>
                  <a:pt x="1200746" y="1110123"/>
                </a:moveTo>
                <a:close/>
              </a:path>
              <a:path w="1214754" h="1297305">
                <a:moveTo>
                  <a:pt x="1212285" y="1120051"/>
                </a:moveTo>
                <a:lnTo>
                  <a:pt x="1199476" y="1120051"/>
                </a:lnTo>
                <a:lnTo>
                  <a:pt x="1199527" y="1119733"/>
                </a:lnTo>
                <a:lnTo>
                  <a:pt x="1200746" y="1110123"/>
                </a:lnTo>
                <a:lnTo>
                  <a:pt x="1200734" y="1110259"/>
                </a:lnTo>
                <a:lnTo>
                  <a:pt x="1213481" y="1110259"/>
                </a:lnTo>
                <a:lnTo>
                  <a:pt x="1213370" y="1111504"/>
                </a:lnTo>
                <a:lnTo>
                  <a:pt x="1212285" y="1120051"/>
                </a:lnTo>
                <a:close/>
              </a:path>
              <a:path w="1214754" h="1297305">
                <a:moveTo>
                  <a:pt x="1199492" y="1119932"/>
                </a:moveTo>
                <a:lnTo>
                  <a:pt x="1199517" y="1119733"/>
                </a:lnTo>
                <a:lnTo>
                  <a:pt x="1199492" y="1119932"/>
                </a:lnTo>
                <a:close/>
              </a:path>
              <a:path w="1214754" h="1297305">
                <a:moveTo>
                  <a:pt x="1210674" y="1129588"/>
                </a:moveTo>
                <a:lnTo>
                  <a:pt x="1197762" y="1129588"/>
                </a:lnTo>
                <a:lnTo>
                  <a:pt x="1197825" y="1129283"/>
                </a:lnTo>
                <a:lnTo>
                  <a:pt x="1199492" y="1119932"/>
                </a:lnTo>
                <a:lnTo>
                  <a:pt x="1212285" y="1120051"/>
                </a:lnTo>
                <a:lnTo>
                  <a:pt x="1212062" y="1121803"/>
                </a:lnTo>
                <a:lnTo>
                  <a:pt x="1210674" y="1129588"/>
                </a:lnTo>
                <a:close/>
              </a:path>
              <a:path w="1214754" h="1297305">
                <a:moveTo>
                  <a:pt x="1197786" y="1129456"/>
                </a:moveTo>
                <a:lnTo>
                  <a:pt x="1197816" y="1129283"/>
                </a:lnTo>
                <a:lnTo>
                  <a:pt x="1197786" y="1129456"/>
                </a:lnTo>
                <a:close/>
              </a:path>
              <a:path w="1214754" h="1297305">
                <a:moveTo>
                  <a:pt x="1208631" y="1138974"/>
                </a:moveTo>
                <a:lnTo>
                  <a:pt x="1195590" y="1138974"/>
                </a:lnTo>
                <a:lnTo>
                  <a:pt x="1195666" y="1138669"/>
                </a:lnTo>
                <a:lnTo>
                  <a:pt x="1197786" y="1129456"/>
                </a:lnTo>
                <a:lnTo>
                  <a:pt x="1197762" y="1129588"/>
                </a:lnTo>
                <a:lnTo>
                  <a:pt x="1210674" y="1129588"/>
                </a:lnTo>
                <a:lnTo>
                  <a:pt x="1210246" y="1131989"/>
                </a:lnTo>
                <a:lnTo>
                  <a:pt x="1208631" y="1138974"/>
                </a:lnTo>
                <a:close/>
              </a:path>
              <a:path w="1214754" h="1297305">
                <a:moveTo>
                  <a:pt x="1195635" y="1138781"/>
                </a:moveTo>
                <a:close/>
              </a:path>
              <a:path w="1214754" h="1297305">
                <a:moveTo>
                  <a:pt x="1207122" y="1144828"/>
                </a:moveTo>
                <a:lnTo>
                  <a:pt x="1194904" y="1141361"/>
                </a:lnTo>
                <a:lnTo>
                  <a:pt x="1195635" y="1138781"/>
                </a:lnTo>
                <a:lnTo>
                  <a:pt x="1195590" y="1138974"/>
                </a:lnTo>
                <a:lnTo>
                  <a:pt x="1208631" y="1138974"/>
                </a:lnTo>
                <a:lnTo>
                  <a:pt x="1207935" y="1141983"/>
                </a:lnTo>
                <a:lnTo>
                  <a:pt x="1207122" y="1144828"/>
                </a:lnTo>
                <a:close/>
              </a:path>
              <a:path w="1214754" h="1297305">
                <a:moveTo>
                  <a:pt x="1192537" y="1182916"/>
                </a:moveTo>
                <a:lnTo>
                  <a:pt x="1178255" y="1182916"/>
                </a:lnTo>
                <a:lnTo>
                  <a:pt x="1178407" y="1182649"/>
                </a:lnTo>
                <a:lnTo>
                  <a:pt x="1181925" y="1175778"/>
                </a:lnTo>
                <a:lnTo>
                  <a:pt x="1193228" y="1181569"/>
                </a:lnTo>
                <a:lnTo>
                  <a:pt x="1192537" y="1182916"/>
                </a:lnTo>
                <a:close/>
              </a:path>
              <a:path w="1214754" h="1297305">
                <a:moveTo>
                  <a:pt x="1178263" y="1182900"/>
                </a:moveTo>
                <a:lnTo>
                  <a:pt x="1178392" y="1182649"/>
                </a:lnTo>
                <a:lnTo>
                  <a:pt x="1178263" y="1182900"/>
                </a:lnTo>
                <a:close/>
              </a:path>
              <a:path w="1214754" h="1297305">
                <a:moveTo>
                  <a:pt x="1188229" y="1191044"/>
                </a:moveTo>
                <a:lnTo>
                  <a:pt x="1173581" y="1191044"/>
                </a:lnTo>
                <a:lnTo>
                  <a:pt x="1173746" y="1190777"/>
                </a:lnTo>
                <a:lnTo>
                  <a:pt x="1178263" y="1182900"/>
                </a:lnTo>
                <a:lnTo>
                  <a:pt x="1192537" y="1182916"/>
                </a:lnTo>
                <a:lnTo>
                  <a:pt x="1189494" y="1188847"/>
                </a:lnTo>
                <a:lnTo>
                  <a:pt x="1188229" y="1191044"/>
                </a:lnTo>
                <a:close/>
              </a:path>
              <a:path w="1214754" h="1297305">
                <a:moveTo>
                  <a:pt x="1173631" y="1190956"/>
                </a:moveTo>
                <a:lnTo>
                  <a:pt x="1173734" y="1190777"/>
                </a:lnTo>
                <a:lnTo>
                  <a:pt x="1173631" y="1190956"/>
                </a:lnTo>
                <a:close/>
              </a:path>
              <a:path w="1214754" h="1297305">
                <a:moveTo>
                  <a:pt x="1183614" y="1198905"/>
                </a:moveTo>
                <a:lnTo>
                  <a:pt x="1168539" y="1198905"/>
                </a:lnTo>
                <a:lnTo>
                  <a:pt x="1168704" y="1198651"/>
                </a:lnTo>
                <a:lnTo>
                  <a:pt x="1173631" y="1190956"/>
                </a:lnTo>
                <a:lnTo>
                  <a:pt x="1188229" y="1191044"/>
                </a:lnTo>
                <a:lnTo>
                  <a:pt x="1184516" y="1197495"/>
                </a:lnTo>
                <a:lnTo>
                  <a:pt x="1183614" y="1198905"/>
                </a:lnTo>
                <a:close/>
              </a:path>
              <a:path w="1214754" h="1297305">
                <a:moveTo>
                  <a:pt x="1168681" y="1198684"/>
                </a:moveTo>
                <a:close/>
              </a:path>
              <a:path w="1214754" h="1297305">
                <a:moveTo>
                  <a:pt x="1173487" y="1213827"/>
                </a:moveTo>
                <a:lnTo>
                  <a:pt x="1157351" y="1213827"/>
                </a:lnTo>
                <a:lnTo>
                  <a:pt x="1157554" y="1213586"/>
                </a:lnTo>
                <a:lnTo>
                  <a:pt x="1163307" y="1206258"/>
                </a:lnTo>
                <a:lnTo>
                  <a:pt x="1168681" y="1198684"/>
                </a:lnTo>
                <a:lnTo>
                  <a:pt x="1168539" y="1198905"/>
                </a:lnTo>
                <a:lnTo>
                  <a:pt x="1183614" y="1198905"/>
                </a:lnTo>
                <a:lnTo>
                  <a:pt x="1179144" y="1205890"/>
                </a:lnTo>
                <a:lnTo>
                  <a:pt x="1173487" y="1213827"/>
                </a:lnTo>
                <a:close/>
              </a:path>
              <a:path w="1214754" h="1297305">
                <a:moveTo>
                  <a:pt x="1163116" y="1206500"/>
                </a:moveTo>
                <a:lnTo>
                  <a:pt x="1163288" y="1206258"/>
                </a:lnTo>
                <a:lnTo>
                  <a:pt x="1163116" y="1206500"/>
                </a:lnTo>
                <a:close/>
              </a:path>
              <a:path w="1214754" h="1297305">
                <a:moveTo>
                  <a:pt x="1157404" y="1213759"/>
                </a:moveTo>
                <a:lnTo>
                  <a:pt x="1157540" y="1213586"/>
                </a:lnTo>
                <a:lnTo>
                  <a:pt x="1157404" y="1213759"/>
                </a:lnTo>
                <a:close/>
              </a:path>
              <a:path w="1214754" h="1297305">
                <a:moveTo>
                  <a:pt x="1164412" y="1225067"/>
                </a:moveTo>
                <a:lnTo>
                  <a:pt x="1154811" y="1216761"/>
                </a:lnTo>
                <a:lnTo>
                  <a:pt x="1157404" y="1213759"/>
                </a:lnTo>
                <a:lnTo>
                  <a:pt x="1173487" y="1213827"/>
                </a:lnTo>
                <a:lnTo>
                  <a:pt x="1167244" y="1221790"/>
                </a:lnTo>
                <a:lnTo>
                  <a:pt x="1164412" y="1225067"/>
                </a:lnTo>
                <a:close/>
              </a:path>
              <a:path w="1214754" h="1297305">
                <a:moveTo>
                  <a:pt x="1131071" y="1245857"/>
                </a:moveTo>
                <a:lnTo>
                  <a:pt x="1123708" y="1245857"/>
                </a:lnTo>
                <a:lnTo>
                  <a:pt x="1128255" y="1242275"/>
                </a:lnTo>
                <a:lnTo>
                  <a:pt x="1131071" y="1245857"/>
                </a:lnTo>
                <a:close/>
              </a:path>
              <a:path w="1214754" h="1297305">
                <a:moveTo>
                  <a:pt x="1135315" y="1251254"/>
                </a:moveTo>
                <a:lnTo>
                  <a:pt x="1116101" y="1251254"/>
                </a:lnTo>
                <a:lnTo>
                  <a:pt x="1116355" y="1251089"/>
                </a:lnTo>
                <a:lnTo>
                  <a:pt x="1123950" y="1245666"/>
                </a:lnTo>
                <a:lnTo>
                  <a:pt x="1123708" y="1245857"/>
                </a:lnTo>
                <a:lnTo>
                  <a:pt x="1131071" y="1245857"/>
                </a:lnTo>
                <a:lnTo>
                  <a:pt x="1135315" y="1251254"/>
                </a:lnTo>
                <a:close/>
              </a:path>
              <a:path w="1214754" h="1297305">
                <a:moveTo>
                  <a:pt x="1116134" y="1251231"/>
                </a:moveTo>
                <a:lnTo>
                  <a:pt x="1116333" y="1251089"/>
                </a:lnTo>
                <a:lnTo>
                  <a:pt x="1116134" y="1251231"/>
                </a:lnTo>
                <a:close/>
              </a:path>
              <a:path w="1214754" h="1297305">
                <a:moveTo>
                  <a:pt x="1130913" y="1256296"/>
                </a:moveTo>
                <a:lnTo>
                  <a:pt x="1108227" y="1256296"/>
                </a:lnTo>
                <a:lnTo>
                  <a:pt x="1108494" y="1256131"/>
                </a:lnTo>
                <a:lnTo>
                  <a:pt x="1116134" y="1251231"/>
                </a:lnTo>
                <a:lnTo>
                  <a:pt x="1135315" y="1251254"/>
                </a:lnTo>
                <a:lnTo>
                  <a:pt x="1136103" y="1252258"/>
                </a:lnTo>
                <a:lnTo>
                  <a:pt x="1131430" y="1255928"/>
                </a:lnTo>
                <a:lnTo>
                  <a:pt x="1130913" y="1256296"/>
                </a:lnTo>
                <a:close/>
              </a:path>
              <a:path w="1214754" h="1297305">
                <a:moveTo>
                  <a:pt x="1108406" y="1256181"/>
                </a:moveTo>
                <a:close/>
              </a:path>
              <a:path w="1214754" h="1297305">
                <a:moveTo>
                  <a:pt x="1124373" y="1260957"/>
                </a:moveTo>
                <a:lnTo>
                  <a:pt x="1100099" y="1260957"/>
                </a:lnTo>
                <a:lnTo>
                  <a:pt x="1100366" y="1260805"/>
                </a:lnTo>
                <a:lnTo>
                  <a:pt x="1108406" y="1256181"/>
                </a:lnTo>
                <a:lnTo>
                  <a:pt x="1108227" y="1256296"/>
                </a:lnTo>
                <a:lnTo>
                  <a:pt x="1130913" y="1256296"/>
                </a:lnTo>
                <a:lnTo>
                  <a:pt x="1124373" y="1260957"/>
                </a:lnTo>
                <a:close/>
              </a:path>
              <a:path w="1214754" h="1297305">
                <a:moveTo>
                  <a:pt x="1100351" y="1260812"/>
                </a:moveTo>
                <a:close/>
              </a:path>
              <a:path w="1214754" h="1297305">
                <a:moveTo>
                  <a:pt x="1117803" y="1265237"/>
                </a:moveTo>
                <a:lnTo>
                  <a:pt x="1091730" y="1265237"/>
                </a:lnTo>
                <a:lnTo>
                  <a:pt x="1092009" y="1265097"/>
                </a:lnTo>
                <a:lnTo>
                  <a:pt x="1100351" y="1260812"/>
                </a:lnTo>
                <a:lnTo>
                  <a:pt x="1100099" y="1260957"/>
                </a:lnTo>
                <a:lnTo>
                  <a:pt x="1124373" y="1260957"/>
                </a:lnTo>
                <a:lnTo>
                  <a:pt x="1123340" y="1261694"/>
                </a:lnTo>
                <a:lnTo>
                  <a:pt x="1117803" y="1265237"/>
                </a:lnTo>
                <a:close/>
              </a:path>
              <a:path w="1214754" h="1297305">
                <a:moveTo>
                  <a:pt x="1091948" y="1265125"/>
                </a:moveTo>
                <a:close/>
              </a:path>
              <a:path w="1214754" h="1297305">
                <a:moveTo>
                  <a:pt x="1091463" y="1279283"/>
                </a:moveTo>
                <a:lnTo>
                  <a:pt x="1086230" y="1267714"/>
                </a:lnTo>
                <a:lnTo>
                  <a:pt x="1091948" y="1265125"/>
                </a:lnTo>
                <a:lnTo>
                  <a:pt x="1091730" y="1265237"/>
                </a:lnTo>
                <a:lnTo>
                  <a:pt x="1117803" y="1265237"/>
                </a:lnTo>
                <a:lnTo>
                  <a:pt x="1114945" y="1267066"/>
                </a:lnTo>
                <a:lnTo>
                  <a:pt x="1106297" y="1272044"/>
                </a:lnTo>
                <a:lnTo>
                  <a:pt x="1097381" y="1276604"/>
                </a:lnTo>
                <a:lnTo>
                  <a:pt x="1091463" y="1279283"/>
                </a:lnTo>
                <a:close/>
              </a:path>
              <a:path w="1214754" h="1297305">
                <a:moveTo>
                  <a:pt x="1051574" y="1280375"/>
                </a:moveTo>
                <a:lnTo>
                  <a:pt x="1046734" y="1280375"/>
                </a:lnTo>
                <a:lnTo>
                  <a:pt x="1047038" y="1280312"/>
                </a:lnTo>
                <a:lnTo>
                  <a:pt x="1051331" y="1279321"/>
                </a:lnTo>
                <a:lnTo>
                  <a:pt x="1051574" y="1280375"/>
                </a:lnTo>
                <a:close/>
              </a:path>
              <a:path w="1214754" h="1297305">
                <a:moveTo>
                  <a:pt x="1046911" y="1280335"/>
                </a:moveTo>
                <a:lnTo>
                  <a:pt x="1047038" y="1280312"/>
                </a:lnTo>
                <a:lnTo>
                  <a:pt x="1046911" y="1280335"/>
                </a:lnTo>
                <a:close/>
              </a:path>
              <a:path w="1214754" h="1297305">
                <a:moveTo>
                  <a:pt x="1051968" y="1282077"/>
                </a:moveTo>
                <a:lnTo>
                  <a:pt x="1037183" y="1282077"/>
                </a:lnTo>
                <a:lnTo>
                  <a:pt x="1037501" y="1282026"/>
                </a:lnTo>
                <a:lnTo>
                  <a:pt x="1046911" y="1280335"/>
                </a:lnTo>
                <a:lnTo>
                  <a:pt x="1046734" y="1280375"/>
                </a:lnTo>
                <a:lnTo>
                  <a:pt x="1051574" y="1280375"/>
                </a:lnTo>
                <a:lnTo>
                  <a:pt x="1051968" y="1282077"/>
                </a:lnTo>
                <a:close/>
              </a:path>
              <a:path w="1214754" h="1297305">
                <a:moveTo>
                  <a:pt x="1037382" y="1282042"/>
                </a:moveTo>
                <a:close/>
              </a:path>
              <a:path w="1214754" h="1297305">
                <a:moveTo>
                  <a:pt x="1052252" y="1283309"/>
                </a:moveTo>
                <a:lnTo>
                  <a:pt x="1027468" y="1283309"/>
                </a:lnTo>
                <a:lnTo>
                  <a:pt x="1027709" y="1283284"/>
                </a:lnTo>
                <a:lnTo>
                  <a:pt x="1037382" y="1282042"/>
                </a:lnTo>
                <a:lnTo>
                  <a:pt x="1037183" y="1282077"/>
                </a:lnTo>
                <a:lnTo>
                  <a:pt x="1051968" y="1282077"/>
                </a:lnTo>
                <a:lnTo>
                  <a:pt x="1052252" y="1283309"/>
                </a:lnTo>
                <a:close/>
              </a:path>
              <a:path w="1214754" h="1297305">
                <a:moveTo>
                  <a:pt x="1027573" y="1283296"/>
                </a:moveTo>
                <a:lnTo>
                  <a:pt x="1027709" y="1283284"/>
                </a:lnTo>
                <a:lnTo>
                  <a:pt x="1027573" y="1283296"/>
                </a:lnTo>
                <a:close/>
              </a:path>
              <a:path w="1214754" h="1297305">
                <a:moveTo>
                  <a:pt x="1052349" y="1283728"/>
                </a:moveTo>
                <a:lnTo>
                  <a:pt x="1022642" y="1283728"/>
                </a:lnTo>
                <a:lnTo>
                  <a:pt x="1022807" y="1283716"/>
                </a:lnTo>
                <a:lnTo>
                  <a:pt x="1027573" y="1283296"/>
                </a:lnTo>
                <a:lnTo>
                  <a:pt x="1052252" y="1283309"/>
                </a:lnTo>
                <a:lnTo>
                  <a:pt x="1052349" y="1283728"/>
                </a:lnTo>
                <a:close/>
              </a:path>
              <a:path w="1214754" h="1297305">
                <a:moveTo>
                  <a:pt x="1022737" y="1283720"/>
                </a:moveTo>
                <a:close/>
              </a:path>
              <a:path w="1214754" h="1297305">
                <a:moveTo>
                  <a:pt x="1007833" y="1296987"/>
                </a:moveTo>
                <a:lnTo>
                  <a:pt x="1002347" y="1296987"/>
                </a:lnTo>
                <a:lnTo>
                  <a:pt x="1002347" y="1284287"/>
                </a:lnTo>
                <a:lnTo>
                  <a:pt x="1007719" y="1284287"/>
                </a:lnTo>
                <a:lnTo>
                  <a:pt x="1012888" y="1284224"/>
                </a:lnTo>
                <a:lnTo>
                  <a:pt x="1012723" y="1284224"/>
                </a:lnTo>
                <a:lnTo>
                  <a:pt x="1017854" y="1284033"/>
                </a:lnTo>
                <a:lnTo>
                  <a:pt x="1017701" y="1284033"/>
                </a:lnTo>
                <a:lnTo>
                  <a:pt x="1022737" y="1283720"/>
                </a:lnTo>
                <a:lnTo>
                  <a:pt x="1052349" y="1283728"/>
                </a:lnTo>
                <a:lnTo>
                  <a:pt x="1013129" y="1296924"/>
                </a:lnTo>
                <a:lnTo>
                  <a:pt x="1007833" y="1296987"/>
                </a:lnTo>
                <a:close/>
              </a:path>
              <a:path w="1214754" h="1297305">
                <a:moveTo>
                  <a:pt x="964247" y="1296987"/>
                </a:moveTo>
                <a:lnTo>
                  <a:pt x="913447" y="1296987"/>
                </a:lnTo>
                <a:lnTo>
                  <a:pt x="913447" y="1284287"/>
                </a:lnTo>
                <a:lnTo>
                  <a:pt x="964247" y="1284287"/>
                </a:lnTo>
                <a:lnTo>
                  <a:pt x="964247" y="1296987"/>
                </a:lnTo>
                <a:close/>
              </a:path>
              <a:path w="1214754" h="1297305">
                <a:moveTo>
                  <a:pt x="875347" y="1296987"/>
                </a:moveTo>
                <a:lnTo>
                  <a:pt x="824547" y="1296987"/>
                </a:lnTo>
                <a:lnTo>
                  <a:pt x="824547" y="1284287"/>
                </a:lnTo>
                <a:lnTo>
                  <a:pt x="875347" y="1284287"/>
                </a:lnTo>
                <a:lnTo>
                  <a:pt x="875347" y="1296987"/>
                </a:lnTo>
                <a:close/>
              </a:path>
              <a:path w="1214754" h="1297305">
                <a:moveTo>
                  <a:pt x="786447" y="1296987"/>
                </a:moveTo>
                <a:lnTo>
                  <a:pt x="735647" y="1296987"/>
                </a:lnTo>
                <a:lnTo>
                  <a:pt x="735647" y="1284287"/>
                </a:lnTo>
                <a:lnTo>
                  <a:pt x="786447" y="1284287"/>
                </a:lnTo>
                <a:lnTo>
                  <a:pt x="786447" y="1296987"/>
                </a:lnTo>
                <a:close/>
              </a:path>
              <a:path w="1214754" h="1297305">
                <a:moveTo>
                  <a:pt x="697547" y="1296987"/>
                </a:moveTo>
                <a:lnTo>
                  <a:pt x="646747" y="1296987"/>
                </a:lnTo>
                <a:lnTo>
                  <a:pt x="646747" y="1284287"/>
                </a:lnTo>
                <a:lnTo>
                  <a:pt x="697547" y="1284287"/>
                </a:lnTo>
                <a:lnTo>
                  <a:pt x="697547" y="1296987"/>
                </a:lnTo>
                <a:close/>
              </a:path>
              <a:path w="1214754" h="1297305">
                <a:moveTo>
                  <a:pt x="608647" y="1296987"/>
                </a:moveTo>
                <a:lnTo>
                  <a:pt x="557847" y="1296987"/>
                </a:lnTo>
                <a:lnTo>
                  <a:pt x="557847" y="1284287"/>
                </a:lnTo>
                <a:lnTo>
                  <a:pt x="608647" y="1284287"/>
                </a:lnTo>
                <a:lnTo>
                  <a:pt x="608647" y="1296987"/>
                </a:lnTo>
                <a:close/>
              </a:path>
              <a:path w="1214754" h="1297305">
                <a:moveTo>
                  <a:pt x="519747" y="1296987"/>
                </a:moveTo>
                <a:lnTo>
                  <a:pt x="468947" y="1296987"/>
                </a:lnTo>
                <a:lnTo>
                  <a:pt x="468947" y="1284287"/>
                </a:lnTo>
                <a:lnTo>
                  <a:pt x="519747" y="1284287"/>
                </a:lnTo>
                <a:lnTo>
                  <a:pt x="519747" y="1296987"/>
                </a:lnTo>
                <a:close/>
              </a:path>
              <a:path w="1214754" h="1297305">
                <a:moveTo>
                  <a:pt x="430847" y="1296987"/>
                </a:moveTo>
                <a:lnTo>
                  <a:pt x="380047" y="1296987"/>
                </a:lnTo>
                <a:lnTo>
                  <a:pt x="380047" y="1284287"/>
                </a:lnTo>
                <a:lnTo>
                  <a:pt x="430847" y="1284287"/>
                </a:lnTo>
                <a:lnTo>
                  <a:pt x="430847" y="1296987"/>
                </a:lnTo>
                <a:close/>
              </a:path>
              <a:path w="1214754" h="1297305">
                <a:moveTo>
                  <a:pt x="341947" y="1296987"/>
                </a:moveTo>
                <a:lnTo>
                  <a:pt x="291147" y="1296987"/>
                </a:lnTo>
                <a:lnTo>
                  <a:pt x="291147" y="1284287"/>
                </a:lnTo>
                <a:lnTo>
                  <a:pt x="341947" y="1284287"/>
                </a:lnTo>
                <a:lnTo>
                  <a:pt x="341947" y="1296987"/>
                </a:lnTo>
                <a:close/>
              </a:path>
              <a:path w="1214754" h="1297305">
                <a:moveTo>
                  <a:pt x="253047" y="1296987"/>
                </a:moveTo>
                <a:lnTo>
                  <a:pt x="206603" y="1296987"/>
                </a:lnTo>
                <a:lnTo>
                  <a:pt x="202171" y="1296936"/>
                </a:lnTo>
                <a:lnTo>
                  <a:pt x="202336" y="1284236"/>
                </a:lnTo>
                <a:lnTo>
                  <a:pt x="206717" y="1284287"/>
                </a:lnTo>
                <a:lnTo>
                  <a:pt x="253047" y="1284287"/>
                </a:lnTo>
                <a:lnTo>
                  <a:pt x="253047" y="1296987"/>
                </a:lnTo>
                <a:close/>
              </a:path>
              <a:path w="1214754" h="1297305">
                <a:moveTo>
                  <a:pt x="163042" y="1292339"/>
                </a:moveTo>
                <a:lnTo>
                  <a:pt x="126212" y="1280744"/>
                </a:lnTo>
                <a:lnTo>
                  <a:pt x="113804" y="1274940"/>
                </a:lnTo>
                <a:lnTo>
                  <a:pt x="119595" y="1263637"/>
                </a:lnTo>
                <a:lnTo>
                  <a:pt x="122435" y="1265097"/>
                </a:lnTo>
                <a:lnTo>
                  <a:pt x="131292" y="1269111"/>
                </a:lnTo>
                <a:lnTo>
                  <a:pt x="139817" y="1272463"/>
                </a:lnTo>
                <a:lnTo>
                  <a:pt x="140106" y="1272578"/>
                </a:lnTo>
                <a:lnTo>
                  <a:pt x="148860" y="1275524"/>
                </a:lnTo>
                <a:lnTo>
                  <a:pt x="158049" y="1278140"/>
                </a:lnTo>
                <a:lnTo>
                  <a:pt x="165900" y="1279969"/>
                </a:lnTo>
                <a:lnTo>
                  <a:pt x="163042" y="1292339"/>
                </a:lnTo>
                <a:close/>
              </a:path>
              <a:path w="1214754" h="1297305">
                <a:moveTo>
                  <a:pt x="131334" y="1269111"/>
                </a:moveTo>
                <a:lnTo>
                  <a:pt x="131013" y="1268983"/>
                </a:lnTo>
                <a:lnTo>
                  <a:pt x="131334" y="1269111"/>
                </a:lnTo>
                <a:close/>
              </a:path>
              <a:path w="1214754" h="1297305">
                <a:moveTo>
                  <a:pt x="140152" y="1272578"/>
                </a:moveTo>
                <a:lnTo>
                  <a:pt x="139834" y="1272470"/>
                </a:lnTo>
                <a:lnTo>
                  <a:pt x="140152" y="1272578"/>
                </a:lnTo>
                <a:close/>
              </a:path>
              <a:path w="1214754" h="1297305">
                <a:moveTo>
                  <a:pt x="80581" y="1254036"/>
                </a:moveTo>
                <a:lnTo>
                  <a:pt x="47193" y="1221790"/>
                </a:lnTo>
                <a:lnTo>
                  <a:pt x="43599" y="1217231"/>
                </a:lnTo>
                <a:lnTo>
                  <a:pt x="53594" y="1209382"/>
                </a:lnTo>
                <a:lnTo>
                  <a:pt x="56896" y="1213586"/>
                </a:lnTo>
                <a:lnTo>
                  <a:pt x="62984" y="1220635"/>
                </a:lnTo>
                <a:lnTo>
                  <a:pt x="69403" y="1227378"/>
                </a:lnTo>
                <a:lnTo>
                  <a:pt x="76139" y="1233805"/>
                </a:lnTo>
                <a:lnTo>
                  <a:pt x="83166" y="1239901"/>
                </a:lnTo>
                <a:lnTo>
                  <a:pt x="88430" y="1244041"/>
                </a:lnTo>
                <a:lnTo>
                  <a:pt x="80581" y="1254036"/>
                </a:lnTo>
                <a:close/>
              </a:path>
              <a:path w="1214754" h="1297305">
                <a:moveTo>
                  <a:pt x="22517" y="1184122"/>
                </a:moveTo>
                <a:lnTo>
                  <a:pt x="6502" y="1141983"/>
                </a:lnTo>
                <a:lnTo>
                  <a:pt x="4889" y="1134973"/>
                </a:lnTo>
                <a:lnTo>
                  <a:pt x="17259" y="1132116"/>
                </a:lnTo>
                <a:lnTo>
                  <a:pt x="18776" y="1138669"/>
                </a:lnTo>
                <a:lnTo>
                  <a:pt x="21376" y="1147864"/>
                </a:lnTo>
                <a:lnTo>
                  <a:pt x="24424" y="1156881"/>
                </a:lnTo>
                <a:lnTo>
                  <a:pt x="27893" y="1165694"/>
                </a:lnTo>
                <a:lnTo>
                  <a:pt x="31763" y="1174280"/>
                </a:lnTo>
                <a:lnTo>
                  <a:pt x="33820" y="1178331"/>
                </a:lnTo>
                <a:lnTo>
                  <a:pt x="22517" y="1184122"/>
                </a:lnTo>
                <a:close/>
              </a:path>
              <a:path w="1214754" h="1297305">
                <a:moveTo>
                  <a:pt x="21477" y="1148168"/>
                </a:moveTo>
                <a:lnTo>
                  <a:pt x="21389" y="1147909"/>
                </a:lnTo>
                <a:lnTo>
                  <a:pt x="21477" y="1148168"/>
                </a:lnTo>
                <a:close/>
              </a:path>
              <a:path w="1214754" h="1297305">
                <a:moveTo>
                  <a:pt x="24516" y="1157152"/>
                </a:moveTo>
                <a:lnTo>
                  <a:pt x="24409" y="1156881"/>
                </a:lnTo>
                <a:lnTo>
                  <a:pt x="24516" y="1157152"/>
                </a:lnTo>
                <a:close/>
              </a:path>
              <a:path w="1214754" h="1297305">
                <a:moveTo>
                  <a:pt x="28003" y="1165974"/>
                </a:moveTo>
                <a:lnTo>
                  <a:pt x="27876" y="1165694"/>
                </a:lnTo>
                <a:lnTo>
                  <a:pt x="28003" y="11659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101012" y="1398587"/>
            <a:ext cx="1214755" cy="1297305"/>
          </a:xfrm>
          <a:custGeom>
            <a:avLst/>
            <a:gdLst/>
            <a:ahLst/>
            <a:cxnLst/>
            <a:rect l="l" t="t" r="r" b="b"/>
            <a:pathLst>
              <a:path w="1214754" h="1297305">
                <a:moveTo>
                  <a:pt x="6350" y="1090345"/>
                </a:moveTo>
                <a:lnTo>
                  <a:pt x="0" y="1090345"/>
                </a:lnTo>
                <a:lnTo>
                  <a:pt x="0" y="1039545"/>
                </a:lnTo>
                <a:lnTo>
                  <a:pt x="12700" y="1039545"/>
                </a:lnTo>
                <a:lnTo>
                  <a:pt x="12700" y="1090269"/>
                </a:lnTo>
                <a:lnTo>
                  <a:pt x="6350" y="1090345"/>
                </a:lnTo>
                <a:close/>
              </a:path>
              <a:path w="1214754" h="1297305">
                <a:moveTo>
                  <a:pt x="76" y="1096022"/>
                </a:moveTo>
                <a:lnTo>
                  <a:pt x="0" y="1090422"/>
                </a:lnTo>
                <a:lnTo>
                  <a:pt x="12700" y="1090269"/>
                </a:lnTo>
                <a:lnTo>
                  <a:pt x="12776" y="1095540"/>
                </a:lnTo>
                <a:lnTo>
                  <a:pt x="76" y="1096022"/>
                </a:lnTo>
                <a:close/>
              </a:path>
              <a:path w="1214754" h="1297305">
                <a:moveTo>
                  <a:pt x="12700" y="1090345"/>
                </a:moveTo>
                <a:close/>
              </a:path>
              <a:path w="1214754" h="1297305">
                <a:moveTo>
                  <a:pt x="12771" y="1095438"/>
                </a:moveTo>
                <a:lnTo>
                  <a:pt x="12763" y="1095273"/>
                </a:lnTo>
                <a:lnTo>
                  <a:pt x="12771" y="1095438"/>
                </a:lnTo>
                <a:close/>
              </a:path>
              <a:path w="1214754" h="1297305">
                <a:moveTo>
                  <a:pt x="12700" y="1001445"/>
                </a:moveTo>
                <a:lnTo>
                  <a:pt x="0" y="1001445"/>
                </a:lnTo>
                <a:lnTo>
                  <a:pt x="0" y="950645"/>
                </a:lnTo>
                <a:lnTo>
                  <a:pt x="12700" y="950645"/>
                </a:lnTo>
                <a:lnTo>
                  <a:pt x="12700" y="1001445"/>
                </a:lnTo>
                <a:close/>
              </a:path>
              <a:path w="1214754" h="1297305">
                <a:moveTo>
                  <a:pt x="12700" y="912545"/>
                </a:moveTo>
                <a:lnTo>
                  <a:pt x="0" y="912545"/>
                </a:lnTo>
                <a:lnTo>
                  <a:pt x="0" y="861745"/>
                </a:lnTo>
                <a:lnTo>
                  <a:pt x="12700" y="861745"/>
                </a:lnTo>
                <a:lnTo>
                  <a:pt x="12700" y="912545"/>
                </a:lnTo>
                <a:close/>
              </a:path>
              <a:path w="1214754" h="1297305">
                <a:moveTo>
                  <a:pt x="12700" y="823645"/>
                </a:moveTo>
                <a:lnTo>
                  <a:pt x="0" y="823645"/>
                </a:lnTo>
                <a:lnTo>
                  <a:pt x="0" y="772845"/>
                </a:lnTo>
                <a:lnTo>
                  <a:pt x="12700" y="772845"/>
                </a:lnTo>
                <a:lnTo>
                  <a:pt x="12700" y="823645"/>
                </a:lnTo>
                <a:close/>
              </a:path>
              <a:path w="1214754" h="1297305">
                <a:moveTo>
                  <a:pt x="12700" y="734745"/>
                </a:moveTo>
                <a:lnTo>
                  <a:pt x="0" y="734745"/>
                </a:lnTo>
                <a:lnTo>
                  <a:pt x="0" y="683945"/>
                </a:lnTo>
                <a:lnTo>
                  <a:pt x="12700" y="683945"/>
                </a:lnTo>
                <a:lnTo>
                  <a:pt x="12700" y="734745"/>
                </a:lnTo>
                <a:close/>
              </a:path>
              <a:path w="1214754" h="1297305">
                <a:moveTo>
                  <a:pt x="12700" y="645845"/>
                </a:moveTo>
                <a:lnTo>
                  <a:pt x="0" y="645845"/>
                </a:lnTo>
                <a:lnTo>
                  <a:pt x="0" y="595045"/>
                </a:lnTo>
                <a:lnTo>
                  <a:pt x="12700" y="595045"/>
                </a:lnTo>
                <a:lnTo>
                  <a:pt x="12700" y="645845"/>
                </a:lnTo>
                <a:close/>
              </a:path>
              <a:path w="1214754" h="1297305">
                <a:moveTo>
                  <a:pt x="12700" y="556945"/>
                </a:moveTo>
                <a:lnTo>
                  <a:pt x="0" y="556945"/>
                </a:lnTo>
                <a:lnTo>
                  <a:pt x="0" y="506145"/>
                </a:lnTo>
                <a:lnTo>
                  <a:pt x="12700" y="506145"/>
                </a:lnTo>
                <a:lnTo>
                  <a:pt x="12700" y="556945"/>
                </a:lnTo>
                <a:close/>
              </a:path>
              <a:path w="1214754" h="1297305">
                <a:moveTo>
                  <a:pt x="12700" y="468045"/>
                </a:moveTo>
                <a:lnTo>
                  <a:pt x="0" y="468045"/>
                </a:lnTo>
                <a:lnTo>
                  <a:pt x="0" y="417245"/>
                </a:lnTo>
                <a:lnTo>
                  <a:pt x="12700" y="417245"/>
                </a:lnTo>
                <a:lnTo>
                  <a:pt x="12700" y="468045"/>
                </a:lnTo>
                <a:close/>
              </a:path>
              <a:path w="1214754" h="1297305">
                <a:moveTo>
                  <a:pt x="12700" y="379145"/>
                </a:moveTo>
                <a:lnTo>
                  <a:pt x="0" y="379145"/>
                </a:lnTo>
                <a:lnTo>
                  <a:pt x="0" y="328345"/>
                </a:lnTo>
                <a:lnTo>
                  <a:pt x="12700" y="328345"/>
                </a:lnTo>
                <a:lnTo>
                  <a:pt x="12700" y="379145"/>
                </a:lnTo>
                <a:close/>
              </a:path>
              <a:path w="1214754" h="1297305">
                <a:moveTo>
                  <a:pt x="12700" y="290245"/>
                </a:moveTo>
                <a:lnTo>
                  <a:pt x="0" y="290245"/>
                </a:lnTo>
                <a:lnTo>
                  <a:pt x="0" y="239445"/>
                </a:lnTo>
                <a:lnTo>
                  <a:pt x="12700" y="239445"/>
                </a:lnTo>
                <a:lnTo>
                  <a:pt x="12700" y="290245"/>
                </a:lnTo>
                <a:close/>
              </a:path>
              <a:path w="1214754" h="1297305">
                <a:moveTo>
                  <a:pt x="12763" y="201587"/>
                </a:moveTo>
                <a:lnTo>
                  <a:pt x="76" y="201104"/>
                </a:lnTo>
                <a:lnTo>
                  <a:pt x="266" y="196011"/>
                </a:lnTo>
                <a:lnTo>
                  <a:pt x="596" y="190753"/>
                </a:lnTo>
                <a:lnTo>
                  <a:pt x="8051" y="149542"/>
                </a:lnTo>
                <a:lnTo>
                  <a:pt x="20269" y="153009"/>
                </a:lnTo>
                <a:lnTo>
                  <a:pt x="18844" y="158013"/>
                </a:lnTo>
                <a:lnTo>
                  <a:pt x="16620" y="167703"/>
                </a:lnTo>
                <a:lnTo>
                  <a:pt x="14920" y="177253"/>
                </a:lnTo>
                <a:lnTo>
                  <a:pt x="13682" y="186969"/>
                </a:lnTo>
                <a:lnTo>
                  <a:pt x="13261" y="191795"/>
                </a:lnTo>
                <a:lnTo>
                  <a:pt x="12948" y="196735"/>
                </a:lnTo>
                <a:lnTo>
                  <a:pt x="12763" y="201587"/>
                </a:lnTo>
                <a:close/>
              </a:path>
              <a:path w="1214754" h="1297305">
                <a:moveTo>
                  <a:pt x="18776" y="158318"/>
                </a:moveTo>
                <a:lnTo>
                  <a:pt x="18846" y="158013"/>
                </a:lnTo>
                <a:lnTo>
                  <a:pt x="18776" y="158318"/>
                </a:lnTo>
                <a:close/>
              </a:path>
              <a:path w="1214754" h="1297305">
                <a:moveTo>
                  <a:pt x="16651" y="167530"/>
                </a:moveTo>
                <a:lnTo>
                  <a:pt x="16675" y="167398"/>
                </a:lnTo>
                <a:lnTo>
                  <a:pt x="16651" y="167530"/>
                </a:lnTo>
                <a:close/>
              </a:path>
              <a:path w="1214754" h="1297305">
                <a:moveTo>
                  <a:pt x="16620" y="167703"/>
                </a:moveTo>
                <a:lnTo>
                  <a:pt x="16651" y="167530"/>
                </a:lnTo>
                <a:lnTo>
                  <a:pt x="16620" y="167703"/>
                </a:lnTo>
                <a:close/>
              </a:path>
              <a:path w="1214754" h="1297305">
                <a:moveTo>
                  <a:pt x="14945" y="177054"/>
                </a:moveTo>
                <a:close/>
              </a:path>
              <a:path w="1214754" h="1297305">
                <a:moveTo>
                  <a:pt x="14920" y="177253"/>
                </a:moveTo>
                <a:lnTo>
                  <a:pt x="14945" y="177054"/>
                </a:lnTo>
                <a:lnTo>
                  <a:pt x="14920" y="177253"/>
                </a:lnTo>
                <a:close/>
              </a:path>
              <a:path w="1214754" h="1297305">
                <a:moveTo>
                  <a:pt x="13691" y="186863"/>
                </a:moveTo>
                <a:lnTo>
                  <a:pt x="13703" y="186728"/>
                </a:lnTo>
                <a:lnTo>
                  <a:pt x="13691" y="186863"/>
                </a:lnTo>
                <a:close/>
              </a:path>
              <a:path w="1214754" h="1297305">
                <a:moveTo>
                  <a:pt x="13682" y="186969"/>
                </a:moveTo>
                <a:close/>
              </a:path>
              <a:path w="1214754" h="1297305">
                <a:moveTo>
                  <a:pt x="13267" y="191700"/>
                </a:moveTo>
                <a:close/>
              </a:path>
              <a:path w="1214754" h="1297305">
                <a:moveTo>
                  <a:pt x="13261" y="191795"/>
                </a:moveTo>
                <a:close/>
              </a:path>
              <a:path w="1214754" h="1297305">
                <a:moveTo>
                  <a:pt x="33756" y="118783"/>
                </a:moveTo>
                <a:lnTo>
                  <a:pt x="22453" y="113004"/>
                </a:lnTo>
                <a:lnTo>
                  <a:pt x="24942" y="108140"/>
                </a:lnTo>
                <a:lnTo>
                  <a:pt x="29921" y="99491"/>
                </a:lnTo>
                <a:lnTo>
                  <a:pt x="35293" y="91097"/>
                </a:lnTo>
                <a:lnTo>
                  <a:pt x="41059" y="83007"/>
                </a:lnTo>
                <a:lnTo>
                  <a:pt x="47193" y="75196"/>
                </a:lnTo>
                <a:lnTo>
                  <a:pt x="51816" y="69862"/>
                </a:lnTo>
                <a:lnTo>
                  <a:pt x="61404" y="78181"/>
                </a:lnTo>
                <a:lnTo>
                  <a:pt x="56883" y="83400"/>
                </a:lnTo>
                <a:lnTo>
                  <a:pt x="51130" y="90728"/>
                </a:lnTo>
                <a:lnTo>
                  <a:pt x="45913" y="98082"/>
                </a:lnTo>
                <a:lnTo>
                  <a:pt x="40690" y="106210"/>
                </a:lnTo>
                <a:lnTo>
                  <a:pt x="36171" y="114090"/>
                </a:lnTo>
                <a:lnTo>
                  <a:pt x="33756" y="118783"/>
                </a:lnTo>
                <a:close/>
              </a:path>
              <a:path w="1214754" h="1297305">
                <a:moveTo>
                  <a:pt x="57028" y="83232"/>
                </a:moveTo>
                <a:close/>
              </a:path>
              <a:path w="1214754" h="1297305">
                <a:moveTo>
                  <a:pt x="56896" y="83400"/>
                </a:moveTo>
                <a:lnTo>
                  <a:pt x="57028" y="83232"/>
                </a:lnTo>
                <a:lnTo>
                  <a:pt x="56896" y="83400"/>
                </a:lnTo>
                <a:close/>
              </a:path>
              <a:path w="1214754" h="1297305">
                <a:moveTo>
                  <a:pt x="51148" y="90728"/>
                </a:moveTo>
                <a:lnTo>
                  <a:pt x="51320" y="90487"/>
                </a:lnTo>
                <a:lnTo>
                  <a:pt x="51148" y="90728"/>
                </a:lnTo>
                <a:close/>
              </a:path>
              <a:path w="1214754" h="1297305">
                <a:moveTo>
                  <a:pt x="45756" y="98302"/>
                </a:moveTo>
                <a:lnTo>
                  <a:pt x="45897" y="98082"/>
                </a:lnTo>
                <a:lnTo>
                  <a:pt x="45756" y="98302"/>
                </a:lnTo>
                <a:close/>
              </a:path>
              <a:path w="1214754" h="1297305">
                <a:moveTo>
                  <a:pt x="45735" y="98336"/>
                </a:moveTo>
                <a:close/>
              </a:path>
              <a:path w="1214754" h="1297305">
                <a:moveTo>
                  <a:pt x="40709" y="106210"/>
                </a:moveTo>
                <a:lnTo>
                  <a:pt x="40855" y="105956"/>
                </a:lnTo>
                <a:lnTo>
                  <a:pt x="40709" y="106210"/>
                </a:lnTo>
                <a:close/>
              </a:path>
              <a:path w="1214754" h="1297305">
                <a:moveTo>
                  <a:pt x="36172" y="114090"/>
                </a:moveTo>
                <a:close/>
              </a:path>
              <a:path w="1214754" h="1297305">
                <a:moveTo>
                  <a:pt x="36044" y="114338"/>
                </a:moveTo>
                <a:lnTo>
                  <a:pt x="36172" y="114090"/>
                </a:lnTo>
                <a:lnTo>
                  <a:pt x="36044" y="114338"/>
                </a:lnTo>
                <a:close/>
              </a:path>
              <a:path w="1214754" h="1297305">
                <a:moveTo>
                  <a:pt x="88315" y="53035"/>
                </a:moveTo>
                <a:lnTo>
                  <a:pt x="80467" y="43040"/>
                </a:lnTo>
                <a:lnTo>
                  <a:pt x="82994" y="41059"/>
                </a:lnTo>
                <a:lnTo>
                  <a:pt x="91097" y="35293"/>
                </a:lnTo>
                <a:lnTo>
                  <a:pt x="99491" y="29921"/>
                </a:lnTo>
                <a:lnTo>
                  <a:pt x="108140" y="24942"/>
                </a:lnTo>
                <a:lnTo>
                  <a:pt x="117055" y="20383"/>
                </a:lnTo>
                <a:lnTo>
                  <a:pt x="125450" y="16586"/>
                </a:lnTo>
                <a:lnTo>
                  <a:pt x="130682" y="28155"/>
                </a:lnTo>
                <a:lnTo>
                  <a:pt x="122435" y="31889"/>
                </a:lnTo>
                <a:lnTo>
                  <a:pt x="114368" y="36029"/>
                </a:lnTo>
                <a:lnTo>
                  <a:pt x="105952" y="40855"/>
                </a:lnTo>
                <a:lnTo>
                  <a:pt x="98082" y="45897"/>
                </a:lnTo>
                <a:lnTo>
                  <a:pt x="90755" y="51130"/>
                </a:lnTo>
                <a:lnTo>
                  <a:pt x="88315" y="53035"/>
                </a:lnTo>
                <a:close/>
              </a:path>
              <a:path w="1214754" h="1297305">
                <a:moveTo>
                  <a:pt x="122488" y="31862"/>
                </a:moveTo>
                <a:lnTo>
                  <a:pt x="122707" y="31750"/>
                </a:lnTo>
                <a:lnTo>
                  <a:pt x="122488" y="31862"/>
                </a:lnTo>
                <a:close/>
              </a:path>
              <a:path w="1214754" h="1297305">
                <a:moveTo>
                  <a:pt x="122435" y="31889"/>
                </a:moveTo>
                <a:close/>
              </a:path>
              <a:path w="1214754" h="1297305">
                <a:moveTo>
                  <a:pt x="114086" y="36174"/>
                </a:moveTo>
                <a:lnTo>
                  <a:pt x="114338" y="36029"/>
                </a:lnTo>
                <a:lnTo>
                  <a:pt x="114086" y="36174"/>
                </a:lnTo>
                <a:close/>
              </a:path>
              <a:path w="1214754" h="1297305">
                <a:moveTo>
                  <a:pt x="114073" y="36182"/>
                </a:moveTo>
                <a:close/>
              </a:path>
              <a:path w="1214754" h="1297305">
                <a:moveTo>
                  <a:pt x="106030" y="40805"/>
                </a:moveTo>
                <a:lnTo>
                  <a:pt x="106210" y="40690"/>
                </a:lnTo>
                <a:lnTo>
                  <a:pt x="106030" y="40805"/>
                </a:lnTo>
                <a:close/>
              </a:path>
              <a:path w="1214754" h="1297305">
                <a:moveTo>
                  <a:pt x="105952" y="40855"/>
                </a:moveTo>
                <a:close/>
              </a:path>
              <a:path w="1214754" h="1297305">
                <a:moveTo>
                  <a:pt x="98302" y="45756"/>
                </a:moveTo>
                <a:close/>
              </a:path>
              <a:path w="1214754" h="1297305">
                <a:moveTo>
                  <a:pt x="98104" y="45897"/>
                </a:moveTo>
                <a:lnTo>
                  <a:pt x="98302" y="45756"/>
                </a:lnTo>
                <a:lnTo>
                  <a:pt x="98104" y="45897"/>
                </a:lnTo>
                <a:close/>
              </a:path>
              <a:path w="1214754" h="1297305">
                <a:moveTo>
                  <a:pt x="90487" y="51320"/>
                </a:moveTo>
                <a:lnTo>
                  <a:pt x="90728" y="51130"/>
                </a:lnTo>
                <a:lnTo>
                  <a:pt x="90487" y="51320"/>
                </a:lnTo>
                <a:close/>
              </a:path>
              <a:path w="1214754" h="1297305">
                <a:moveTo>
                  <a:pt x="165760" y="17056"/>
                </a:moveTo>
                <a:lnTo>
                  <a:pt x="162902" y="4686"/>
                </a:lnTo>
                <a:lnTo>
                  <a:pt x="164998" y="4190"/>
                </a:lnTo>
                <a:lnTo>
                  <a:pt x="175183" y="2374"/>
                </a:lnTo>
                <a:lnTo>
                  <a:pt x="206603" y="0"/>
                </a:lnTo>
                <a:lnTo>
                  <a:pt x="214807" y="0"/>
                </a:lnTo>
                <a:lnTo>
                  <a:pt x="214807" y="12700"/>
                </a:lnTo>
                <a:lnTo>
                  <a:pt x="206717" y="12700"/>
                </a:lnTo>
                <a:lnTo>
                  <a:pt x="201549" y="12763"/>
                </a:lnTo>
                <a:lnTo>
                  <a:pt x="201714" y="12763"/>
                </a:lnTo>
                <a:lnTo>
                  <a:pt x="196583" y="12953"/>
                </a:lnTo>
                <a:lnTo>
                  <a:pt x="196735" y="12953"/>
                </a:lnTo>
                <a:lnTo>
                  <a:pt x="191654" y="13271"/>
                </a:lnTo>
                <a:lnTo>
                  <a:pt x="187150" y="13677"/>
                </a:lnTo>
                <a:lnTo>
                  <a:pt x="186969" y="13677"/>
                </a:lnTo>
                <a:lnTo>
                  <a:pt x="176970" y="14960"/>
                </a:lnTo>
                <a:lnTo>
                  <a:pt x="167425" y="16675"/>
                </a:lnTo>
                <a:lnTo>
                  <a:pt x="165760" y="17056"/>
                </a:lnTo>
                <a:close/>
              </a:path>
              <a:path w="1214754" h="1297305">
                <a:moveTo>
                  <a:pt x="191708" y="13266"/>
                </a:moveTo>
                <a:close/>
              </a:path>
              <a:path w="1214754" h="1297305">
                <a:moveTo>
                  <a:pt x="191654" y="13271"/>
                </a:moveTo>
                <a:close/>
              </a:path>
              <a:path w="1214754" h="1297305">
                <a:moveTo>
                  <a:pt x="186728" y="13715"/>
                </a:moveTo>
                <a:lnTo>
                  <a:pt x="186969" y="13677"/>
                </a:lnTo>
                <a:lnTo>
                  <a:pt x="187150" y="13677"/>
                </a:lnTo>
                <a:lnTo>
                  <a:pt x="186728" y="13715"/>
                </a:lnTo>
                <a:close/>
              </a:path>
              <a:path w="1214754" h="1297305">
                <a:moveTo>
                  <a:pt x="177054" y="14945"/>
                </a:moveTo>
                <a:lnTo>
                  <a:pt x="177253" y="14909"/>
                </a:lnTo>
                <a:lnTo>
                  <a:pt x="177054" y="14945"/>
                </a:lnTo>
                <a:close/>
              </a:path>
              <a:path w="1214754" h="1297305">
                <a:moveTo>
                  <a:pt x="176970" y="14960"/>
                </a:moveTo>
                <a:close/>
              </a:path>
              <a:path w="1214754" h="1297305">
                <a:moveTo>
                  <a:pt x="167524" y="16652"/>
                </a:moveTo>
                <a:lnTo>
                  <a:pt x="167703" y="16611"/>
                </a:lnTo>
                <a:lnTo>
                  <a:pt x="167524" y="16652"/>
                </a:lnTo>
                <a:close/>
              </a:path>
              <a:path w="1214754" h="1297305">
                <a:moveTo>
                  <a:pt x="167425" y="16675"/>
                </a:moveTo>
                <a:close/>
              </a:path>
              <a:path w="1214754" h="1297305">
                <a:moveTo>
                  <a:pt x="303707" y="12700"/>
                </a:moveTo>
                <a:lnTo>
                  <a:pt x="252907" y="12700"/>
                </a:lnTo>
                <a:lnTo>
                  <a:pt x="252907" y="0"/>
                </a:lnTo>
                <a:lnTo>
                  <a:pt x="303707" y="0"/>
                </a:lnTo>
                <a:lnTo>
                  <a:pt x="303707" y="12700"/>
                </a:lnTo>
                <a:close/>
              </a:path>
              <a:path w="1214754" h="1297305">
                <a:moveTo>
                  <a:pt x="392607" y="12700"/>
                </a:moveTo>
                <a:lnTo>
                  <a:pt x="341807" y="12700"/>
                </a:lnTo>
                <a:lnTo>
                  <a:pt x="341807" y="0"/>
                </a:lnTo>
                <a:lnTo>
                  <a:pt x="392607" y="0"/>
                </a:lnTo>
                <a:lnTo>
                  <a:pt x="392607" y="12700"/>
                </a:lnTo>
                <a:close/>
              </a:path>
              <a:path w="1214754" h="1297305">
                <a:moveTo>
                  <a:pt x="481507" y="12700"/>
                </a:moveTo>
                <a:lnTo>
                  <a:pt x="430707" y="12700"/>
                </a:lnTo>
                <a:lnTo>
                  <a:pt x="430707" y="0"/>
                </a:lnTo>
                <a:lnTo>
                  <a:pt x="481507" y="0"/>
                </a:lnTo>
                <a:lnTo>
                  <a:pt x="481507" y="12700"/>
                </a:lnTo>
                <a:close/>
              </a:path>
              <a:path w="1214754" h="1297305">
                <a:moveTo>
                  <a:pt x="570407" y="12700"/>
                </a:moveTo>
                <a:lnTo>
                  <a:pt x="519607" y="12700"/>
                </a:lnTo>
                <a:lnTo>
                  <a:pt x="519607" y="0"/>
                </a:lnTo>
                <a:lnTo>
                  <a:pt x="570407" y="0"/>
                </a:lnTo>
                <a:lnTo>
                  <a:pt x="570407" y="12700"/>
                </a:lnTo>
                <a:close/>
              </a:path>
              <a:path w="1214754" h="1297305">
                <a:moveTo>
                  <a:pt x="659307" y="12700"/>
                </a:moveTo>
                <a:lnTo>
                  <a:pt x="608507" y="12700"/>
                </a:lnTo>
                <a:lnTo>
                  <a:pt x="608507" y="0"/>
                </a:lnTo>
                <a:lnTo>
                  <a:pt x="659307" y="0"/>
                </a:lnTo>
                <a:lnTo>
                  <a:pt x="659307" y="12700"/>
                </a:lnTo>
                <a:close/>
              </a:path>
              <a:path w="1214754" h="1297305">
                <a:moveTo>
                  <a:pt x="748207" y="12700"/>
                </a:moveTo>
                <a:lnTo>
                  <a:pt x="697407" y="12700"/>
                </a:lnTo>
                <a:lnTo>
                  <a:pt x="697407" y="0"/>
                </a:lnTo>
                <a:lnTo>
                  <a:pt x="748207" y="0"/>
                </a:lnTo>
                <a:lnTo>
                  <a:pt x="748207" y="12700"/>
                </a:lnTo>
                <a:close/>
              </a:path>
              <a:path w="1214754" h="1297305">
                <a:moveTo>
                  <a:pt x="837107" y="12700"/>
                </a:moveTo>
                <a:lnTo>
                  <a:pt x="786307" y="12700"/>
                </a:lnTo>
                <a:lnTo>
                  <a:pt x="786307" y="0"/>
                </a:lnTo>
                <a:lnTo>
                  <a:pt x="837107" y="0"/>
                </a:lnTo>
                <a:lnTo>
                  <a:pt x="837107" y="12700"/>
                </a:lnTo>
                <a:close/>
              </a:path>
              <a:path w="1214754" h="1297305">
                <a:moveTo>
                  <a:pt x="926007" y="12700"/>
                </a:moveTo>
                <a:lnTo>
                  <a:pt x="875207" y="12700"/>
                </a:lnTo>
                <a:lnTo>
                  <a:pt x="875207" y="0"/>
                </a:lnTo>
                <a:lnTo>
                  <a:pt x="926007" y="0"/>
                </a:lnTo>
                <a:lnTo>
                  <a:pt x="926007" y="12700"/>
                </a:lnTo>
                <a:close/>
              </a:path>
              <a:path w="1214754" h="1297305">
                <a:moveTo>
                  <a:pt x="1014666" y="12839"/>
                </a:moveTo>
                <a:lnTo>
                  <a:pt x="1012723" y="12763"/>
                </a:lnTo>
                <a:lnTo>
                  <a:pt x="1012888" y="12763"/>
                </a:lnTo>
                <a:lnTo>
                  <a:pt x="1007706" y="12700"/>
                </a:lnTo>
                <a:lnTo>
                  <a:pt x="964107" y="12700"/>
                </a:lnTo>
                <a:lnTo>
                  <a:pt x="964107" y="0"/>
                </a:lnTo>
                <a:lnTo>
                  <a:pt x="1007833" y="0"/>
                </a:lnTo>
                <a:lnTo>
                  <a:pt x="1013117" y="63"/>
                </a:lnTo>
                <a:lnTo>
                  <a:pt x="1015149" y="139"/>
                </a:lnTo>
                <a:lnTo>
                  <a:pt x="1014666" y="12839"/>
                </a:lnTo>
                <a:close/>
              </a:path>
              <a:path w="1214754" h="1297305">
                <a:moveTo>
                  <a:pt x="1093982" y="18846"/>
                </a:moveTo>
                <a:lnTo>
                  <a:pt x="1056424" y="18846"/>
                </a:lnTo>
                <a:lnTo>
                  <a:pt x="1051191" y="17640"/>
                </a:lnTo>
                <a:lnTo>
                  <a:pt x="1054049" y="5257"/>
                </a:lnTo>
                <a:lnTo>
                  <a:pt x="1059433" y="6502"/>
                </a:lnTo>
                <a:lnTo>
                  <a:pt x="1069238" y="9283"/>
                </a:lnTo>
                <a:lnTo>
                  <a:pt x="1078839" y="12534"/>
                </a:lnTo>
                <a:lnTo>
                  <a:pt x="1088224" y="16243"/>
                </a:lnTo>
                <a:lnTo>
                  <a:pt x="1093982" y="18846"/>
                </a:lnTo>
                <a:close/>
              </a:path>
              <a:path w="1214754" h="1297305">
                <a:moveTo>
                  <a:pt x="1099497" y="21462"/>
                </a:moveTo>
                <a:lnTo>
                  <a:pt x="1065618" y="21462"/>
                </a:lnTo>
                <a:lnTo>
                  <a:pt x="1056231" y="18802"/>
                </a:lnTo>
                <a:lnTo>
                  <a:pt x="1056424" y="18846"/>
                </a:lnTo>
                <a:lnTo>
                  <a:pt x="1093982" y="18846"/>
                </a:lnTo>
                <a:lnTo>
                  <a:pt x="1097381" y="20383"/>
                </a:lnTo>
                <a:lnTo>
                  <a:pt x="1099497" y="21462"/>
                </a:lnTo>
                <a:close/>
              </a:path>
              <a:path w="1214754" h="1297305">
                <a:moveTo>
                  <a:pt x="1102420" y="24523"/>
                </a:moveTo>
                <a:lnTo>
                  <a:pt x="1074605" y="24516"/>
                </a:lnTo>
                <a:lnTo>
                  <a:pt x="1074331" y="24409"/>
                </a:lnTo>
                <a:lnTo>
                  <a:pt x="1065359" y="21389"/>
                </a:lnTo>
                <a:lnTo>
                  <a:pt x="1065618" y="21462"/>
                </a:lnTo>
                <a:lnTo>
                  <a:pt x="1099497" y="21462"/>
                </a:lnTo>
                <a:lnTo>
                  <a:pt x="1103058" y="23279"/>
                </a:lnTo>
                <a:lnTo>
                  <a:pt x="1102420" y="24523"/>
                </a:lnTo>
                <a:close/>
              </a:path>
              <a:path w="1214754" h="1297305">
                <a:moveTo>
                  <a:pt x="1074602" y="24516"/>
                </a:moveTo>
                <a:lnTo>
                  <a:pt x="1074285" y="24409"/>
                </a:lnTo>
                <a:lnTo>
                  <a:pt x="1074602" y="24516"/>
                </a:lnTo>
                <a:close/>
              </a:path>
              <a:path w="1214754" h="1297305">
                <a:moveTo>
                  <a:pt x="1098646" y="31889"/>
                </a:moveTo>
                <a:lnTo>
                  <a:pt x="1092009" y="31889"/>
                </a:lnTo>
                <a:lnTo>
                  <a:pt x="1083144" y="27876"/>
                </a:lnTo>
                <a:lnTo>
                  <a:pt x="1074602" y="24516"/>
                </a:lnTo>
                <a:lnTo>
                  <a:pt x="1102420" y="24523"/>
                </a:lnTo>
                <a:lnTo>
                  <a:pt x="1098646" y="31889"/>
                </a:lnTo>
                <a:close/>
              </a:path>
              <a:path w="1214754" h="1297305">
                <a:moveTo>
                  <a:pt x="1083424" y="28003"/>
                </a:moveTo>
                <a:lnTo>
                  <a:pt x="1083102" y="27876"/>
                </a:lnTo>
                <a:lnTo>
                  <a:pt x="1083424" y="28003"/>
                </a:lnTo>
                <a:close/>
              </a:path>
              <a:path w="1214754" h="1297305">
                <a:moveTo>
                  <a:pt x="1097267" y="34582"/>
                </a:moveTo>
                <a:lnTo>
                  <a:pt x="1091954" y="31865"/>
                </a:lnTo>
                <a:lnTo>
                  <a:pt x="1098646" y="31889"/>
                </a:lnTo>
                <a:lnTo>
                  <a:pt x="1097267" y="34582"/>
                </a:lnTo>
                <a:close/>
              </a:path>
              <a:path w="1214754" h="1297305">
                <a:moveTo>
                  <a:pt x="1150301" y="57086"/>
                </a:moveTo>
                <a:lnTo>
                  <a:pt x="1131277" y="57086"/>
                </a:lnTo>
                <a:lnTo>
                  <a:pt x="1128153" y="54622"/>
                </a:lnTo>
                <a:lnTo>
                  <a:pt x="1135989" y="44640"/>
                </a:lnTo>
                <a:lnTo>
                  <a:pt x="1139240" y="47193"/>
                </a:lnTo>
                <a:lnTo>
                  <a:pt x="1146733" y="53682"/>
                </a:lnTo>
                <a:lnTo>
                  <a:pt x="1150301" y="57086"/>
                </a:lnTo>
                <a:close/>
              </a:path>
              <a:path w="1214754" h="1297305">
                <a:moveTo>
                  <a:pt x="1156441" y="63182"/>
                </a:moveTo>
                <a:lnTo>
                  <a:pt x="1138313" y="63182"/>
                </a:lnTo>
                <a:lnTo>
                  <a:pt x="1131204" y="57028"/>
                </a:lnTo>
                <a:lnTo>
                  <a:pt x="1150301" y="57086"/>
                </a:lnTo>
                <a:lnTo>
                  <a:pt x="1153909" y="60528"/>
                </a:lnTo>
                <a:lnTo>
                  <a:pt x="1156441" y="63182"/>
                </a:lnTo>
                <a:close/>
              </a:path>
              <a:path w="1214754" h="1297305">
                <a:moveTo>
                  <a:pt x="1162404" y="69608"/>
                </a:moveTo>
                <a:lnTo>
                  <a:pt x="1145044" y="69608"/>
                </a:lnTo>
                <a:lnTo>
                  <a:pt x="1138146" y="63037"/>
                </a:lnTo>
                <a:lnTo>
                  <a:pt x="1138313" y="63182"/>
                </a:lnTo>
                <a:lnTo>
                  <a:pt x="1156441" y="63182"/>
                </a:lnTo>
                <a:lnTo>
                  <a:pt x="1160754" y="67703"/>
                </a:lnTo>
                <a:lnTo>
                  <a:pt x="1162404" y="69608"/>
                </a:lnTo>
                <a:close/>
              </a:path>
              <a:path w="1214754" h="1297305">
                <a:moveTo>
                  <a:pt x="1168152" y="76352"/>
                </a:moveTo>
                <a:lnTo>
                  <a:pt x="1151458" y="76352"/>
                </a:lnTo>
                <a:lnTo>
                  <a:pt x="1144934" y="69503"/>
                </a:lnTo>
                <a:lnTo>
                  <a:pt x="1162404" y="69608"/>
                </a:lnTo>
                <a:lnTo>
                  <a:pt x="1167244" y="75196"/>
                </a:lnTo>
                <a:lnTo>
                  <a:pt x="1168152" y="76352"/>
                </a:lnTo>
                <a:close/>
              </a:path>
              <a:path w="1214754" h="1297305">
                <a:moveTo>
                  <a:pt x="1170605" y="83400"/>
                </a:moveTo>
                <a:lnTo>
                  <a:pt x="1157554" y="83400"/>
                </a:lnTo>
                <a:lnTo>
                  <a:pt x="1151399" y="76291"/>
                </a:lnTo>
                <a:lnTo>
                  <a:pt x="1168152" y="76352"/>
                </a:lnTo>
                <a:lnTo>
                  <a:pt x="1172514" y="81902"/>
                </a:lnTo>
                <a:lnTo>
                  <a:pt x="1170605" y="83400"/>
                </a:lnTo>
                <a:close/>
              </a:path>
              <a:path w="1214754" h="1297305">
                <a:moveTo>
                  <a:pt x="1162532" y="89738"/>
                </a:moveTo>
                <a:lnTo>
                  <a:pt x="1157408" y="83232"/>
                </a:lnTo>
                <a:lnTo>
                  <a:pt x="1157554" y="83400"/>
                </a:lnTo>
                <a:lnTo>
                  <a:pt x="1170605" y="83400"/>
                </a:lnTo>
                <a:lnTo>
                  <a:pt x="1162532" y="89738"/>
                </a:lnTo>
                <a:close/>
              </a:path>
              <a:path w="1214754" h="1297305">
                <a:moveTo>
                  <a:pt x="1196609" y="122707"/>
                </a:moveTo>
                <a:lnTo>
                  <a:pt x="1182687" y="122707"/>
                </a:lnTo>
                <a:lnTo>
                  <a:pt x="1181849" y="121081"/>
                </a:lnTo>
                <a:lnTo>
                  <a:pt x="1193152" y="115290"/>
                </a:lnTo>
                <a:lnTo>
                  <a:pt x="1194053" y="117055"/>
                </a:lnTo>
                <a:lnTo>
                  <a:pt x="1196609" y="122707"/>
                </a:lnTo>
                <a:close/>
              </a:path>
              <a:path w="1214754" h="1297305">
                <a:moveTo>
                  <a:pt x="1200201" y="131292"/>
                </a:moveTo>
                <a:lnTo>
                  <a:pt x="1186560" y="131292"/>
                </a:lnTo>
                <a:lnTo>
                  <a:pt x="1182579" y="122497"/>
                </a:lnTo>
                <a:lnTo>
                  <a:pt x="1182687" y="122707"/>
                </a:lnTo>
                <a:lnTo>
                  <a:pt x="1196609" y="122707"/>
                </a:lnTo>
                <a:lnTo>
                  <a:pt x="1198194" y="126212"/>
                </a:lnTo>
                <a:lnTo>
                  <a:pt x="1200201" y="131292"/>
                </a:lnTo>
                <a:close/>
              </a:path>
              <a:path w="1214754" h="1297305">
                <a:moveTo>
                  <a:pt x="1203423" y="140106"/>
                </a:moveTo>
                <a:lnTo>
                  <a:pt x="1190028" y="140106"/>
                </a:lnTo>
                <a:lnTo>
                  <a:pt x="1186433" y="131013"/>
                </a:lnTo>
                <a:lnTo>
                  <a:pt x="1186560" y="131292"/>
                </a:lnTo>
                <a:lnTo>
                  <a:pt x="1200201" y="131292"/>
                </a:lnTo>
                <a:lnTo>
                  <a:pt x="1201902" y="135597"/>
                </a:lnTo>
                <a:lnTo>
                  <a:pt x="1203423" y="140106"/>
                </a:lnTo>
                <a:close/>
              </a:path>
              <a:path w="1214754" h="1297305">
                <a:moveTo>
                  <a:pt x="1206259" y="149123"/>
                </a:moveTo>
                <a:lnTo>
                  <a:pt x="1193063" y="149123"/>
                </a:lnTo>
                <a:lnTo>
                  <a:pt x="1192974" y="148818"/>
                </a:lnTo>
                <a:lnTo>
                  <a:pt x="1189920" y="139834"/>
                </a:lnTo>
                <a:lnTo>
                  <a:pt x="1190028" y="140106"/>
                </a:lnTo>
                <a:lnTo>
                  <a:pt x="1203423" y="140106"/>
                </a:lnTo>
                <a:lnTo>
                  <a:pt x="1205141" y="145199"/>
                </a:lnTo>
                <a:lnTo>
                  <a:pt x="1206259" y="149123"/>
                </a:lnTo>
                <a:close/>
              </a:path>
              <a:path w="1214754" h="1297305">
                <a:moveTo>
                  <a:pt x="1193047" y="149077"/>
                </a:moveTo>
                <a:lnTo>
                  <a:pt x="1192960" y="148818"/>
                </a:lnTo>
                <a:lnTo>
                  <a:pt x="1193047" y="149077"/>
                </a:lnTo>
                <a:close/>
              </a:path>
              <a:path w="1214754" h="1297305">
                <a:moveTo>
                  <a:pt x="1208697" y="158318"/>
                </a:moveTo>
                <a:lnTo>
                  <a:pt x="1195666" y="158318"/>
                </a:lnTo>
                <a:lnTo>
                  <a:pt x="1193047" y="149077"/>
                </a:lnTo>
                <a:lnTo>
                  <a:pt x="1206259" y="149123"/>
                </a:lnTo>
                <a:lnTo>
                  <a:pt x="1207935" y="155003"/>
                </a:lnTo>
                <a:lnTo>
                  <a:pt x="1208697" y="158318"/>
                </a:lnTo>
                <a:close/>
              </a:path>
              <a:path w="1214754" h="1297305">
                <a:moveTo>
                  <a:pt x="1197787" y="167525"/>
                </a:moveTo>
                <a:lnTo>
                  <a:pt x="1195635" y="158207"/>
                </a:lnTo>
                <a:lnTo>
                  <a:pt x="1208697" y="158318"/>
                </a:lnTo>
                <a:lnTo>
                  <a:pt x="1210157" y="164668"/>
                </a:lnTo>
                <a:lnTo>
                  <a:pt x="1197787" y="167525"/>
                </a:lnTo>
                <a:close/>
              </a:path>
              <a:path w="1214754" h="1297305">
                <a:moveTo>
                  <a:pt x="1214437" y="254723"/>
                </a:moveTo>
                <a:lnTo>
                  <a:pt x="1201737" y="254723"/>
                </a:lnTo>
                <a:lnTo>
                  <a:pt x="1201737" y="206641"/>
                </a:lnTo>
                <a:lnTo>
                  <a:pt x="1201699" y="204000"/>
                </a:lnTo>
                <a:lnTo>
                  <a:pt x="1214399" y="203847"/>
                </a:lnTo>
                <a:lnTo>
                  <a:pt x="1214437" y="254723"/>
                </a:lnTo>
                <a:close/>
              </a:path>
              <a:path w="1214754" h="1297305">
                <a:moveTo>
                  <a:pt x="1201737" y="206730"/>
                </a:moveTo>
                <a:close/>
              </a:path>
              <a:path w="1214754" h="1297305">
                <a:moveTo>
                  <a:pt x="1214437" y="343623"/>
                </a:moveTo>
                <a:lnTo>
                  <a:pt x="1201737" y="343623"/>
                </a:lnTo>
                <a:lnTo>
                  <a:pt x="1201737" y="292823"/>
                </a:lnTo>
                <a:lnTo>
                  <a:pt x="1214437" y="292823"/>
                </a:lnTo>
                <a:lnTo>
                  <a:pt x="1214437" y="343623"/>
                </a:lnTo>
                <a:close/>
              </a:path>
              <a:path w="1214754" h="1297305">
                <a:moveTo>
                  <a:pt x="1214437" y="432523"/>
                </a:moveTo>
                <a:lnTo>
                  <a:pt x="1201737" y="432523"/>
                </a:lnTo>
                <a:lnTo>
                  <a:pt x="1201737" y="381723"/>
                </a:lnTo>
                <a:lnTo>
                  <a:pt x="1214437" y="381723"/>
                </a:lnTo>
                <a:lnTo>
                  <a:pt x="1214437" y="432523"/>
                </a:lnTo>
                <a:close/>
              </a:path>
              <a:path w="1214754" h="1297305">
                <a:moveTo>
                  <a:pt x="1214437" y="521423"/>
                </a:moveTo>
                <a:lnTo>
                  <a:pt x="1201737" y="521423"/>
                </a:lnTo>
                <a:lnTo>
                  <a:pt x="1201737" y="470623"/>
                </a:lnTo>
                <a:lnTo>
                  <a:pt x="1214437" y="470623"/>
                </a:lnTo>
                <a:lnTo>
                  <a:pt x="1214437" y="521423"/>
                </a:lnTo>
                <a:close/>
              </a:path>
              <a:path w="1214754" h="1297305">
                <a:moveTo>
                  <a:pt x="1214437" y="610323"/>
                </a:moveTo>
                <a:lnTo>
                  <a:pt x="1201737" y="610323"/>
                </a:lnTo>
                <a:lnTo>
                  <a:pt x="1201737" y="559523"/>
                </a:lnTo>
                <a:lnTo>
                  <a:pt x="1214437" y="559523"/>
                </a:lnTo>
                <a:lnTo>
                  <a:pt x="1214437" y="610323"/>
                </a:lnTo>
                <a:close/>
              </a:path>
              <a:path w="1214754" h="1297305">
                <a:moveTo>
                  <a:pt x="1214437" y="699223"/>
                </a:moveTo>
                <a:lnTo>
                  <a:pt x="1201737" y="699223"/>
                </a:lnTo>
                <a:lnTo>
                  <a:pt x="1201737" y="648423"/>
                </a:lnTo>
                <a:lnTo>
                  <a:pt x="1214437" y="648423"/>
                </a:lnTo>
                <a:lnTo>
                  <a:pt x="1214437" y="699223"/>
                </a:lnTo>
                <a:close/>
              </a:path>
              <a:path w="1214754" h="1297305">
                <a:moveTo>
                  <a:pt x="1214437" y="788123"/>
                </a:moveTo>
                <a:lnTo>
                  <a:pt x="1201737" y="788123"/>
                </a:lnTo>
                <a:lnTo>
                  <a:pt x="1201737" y="737323"/>
                </a:lnTo>
                <a:lnTo>
                  <a:pt x="1214437" y="737323"/>
                </a:lnTo>
                <a:lnTo>
                  <a:pt x="1214437" y="788123"/>
                </a:lnTo>
                <a:close/>
              </a:path>
              <a:path w="1214754" h="1297305">
                <a:moveTo>
                  <a:pt x="1214437" y="877023"/>
                </a:moveTo>
                <a:lnTo>
                  <a:pt x="1201737" y="877023"/>
                </a:lnTo>
                <a:lnTo>
                  <a:pt x="1201737" y="826223"/>
                </a:lnTo>
                <a:lnTo>
                  <a:pt x="1214437" y="826223"/>
                </a:lnTo>
                <a:lnTo>
                  <a:pt x="1214437" y="877023"/>
                </a:lnTo>
                <a:close/>
              </a:path>
              <a:path w="1214754" h="1297305">
                <a:moveTo>
                  <a:pt x="1214437" y="965923"/>
                </a:moveTo>
                <a:lnTo>
                  <a:pt x="1201737" y="965923"/>
                </a:lnTo>
                <a:lnTo>
                  <a:pt x="1201737" y="915123"/>
                </a:lnTo>
                <a:lnTo>
                  <a:pt x="1214437" y="915123"/>
                </a:lnTo>
                <a:lnTo>
                  <a:pt x="1214437" y="965923"/>
                </a:lnTo>
                <a:close/>
              </a:path>
              <a:path w="1214754" h="1297305">
                <a:moveTo>
                  <a:pt x="1214437" y="1054823"/>
                </a:moveTo>
                <a:lnTo>
                  <a:pt x="1201737" y="1054823"/>
                </a:lnTo>
                <a:lnTo>
                  <a:pt x="1201737" y="1004023"/>
                </a:lnTo>
                <a:lnTo>
                  <a:pt x="1214437" y="1004023"/>
                </a:lnTo>
                <a:lnTo>
                  <a:pt x="1214437" y="1054823"/>
                </a:lnTo>
                <a:close/>
              </a:path>
              <a:path w="1214754" h="1297305">
                <a:moveTo>
                  <a:pt x="1214376" y="1095438"/>
                </a:moveTo>
                <a:lnTo>
                  <a:pt x="1201674" y="1095438"/>
                </a:lnTo>
                <a:lnTo>
                  <a:pt x="1201699" y="1092847"/>
                </a:lnTo>
                <a:lnTo>
                  <a:pt x="1214399" y="1093000"/>
                </a:lnTo>
                <a:lnTo>
                  <a:pt x="1214376" y="1095438"/>
                </a:lnTo>
                <a:close/>
              </a:path>
              <a:path w="1214754" h="1297305">
                <a:moveTo>
                  <a:pt x="1214192" y="1100404"/>
                </a:moveTo>
                <a:lnTo>
                  <a:pt x="1201483" y="1100404"/>
                </a:lnTo>
                <a:lnTo>
                  <a:pt x="1201674" y="1095273"/>
                </a:lnTo>
                <a:lnTo>
                  <a:pt x="1201674" y="1095438"/>
                </a:lnTo>
                <a:lnTo>
                  <a:pt x="1214376" y="1095438"/>
                </a:lnTo>
                <a:lnTo>
                  <a:pt x="1214192" y="1100404"/>
                </a:lnTo>
                <a:close/>
              </a:path>
              <a:path w="1214754" h="1297305">
                <a:moveTo>
                  <a:pt x="1213895" y="1105357"/>
                </a:moveTo>
                <a:lnTo>
                  <a:pt x="1201166" y="1105357"/>
                </a:lnTo>
                <a:lnTo>
                  <a:pt x="1201178" y="1105192"/>
                </a:lnTo>
                <a:lnTo>
                  <a:pt x="1201483" y="1100251"/>
                </a:lnTo>
                <a:lnTo>
                  <a:pt x="1201483" y="1100404"/>
                </a:lnTo>
                <a:lnTo>
                  <a:pt x="1214192" y="1100404"/>
                </a:lnTo>
                <a:lnTo>
                  <a:pt x="1213895" y="1105357"/>
                </a:lnTo>
                <a:close/>
              </a:path>
              <a:path w="1214754" h="1297305">
                <a:moveTo>
                  <a:pt x="1201170" y="1105278"/>
                </a:moveTo>
                <a:close/>
              </a:path>
              <a:path w="1214754" h="1297305">
                <a:moveTo>
                  <a:pt x="1213481" y="1110259"/>
                </a:moveTo>
                <a:lnTo>
                  <a:pt x="1200721" y="1110259"/>
                </a:lnTo>
                <a:lnTo>
                  <a:pt x="1200746" y="1110018"/>
                </a:lnTo>
                <a:lnTo>
                  <a:pt x="1201170" y="1105278"/>
                </a:lnTo>
                <a:lnTo>
                  <a:pt x="1213895" y="1105357"/>
                </a:lnTo>
                <a:lnTo>
                  <a:pt x="1213840" y="1106233"/>
                </a:lnTo>
                <a:lnTo>
                  <a:pt x="1213481" y="1110259"/>
                </a:lnTo>
                <a:close/>
              </a:path>
              <a:path w="1214754" h="1297305">
                <a:moveTo>
                  <a:pt x="1200734" y="1110117"/>
                </a:moveTo>
                <a:close/>
              </a:path>
              <a:path w="1214754" h="1297305">
                <a:moveTo>
                  <a:pt x="1212285" y="1120051"/>
                </a:moveTo>
                <a:lnTo>
                  <a:pt x="1199476" y="1120051"/>
                </a:lnTo>
                <a:lnTo>
                  <a:pt x="1199527" y="1119733"/>
                </a:lnTo>
                <a:lnTo>
                  <a:pt x="1200734" y="1110117"/>
                </a:lnTo>
                <a:lnTo>
                  <a:pt x="1200721" y="1110259"/>
                </a:lnTo>
                <a:lnTo>
                  <a:pt x="1213481" y="1110259"/>
                </a:lnTo>
                <a:lnTo>
                  <a:pt x="1213370" y="1111504"/>
                </a:lnTo>
                <a:lnTo>
                  <a:pt x="1212285" y="1120051"/>
                </a:lnTo>
                <a:close/>
              </a:path>
              <a:path w="1214754" h="1297305">
                <a:moveTo>
                  <a:pt x="1199491" y="1119935"/>
                </a:moveTo>
                <a:lnTo>
                  <a:pt x="1199517" y="1119733"/>
                </a:lnTo>
                <a:lnTo>
                  <a:pt x="1199491" y="1119935"/>
                </a:lnTo>
                <a:close/>
              </a:path>
              <a:path w="1214754" h="1297305">
                <a:moveTo>
                  <a:pt x="1210674" y="1129588"/>
                </a:moveTo>
                <a:lnTo>
                  <a:pt x="1197762" y="1129588"/>
                </a:lnTo>
                <a:lnTo>
                  <a:pt x="1197825" y="1129283"/>
                </a:lnTo>
                <a:lnTo>
                  <a:pt x="1199491" y="1119935"/>
                </a:lnTo>
                <a:lnTo>
                  <a:pt x="1212285" y="1120051"/>
                </a:lnTo>
                <a:lnTo>
                  <a:pt x="1212062" y="1121803"/>
                </a:lnTo>
                <a:lnTo>
                  <a:pt x="1210674" y="1129588"/>
                </a:lnTo>
                <a:close/>
              </a:path>
              <a:path w="1214754" h="1297305">
                <a:moveTo>
                  <a:pt x="1197786" y="1129456"/>
                </a:moveTo>
                <a:lnTo>
                  <a:pt x="1197816" y="1129283"/>
                </a:lnTo>
                <a:lnTo>
                  <a:pt x="1197786" y="1129456"/>
                </a:lnTo>
                <a:close/>
              </a:path>
              <a:path w="1214754" h="1297305">
                <a:moveTo>
                  <a:pt x="1208631" y="1138974"/>
                </a:moveTo>
                <a:lnTo>
                  <a:pt x="1195590" y="1138974"/>
                </a:lnTo>
                <a:lnTo>
                  <a:pt x="1195666" y="1138669"/>
                </a:lnTo>
                <a:lnTo>
                  <a:pt x="1197786" y="1129456"/>
                </a:lnTo>
                <a:lnTo>
                  <a:pt x="1197762" y="1129588"/>
                </a:lnTo>
                <a:lnTo>
                  <a:pt x="1210674" y="1129588"/>
                </a:lnTo>
                <a:lnTo>
                  <a:pt x="1210246" y="1131989"/>
                </a:lnTo>
                <a:lnTo>
                  <a:pt x="1208631" y="1138974"/>
                </a:lnTo>
                <a:close/>
              </a:path>
              <a:path w="1214754" h="1297305">
                <a:moveTo>
                  <a:pt x="1195635" y="1138781"/>
                </a:moveTo>
                <a:close/>
              </a:path>
              <a:path w="1214754" h="1297305">
                <a:moveTo>
                  <a:pt x="1207122" y="1144828"/>
                </a:moveTo>
                <a:lnTo>
                  <a:pt x="1194904" y="1141361"/>
                </a:lnTo>
                <a:lnTo>
                  <a:pt x="1195635" y="1138781"/>
                </a:lnTo>
                <a:lnTo>
                  <a:pt x="1195590" y="1138974"/>
                </a:lnTo>
                <a:lnTo>
                  <a:pt x="1208631" y="1138974"/>
                </a:lnTo>
                <a:lnTo>
                  <a:pt x="1207935" y="1141983"/>
                </a:lnTo>
                <a:lnTo>
                  <a:pt x="1207122" y="1144828"/>
                </a:lnTo>
                <a:close/>
              </a:path>
              <a:path w="1214754" h="1297305">
                <a:moveTo>
                  <a:pt x="1192537" y="1182916"/>
                </a:moveTo>
                <a:lnTo>
                  <a:pt x="1178255" y="1182916"/>
                </a:lnTo>
                <a:lnTo>
                  <a:pt x="1178407" y="1182649"/>
                </a:lnTo>
                <a:lnTo>
                  <a:pt x="1181925" y="1175778"/>
                </a:lnTo>
                <a:lnTo>
                  <a:pt x="1193228" y="1181569"/>
                </a:lnTo>
                <a:lnTo>
                  <a:pt x="1192537" y="1182916"/>
                </a:lnTo>
                <a:close/>
              </a:path>
              <a:path w="1214754" h="1297305">
                <a:moveTo>
                  <a:pt x="1178263" y="1182900"/>
                </a:moveTo>
                <a:lnTo>
                  <a:pt x="1178392" y="1182649"/>
                </a:lnTo>
                <a:lnTo>
                  <a:pt x="1178263" y="1182900"/>
                </a:lnTo>
                <a:close/>
              </a:path>
              <a:path w="1214754" h="1297305">
                <a:moveTo>
                  <a:pt x="1188229" y="1191044"/>
                </a:moveTo>
                <a:lnTo>
                  <a:pt x="1173581" y="1191044"/>
                </a:lnTo>
                <a:lnTo>
                  <a:pt x="1173746" y="1190777"/>
                </a:lnTo>
                <a:lnTo>
                  <a:pt x="1178263" y="1182900"/>
                </a:lnTo>
                <a:lnTo>
                  <a:pt x="1192537" y="1182916"/>
                </a:lnTo>
                <a:lnTo>
                  <a:pt x="1189494" y="1188847"/>
                </a:lnTo>
                <a:lnTo>
                  <a:pt x="1188229" y="1191044"/>
                </a:lnTo>
                <a:close/>
              </a:path>
              <a:path w="1214754" h="1297305">
                <a:moveTo>
                  <a:pt x="1173631" y="1190956"/>
                </a:moveTo>
                <a:lnTo>
                  <a:pt x="1173734" y="1190777"/>
                </a:lnTo>
                <a:lnTo>
                  <a:pt x="1173631" y="1190956"/>
                </a:lnTo>
                <a:close/>
              </a:path>
              <a:path w="1214754" h="1297305">
                <a:moveTo>
                  <a:pt x="1183614" y="1198905"/>
                </a:moveTo>
                <a:lnTo>
                  <a:pt x="1168539" y="1198905"/>
                </a:lnTo>
                <a:lnTo>
                  <a:pt x="1168704" y="1198651"/>
                </a:lnTo>
                <a:lnTo>
                  <a:pt x="1173631" y="1190956"/>
                </a:lnTo>
                <a:lnTo>
                  <a:pt x="1188229" y="1191044"/>
                </a:lnTo>
                <a:lnTo>
                  <a:pt x="1184516" y="1197495"/>
                </a:lnTo>
                <a:lnTo>
                  <a:pt x="1183614" y="1198905"/>
                </a:lnTo>
                <a:close/>
              </a:path>
              <a:path w="1214754" h="1297305">
                <a:moveTo>
                  <a:pt x="1168681" y="1198684"/>
                </a:moveTo>
                <a:close/>
              </a:path>
              <a:path w="1214754" h="1297305">
                <a:moveTo>
                  <a:pt x="1173487" y="1213827"/>
                </a:moveTo>
                <a:lnTo>
                  <a:pt x="1157351" y="1213827"/>
                </a:lnTo>
                <a:lnTo>
                  <a:pt x="1157554" y="1213586"/>
                </a:lnTo>
                <a:lnTo>
                  <a:pt x="1163307" y="1206258"/>
                </a:lnTo>
                <a:lnTo>
                  <a:pt x="1168681" y="1198684"/>
                </a:lnTo>
                <a:lnTo>
                  <a:pt x="1168539" y="1198905"/>
                </a:lnTo>
                <a:lnTo>
                  <a:pt x="1183614" y="1198905"/>
                </a:lnTo>
                <a:lnTo>
                  <a:pt x="1179144" y="1205890"/>
                </a:lnTo>
                <a:lnTo>
                  <a:pt x="1173487" y="1213827"/>
                </a:lnTo>
                <a:close/>
              </a:path>
              <a:path w="1214754" h="1297305">
                <a:moveTo>
                  <a:pt x="1163116" y="1206500"/>
                </a:moveTo>
                <a:lnTo>
                  <a:pt x="1163288" y="1206258"/>
                </a:lnTo>
                <a:lnTo>
                  <a:pt x="1163116" y="1206500"/>
                </a:lnTo>
                <a:close/>
              </a:path>
              <a:path w="1214754" h="1297305">
                <a:moveTo>
                  <a:pt x="1157404" y="1213759"/>
                </a:moveTo>
                <a:lnTo>
                  <a:pt x="1157540" y="1213586"/>
                </a:lnTo>
                <a:lnTo>
                  <a:pt x="1157404" y="1213759"/>
                </a:lnTo>
                <a:close/>
              </a:path>
              <a:path w="1214754" h="1297305">
                <a:moveTo>
                  <a:pt x="1164412" y="1225067"/>
                </a:moveTo>
                <a:lnTo>
                  <a:pt x="1154810" y="1216761"/>
                </a:lnTo>
                <a:lnTo>
                  <a:pt x="1157404" y="1213759"/>
                </a:lnTo>
                <a:lnTo>
                  <a:pt x="1173487" y="1213827"/>
                </a:lnTo>
                <a:lnTo>
                  <a:pt x="1167244" y="1221790"/>
                </a:lnTo>
                <a:lnTo>
                  <a:pt x="1164412" y="1225067"/>
                </a:lnTo>
                <a:close/>
              </a:path>
              <a:path w="1214754" h="1297305">
                <a:moveTo>
                  <a:pt x="1131071" y="1245857"/>
                </a:moveTo>
                <a:lnTo>
                  <a:pt x="1123708" y="1245857"/>
                </a:lnTo>
                <a:lnTo>
                  <a:pt x="1128255" y="1242275"/>
                </a:lnTo>
                <a:lnTo>
                  <a:pt x="1131071" y="1245857"/>
                </a:lnTo>
                <a:close/>
              </a:path>
              <a:path w="1214754" h="1297305">
                <a:moveTo>
                  <a:pt x="1135315" y="1251254"/>
                </a:moveTo>
                <a:lnTo>
                  <a:pt x="1116101" y="1251254"/>
                </a:lnTo>
                <a:lnTo>
                  <a:pt x="1116355" y="1251089"/>
                </a:lnTo>
                <a:lnTo>
                  <a:pt x="1123950" y="1245666"/>
                </a:lnTo>
                <a:lnTo>
                  <a:pt x="1123708" y="1245857"/>
                </a:lnTo>
                <a:lnTo>
                  <a:pt x="1131071" y="1245857"/>
                </a:lnTo>
                <a:lnTo>
                  <a:pt x="1135315" y="1251254"/>
                </a:lnTo>
                <a:close/>
              </a:path>
              <a:path w="1214754" h="1297305">
                <a:moveTo>
                  <a:pt x="1116134" y="1251231"/>
                </a:moveTo>
                <a:lnTo>
                  <a:pt x="1116333" y="1251089"/>
                </a:lnTo>
                <a:lnTo>
                  <a:pt x="1116134" y="1251231"/>
                </a:lnTo>
                <a:close/>
              </a:path>
              <a:path w="1214754" h="1297305">
                <a:moveTo>
                  <a:pt x="1130913" y="1256296"/>
                </a:moveTo>
                <a:lnTo>
                  <a:pt x="1108227" y="1256296"/>
                </a:lnTo>
                <a:lnTo>
                  <a:pt x="1116134" y="1251231"/>
                </a:lnTo>
                <a:lnTo>
                  <a:pt x="1135315" y="1251254"/>
                </a:lnTo>
                <a:lnTo>
                  <a:pt x="1136103" y="1252258"/>
                </a:lnTo>
                <a:lnTo>
                  <a:pt x="1131430" y="1255928"/>
                </a:lnTo>
                <a:lnTo>
                  <a:pt x="1130913" y="1256296"/>
                </a:lnTo>
                <a:close/>
              </a:path>
              <a:path w="1214754" h="1297305">
                <a:moveTo>
                  <a:pt x="1124373" y="1260957"/>
                </a:moveTo>
                <a:lnTo>
                  <a:pt x="1100099" y="1260957"/>
                </a:lnTo>
                <a:lnTo>
                  <a:pt x="1100366" y="1260805"/>
                </a:lnTo>
                <a:lnTo>
                  <a:pt x="1108481" y="1256131"/>
                </a:lnTo>
                <a:lnTo>
                  <a:pt x="1108227" y="1256296"/>
                </a:lnTo>
                <a:lnTo>
                  <a:pt x="1130913" y="1256296"/>
                </a:lnTo>
                <a:lnTo>
                  <a:pt x="1124373" y="1260957"/>
                </a:lnTo>
                <a:close/>
              </a:path>
              <a:path w="1214754" h="1297305">
                <a:moveTo>
                  <a:pt x="1100347" y="1260814"/>
                </a:moveTo>
                <a:close/>
              </a:path>
              <a:path w="1214754" h="1297305">
                <a:moveTo>
                  <a:pt x="1117803" y="1265237"/>
                </a:moveTo>
                <a:lnTo>
                  <a:pt x="1091730" y="1265237"/>
                </a:lnTo>
                <a:lnTo>
                  <a:pt x="1092009" y="1265097"/>
                </a:lnTo>
                <a:lnTo>
                  <a:pt x="1100347" y="1260814"/>
                </a:lnTo>
                <a:lnTo>
                  <a:pt x="1100099" y="1260957"/>
                </a:lnTo>
                <a:lnTo>
                  <a:pt x="1124373" y="1260957"/>
                </a:lnTo>
                <a:lnTo>
                  <a:pt x="1123340" y="1261694"/>
                </a:lnTo>
                <a:lnTo>
                  <a:pt x="1117803" y="1265237"/>
                </a:lnTo>
                <a:close/>
              </a:path>
              <a:path w="1214754" h="1297305">
                <a:moveTo>
                  <a:pt x="1091948" y="1265125"/>
                </a:moveTo>
                <a:close/>
              </a:path>
              <a:path w="1214754" h="1297305">
                <a:moveTo>
                  <a:pt x="1091463" y="1279283"/>
                </a:moveTo>
                <a:lnTo>
                  <a:pt x="1086230" y="1267714"/>
                </a:lnTo>
                <a:lnTo>
                  <a:pt x="1091948" y="1265125"/>
                </a:lnTo>
                <a:lnTo>
                  <a:pt x="1091730" y="1265237"/>
                </a:lnTo>
                <a:lnTo>
                  <a:pt x="1117803" y="1265237"/>
                </a:lnTo>
                <a:lnTo>
                  <a:pt x="1114945" y="1267066"/>
                </a:lnTo>
                <a:lnTo>
                  <a:pt x="1106297" y="1272044"/>
                </a:lnTo>
                <a:lnTo>
                  <a:pt x="1097381" y="1276604"/>
                </a:lnTo>
                <a:lnTo>
                  <a:pt x="1091463" y="1279283"/>
                </a:lnTo>
                <a:close/>
              </a:path>
              <a:path w="1214754" h="1297305">
                <a:moveTo>
                  <a:pt x="1051574" y="1280375"/>
                </a:moveTo>
                <a:lnTo>
                  <a:pt x="1046733" y="1280375"/>
                </a:lnTo>
                <a:lnTo>
                  <a:pt x="1047038" y="1280312"/>
                </a:lnTo>
                <a:lnTo>
                  <a:pt x="1051331" y="1279321"/>
                </a:lnTo>
                <a:lnTo>
                  <a:pt x="1051574" y="1280375"/>
                </a:lnTo>
                <a:close/>
              </a:path>
              <a:path w="1214754" h="1297305">
                <a:moveTo>
                  <a:pt x="1046911" y="1280335"/>
                </a:moveTo>
                <a:lnTo>
                  <a:pt x="1047038" y="1280312"/>
                </a:lnTo>
                <a:lnTo>
                  <a:pt x="1046911" y="1280335"/>
                </a:lnTo>
                <a:close/>
              </a:path>
              <a:path w="1214754" h="1297305">
                <a:moveTo>
                  <a:pt x="1051968" y="1282077"/>
                </a:moveTo>
                <a:lnTo>
                  <a:pt x="1037183" y="1282077"/>
                </a:lnTo>
                <a:lnTo>
                  <a:pt x="1037501" y="1282026"/>
                </a:lnTo>
                <a:lnTo>
                  <a:pt x="1046911" y="1280335"/>
                </a:lnTo>
                <a:lnTo>
                  <a:pt x="1046733" y="1280375"/>
                </a:lnTo>
                <a:lnTo>
                  <a:pt x="1051574" y="1280375"/>
                </a:lnTo>
                <a:lnTo>
                  <a:pt x="1051968" y="1282077"/>
                </a:lnTo>
                <a:close/>
              </a:path>
              <a:path w="1214754" h="1297305">
                <a:moveTo>
                  <a:pt x="1037382" y="1282042"/>
                </a:moveTo>
                <a:close/>
              </a:path>
              <a:path w="1214754" h="1297305">
                <a:moveTo>
                  <a:pt x="1052252" y="1283309"/>
                </a:moveTo>
                <a:lnTo>
                  <a:pt x="1027468" y="1283309"/>
                </a:lnTo>
                <a:lnTo>
                  <a:pt x="1027709" y="1283284"/>
                </a:lnTo>
                <a:lnTo>
                  <a:pt x="1037382" y="1282042"/>
                </a:lnTo>
                <a:lnTo>
                  <a:pt x="1037183" y="1282077"/>
                </a:lnTo>
                <a:lnTo>
                  <a:pt x="1051968" y="1282077"/>
                </a:lnTo>
                <a:lnTo>
                  <a:pt x="1052252" y="1283309"/>
                </a:lnTo>
                <a:close/>
              </a:path>
              <a:path w="1214754" h="1297305">
                <a:moveTo>
                  <a:pt x="1027573" y="1283296"/>
                </a:moveTo>
                <a:lnTo>
                  <a:pt x="1027709" y="1283284"/>
                </a:lnTo>
                <a:lnTo>
                  <a:pt x="1027573" y="1283296"/>
                </a:lnTo>
                <a:close/>
              </a:path>
              <a:path w="1214754" h="1297305">
                <a:moveTo>
                  <a:pt x="1052349" y="1283728"/>
                </a:moveTo>
                <a:lnTo>
                  <a:pt x="1022642" y="1283728"/>
                </a:lnTo>
                <a:lnTo>
                  <a:pt x="1022807" y="1283716"/>
                </a:lnTo>
                <a:lnTo>
                  <a:pt x="1027573" y="1283296"/>
                </a:lnTo>
                <a:lnTo>
                  <a:pt x="1052252" y="1283309"/>
                </a:lnTo>
                <a:lnTo>
                  <a:pt x="1052349" y="1283728"/>
                </a:lnTo>
                <a:close/>
              </a:path>
              <a:path w="1214754" h="1297305">
                <a:moveTo>
                  <a:pt x="1022737" y="1283720"/>
                </a:moveTo>
                <a:close/>
              </a:path>
              <a:path w="1214754" h="1297305">
                <a:moveTo>
                  <a:pt x="1007833" y="1296987"/>
                </a:moveTo>
                <a:lnTo>
                  <a:pt x="1002347" y="1296987"/>
                </a:lnTo>
                <a:lnTo>
                  <a:pt x="1002347" y="1284287"/>
                </a:lnTo>
                <a:lnTo>
                  <a:pt x="1007706" y="1284287"/>
                </a:lnTo>
                <a:lnTo>
                  <a:pt x="1012888" y="1284224"/>
                </a:lnTo>
                <a:lnTo>
                  <a:pt x="1012723" y="1284224"/>
                </a:lnTo>
                <a:lnTo>
                  <a:pt x="1017854" y="1284033"/>
                </a:lnTo>
                <a:lnTo>
                  <a:pt x="1017701" y="1284033"/>
                </a:lnTo>
                <a:lnTo>
                  <a:pt x="1022737" y="1283720"/>
                </a:lnTo>
                <a:lnTo>
                  <a:pt x="1052349" y="1283728"/>
                </a:lnTo>
                <a:lnTo>
                  <a:pt x="1013117" y="1296924"/>
                </a:lnTo>
                <a:lnTo>
                  <a:pt x="1007833" y="1296987"/>
                </a:lnTo>
                <a:close/>
              </a:path>
              <a:path w="1214754" h="1297305">
                <a:moveTo>
                  <a:pt x="964247" y="1296987"/>
                </a:moveTo>
                <a:lnTo>
                  <a:pt x="913447" y="1296987"/>
                </a:lnTo>
                <a:lnTo>
                  <a:pt x="913447" y="1284287"/>
                </a:lnTo>
                <a:lnTo>
                  <a:pt x="964247" y="1284287"/>
                </a:lnTo>
                <a:lnTo>
                  <a:pt x="964247" y="1296987"/>
                </a:lnTo>
                <a:close/>
              </a:path>
              <a:path w="1214754" h="1297305">
                <a:moveTo>
                  <a:pt x="875347" y="1296987"/>
                </a:moveTo>
                <a:lnTo>
                  <a:pt x="824547" y="1296987"/>
                </a:lnTo>
                <a:lnTo>
                  <a:pt x="824547" y="1284287"/>
                </a:lnTo>
                <a:lnTo>
                  <a:pt x="875347" y="1284287"/>
                </a:lnTo>
                <a:lnTo>
                  <a:pt x="875347" y="1296987"/>
                </a:lnTo>
                <a:close/>
              </a:path>
              <a:path w="1214754" h="1297305">
                <a:moveTo>
                  <a:pt x="786447" y="1296987"/>
                </a:moveTo>
                <a:lnTo>
                  <a:pt x="735647" y="1296987"/>
                </a:lnTo>
                <a:lnTo>
                  <a:pt x="735647" y="1284287"/>
                </a:lnTo>
                <a:lnTo>
                  <a:pt x="786447" y="1284287"/>
                </a:lnTo>
                <a:lnTo>
                  <a:pt x="786447" y="1296987"/>
                </a:lnTo>
                <a:close/>
              </a:path>
              <a:path w="1214754" h="1297305">
                <a:moveTo>
                  <a:pt x="697547" y="1296987"/>
                </a:moveTo>
                <a:lnTo>
                  <a:pt x="646747" y="1296987"/>
                </a:lnTo>
                <a:lnTo>
                  <a:pt x="646747" y="1284287"/>
                </a:lnTo>
                <a:lnTo>
                  <a:pt x="697547" y="1284287"/>
                </a:lnTo>
                <a:lnTo>
                  <a:pt x="697547" y="1296987"/>
                </a:lnTo>
                <a:close/>
              </a:path>
              <a:path w="1214754" h="1297305">
                <a:moveTo>
                  <a:pt x="608647" y="1296987"/>
                </a:moveTo>
                <a:lnTo>
                  <a:pt x="557847" y="1296987"/>
                </a:lnTo>
                <a:lnTo>
                  <a:pt x="557847" y="1284287"/>
                </a:lnTo>
                <a:lnTo>
                  <a:pt x="608647" y="1284287"/>
                </a:lnTo>
                <a:lnTo>
                  <a:pt x="608647" y="1296987"/>
                </a:lnTo>
                <a:close/>
              </a:path>
              <a:path w="1214754" h="1297305">
                <a:moveTo>
                  <a:pt x="519747" y="1296987"/>
                </a:moveTo>
                <a:lnTo>
                  <a:pt x="468947" y="1296987"/>
                </a:lnTo>
                <a:lnTo>
                  <a:pt x="468947" y="1284287"/>
                </a:lnTo>
                <a:lnTo>
                  <a:pt x="519747" y="1284287"/>
                </a:lnTo>
                <a:lnTo>
                  <a:pt x="519747" y="1296987"/>
                </a:lnTo>
                <a:close/>
              </a:path>
              <a:path w="1214754" h="1297305">
                <a:moveTo>
                  <a:pt x="430847" y="1296987"/>
                </a:moveTo>
                <a:lnTo>
                  <a:pt x="380047" y="1296987"/>
                </a:lnTo>
                <a:lnTo>
                  <a:pt x="380047" y="1284287"/>
                </a:lnTo>
                <a:lnTo>
                  <a:pt x="430847" y="1284287"/>
                </a:lnTo>
                <a:lnTo>
                  <a:pt x="430847" y="1296987"/>
                </a:lnTo>
                <a:close/>
              </a:path>
              <a:path w="1214754" h="1297305">
                <a:moveTo>
                  <a:pt x="341947" y="1296987"/>
                </a:moveTo>
                <a:lnTo>
                  <a:pt x="291147" y="1296987"/>
                </a:lnTo>
                <a:lnTo>
                  <a:pt x="291147" y="1284287"/>
                </a:lnTo>
                <a:lnTo>
                  <a:pt x="341947" y="1284287"/>
                </a:lnTo>
                <a:lnTo>
                  <a:pt x="341947" y="1296987"/>
                </a:lnTo>
                <a:close/>
              </a:path>
              <a:path w="1214754" h="1297305">
                <a:moveTo>
                  <a:pt x="253047" y="1296987"/>
                </a:moveTo>
                <a:lnTo>
                  <a:pt x="206603" y="1296987"/>
                </a:lnTo>
                <a:lnTo>
                  <a:pt x="202171" y="1296936"/>
                </a:lnTo>
                <a:lnTo>
                  <a:pt x="202336" y="1284236"/>
                </a:lnTo>
                <a:lnTo>
                  <a:pt x="206717" y="1284287"/>
                </a:lnTo>
                <a:lnTo>
                  <a:pt x="253047" y="1284287"/>
                </a:lnTo>
                <a:lnTo>
                  <a:pt x="253047" y="1296987"/>
                </a:lnTo>
                <a:close/>
              </a:path>
              <a:path w="1214754" h="1297305">
                <a:moveTo>
                  <a:pt x="163042" y="1292339"/>
                </a:moveTo>
                <a:lnTo>
                  <a:pt x="126199" y="1280744"/>
                </a:lnTo>
                <a:lnTo>
                  <a:pt x="113804" y="1274940"/>
                </a:lnTo>
                <a:lnTo>
                  <a:pt x="119595" y="1263637"/>
                </a:lnTo>
                <a:lnTo>
                  <a:pt x="122435" y="1265097"/>
                </a:lnTo>
                <a:lnTo>
                  <a:pt x="131292" y="1269111"/>
                </a:lnTo>
                <a:lnTo>
                  <a:pt x="139817" y="1272463"/>
                </a:lnTo>
                <a:lnTo>
                  <a:pt x="140106" y="1272578"/>
                </a:lnTo>
                <a:lnTo>
                  <a:pt x="148860" y="1275524"/>
                </a:lnTo>
                <a:lnTo>
                  <a:pt x="158049" y="1278140"/>
                </a:lnTo>
                <a:lnTo>
                  <a:pt x="165900" y="1279969"/>
                </a:lnTo>
                <a:lnTo>
                  <a:pt x="163042" y="1292339"/>
                </a:lnTo>
                <a:close/>
              </a:path>
              <a:path w="1214754" h="1297305">
                <a:moveTo>
                  <a:pt x="131334" y="1269111"/>
                </a:moveTo>
                <a:lnTo>
                  <a:pt x="131013" y="1268983"/>
                </a:lnTo>
                <a:lnTo>
                  <a:pt x="131334" y="1269111"/>
                </a:lnTo>
                <a:close/>
              </a:path>
              <a:path w="1214754" h="1297305">
                <a:moveTo>
                  <a:pt x="140152" y="1272578"/>
                </a:moveTo>
                <a:lnTo>
                  <a:pt x="139834" y="1272470"/>
                </a:lnTo>
                <a:lnTo>
                  <a:pt x="140152" y="1272578"/>
                </a:lnTo>
                <a:close/>
              </a:path>
              <a:path w="1214754" h="1297305">
                <a:moveTo>
                  <a:pt x="80581" y="1254036"/>
                </a:moveTo>
                <a:lnTo>
                  <a:pt x="47193" y="1221790"/>
                </a:lnTo>
                <a:lnTo>
                  <a:pt x="43599" y="1217231"/>
                </a:lnTo>
                <a:lnTo>
                  <a:pt x="53594" y="1209382"/>
                </a:lnTo>
                <a:lnTo>
                  <a:pt x="56896" y="1213586"/>
                </a:lnTo>
                <a:lnTo>
                  <a:pt x="62984" y="1220635"/>
                </a:lnTo>
                <a:lnTo>
                  <a:pt x="69403" y="1227378"/>
                </a:lnTo>
                <a:lnTo>
                  <a:pt x="76139" y="1233805"/>
                </a:lnTo>
                <a:lnTo>
                  <a:pt x="83166" y="1239901"/>
                </a:lnTo>
                <a:lnTo>
                  <a:pt x="88430" y="1244041"/>
                </a:lnTo>
                <a:lnTo>
                  <a:pt x="80581" y="1254036"/>
                </a:lnTo>
                <a:close/>
              </a:path>
              <a:path w="1214754" h="1297305">
                <a:moveTo>
                  <a:pt x="22517" y="1184122"/>
                </a:moveTo>
                <a:lnTo>
                  <a:pt x="6502" y="1141983"/>
                </a:lnTo>
                <a:lnTo>
                  <a:pt x="4889" y="1134973"/>
                </a:lnTo>
                <a:lnTo>
                  <a:pt x="17259" y="1132116"/>
                </a:lnTo>
                <a:lnTo>
                  <a:pt x="18776" y="1138669"/>
                </a:lnTo>
                <a:lnTo>
                  <a:pt x="21376" y="1147864"/>
                </a:lnTo>
                <a:lnTo>
                  <a:pt x="24424" y="1156881"/>
                </a:lnTo>
                <a:lnTo>
                  <a:pt x="27893" y="1165694"/>
                </a:lnTo>
                <a:lnTo>
                  <a:pt x="31763" y="1174280"/>
                </a:lnTo>
                <a:lnTo>
                  <a:pt x="33820" y="1178331"/>
                </a:lnTo>
                <a:lnTo>
                  <a:pt x="22517" y="1184122"/>
                </a:lnTo>
                <a:close/>
              </a:path>
              <a:path w="1214754" h="1297305">
                <a:moveTo>
                  <a:pt x="18846" y="1138974"/>
                </a:moveTo>
                <a:lnTo>
                  <a:pt x="18757" y="1138669"/>
                </a:lnTo>
                <a:lnTo>
                  <a:pt x="18846" y="1138974"/>
                </a:lnTo>
                <a:close/>
              </a:path>
              <a:path w="1214754" h="1297305">
                <a:moveTo>
                  <a:pt x="21477" y="1148168"/>
                </a:moveTo>
                <a:lnTo>
                  <a:pt x="21387" y="1147903"/>
                </a:lnTo>
                <a:lnTo>
                  <a:pt x="21477" y="1148168"/>
                </a:lnTo>
                <a:close/>
              </a:path>
              <a:path w="1214754" h="1297305">
                <a:moveTo>
                  <a:pt x="24516" y="1157152"/>
                </a:moveTo>
                <a:lnTo>
                  <a:pt x="24409" y="1156881"/>
                </a:lnTo>
                <a:lnTo>
                  <a:pt x="24516" y="1157152"/>
                </a:lnTo>
                <a:close/>
              </a:path>
              <a:path w="1214754" h="1297305">
                <a:moveTo>
                  <a:pt x="28003" y="1165974"/>
                </a:moveTo>
                <a:lnTo>
                  <a:pt x="27876" y="1165694"/>
                </a:lnTo>
                <a:lnTo>
                  <a:pt x="28003" y="11659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783323" y="1639093"/>
            <a:ext cx="1324610" cy="0"/>
          </a:xfrm>
          <a:custGeom>
            <a:avLst/>
            <a:gdLst/>
            <a:ahLst/>
            <a:cxnLst/>
            <a:rect l="l" t="t" r="r" b="b"/>
            <a:pathLst>
              <a:path w="1324609" h="0">
                <a:moveTo>
                  <a:pt x="0" y="0"/>
                </a:moveTo>
                <a:lnTo>
                  <a:pt x="1324038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818062" y="1639093"/>
            <a:ext cx="1365250" cy="0"/>
          </a:xfrm>
          <a:custGeom>
            <a:avLst/>
            <a:gdLst/>
            <a:ahLst/>
            <a:cxnLst/>
            <a:rect l="l" t="t" r="r" b="b"/>
            <a:pathLst>
              <a:path w="1365250" h="0">
                <a:moveTo>
                  <a:pt x="0" y="0"/>
                </a:moveTo>
                <a:lnTo>
                  <a:pt x="1364805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832350" y="2470943"/>
            <a:ext cx="3289300" cy="0"/>
          </a:xfrm>
          <a:custGeom>
            <a:avLst/>
            <a:gdLst/>
            <a:ahLst/>
            <a:cxnLst/>
            <a:rect l="l" t="t" r="r" b="b"/>
            <a:pathLst>
              <a:path w="3289300" h="0">
                <a:moveTo>
                  <a:pt x="0" y="0"/>
                </a:moveTo>
                <a:lnTo>
                  <a:pt x="3289300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182867" y="1583436"/>
            <a:ext cx="600710" cy="123825"/>
          </a:xfrm>
          <a:custGeom>
            <a:avLst/>
            <a:gdLst/>
            <a:ahLst/>
            <a:cxnLst/>
            <a:rect l="l" t="t" r="r" b="b"/>
            <a:pathLst>
              <a:path w="600709" h="123825">
                <a:moveTo>
                  <a:pt x="0" y="0"/>
                </a:moveTo>
                <a:lnTo>
                  <a:pt x="600456" y="0"/>
                </a:lnTo>
                <a:lnTo>
                  <a:pt x="600456" y="123443"/>
                </a:lnTo>
                <a:lnTo>
                  <a:pt x="0" y="1234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169025" y="1568450"/>
            <a:ext cx="628650" cy="152400"/>
          </a:xfrm>
          <a:custGeom>
            <a:avLst/>
            <a:gdLst/>
            <a:ahLst/>
            <a:cxnLst/>
            <a:rect l="l" t="t" r="r" b="b"/>
            <a:pathLst>
              <a:path w="628650" h="152400">
                <a:moveTo>
                  <a:pt x="628650" y="152400"/>
                </a:moveTo>
                <a:lnTo>
                  <a:pt x="0" y="152400"/>
                </a:lnTo>
                <a:lnTo>
                  <a:pt x="0" y="0"/>
                </a:lnTo>
                <a:lnTo>
                  <a:pt x="628650" y="0"/>
                </a:lnTo>
                <a:lnTo>
                  <a:pt x="62865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23825"/>
                </a:lnTo>
                <a:lnTo>
                  <a:pt x="14287" y="123825"/>
                </a:lnTo>
                <a:lnTo>
                  <a:pt x="28575" y="138112"/>
                </a:lnTo>
                <a:lnTo>
                  <a:pt x="628650" y="138112"/>
                </a:lnTo>
                <a:lnTo>
                  <a:pt x="628650" y="152400"/>
                </a:lnTo>
                <a:close/>
              </a:path>
              <a:path w="628650" h="15240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628650" h="152400">
                <a:moveTo>
                  <a:pt x="60007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600075" y="14287"/>
                </a:lnTo>
                <a:lnTo>
                  <a:pt x="600075" y="28575"/>
                </a:lnTo>
                <a:close/>
              </a:path>
              <a:path w="628650" h="152400">
                <a:moveTo>
                  <a:pt x="600075" y="138112"/>
                </a:moveTo>
                <a:lnTo>
                  <a:pt x="600075" y="14287"/>
                </a:lnTo>
                <a:lnTo>
                  <a:pt x="614362" y="28575"/>
                </a:lnTo>
                <a:lnTo>
                  <a:pt x="628650" y="28575"/>
                </a:lnTo>
                <a:lnTo>
                  <a:pt x="628650" y="123825"/>
                </a:lnTo>
                <a:lnTo>
                  <a:pt x="614362" y="123825"/>
                </a:lnTo>
                <a:lnTo>
                  <a:pt x="600075" y="138112"/>
                </a:lnTo>
                <a:close/>
              </a:path>
              <a:path w="628650" h="152400">
                <a:moveTo>
                  <a:pt x="628650" y="28575"/>
                </a:moveTo>
                <a:lnTo>
                  <a:pt x="614362" y="28575"/>
                </a:lnTo>
                <a:lnTo>
                  <a:pt x="600075" y="14287"/>
                </a:lnTo>
                <a:lnTo>
                  <a:pt x="628650" y="14287"/>
                </a:lnTo>
                <a:lnTo>
                  <a:pt x="628650" y="28575"/>
                </a:lnTo>
                <a:close/>
              </a:path>
              <a:path w="628650" h="152400">
                <a:moveTo>
                  <a:pt x="28575" y="138112"/>
                </a:moveTo>
                <a:lnTo>
                  <a:pt x="14287" y="123825"/>
                </a:lnTo>
                <a:lnTo>
                  <a:pt x="28575" y="123825"/>
                </a:lnTo>
                <a:lnTo>
                  <a:pt x="28575" y="138112"/>
                </a:lnTo>
                <a:close/>
              </a:path>
              <a:path w="628650" h="152400">
                <a:moveTo>
                  <a:pt x="600075" y="138112"/>
                </a:moveTo>
                <a:lnTo>
                  <a:pt x="28575" y="138112"/>
                </a:lnTo>
                <a:lnTo>
                  <a:pt x="28575" y="123825"/>
                </a:lnTo>
                <a:lnTo>
                  <a:pt x="600075" y="123825"/>
                </a:lnTo>
                <a:lnTo>
                  <a:pt x="600075" y="138112"/>
                </a:lnTo>
                <a:close/>
              </a:path>
              <a:path w="628650" h="152400">
                <a:moveTo>
                  <a:pt x="628650" y="138112"/>
                </a:moveTo>
                <a:lnTo>
                  <a:pt x="600075" y="138112"/>
                </a:lnTo>
                <a:lnTo>
                  <a:pt x="614362" y="123825"/>
                </a:lnTo>
                <a:lnTo>
                  <a:pt x="628650" y="123825"/>
                </a:lnTo>
                <a:lnTo>
                  <a:pt x="628650" y="1381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8417877" y="1908162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用户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764915" y="1908162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发电厂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331775" y="1661161"/>
            <a:ext cx="270510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spc="-40" i="1">
                <a:latin typeface="微软雅黑"/>
                <a:cs typeface="微软雅黑"/>
              </a:rPr>
              <a:t>r</a:t>
            </a:r>
            <a:endParaRPr sz="2500">
              <a:latin typeface="微软雅黑"/>
              <a:cs typeface="微软雅黑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867370" y="2093810"/>
            <a:ext cx="199390" cy="23367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15">
                <a:latin typeface="宋体"/>
                <a:cs typeface="宋体"/>
              </a:rPr>
              <a:t>用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681658" y="1889696"/>
            <a:ext cx="24066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50" spc="-10" i="1">
                <a:latin typeface="Times New Roman"/>
                <a:cs typeface="Times New Roman"/>
              </a:rPr>
              <a:t>U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635491" y="1638300"/>
            <a:ext cx="97790" cy="831850"/>
          </a:xfrm>
          <a:custGeom>
            <a:avLst/>
            <a:gdLst/>
            <a:ahLst/>
            <a:cxnLst/>
            <a:rect l="l" t="t" r="r" b="b"/>
            <a:pathLst>
              <a:path w="97790" h="831850">
                <a:moveTo>
                  <a:pt x="4460" y="87452"/>
                </a:moveTo>
                <a:lnTo>
                  <a:pt x="3063" y="86969"/>
                </a:lnTo>
                <a:lnTo>
                  <a:pt x="1945" y="85979"/>
                </a:lnTo>
                <a:lnTo>
                  <a:pt x="1298" y="84645"/>
                </a:lnTo>
                <a:lnTo>
                  <a:pt x="1209" y="83159"/>
                </a:lnTo>
                <a:lnTo>
                  <a:pt x="1704" y="81749"/>
                </a:lnTo>
                <a:lnTo>
                  <a:pt x="49596" y="0"/>
                </a:lnTo>
                <a:lnTo>
                  <a:pt x="53985" y="7556"/>
                </a:lnTo>
                <a:lnTo>
                  <a:pt x="45773" y="7556"/>
                </a:lnTo>
                <a:lnTo>
                  <a:pt x="45742" y="21654"/>
                </a:lnTo>
                <a:lnTo>
                  <a:pt x="8270" y="85598"/>
                </a:lnTo>
                <a:lnTo>
                  <a:pt x="7292" y="86715"/>
                </a:lnTo>
                <a:lnTo>
                  <a:pt x="5946" y="87363"/>
                </a:lnTo>
                <a:lnTo>
                  <a:pt x="4460" y="87452"/>
                </a:lnTo>
                <a:close/>
              </a:path>
              <a:path w="97790" h="831850">
                <a:moveTo>
                  <a:pt x="45746" y="21647"/>
                </a:moveTo>
                <a:lnTo>
                  <a:pt x="45773" y="7556"/>
                </a:lnTo>
                <a:lnTo>
                  <a:pt x="53393" y="7569"/>
                </a:lnTo>
                <a:lnTo>
                  <a:pt x="53389" y="9474"/>
                </a:lnTo>
                <a:lnTo>
                  <a:pt x="46294" y="9474"/>
                </a:lnTo>
                <a:lnTo>
                  <a:pt x="49572" y="15119"/>
                </a:lnTo>
                <a:lnTo>
                  <a:pt x="45746" y="21647"/>
                </a:lnTo>
                <a:close/>
              </a:path>
              <a:path w="97790" h="831850">
                <a:moveTo>
                  <a:pt x="94389" y="87617"/>
                </a:moveTo>
                <a:lnTo>
                  <a:pt x="92915" y="87528"/>
                </a:lnTo>
                <a:lnTo>
                  <a:pt x="91569" y="86880"/>
                </a:lnTo>
                <a:lnTo>
                  <a:pt x="90591" y="85763"/>
                </a:lnTo>
                <a:lnTo>
                  <a:pt x="53366" y="21654"/>
                </a:lnTo>
                <a:lnTo>
                  <a:pt x="53393" y="7569"/>
                </a:lnTo>
                <a:lnTo>
                  <a:pt x="45773" y="7556"/>
                </a:lnTo>
                <a:lnTo>
                  <a:pt x="53992" y="7569"/>
                </a:lnTo>
                <a:lnTo>
                  <a:pt x="97183" y="81927"/>
                </a:lnTo>
                <a:lnTo>
                  <a:pt x="97604" y="83159"/>
                </a:lnTo>
                <a:lnTo>
                  <a:pt x="97564" y="84823"/>
                </a:lnTo>
                <a:lnTo>
                  <a:pt x="96916" y="86156"/>
                </a:lnTo>
                <a:lnTo>
                  <a:pt x="95798" y="87134"/>
                </a:lnTo>
                <a:lnTo>
                  <a:pt x="94389" y="87617"/>
                </a:lnTo>
                <a:close/>
              </a:path>
              <a:path w="97790" h="831850">
                <a:moveTo>
                  <a:pt x="49572" y="15119"/>
                </a:moveTo>
                <a:lnTo>
                  <a:pt x="46294" y="9474"/>
                </a:lnTo>
                <a:lnTo>
                  <a:pt x="52872" y="9486"/>
                </a:lnTo>
                <a:lnTo>
                  <a:pt x="49572" y="15119"/>
                </a:lnTo>
                <a:close/>
              </a:path>
              <a:path w="97790" h="831850">
                <a:moveTo>
                  <a:pt x="53366" y="21654"/>
                </a:moveTo>
                <a:lnTo>
                  <a:pt x="49572" y="15119"/>
                </a:lnTo>
                <a:lnTo>
                  <a:pt x="52872" y="9486"/>
                </a:lnTo>
                <a:lnTo>
                  <a:pt x="46294" y="9474"/>
                </a:lnTo>
                <a:lnTo>
                  <a:pt x="53389" y="9474"/>
                </a:lnTo>
                <a:lnTo>
                  <a:pt x="53366" y="21654"/>
                </a:lnTo>
                <a:close/>
              </a:path>
              <a:path w="97790" h="831850">
                <a:moveTo>
                  <a:pt x="48038" y="816720"/>
                </a:moveTo>
                <a:lnTo>
                  <a:pt x="44252" y="810202"/>
                </a:lnTo>
                <a:lnTo>
                  <a:pt x="44364" y="744232"/>
                </a:lnTo>
                <a:lnTo>
                  <a:pt x="45746" y="21647"/>
                </a:lnTo>
                <a:lnTo>
                  <a:pt x="49572" y="15119"/>
                </a:lnTo>
                <a:lnTo>
                  <a:pt x="53362" y="21647"/>
                </a:lnTo>
                <a:lnTo>
                  <a:pt x="51858" y="810202"/>
                </a:lnTo>
                <a:lnTo>
                  <a:pt x="48038" y="816720"/>
                </a:lnTo>
                <a:close/>
              </a:path>
              <a:path w="97790" h="831850">
                <a:moveTo>
                  <a:pt x="48008" y="831850"/>
                </a:moveTo>
                <a:lnTo>
                  <a:pt x="421" y="749922"/>
                </a:lnTo>
                <a:lnTo>
                  <a:pt x="0" y="748690"/>
                </a:lnTo>
                <a:lnTo>
                  <a:pt x="40" y="747026"/>
                </a:lnTo>
                <a:lnTo>
                  <a:pt x="688" y="745693"/>
                </a:lnTo>
                <a:lnTo>
                  <a:pt x="1806" y="744715"/>
                </a:lnTo>
                <a:lnTo>
                  <a:pt x="3215" y="744232"/>
                </a:lnTo>
                <a:lnTo>
                  <a:pt x="4701" y="744321"/>
                </a:lnTo>
                <a:lnTo>
                  <a:pt x="6035" y="744969"/>
                </a:lnTo>
                <a:lnTo>
                  <a:pt x="7013" y="746086"/>
                </a:lnTo>
                <a:lnTo>
                  <a:pt x="44238" y="810177"/>
                </a:lnTo>
                <a:lnTo>
                  <a:pt x="44211" y="824280"/>
                </a:lnTo>
                <a:lnTo>
                  <a:pt x="52435" y="824293"/>
                </a:lnTo>
                <a:lnTo>
                  <a:pt x="48008" y="831850"/>
                </a:lnTo>
                <a:close/>
              </a:path>
              <a:path w="97790" h="831850">
                <a:moveTo>
                  <a:pt x="52435" y="824293"/>
                </a:moveTo>
                <a:lnTo>
                  <a:pt x="51831" y="824293"/>
                </a:lnTo>
                <a:lnTo>
                  <a:pt x="51872" y="810177"/>
                </a:lnTo>
                <a:lnTo>
                  <a:pt x="89334" y="746251"/>
                </a:lnTo>
                <a:lnTo>
                  <a:pt x="90312" y="745134"/>
                </a:lnTo>
                <a:lnTo>
                  <a:pt x="91658" y="744486"/>
                </a:lnTo>
                <a:lnTo>
                  <a:pt x="93144" y="744397"/>
                </a:lnTo>
                <a:lnTo>
                  <a:pt x="94541" y="744880"/>
                </a:lnTo>
                <a:lnTo>
                  <a:pt x="95659" y="745870"/>
                </a:lnTo>
                <a:lnTo>
                  <a:pt x="96306" y="747217"/>
                </a:lnTo>
                <a:lnTo>
                  <a:pt x="96395" y="748690"/>
                </a:lnTo>
                <a:lnTo>
                  <a:pt x="95900" y="750100"/>
                </a:lnTo>
                <a:lnTo>
                  <a:pt x="52435" y="824293"/>
                </a:lnTo>
                <a:close/>
              </a:path>
              <a:path w="97790" h="831850">
                <a:moveTo>
                  <a:pt x="51831" y="824293"/>
                </a:moveTo>
                <a:lnTo>
                  <a:pt x="44211" y="824280"/>
                </a:lnTo>
                <a:lnTo>
                  <a:pt x="44238" y="810177"/>
                </a:lnTo>
                <a:lnTo>
                  <a:pt x="48038" y="816720"/>
                </a:lnTo>
                <a:lnTo>
                  <a:pt x="44732" y="822363"/>
                </a:lnTo>
                <a:lnTo>
                  <a:pt x="51834" y="822375"/>
                </a:lnTo>
                <a:lnTo>
                  <a:pt x="51831" y="824293"/>
                </a:lnTo>
                <a:close/>
              </a:path>
              <a:path w="97790" h="831850">
                <a:moveTo>
                  <a:pt x="51834" y="822375"/>
                </a:moveTo>
                <a:lnTo>
                  <a:pt x="51315" y="822363"/>
                </a:lnTo>
                <a:lnTo>
                  <a:pt x="48038" y="816720"/>
                </a:lnTo>
                <a:lnTo>
                  <a:pt x="51858" y="810202"/>
                </a:lnTo>
                <a:lnTo>
                  <a:pt x="51834" y="822375"/>
                </a:lnTo>
                <a:close/>
              </a:path>
              <a:path w="97790" h="831850">
                <a:moveTo>
                  <a:pt x="51323" y="822375"/>
                </a:moveTo>
                <a:lnTo>
                  <a:pt x="44732" y="822363"/>
                </a:lnTo>
                <a:lnTo>
                  <a:pt x="48038" y="816720"/>
                </a:lnTo>
                <a:lnTo>
                  <a:pt x="51323" y="8223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851016" y="1652587"/>
            <a:ext cx="97790" cy="831850"/>
          </a:xfrm>
          <a:custGeom>
            <a:avLst/>
            <a:gdLst/>
            <a:ahLst/>
            <a:cxnLst/>
            <a:rect l="l" t="t" r="r" b="b"/>
            <a:pathLst>
              <a:path w="97789" h="831850">
                <a:moveTo>
                  <a:pt x="4460" y="87452"/>
                </a:moveTo>
                <a:lnTo>
                  <a:pt x="3063" y="86969"/>
                </a:lnTo>
                <a:lnTo>
                  <a:pt x="1945" y="85979"/>
                </a:lnTo>
                <a:lnTo>
                  <a:pt x="1298" y="84645"/>
                </a:lnTo>
                <a:lnTo>
                  <a:pt x="1209" y="83159"/>
                </a:lnTo>
                <a:lnTo>
                  <a:pt x="1704" y="81749"/>
                </a:lnTo>
                <a:lnTo>
                  <a:pt x="49596" y="0"/>
                </a:lnTo>
                <a:lnTo>
                  <a:pt x="53985" y="7556"/>
                </a:lnTo>
                <a:lnTo>
                  <a:pt x="45773" y="7556"/>
                </a:lnTo>
                <a:lnTo>
                  <a:pt x="45731" y="21672"/>
                </a:lnTo>
                <a:lnTo>
                  <a:pt x="8270" y="85598"/>
                </a:lnTo>
                <a:lnTo>
                  <a:pt x="7292" y="86715"/>
                </a:lnTo>
                <a:lnTo>
                  <a:pt x="5946" y="87363"/>
                </a:lnTo>
                <a:lnTo>
                  <a:pt x="4460" y="87452"/>
                </a:lnTo>
                <a:close/>
              </a:path>
              <a:path w="97789" h="831850">
                <a:moveTo>
                  <a:pt x="45746" y="21647"/>
                </a:moveTo>
                <a:lnTo>
                  <a:pt x="45773" y="7556"/>
                </a:lnTo>
                <a:lnTo>
                  <a:pt x="53393" y="7569"/>
                </a:lnTo>
                <a:lnTo>
                  <a:pt x="53389" y="9474"/>
                </a:lnTo>
                <a:lnTo>
                  <a:pt x="46281" y="9474"/>
                </a:lnTo>
                <a:lnTo>
                  <a:pt x="49566" y="15129"/>
                </a:lnTo>
                <a:lnTo>
                  <a:pt x="45746" y="21647"/>
                </a:lnTo>
                <a:close/>
              </a:path>
              <a:path w="97789" h="831850">
                <a:moveTo>
                  <a:pt x="94389" y="87617"/>
                </a:moveTo>
                <a:lnTo>
                  <a:pt x="92915" y="87528"/>
                </a:lnTo>
                <a:lnTo>
                  <a:pt x="91569" y="86880"/>
                </a:lnTo>
                <a:lnTo>
                  <a:pt x="90591" y="85763"/>
                </a:lnTo>
                <a:lnTo>
                  <a:pt x="53366" y="21672"/>
                </a:lnTo>
                <a:lnTo>
                  <a:pt x="53393" y="7569"/>
                </a:lnTo>
                <a:lnTo>
                  <a:pt x="45773" y="7556"/>
                </a:lnTo>
                <a:lnTo>
                  <a:pt x="53992" y="7569"/>
                </a:lnTo>
                <a:lnTo>
                  <a:pt x="97183" y="81927"/>
                </a:lnTo>
                <a:lnTo>
                  <a:pt x="97604" y="83159"/>
                </a:lnTo>
                <a:lnTo>
                  <a:pt x="97564" y="84823"/>
                </a:lnTo>
                <a:lnTo>
                  <a:pt x="96916" y="86156"/>
                </a:lnTo>
                <a:lnTo>
                  <a:pt x="95798" y="87147"/>
                </a:lnTo>
                <a:lnTo>
                  <a:pt x="94389" y="87617"/>
                </a:lnTo>
                <a:close/>
              </a:path>
              <a:path w="97789" h="831850">
                <a:moveTo>
                  <a:pt x="49566" y="15129"/>
                </a:moveTo>
                <a:lnTo>
                  <a:pt x="46281" y="9474"/>
                </a:lnTo>
                <a:lnTo>
                  <a:pt x="52872" y="9486"/>
                </a:lnTo>
                <a:lnTo>
                  <a:pt x="49566" y="15129"/>
                </a:lnTo>
                <a:close/>
              </a:path>
              <a:path w="97789" h="831850">
                <a:moveTo>
                  <a:pt x="53366" y="21672"/>
                </a:moveTo>
                <a:lnTo>
                  <a:pt x="49566" y="15129"/>
                </a:lnTo>
                <a:lnTo>
                  <a:pt x="52872" y="9486"/>
                </a:lnTo>
                <a:lnTo>
                  <a:pt x="46281" y="9474"/>
                </a:lnTo>
                <a:lnTo>
                  <a:pt x="53389" y="9474"/>
                </a:lnTo>
                <a:lnTo>
                  <a:pt x="53366" y="21672"/>
                </a:lnTo>
                <a:close/>
              </a:path>
              <a:path w="97789" h="831850">
                <a:moveTo>
                  <a:pt x="48038" y="816720"/>
                </a:moveTo>
                <a:lnTo>
                  <a:pt x="44252" y="810202"/>
                </a:lnTo>
                <a:lnTo>
                  <a:pt x="44364" y="744232"/>
                </a:lnTo>
                <a:lnTo>
                  <a:pt x="45746" y="21647"/>
                </a:lnTo>
                <a:lnTo>
                  <a:pt x="49566" y="15129"/>
                </a:lnTo>
                <a:lnTo>
                  <a:pt x="53351" y="21647"/>
                </a:lnTo>
                <a:lnTo>
                  <a:pt x="53240" y="87617"/>
                </a:lnTo>
                <a:lnTo>
                  <a:pt x="51858" y="810202"/>
                </a:lnTo>
                <a:lnTo>
                  <a:pt x="48038" y="816720"/>
                </a:lnTo>
                <a:close/>
              </a:path>
              <a:path w="97789" h="831850">
                <a:moveTo>
                  <a:pt x="48008" y="831850"/>
                </a:moveTo>
                <a:lnTo>
                  <a:pt x="421" y="749922"/>
                </a:lnTo>
                <a:lnTo>
                  <a:pt x="0" y="748690"/>
                </a:lnTo>
                <a:lnTo>
                  <a:pt x="40" y="747026"/>
                </a:lnTo>
                <a:lnTo>
                  <a:pt x="688" y="745693"/>
                </a:lnTo>
                <a:lnTo>
                  <a:pt x="1806" y="744715"/>
                </a:lnTo>
                <a:lnTo>
                  <a:pt x="3215" y="744232"/>
                </a:lnTo>
                <a:lnTo>
                  <a:pt x="4688" y="744321"/>
                </a:lnTo>
                <a:lnTo>
                  <a:pt x="6035" y="744982"/>
                </a:lnTo>
                <a:lnTo>
                  <a:pt x="7013" y="746086"/>
                </a:lnTo>
                <a:lnTo>
                  <a:pt x="44238" y="810177"/>
                </a:lnTo>
                <a:lnTo>
                  <a:pt x="44211" y="824280"/>
                </a:lnTo>
                <a:lnTo>
                  <a:pt x="52435" y="824293"/>
                </a:lnTo>
                <a:lnTo>
                  <a:pt x="48008" y="831850"/>
                </a:lnTo>
                <a:close/>
              </a:path>
              <a:path w="97789" h="831850">
                <a:moveTo>
                  <a:pt x="52435" y="824293"/>
                </a:moveTo>
                <a:lnTo>
                  <a:pt x="51831" y="824293"/>
                </a:lnTo>
                <a:lnTo>
                  <a:pt x="51872" y="810177"/>
                </a:lnTo>
                <a:lnTo>
                  <a:pt x="89334" y="746251"/>
                </a:lnTo>
                <a:lnTo>
                  <a:pt x="90312" y="745134"/>
                </a:lnTo>
                <a:lnTo>
                  <a:pt x="91658" y="744486"/>
                </a:lnTo>
                <a:lnTo>
                  <a:pt x="93144" y="744397"/>
                </a:lnTo>
                <a:lnTo>
                  <a:pt x="94541" y="744893"/>
                </a:lnTo>
                <a:lnTo>
                  <a:pt x="95659" y="745870"/>
                </a:lnTo>
                <a:lnTo>
                  <a:pt x="96306" y="747217"/>
                </a:lnTo>
                <a:lnTo>
                  <a:pt x="96395" y="748690"/>
                </a:lnTo>
                <a:lnTo>
                  <a:pt x="95900" y="750100"/>
                </a:lnTo>
                <a:lnTo>
                  <a:pt x="52435" y="824293"/>
                </a:lnTo>
                <a:close/>
              </a:path>
              <a:path w="97789" h="831850">
                <a:moveTo>
                  <a:pt x="51831" y="824293"/>
                </a:moveTo>
                <a:lnTo>
                  <a:pt x="44211" y="824280"/>
                </a:lnTo>
                <a:lnTo>
                  <a:pt x="44238" y="810177"/>
                </a:lnTo>
                <a:lnTo>
                  <a:pt x="48038" y="816720"/>
                </a:lnTo>
                <a:lnTo>
                  <a:pt x="44732" y="822363"/>
                </a:lnTo>
                <a:lnTo>
                  <a:pt x="51834" y="822375"/>
                </a:lnTo>
                <a:lnTo>
                  <a:pt x="51831" y="824293"/>
                </a:lnTo>
                <a:close/>
              </a:path>
              <a:path w="97789" h="831850">
                <a:moveTo>
                  <a:pt x="51834" y="822375"/>
                </a:moveTo>
                <a:lnTo>
                  <a:pt x="51315" y="822363"/>
                </a:lnTo>
                <a:lnTo>
                  <a:pt x="48038" y="816720"/>
                </a:lnTo>
                <a:lnTo>
                  <a:pt x="51858" y="810202"/>
                </a:lnTo>
                <a:lnTo>
                  <a:pt x="51834" y="822375"/>
                </a:lnTo>
                <a:close/>
              </a:path>
              <a:path w="97789" h="831850">
                <a:moveTo>
                  <a:pt x="51323" y="822375"/>
                </a:moveTo>
                <a:lnTo>
                  <a:pt x="44732" y="822363"/>
                </a:lnTo>
                <a:lnTo>
                  <a:pt x="48038" y="816720"/>
                </a:lnTo>
                <a:lnTo>
                  <a:pt x="51323" y="8223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4955247" y="1694878"/>
            <a:ext cx="261620" cy="753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53340">
              <a:lnSpc>
                <a:spcPts val="2920"/>
              </a:lnSpc>
              <a:spcBef>
                <a:spcPts val="105"/>
              </a:spcBef>
            </a:pPr>
            <a:r>
              <a:rPr dirty="0" sz="2350" spc="-5" i="1">
                <a:latin typeface="Times New Roman"/>
                <a:cs typeface="Times New Roman"/>
              </a:rPr>
              <a:t>P </a:t>
            </a:r>
            <a:r>
              <a:rPr dirty="0" sz="2350" spc="-5" i="1">
                <a:latin typeface="Times New Roman"/>
                <a:cs typeface="Times New Roman"/>
              </a:rPr>
              <a:t> </a:t>
            </a:r>
            <a:r>
              <a:rPr dirty="0" sz="2350" spc="-10" i="1">
                <a:latin typeface="Times New Roman"/>
                <a:cs typeface="Times New Roman"/>
              </a:rPr>
              <a:t>U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045993" y="1323898"/>
            <a:ext cx="0" cy="306705"/>
          </a:xfrm>
          <a:custGeom>
            <a:avLst/>
            <a:gdLst/>
            <a:ahLst/>
            <a:cxnLst/>
            <a:rect l="l" t="t" r="r" b="b"/>
            <a:pathLst>
              <a:path w="0" h="306705">
                <a:moveTo>
                  <a:pt x="0" y="0"/>
                </a:moveTo>
                <a:lnTo>
                  <a:pt x="0" y="306539"/>
                </a:lnTo>
              </a:path>
            </a:pathLst>
          </a:custGeom>
          <a:ln w="301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920706" y="1323898"/>
            <a:ext cx="0" cy="306705"/>
          </a:xfrm>
          <a:custGeom>
            <a:avLst/>
            <a:gdLst/>
            <a:ahLst/>
            <a:cxnLst/>
            <a:rect l="l" t="t" r="r" b="b"/>
            <a:pathLst>
              <a:path w="0" h="306705">
                <a:moveTo>
                  <a:pt x="0" y="0"/>
                </a:moveTo>
                <a:lnTo>
                  <a:pt x="0" y="306539"/>
                </a:lnTo>
              </a:path>
            </a:pathLst>
          </a:custGeom>
          <a:ln w="301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073775" y="1300365"/>
            <a:ext cx="828675" cy="102870"/>
          </a:xfrm>
          <a:custGeom>
            <a:avLst/>
            <a:gdLst/>
            <a:ahLst/>
            <a:cxnLst/>
            <a:rect l="l" t="t" r="r" b="b"/>
            <a:pathLst>
              <a:path w="828675" h="102869">
                <a:moveTo>
                  <a:pt x="89344" y="101536"/>
                </a:moveTo>
                <a:lnTo>
                  <a:pt x="87350" y="101422"/>
                </a:lnTo>
                <a:lnTo>
                  <a:pt x="85509" y="100698"/>
                </a:lnTo>
                <a:lnTo>
                  <a:pt x="0" y="50596"/>
                </a:lnTo>
                <a:lnTo>
                  <a:pt x="85699" y="825"/>
                </a:lnTo>
                <a:lnTo>
                  <a:pt x="87553" y="114"/>
                </a:lnTo>
                <a:lnTo>
                  <a:pt x="89535" y="0"/>
                </a:lnTo>
                <a:lnTo>
                  <a:pt x="91452" y="507"/>
                </a:lnTo>
                <a:lnTo>
                  <a:pt x="93129" y="1587"/>
                </a:lnTo>
                <a:lnTo>
                  <a:pt x="94373" y="3124"/>
                </a:lnTo>
                <a:lnTo>
                  <a:pt x="95097" y="4978"/>
                </a:lnTo>
                <a:lnTo>
                  <a:pt x="95199" y="6959"/>
                </a:lnTo>
                <a:lnTo>
                  <a:pt x="94691" y="8889"/>
                </a:lnTo>
                <a:lnTo>
                  <a:pt x="93611" y="10553"/>
                </a:lnTo>
                <a:lnTo>
                  <a:pt x="92075" y="11810"/>
                </a:lnTo>
                <a:lnTo>
                  <a:pt x="36170" y="44272"/>
                </a:lnTo>
                <a:lnTo>
                  <a:pt x="12611" y="44272"/>
                </a:lnTo>
                <a:lnTo>
                  <a:pt x="12585" y="56972"/>
                </a:lnTo>
                <a:lnTo>
                  <a:pt x="91922" y="89738"/>
                </a:lnTo>
                <a:lnTo>
                  <a:pt x="95034" y="94589"/>
                </a:lnTo>
                <a:lnTo>
                  <a:pt x="94919" y="96583"/>
                </a:lnTo>
                <a:lnTo>
                  <a:pt x="94195" y="98424"/>
                </a:lnTo>
                <a:lnTo>
                  <a:pt x="92938" y="99961"/>
                </a:lnTo>
                <a:lnTo>
                  <a:pt x="91262" y="101041"/>
                </a:lnTo>
                <a:lnTo>
                  <a:pt x="89344" y="101536"/>
                </a:lnTo>
                <a:close/>
              </a:path>
              <a:path w="828675" h="102869">
                <a:moveTo>
                  <a:pt x="817784" y="58508"/>
                </a:moveTo>
                <a:lnTo>
                  <a:pt x="816063" y="58508"/>
                </a:lnTo>
                <a:lnTo>
                  <a:pt x="816089" y="45808"/>
                </a:lnTo>
                <a:lnTo>
                  <a:pt x="792588" y="45763"/>
                </a:lnTo>
                <a:lnTo>
                  <a:pt x="736752" y="13042"/>
                </a:lnTo>
                <a:lnTo>
                  <a:pt x="733755" y="6210"/>
                </a:lnTo>
                <a:lnTo>
                  <a:pt x="734479" y="4356"/>
                </a:lnTo>
                <a:lnTo>
                  <a:pt x="735736" y="2819"/>
                </a:lnTo>
                <a:lnTo>
                  <a:pt x="737412" y="1752"/>
                </a:lnTo>
                <a:lnTo>
                  <a:pt x="739330" y="1244"/>
                </a:lnTo>
                <a:lnTo>
                  <a:pt x="741311" y="1358"/>
                </a:lnTo>
                <a:lnTo>
                  <a:pt x="743165" y="2082"/>
                </a:lnTo>
                <a:lnTo>
                  <a:pt x="828675" y="52184"/>
                </a:lnTo>
                <a:lnTo>
                  <a:pt x="817784" y="58508"/>
                </a:lnTo>
                <a:close/>
              </a:path>
              <a:path w="828675" h="102869">
                <a:moveTo>
                  <a:pt x="36070" y="57017"/>
                </a:moveTo>
                <a:lnTo>
                  <a:pt x="12585" y="56972"/>
                </a:lnTo>
                <a:lnTo>
                  <a:pt x="12611" y="44272"/>
                </a:lnTo>
                <a:lnTo>
                  <a:pt x="36093" y="44317"/>
                </a:lnTo>
                <a:lnTo>
                  <a:pt x="34661" y="45148"/>
                </a:lnTo>
                <a:lnTo>
                  <a:pt x="15811" y="45148"/>
                </a:lnTo>
                <a:lnTo>
                  <a:pt x="15786" y="56108"/>
                </a:lnTo>
                <a:lnTo>
                  <a:pt x="34519" y="56108"/>
                </a:lnTo>
                <a:lnTo>
                  <a:pt x="36070" y="57017"/>
                </a:lnTo>
                <a:close/>
              </a:path>
              <a:path w="828675" h="102869">
                <a:moveTo>
                  <a:pt x="36093" y="44317"/>
                </a:moveTo>
                <a:lnTo>
                  <a:pt x="12611" y="44272"/>
                </a:lnTo>
                <a:lnTo>
                  <a:pt x="36170" y="44272"/>
                </a:lnTo>
                <a:close/>
              </a:path>
              <a:path w="828675" h="102869">
                <a:moveTo>
                  <a:pt x="792581" y="58463"/>
                </a:moveTo>
                <a:lnTo>
                  <a:pt x="36070" y="57017"/>
                </a:lnTo>
                <a:lnTo>
                  <a:pt x="25194" y="50645"/>
                </a:lnTo>
                <a:lnTo>
                  <a:pt x="36093" y="44317"/>
                </a:lnTo>
                <a:lnTo>
                  <a:pt x="792588" y="45763"/>
                </a:lnTo>
                <a:lnTo>
                  <a:pt x="803470" y="52141"/>
                </a:lnTo>
                <a:lnTo>
                  <a:pt x="792581" y="58463"/>
                </a:lnTo>
                <a:close/>
              </a:path>
              <a:path w="828675" h="102869">
                <a:moveTo>
                  <a:pt x="15786" y="56108"/>
                </a:moveTo>
                <a:lnTo>
                  <a:pt x="15811" y="45148"/>
                </a:lnTo>
                <a:lnTo>
                  <a:pt x="25194" y="50645"/>
                </a:lnTo>
                <a:lnTo>
                  <a:pt x="15786" y="56108"/>
                </a:lnTo>
                <a:close/>
              </a:path>
              <a:path w="828675" h="102869">
                <a:moveTo>
                  <a:pt x="25194" y="50645"/>
                </a:moveTo>
                <a:lnTo>
                  <a:pt x="15811" y="45148"/>
                </a:lnTo>
                <a:lnTo>
                  <a:pt x="34661" y="45148"/>
                </a:lnTo>
                <a:lnTo>
                  <a:pt x="25194" y="50645"/>
                </a:lnTo>
                <a:close/>
              </a:path>
              <a:path w="828675" h="102869">
                <a:moveTo>
                  <a:pt x="803470" y="52141"/>
                </a:moveTo>
                <a:lnTo>
                  <a:pt x="792588" y="45763"/>
                </a:lnTo>
                <a:lnTo>
                  <a:pt x="816089" y="45808"/>
                </a:lnTo>
                <a:lnTo>
                  <a:pt x="816087" y="46672"/>
                </a:lnTo>
                <a:lnTo>
                  <a:pt x="812888" y="46672"/>
                </a:lnTo>
                <a:lnTo>
                  <a:pt x="803470" y="52141"/>
                </a:lnTo>
                <a:close/>
              </a:path>
              <a:path w="828675" h="102869">
                <a:moveTo>
                  <a:pt x="812863" y="57645"/>
                </a:moveTo>
                <a:lnTo>
                  <a:pt x="803470" y="52141"/>
                </a:lnTo>
                <a:lnTo>
                  <a:pt x="812888" y="46672"/>
                </a:lnTo>
                <a:lnTo>
                  <a:pt x="812863" y="57645"/>
                </a:lnTo>
                <a:close/>
              </a:path>
              <a:path w="828675" h="102869">
                <a:moveTo>
                  <a:pt x="816065" y="57645"/>
                </a:moveTo>
                <a:lnTo>
                  <a:pt x="812863" y="57645"/>
                </a:lnTo>
                <a:lnTo>
                  <a:pt x="812888" y="46672"/>
                </a:lnTo>
                <a:lnTo>
                  <a:pt x="816087" y="46672"/>
                </a:lnTo>
                <a:lnTo>
                  <a:pt x="816065" y="57645"/>
                </a:lnTo>
                <a:close/>
              </a:path>
              <a:path w="828675" h="102869">
                <a:moveTo>
                  <a:pt x="34519" y="56108"/>
                </a:moveTo>
                <a:lnTo>
                  <a:pt x="15786" y="56108"/>
                </a:lnTo>
                <a:lnTo>
                  <a:pt x="25194" y="50645"/>
                </a:lnTo>
                <a:lnTo>
                  <a:pt x="34519" y="56108"/>
                </a:lnTo>
                <a:close/>
              </a:path>
              <a:path w="828675" h="102869">
                <a:moveTo>
                  <a:pt x="816063" y="58508"/>
                </a:moveTo>
                <a:lnTo>
                  <a:pt x="792581" y="58463"/>
                </a:lnTo>
                <a:lnTo>
                  <a:pt x="803470" y="52141"/>
                </a:lnTo>
                <a:lnTo>
                  <a:pt x="812863" y="57645"/>
                </a:lnTo>
                <a:lnTo>
                  <a:pt x="816065" y="57645"/>
                </a:lnTo>
                <a:lnTo>
                  <a:pt x="816063" y="58508"/>
                </a:lnTo>
                <a:close/>
              </a:path>
              <a:path w="828675" h="102869">
                <a:moveTo>
                  <a:pt x="739140" y="102781"/>
                </a:moveTo>
                <a:lnTo>
                  <a:pt x="733475" y="95821"/>
                </a:lnTo>
                <a:lnTo>
                  <a:pt x="733983" y="93891"/>
                </a:lnTo>
                <a:lnTo>
                  <a:pt x="735063" y="92227"/>
                </a:lnTo>
                <a:lnTo>
                  <a:pt x="736600" y="90970"/>
                </a:lnTo>
                <a:lnTo>
                  <a:pt x="792581" y="58463"/>
                </a:lnTo>
                <a:lnTo>
                  <a:pt x="817784" y="58508"/>
                </a:lnTo>
                <a:lnTo>
                  <a:pt x="742975" y="101955"/>
                </a:lnTo>
                <a:lnTo>
                  <a:pt x="741121" y="102666"/>
                </a:lnTo>
                <a:lnTo>
                  <a:pt x="739140" y="1027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5696368" y="907046"/>
            <a:ext cx="977265" cy="6934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05155">
              <a:lnSpc>
                <a:spcPts val="2635"/>
              </a:lnSpc>
              <a:spcBef>
                <a:spcPts val="90"/>
              </a:spcBef>
            </a:pPr>
            <a:r>
              <a:rPr dirty="0" sz="2350" spc="-240" i="1">
                <a:latin typeface="Times New Roman"/>
                <a:cs typeface="Times New Roman"/>
              </a:rPr>
              <a:t>U</a:t>
            </a:r>
            <a:r>
              <a:rPr dirty="0" baseline="-26748" sz="2025" spc="22">
                <a:latin typeface="宋体"/>
                <a:cs typeface="宋体"/>
              </a:rPr>
              <a:t>损</a:t>
            </a:r>
            <a:endParaRPr baseline="-26748" sz="2025">
              <a:latin typeface="宋体"/>
              <a:cs typeface="宋体"/>
            </a:endParaRPr>
          </a:p>
          <a:p>
            <a:pPr marL="12700">
              <a:lnSpc>
                <a:spcPts val="2635"/>
              </a:lnSpc>
            </a:pPr>
            <a:r>
              <a:rPr dirty="0" sz="2350" spc="-5" i="1">
                <a:latin typeface="Times New Roman"/>
                <a:cs typeface="Times New Roman"/>
              </a:rPr>
              <a:t>I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243127" y="5585142"/>
            <a:ext cx="4340225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solidFill>
                  <a:srgbClr val="FF0000"/>
                </a:solidFill>
                <a:latin typeface="微软雅黑"/>
                <a:cs typeface="微软雅黑"/>
              </a:rPr>
              <a:t>我国远距离输电采油的电压有110kV</a:t>
            </a:r>
            <a:r>
              <a:rPr dirty="0" sz="2000" spc="5">
                <a:solidFill>
                  <a:srgbClr val="FF0000"/>
                </a:solidFill>
                <a:latin typeface="微软雅黑"/>
                <a:cs typeface="微软雅黑"/>
              </a:rPr>
              <a:t>、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2000" spc="-5">
                <a:solidFill>
                  <a:srgbClr val="FF0000"/>
                </a:solidFill>
                <a:latin typeface="微软雅黑"/>
                <a:cs typeface="微软雅黑"/>
              </a:rPr>
              <a:t>220kV</a:t>
            </a:r>
            <a:r>
              <a:rPr dirty="0" sz="2000">
                <a:solidFill>
                  <a:srgbClr val="FF0000"/>
                </a:solidFill>
                <a:latin typeface="微软雅黑"/>
                <a:cs typeface="微软雅黑"/>
              </a:rPr>
              <a:t>、</a:t>
            </a:r>
            <a:r>
              <a:rPr dirty="0" sz="2000" spc="-5">
                <a:solidFill>
                  <a:srgbClr val="FF0000"/>
                </a:solidFill>
                <a:latin typeface="微软雅黑"/>
                <a:cs typeface="微软雅黑"/>
              </a:rPr>
              <a:t>330kV，</a:t>
            </a:r>
            <a:r>
              <a:rPr dirty="0" sz="2000">
                <a:solidFill>
                  <a:srgbClr val="FF0000"/>
                </a:solidFill>
                <a:latin typeface="微软雅黑"/>
                <a:cs typeface="微软雅黑"/>
              </a:rPr>
              <a:t>输电干线已经采</a:t>
            </a:r>
            <a:r>
              <a:rPr dirty="0" sz="2000" spc="5">
                <a:solidFill>
                  <a:srgbClr val="FF0000"/>
                </a:solidFill>
                <a:latin typeface="微软雅黑"/>
                <a:cs typeface="微软雅黑"/>
              </a:rPr>
              <a:t>用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2000" spc="-5">
                <a:solidFill>
                  <a:srgbClr val="FF0000"/>
                </a:solidFill>
                <a:latin typeface="微软雅黑"/>
                <a:cs typeface="微软雅黑"/>
              </a:rPr>
              <a:t>500kV，</a:t>
            </a:r>
            <a:r>
              <a:rPr dirty="0" sz="2000">
                <a:solidFill>
                  <a:srgbClr val="FF0000"/>
                </a:solidFill>
                <a:latin typeface="微软雅黑"/>
                <a:cs typeface="微软雅黑"/>
              </a:rPr>
              <a:t>甚至达到</a:t>
            </a:r>
            <a:r>
              <a:rPr dirty="0" sz="2000" spc="-5">
                <a:solidFill>
                  <a:srgbClr val="FF0000"/>
                </a:solidFill>
                <a:latin typeface="微软雅黑"/>
                <a:cs typeface="微软雅黑"/>
              </a:rPr>
              <a:t>750kV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30734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远距离输电过程示意图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247999" y="1651793"/>
            <a:ext cx="422909" cy="0"/>
          </a:xfrm>
          <a:custGeom>
            <a:avLst/>
            <a:gdLst/>
            <a:ahLst/>
            <a:cxnLst/>
            <a:rect l="l" t="t" r="r" b="b"/>
            <a:pathLst>
              <a:path w="422910" h="0">
                <a:moveTo>
                  <a:pt x="0" y="0"/>
                </a:moveTo>
                <a:lnTo>
                  <a:pt x="422325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942512" y="1289050"/>
            <a:ext cx="887412" cy="10636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164127" y="1678940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用户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05243" y="1475581"/>
            <a:ext cx="1324610" cy="0"/>
          </a:xfrm>
          <a:custGeom>
            <a:avLst/>
            <a:gdLst/>
            <a:ahLst/>
            <a:cxnLst/>
            <a:rect l="l" t="t" r="r" b="b"/>
            <a:pathLst>
              <a:path w="1324609" h="0">
                <a:moveTo>
                  <a:pt x="0" y="0"/>
                </a:moveTo>
                <a:lnTo>
                  <a:pt x="1324355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940300" y="1475581"/>
            <a:ext cx="1366520" cy="0"/>
          </a:xfrm>
          <a:custGeom>
            <a:avLst/>
            <a:gdLst/>
            <a:ahLst/>
            <a:cxnLst/>
            <a:rect l="l" t="t" r="r" b="b"/>
            <a:pathLst>
              <a:path w="1366520" h="0">
                <a:moveTo>
                  <a:pt x="0" y="0"/>
                </a:moveTo>
                <a:lnTo>
                  <a:pt x="1366012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954587" y="2307431"/>
            <a:ext cx="3289300" cy="0"/>
          </a:xfrm>
          <a:custGeom>
            <a:avLst/>
            <a:gdLst/>
            <a:ahLst/>
            <a:cxnLst/>
            <a:rect l="l" t="t" r="r" b="b"/>
            <a:pathLst>
              <a:path w="3289300" h="0">
                <a:moveTo>
                  <a:pt x="0" y="0"/>
                </a:moveTo>
                <a:lnTo>
                  <a:pt x="3289300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306311" y="1418844"/>
            <a:ext cx="599440" cy="125095"/>
          </a:xfrm>
          <a:custGeom>
            <a:avLst/>
            <a:gdLst/>
            <a:ahLst/>
            <a:cxnLst/>
            <a:rect l="l" t="t" r="r" b="b"/>
            <a:pathLst>
              <a:path w="599440" h="125094">
                <a:moveTo>
                  <a:pt x="0" y="0"/>
                </a:moveTo>
                <a:lnTo>
                  <a:pt x="598932" y="0"/>
                </a:lnTo>
                <a:lnTo>
                  <a:pt x="598932" y="124967"/>
                </a:lnTo>
                <a:lnTo>
                  <a:pt x="0" y="12496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291262" y="1404937"/>
            <a:ext cx="628650" cy="152400"/>
          </a:xfrm>
          <a:custGeom>
            <a:avLst/>
            <a:gdLst/>
            <a:ahLst/>
            <a:cxnLst/>
            <a:rect l="l" t="t" r="r" b="b"/>
            <a:pathLst>
              <a:path w="628650" h="152400">
                <a:moveTo>
                  <a:pt x="628650" y="152400"/>
                </a:moveTo>
                <a:lnTo>
                  <a:pt x="0" y="152400"/>
                </a:lnTo>
                <a:lnTo>
                  <a:pt x="0" y="0"/>
                </a:lnTo>
                <a:lnTo>
                  <a:pt x="628650" y="0"/>
                </a:lnTo>
                <a:lnTo>
                  <a:pt x="62865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23825"/>
                </a:lnTo>
                <a:lnTo>
                  <a:pt x="14287" y="123825"/>
                </a:lnTo>
                <a:lnTo>
                  <a:pt x="28575" y="138112"/>
                </a:lnTo>
                <a:lnTo>
                  <a:pt x="628650" y="138112"/>
                </a:lnTo>
                <a:lnTo>
                  <a:pt x="628650" y="152400"/>
                </a:lnTo>
                <a:close/>
              </a:path>
              <a:path w="628650" h="15240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628650" h="152400">
                <a:moveTo>
                  <a:pt x="60007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600075" y="14287"/>
                </a:lnTo>
                <a:lnTo>
                  <a:pt x="600075" y="28575"/>
                </a:lnTo>
                <a:close/>
              </a:path>
              <a:path w="628650" h="152400">
                <a:moveTo>
                  <a:pt x="600075" y="138112"/>
                </a:moveTo>
                <a:lnTo>
                  <a:pt x="600075" y="14287"/>
                </a:lnTo>
                <a:lnTo>
                  <a:pt x="614362" y="28575"/>
                </a:lnTo>
                <a:lnTo>
                  <a:pt x="628650" y="28575"/>
                </a:lnTo>
                <a:lnTo>
                  <a:pt x="628650" y="123825"/>
                </a:lnTo>
                <a:lnTo>
                  <a:pt x="614362" y="123825"/>
                </a:lnTo>
                <a:lnTo>
                  <a:pt x="600075" y="138112"/>
                </a:lnTo>
                <a:close/>
              </a:path>
              <a:path w="628650" h="152400">
                <a:moveTo>
                  <a:pt x="628650" y="28575"/>
                </a:moveTo>
                <a:lnTo>
                  <a:pt x="614362" y="28575"/>
                </a:lnTo>
                <a:lnTo>
                  <a:pt x="600075" y="14287"/>
                </a:lnTo>
                <a:lnTo>
                  <a:pt x="628650" y="14287"/>
                </a:lnTo>
                <a:lnTo>
                  <a:pt x="628650" y="28575"/>
                </a:lnTo>
                <a:close/>
              </a:path>
              <a:path w="628650" h="152400">
                <a:moveTo>
                  <a:pt x="28575" y="138112"/>
                </a:moveTo>
                <a:lnTo>
                  <a:pt x="14287" y="123825"/>
                </a:lnTo>
                <a:lnTo>
                  <a:pt x="28575" y="123825"/>
                </a:lnTo>
                <a:lnTo>
                  <a:pt x="28575" y="138112"/>
                </a:lnTo>
                <a:close/>
              </a:path>
              <a:path w="628650" h="152400">
                <a:moveTo>
                  <a:pt x="600075" y="138112"/>
                </a:moveTo>
                <a:lnTo>
                  <a:pt x="28575" y="138112"/>
                </a:lnTo>
                <a:lnTo>
                  <a:pt x="28575" y="123825"/>
                </a:lnTo>
                <a:lnTo>
                  <a:pt x="600075" y="123825"/>
                </a:lnTo>
                <a:lnTo>
                  <a:pt x="600075" y="138112"/>
                </a:lnTo>
                <a:close/>
              </a:path>
              <a:path w="628650" h="152400">
                <a:moveTo>
                  <a:pt x="628650" y="138112"/>
                </a:moveTo>
                <a:lnTo>
                  <a:pt x="600075" y="138112"/>
                </a:lnTo>
                <a:lnTo>
                  <a:pt x="614362" y="123825"/>
                </a:lnTo>
                <a:lnTo>
                  <a:pt x="628650" y="123825"/>
                </a:lnTo>
                <a:lnTo>
                  <a:pt x="628650" y="1381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453639" y="1747202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发电厂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355850" y="1303337"/>
            <a:ext cx="885825" cy="10636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512274" y="1637506"/>
            <a:ext cx="422909" cy="0"/>
          </a:xfrm>
          <a:custGeom>
            <a:avLst/>
            <a:gdLst/>
            <a:ahLst/>
            <a:cxnLst/>
            <a:rect l="l" t="t" r="r" b="b"/>
            <a:pathLst>
              <a:path w="422909" h="0">
                <a:moveTo>
                  <a:pt x="0" y="0"/>
                </a:moveTo>
                <a:lnTo>
                  <a:pt x="422325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692525" y="1220787"/>
            <a:ext cx="1214437" cy="12969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065587" y="1528127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升压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36887" y="1802447"/>
            <a:ext cx="14033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1490" algn="l"/>
                <a:tab pos="703580" algn="l"/>
              </a:tabLst>
            </a:pPr>
            <a:r>
              <a:rPr dirty="0" u="heavy" sz="18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>
                <a:latin typeface="微软雅黑"/>
                <a:cs typeface="微软雅黑"/>
              </a:rPr>
              <a:t>变压器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264525" y="1193800"/>
            <a:ext cx="1214437" cy="1295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526792" y="3040379"/>
            <a:ext cx="8295132" cy="29946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500427" y="1569402"/>
            <a:ext cx="15055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降压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tabLst>
                <a:tab pos="1012825" algn="l"/>
                <a:tab pos="1492250" algn="l"/>
              </a:tabLst>
            </a:pPr>
            <a:r>
              <a:rPr dirty="0" sz="1800">
                <a:latin typeface="微软雅黑"/>
                <a:cs typeface="微软雅黑"/>
              </a:rPr>
              <a:t>变压器	</a:t>
            </a:r>
            <a:r>
              <a:rPr dirty="0" u="heavy" sz="18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3095244" y="2761488"/>
            <a:ext cx="6469380" cy="25054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316223" y="3508247"/>
            <a:ext cx="396240" cy="1015365"/>
          </a:xfrm>
          <a:custGeom>
            <a:avLst/>
            <a:gdLst/>
            <a:ahLst/>
            <a:cxnLst/>
            <a:rect l="l" t="t" r="r" b="b"/>
            <a:pathLst>
              <a:path w="396239" h="1015364">
                <a:moveTo>
                  <a:pt x="0" y="0"/>
                </a:moveTo>
                <a:lnTo>
                  <a:pt x="396239" y="0"/>
                </a:lnTo>
                <a:lnTo>
                  <a:pt x="396239" y="1014984"/>
                </a:lnTo>
                <a:lnTo>
                  <a:pt x="0" y="10149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316223" y="3533787"/>
            <a:ext cx="39624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5"/>
              </a:spcBef>
            </a:pPr>
            <a:r>
              <a:rPr dirty="0" sz="2000" spc="5">
                <a:latin typeface="微软雅黑"/>
                <a:cs typeface="微软雅黑"/>
              </a:rPr>
              <a:t>发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16223" y="3838587"/>
            <a:ext cx="39624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5"/>
              </a:spcBef>
            </a:pPr>
            <a:r>
              <a:rPr dirty="0" sz="2000" spc="5">
                <a:latin typeface="微软雅黑"/>
                <a:cs typeface="微软雅黑"/>
              </a:rPr>
              <a:t>电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6223" y="4143387"/>
            <a:ext cx="39624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5"/>
              </a:spcBef>
            </a:pPr>
            <a:r>
              <a:rPr dirty="0" sz="2000" spc="5">
                <a:latin typeface="微软雅黑"/>
                <a:cs typeface="微软雅黑"/>
              </a:rPr>
              <a:t>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008364" y="3712464"/>
            <a:ext cx="394970" cy="707390"/>
          </a:xfrm>
          <a:custGeom>
            <a:avLst/>
            <a:gdLst/>
            <a:ahLst/>
            <a:cxnLst/>
            <a:rect l="l" t="t" r="r" b="b"/>
            <a:pathLst>
              <a:path w="394970" h="707389">
                <a:moveTo>
                  <a:pt x="0" y="0"/>
                </a:moveTo>
                <a:lnTo>
                  <a:pt x="394716" y="0"/>
                </a:lnTo>
                <a:lnTo>
                  <a:pt x="394716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099257" y="3738384"/>
            <a:ext cx="26733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用 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27776" y="3413759"/>
            <a:ext cx="1173480" cy="434340"/>
          </a:xfrm>
          <a:custGeom>
            <a:avLst/>
            <a:gdLst/>
            <a:ahLst/>
            <a:cxnLst/>
            <a:rect l="l" t="t" r="r" b="b"/>
            <a:pathLst>
              <a:path w="1173479" h="434339">
                <a:moveTo>
                  <a:pt x="0" y="0"/>
                </a:moveTo>
                <a:lnTo>
                  <a:pt x="1173479" y="0"/>
                </a:lnTo>
                <a:lnTo>
                  <a:pt x="1173479" y="434339"/>
                </a:lnTo>
                <a:lnTo>
                  <a:pt x="0" y="4343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21362" y="3406775"/>
            <a:ext cx="1186180" cy="447675"/>
          </a:xfrm>
          <a:custGeom>
            <a:avLst/>
            <a:gdLst/>
            <a:ahLst/>
            <a:cxnLst/>
            <a:rect l="l" t="t" r="r" b="b"/>
            <a:pathLst>
              <a:path w="1186179" h="447675">
                <a:moveTo>
                  <a:pt x="1185862" y="447675"/>
                </a:moveTo>
                <a:lnTo>
                  <a:pt x="0" y="447675"/>
                </a:lnTo>
                <a:lnTo>
                  <a:pt x="0" y="0"/>
                </a:lnTo>
                <a:lnTo>
                  <a:pt x="1185862" y="0"/>
                </a:lnTo>
                <a:lnTo>
                  <a:pt x="1185862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34975"/>
                </a:lnTo>
                <a:lnTo>
                  <a:pt x="6350" y="434975"/>
                </a:lnTo>
                <a:lnTo>
                  <a:pt x="12700" y="441325"/>
                </a:lnTo>
                <a:lnTo>
                  <a:pt x="1185862" y="441325"/>
                </a:lnTo>
                <a:lnTo>
                  <a:pt x="1185862" y="447675"/>
                </a:lnTo>
                <a:close/>
              </a:path>
              <a:path w="1186179" h="44767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186179" h="447675">
                <a:moveTo>
                  <a:pt x="1173162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173162" y="6350"/>
                </a:lnTo>
                <a:lnTo>
                  <a:pt x="1173162" y="12700"/>
                </a:lnTo>
                <a:close/>
              </a:path>
              <a:path w="1186179" h="447675">
                <a:moveTo>
                  <a:pt x="1173162" y="441325"/>
                </a:moveTo>
                <a:lnTo>
                  <a:pt x="1173162" y="6350"/>
                </a:lnTo>
                <a:lnTo>
                  <a:pt x="1179512" y="12700"/>
                </a:lnTo>
                <a:lnTo>
                  <a:pt x="1185862" y="12700"/>
                </a:lnTo>
                <a:lnTo>
                  <a:pt x="1185862" y="434975"/>
                </a:lnTo>
                <a:lnTo>
                  <a:pt x="1179512" y="434975"/>
                </a:lnTo>
                <a:lnTo>
                  <a:pt x="1173162" y="441325"/>
                </a:lnTo>
                <a:close/>
              </a:path>
              <a:path w="1186179" h="447675">
                <a:moveTo>
                  <a:pt x="1185862" y="12700"/>
                </a:moveTo>
                <a:lnTo>
                  <a:pt x="1179512" y="12700"/>
                </a:lnTo>
                <a:lnTo>
                  <a:pt x="1173162" y="6350"/>
                </a:lnTo>
                <a:lnTo>
                  <a:pt x="1185862" y="6350"/>
                </a:lnTo>
                <a:lnTo>
                  <a:pt x="1185862" y="12700"/>
                </a:lnTo>
                <a:close/>
              </a:path>
              <a:path w="1186179" h="447675">
                <a:moveTo>
                  <a:pt x="12700" y="441325"/>
                </a:moveTo>
                <a:lnTo>
                  <a:pt x="6350" y="434975"/>
                </a:lnTo>
                <a:lnTo>
                  <a:pt x="12700" y="434975"/>
                </a:lnTo>
                <a:lnTo>
                  <a:pt x="12700" y="441325"/>
                </a:lnTo>
                <a:close/>
              </a:path>
              <a:path w="1186179" h="447675">
                <a:moveTo>
                  <a:pt x="1173162" y="441325"/>
                </a:moveTo>
                <a:lnTo>
                  <a:pt x="12700" y="441325"/>
                </a:lnTo>
                <a:lnTo>
                  <a:pt x="12700" y="434975"/>
                </a:lnTo>
                <a:lnTo>
                  <a:pt x="1173162" y="434975"/>
                </a:lnTo>
                <a:lnTo>
                  <a:pt x="1173162" y="441325"/>
                </a:lnTo>
                <a:close/>
              </a:path>
              <a:path w="1186179" h="447675">
                <a:moveTo>
                  <a:pt x="1185862" y="441325"/>
                </a:moveTo>
                <a:lnTo>
                  <a:pt x="1173162" y="441325"/>
                </a:lnTo>
                <a:lnTo>
                  <a:pt x="1179512" y="434975"/>
                </a:lnTo>
                <a:lnTo>
                  <a:pt x="1185862" y="434975"/>
                </a:lnTo>
                <a:lnTo>
                  <a:pt x="1185862" y="4413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296926" y="3238754"/>
            <a:ext cx="16827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0" i="1">
                <a:latin typeface="Times New Roman"/>
                <a:cs typeface="Times New Roman"/>
              </a:rPr>
              <a:t>r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12691" y="3561588"/>
            <a:ext cx="341630" cy="982980"/>
          </a:xfrm>
          <a:custGeom>
            <a:avLst/>
            <a:gdLst/>
            <a:ahLst/>
            <a:cxnLst/>
            <a:rect l="l" t="t" r="r" b="b"/>
            <a:pathLst>
              <a:path w="341629" h="982979">
                <a:moveTo>
                  <a:pt x="0" y="0"/>
                </a:moveTo>
                <a:lnTo>
                  <a:pt x="341375" y="0"/>
                </a:lnTo>
                <a:lnTo>
                  <a:pt x="341375" y="982980"/>
                </a:lnTo>
                <a:lnTo>
                  <a:pt x="0" y="982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006850" y="3556000"/>
            <a:ext cx="354330" cy="995680"/>
          </a:xfrm>
          <a:custGeom>
            <a:avLst/>
            <a:gdLst/>
            <a:ahLst/>
            <a:cxnLst/>
            <a:rect l="l" t="t" r="r" b="b"/>
            <a:pathLst>
              <a:path w="354329" h="995679">
                <a:moveTo>
                  <a:pt x="354012" y="995362"/>
                </a:moveTo>
                <a:lnTo>
                  <a:pt x="0" y="995362"/>
                </a:lnTo>
                <a:lnTo>
                  <a:pt x="0" y="0"/>
                </a:lnTo>
                <a:lnTo>
                  <a:pt x="354012" y="0"/>
                </a:lnTo>
                <a:lnTo>
                  <a:pt x="354012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982662"/>
                </a:lnTo>
                <a:lnTo>
                  <a:pt x="6350" y="982662"/>
                </a:lnTo>
                <a:lnTo>
                  <a:pt x="12700" y="989012"/>
                </a:lnTo>
                <a:lnTo>
                  <a:pt x="354012" y="989012"/>
                </a:lnTo>
                <a:lnTo>
                  <a:pt x="354012" y="995362"/>
                </a:lnTo>
                <a:close/>
              </a:path>
              <a:path w="354329" h="99567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354329" h="995679">
                <a:moveTo>
                  <a:pt x="341312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341312" y="6350"/>
                </a:lnTo>
                <a:lnTo>
                  <a:pt x="341312" y="12700"/>
                </a:lnTo>
                <a:close/>
              </a:path>
              <a:path w="354329" h="995679">
                <a:moveTo>
                  <a:pt x="341312" y="989012"/>
                </a:moveTo>
                <a:lnTo>
                  <a:pt x="341312" y="6350"/>
                </a:lnTo>
                <a:lnTo>
                  <a:pt x="347662" y="12700"/>
                </a:lnTo>
                <a:lnTo>
                  <a:pt x="354012" y="12700"/>
                </a:lnTo>
                <a:lnTo>
                  <a:pt x="354012" y="982662"/>
                </a:lnTo>
                <a:lnTo>
                  <a:pt x="347662" y="982662"/>
                </a:lnTo>
                <a:lnTo>
                  <a:pt x="341312" y="989012"/>
                </a:lnTo>
                <a:close/>
              </a:path>
              <a:path w="354329" h="995679">
                <a:moveTo>
                  <a:pt x="354012" y="12700"/>
                </a:moveTo>
                <a:lnTo>
                  <a:pt x="347662" y="12700"/>
                </a:lnTo>
                <a:lnTo>
                  <a:pt x="341312" y="6350"/>
                </a:lnTo>
                <a:lnTo>
                  <a:pt x="354012" y="6350"/>
                </a:lnTo>
                <a:lnTo>
                  <a:pt x="354012" y="12700"/>
                </a:lnTo>
                <a:close/>
              </a:path>
              <a:path w="354329" h="995679">
                <a:moveTo>
                  <a:pt x="12700" y="989012"/>
                </a:moveTo>
                <a:lnTo>
                  <a:pt x="6350" y="982662"/>
                </a:lnTo>
                <a:lnTo>
                  <a:pt x="12700" y="982662"/>
                </a:lnTo>
                <a:lnTo>
                  <a:pt x="12700" y="989012"/>
                </a:lnTo>
                <a:close/>
              </a:path>
              <a:path w="354329" h="995679">
                <a:moveTo>
                  <a:pt x="341312" y="989012"/>
                </a:moveTo>
                <a:lnTo>
                  <a:pt x="12700" y="989012"/>
                </a:lnTo>
                <a:lnTo>
                  <a:pt x="12700" y="982662"/>
                </a:lnTo>
                <a:lnTo>
                  <a:pt x="341312" y="982662"/>
                </a:lnTo>
                <a:lnTo>
                  <a:pt x="341312" y="989012"/>
                </a:lnTo>
                <a:close/>
              </a:path>
              <a:path w="354329" h="995679">
                <a:moveTo>
                  <a:pt x="354012" y="989012"/>
                </a:moveTo>
                <a:lnTo>
                  <a:pt x="341312" y="989012"/>
                </a:lnTo>
                <a:lnTo>
                  <a:pt x="347662" y="982662"/>
                </a:lnTo>
                <a:lnTo>
                  <a:pt x="354012" y="982662"/>
                </a:lnTo>
                <a:lnTo>
                  <a:pt x="354012" y="989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226750" y="3744429"/>
            <a:ext cx="13208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15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79113" y="3500361"/>
            <a:ext cx="24892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latin typeface="Times New Roman"/>
                <a:cs typeface="Times New Roman"/>
              </a:rPr>
              <a:t>P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86047" y="4071924"/>
            <a:ext cx="40640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95" i="1">
                <a:latin typeface="Times New Roman"/>
                <a:cs typeface="Times New Roman"/>
              </a:rPr>
              <a:t>U</a:t>
            </a:r>
            <a:r>
              <a:rPr dirty="0" baseline="-23569" sz="2475" spc="22">
                <a:latin typeface="Times New Roman"/>
                <a:cs typeface="Times New Roman"/>
              </a:rPr>
              <a:t>1</a:t>
            </a:r>
            <a:endParaRPr baseline="-23569" sz="2475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275262" y="3541712"/>
            <a:ext cx="354330" cy="995680"/>
          </a:xfrm>
          <a:custGeom>
            <a:avLst/>
            <a:gdLst/>
            <a:ahLst/>
            <a:cxnLst/>
            <a:rect l="l" t="t" r="r" b="b"/>
            <a:pathLst>
              <a:path w="354329" h="995679">
                <a:moveTo>
                  <a:pt x="354012" y="995362"/>
                </a:moveTo>
                <a:lnTo>
                  <a:pt x="0" y="995362"/>
                </a:lnTo>
                <a:lnTo>
                  <a:pt x="0" y="0"/>
                </a:lnTo>
                <a:lnTo>
                  <a:pt x="354012" y="0"/>
                </a:lnTo>
                <a:lnTo>
                  <a:pt x="354012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982662"/>
                </a:lnTo>
                <a:lnTo>
                  <a:pt x="6350" y="982662"/>
                </a:lnTo>
                <a:lnTo>
                  <a:pt x="12700" y="989012"/>
                </a:lnTo>
                <a:lnTo>
                  <a:pt x="354012" y="989012"/>
                </a:lnTo>
                <a:lnTo>
                  <a:pt x="354012" y="995362"/>
                </a:lnTo>
                <a:close/>
              </a:path>
              <a:path w="354329" h="99567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354329" h="995679">
                <a:moveTo>
                  <a:pt x="341312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341312" y="6350"/>
                </a:lnTo>
                <a:lnTo>
                  <a:pt x="341312" y="12700"/>
                </a:lnTo>
                <a:close/>
              </a:path>
              <a:path w="354329" h="995679">
                <a:moveTo>
                  <a:pt x="341312" y="989012"/>
                </a:moveTo>
                <a:lnTo>
                  <a:pt x="341312" y="6350"/>
                </a:lnTo>
                <a:lnTo>
                  <a:pt x="347662" y="12700"/>
                </a:lnTo>
                <a:lnTo>
                  <a:pt x="354012" y="12700"/>
                </a:lnTo>
                <a:lnTo>
                  <a:pt x="354012" y="982662"/>
                </a:lnTo>
                <a:lnTo>
                  <a:pt x="347662" y="982662"/>
                </a:lnTo>
                <a:lnTo>
                  <a:pt x="341312" y="989012"/>
                </a:lnTo>
                <a:close/>
              </a:path>
              <a:path w="354329" h="995679">
                <a:moveTo>
                  <a:pt x="354012" y="12700"/>
                </a:moveTo>
                <a:lnTo>
                  <a:pt x="347662" y="12700"/>
                </a:lnTo>
                <a:lnTo>
                  <a:pt x="341312" y="6350"/>
                </a:lnTo>
                <a:lnTo>
                  <a:pt x="354012" y="6350"/>
                </a:lnTo>
                <a:lnTo>
                  <a:pt x="354012" y="12700"/>
                </a:lnTo>
                <a:close/>
              </a:path>
              <a:path w="354329" h="995679">
                <a:moveTo>
                  <a:pt x="12700" y="989012"/>
                </a:moveTo>
                <a:lnTo>
                  <a:pt x="6350" y="982662"/>
                </a:lnTo>
                <a:lnTo>
                  <a:pt x="12700" y="982662"/>
                </a:lnTo>
                <a:lnTo>
                  <a:pt x="12700" y="989012"/>
                </a:lnTo>
                <a:close/>
              </a:path>
              <a:path w="354329" h="995679">
                <a:moveTo>
                  <a:pt x="341312" y="989012"/>
                </a:moveTo>
                <a:lnTo>
                  <a:pt x="12700" y="989012"/>
                </a:lnTo>
                <a:lnTo>
                  <a:pt x="12700" y="982662"/>
                </a:lnTo>
                <a:lnTo>
                  <a:pt x="341312" y="982662"/>
                </a:lnTo>
                <a:lnTo>
                  <a:pt x="341312" y="989012"/>
                </a:lnTo>
                <a:close/>
              </a:path>
              <a:path w="354329" h="995679">
                <a:moveTo>
                  <a:pt x="354012" y="989012"/>
                </a:moveTo>
                <a:lnTo>
                  <a:pt x="341312" y="989012"/>
                </a:lnTo>
                <a:lnTo>
                  <a:pt x="347662" y="982662"/>
                </a:lnTo>
                <a:lnTo>
                  <a:pt x="354012" y="982662"/>
                </a:lnTo>
                <a:lnTo>
                  <a:pt x="354012" y="989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504522" y="3731095"/>
            <a:ext cx="13208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15">
                <a:latin typeface="Times New Roman"/>
                <a:cs typeface="Times New Roman"/>
              </a:rPr>
              <a:t>2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33072" y="3487026"/>
            <a:ext cx="24892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latin typeface="Times New Roman"/>
                <a:cs typeface="Times New Roman"/>
              </a:rPr>
              <a:t>P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42013" y="4085526"/>
            <a:ext cx="43053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20" i="1">
                <a:latin typeface="Times New Roman"/>
                <a:cs typeface="Times New Roman"/>
              </a:rPr>
              <a:t>U</a:t>
            </a:r>
            <a:r>
              <a:rPr dirty="0" sz="2850" spc="-520" i="1">
                <a:latin typeface="Times New Roman"/>
                <a:cs typeface="Times New Roman"/>
              </a:rPr>
              <a:t> </a:t>
            </a:r>
            <a:r>
              <a:rPr dirty="0" baseline="-23569" sz="2475" spc="22">
                <a:latin typeface="Times New Roman"/>
                <a:cs typeface="Times New Roman"/>
              </a:rPr>
              <a:t>2</a:t>
            </a:r>
            <a:endParaRPr baseline="-23569" sz="2475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639556" y="3575303"/>
            <a:ext cx="341630" cy="982980"/>
          </a:xfrm>
          <a:custGeom>
            <a:avLst/>
            <a:gdLst/>
            <a:ahLst/>
            <a:cxnLst/>
            <a:rect l="l" t="t" r="r" b="b"/>
            <a:pathLst>
              <a:path w="341629" h="982979">
                <a:moveTo>
                  <a:pt x="0" y="0"/>
                </a:moveTo>
                <a:lnTo>
                  <a:pt x="341375" y="0"/>
                </a:lnTo>
                <a:lnTo>
                  <a:pt x="341375" y="982979"/>
                </a:lnTo>
                <a:lnTo>
                  <a:pt x="0" y="9829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632825" y="3568700"/>
            <a:ext cx="354330" cy="995680"/>
          </a:xfrm>
          <a:custGeom>
            <a:avLst/>
            <a:gdLst/>
            <a:ahLst/>
            <a:cxnLst/>
            <a:rect l="l" t="t" r="r" b="b"/>
            <a:pathLst>
              <a:path w="354329" h="995679">
                <a:moveTo>
                  <a:pt x="354012" y="995362"/>
                </a:moveTo>
                <a:lnTo>
                  <a:pt x="0" y="995362"/>
                </a:lnTo>
                <a:lnTo>
                  <a:pt x="0" y="0"/>
                </a:lnTo>
                <a:lnTo>
                  <a:pt x="354012" y="0"/>
                </a:lnTo>
                <a:lnTo>
                  <a:pt x="354012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982662"/>
                </a:lnTo>
                <a:lnTo>
                  <a:pt x="6350" y="982662"/>
                </a:lnTo>
                <a:lnTo>
                  <a:pt x="12700" y="989012"/>
                </a:lnTo>
                <a:lnTo>
                  <a:pt x="354012" y="989012"/>
                </a:lnTo>
                <a:lnTo>
                  <a:pt x="354012" y="995362"/>
                </a:lnTo>
                <a:close/>
              </a:path>
              <a:path w="354329" h="99567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354329" h="995679">
                <a:moveTo>
                  <a:pt x="341312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341312" y="6350"/>
                </a:lnTo>
                <a:lnTo>
                  <a:pt x="341312" y="12700"/>
                </a:lnTo>
                <a:close/>
              </a:path>
              <a:path w="354329" h="995679">
                <a:moveTo>
                  <a:pt x="341312" y="989012"/>
                </a:moveTo>
                <a:lnTo>
                  <a:pt x="341312" y="6350"/>
                </a:lnTo>
                <a:lnTo>
                  <a:pt x="347662" y="12700"/>
                </a:lnTo>
                <a:lnTo>
                  <a:pt x="354012" y="12700"/>
                </a:lnTo>
                <a:lnTo>
                  <a:pt x="354012" y="982662"/>
                </a:lnTo>
                <a:lnTo>
                  <a:pt x="347662" y="982662"/>
                </a:lnTo>
                <a:lnTo>
                  <a:pt x="341312" y="989012"/>
                </a:lnTo>
                <a:close/>
              </a:path>
              <a:path w="354329" h="995679">
                <a:moveTo>
                  <a:pt x="354012" y="12700"/>
                </a:moveTo>
                <a:lnTo>
                  <a:pt x="347662" y="12700"/>
                </a:lnTo>
                <a:lnTo>
                  <a:pt x="341312" y="6350"/>
                </a:lnTo>
                <a:lnTo>
                  <a:pt x="354012" y="6350"/>
                </a:lnTo>
                <a:lnTo>
                  <a:pt x="354012" y="12700"/>
                </a:lnTo>
                <a:close/>
              </a:path>
              <a:path w="354329" h="995679">
                <a:moveTo>
                  <a:pt x="12700" y="989012"/>
                </a:moveTo>
                <a:lnTo>
                  <a:pt x="6350" y="982662"/>
                </a:lnTo>
                <a:lnTo>
                  <a:pt x="12700" y="982662"/>
                </a:lnTo>
                <a:lnTo>
                  <a:pt x="12700" y="989012"/>
                </a:lnTo>
                <a:close/>
              </a:path>
              <a:path w="354329" h="995679">
                <a:moveTo>
                  <a:pt x="341312" y="989012"/>
                </a:moveTo>
                <a:lnTo>
                  <a:pt x="12700" y="989012"/>
                </a:lnTo>
                <a:lnTo>
                  <a:pt x="12700" y="982662"/>
                </a:lnTo>
                <a:lnTo>
                  <a:pt x="341312" y="982662"/>
                </a:lnTo>
                <a:lnTo>
                  <a:pt x="341312" y="989012"/>
                </a:lnTo>
                <a:close/>
              </a:path>
              <a:path w="354329" h="995679">
                <a:moveTo>
                  <a:pt x="354012" y="989012"/>
                </a:moveTo>
                <a:lnTo>
                  <a:pt x="341312" y="989012"/>
                </a:lnTo>
                <a:lnTo>
                  <a:pt x="347662" y="982662"/>
                </a:lnTo>
                <a:lnTo>
                  <a:pt x="354012" y="982662"/>
                </a:lnTo>
                <a:lnTo>
                  <a:pt x="354012" y="989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267575" y="3568700"/>
            <a:ext cx="354330" cy="995680"/>
          </a:xfrm>
          <a:custGeom>
            <a:avLst/>
            <a:gdLst/>
            <a:ahLst/>
            <a:cxnLst/>
            <a:rect l="l" t="t" r="r" b="b"/>
            <a:pathLst>
              <a:path w="354329" h="995679">
                <a:moveTo>
                  <a:pt x="354012" y="995362"/>
                </a:moveTo>
                <a:lnTo>
                  <a:pt x="0" y="995362"/>
                </a:lnTo>
                <a:lnTo>
                  <a:pt x="0" y="0"/>
                </a:lnTo>
                <a:lnTo>
                  <a:pt x="354012" y="0"/>
                </a:lnTo>
                <a:lnTo>
                  <a:pt x="354012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982662"/>
                </a:lnTo>
                <a:lnTo>
                  <a:pt x="6350" y="982662"/>
                </a:lnTo>
                <a:lnTo>
                  <a:pt x="12700" y="989012"/>
                </a:lnTo>
                <a:lnTo>
                  <a:pt x="354012" y="989012"/>
                </a:lnTo>
                <a:lnTo>
                  <a:pt x="354012" y="995362"/>
                </a:lnTo>
                <a:close/>
              </a:path>
              <a:path w="354329" h="99567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354329" h="995679">
                <a:moveTo>
                  <a:pt x="341312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341312" y="6350"/>
                </a:lnTo>
                <a:lnTo>
                  <a:pt x="341312" y="12700"/>
                </a:lnTo>
                <a:close/>
              </a:path>
              <a:path w="354329" h="995679">
                <a:moveTo>
                  <a:pt x="341312" y="989012"/>
                </a:moveTo>
                <a:lnTo>
                  <a:pt x="341312" y="6350"/>
                </a:lnTo>
                <a:lnTo>
                  <a:pt x="347662" y="12700"/>
                </a:lnTo>
                <a:lnTo>
                  <a:pt x="354012" y="12700"/>
                </a:lnTo>
                <a:lnTo>
                  <a:pt x="354012" y="982662"/>
                </a:lnTo>
                <a:lnTo>
                  <a:pt x="347662" y="982662"/>
                </a:lnTo>
                <a:lnTo>
                  <a:pt x="341312" y="989012"/>
                </a:lnTo>
                <a:close/>
              </a:path>
              <a:path w="354329" h="995679">
                <a:moveTo>
                  <a:pt x="354012" y="12700"/>
                </a:moveTo>
                <a:lnTo>
                  <a:pt x="347662" y="12700"/>
                </a:lnTo>
                <a:lnTo>
                  <a:pt x="341312" y="6350"/>
                </a:lnTo>
                <a:lnTo>
                  <a:pt x="354012" y="6350"/>
                </a:lnTo>
                <a:lnTo>
                  <a:pt x="354012" y="12700"/>
                </a:lnTo>
                <a:close/>
              </a:path>
              <a:path w="354329" h="995679">
                <a:moveTo>
                  <a:pt x="12700" y="989012"/>
                </a:moveTo>
                <a:lnTo>
                  <a:pt x="6350" y="982662"/>
                </a:lnTo>
                <a:lnTo>
                  <a:pt x="12700" y="982662"/>
                </a:lnTo>
                <a:lnTo>
                  <a:pt x="12700" y="989012"/>
                </a:lnTo>
                <a:close/>
              </a:path>
              <a:path w="354329" h="995679">
                <a:moveTo>
                  <a:pt x="341312" y="989012"/>
                </a:moveTo>
                <a:lnTo>
                  <a:pt x="12700" y="989012"/>
                </a:lnTo>
                <a:lnTo>
                  <a:pt x="12700" y="982662"/>
                </a:lnTo>
                <a:lnTo>
                  <a:pt x="341312" y="982662"/>
                </a:lnTo>
                <a:lnTo>
                  <a:pt x="341312" y="989012"/>
                </a:lnTo>
                <a:close/>
              </a:path>
              <a:path w="354329" h="995679">
                <a:moveTo>
                  <a:pt x="354012" y="989012"/>
                </a:moveTo>
                <a:lnTo>
                  <a:pt x="341312" y="989012"/>
                </a:lnTo>
                <a:lnTo>
                  <a:pt x="347662" y="982662"/>
                </a:lnTo>
                <a:lnTo>
                  <a:pt x="354012" y="982662"/>
                </a:lnTo>
                <a:lnTo>
                  <a:pt x="354012" y="989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532128" y="3731031"/>
            <a:ext cx="13208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15">
                <a:latin typeface="Times New Roman"/>
                <a:cs typeface="Times New Roman"/>
              </a:rPr>
              <a:t>3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67346" y="3486975"/>
            <a:ext cx="24892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latin typeface="Times New Roman"/>
                <a:cs typeface="Times New Roman"/>
              </a:rPr>
              <a:t>P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76274" y="4071835"/>
            <a:ext cx="42354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229" i="1">
                <a:latin typeface="Times New Roman"/>
                <a:cs typeface="Times New Roman"/>
              </a:rPr>
              <a:t>U</a:t>
            </a:r>
            <a:r>
              <a:rPr dirty="0" baseline="-23569" sz="2475" spc="22">
                <a:latin typeface="Times New Roman"/>
                <a:cs typeface="Times New Roman"/>
              </a:rPr>
              <a:t>3</a:t>
            </a:r>
            <a:endParaRPr baseline="-23569" sz="2475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937485" y="4329582"/>
            <a:ext cx="11938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650" spc="15">
                <a:latin typeface="Times New Roman"/>
                <a:cs typeface="Times New Roman"/>
              </a:rPr>
              <a:t>4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639543" y="3436556"/>
            <a:ext cx="369570" cy="11137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indent="90805">
              <a:lnSpc>
                <a:spcPct val="125200"/>
              </a:lnSpc>
              <a:spcBef>
                <a:spcPts val="95"/>
              </a:spcBef>
            </a:pPr>
            <a:r>
              <a:rPr dirty="0" sz="2850" spc="-395" i="1">
                <a:latin typeface="Times New Roman"/>
                <a:cs typeface="Times New Roman"/>
              </a:rPr>
              <a:t>P</a:t>
            </a:r>
            <a:r>
              <a:rPr dirty="0" baseline="-23569" sz="2475" spc="15">
                <a:latin typeface="Times New Roman"/>
                <a:cs typeface="Times New Roman"/>
              </a:rPr>
              <a:t>4  </a:t>
            </a:r>
            <a:r>
              <a:rPr dirty="0" sz="2850" spc="20" i="1">
                <a:latin typeface="Times New Roman"/>
                <a:cs typeface="Times New Roman"/>
              </a:rPr>
              <a:t>U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949156" y="2906636"/>
            <a:ext cx="0" cy="302260"/>
          </a:xfrm>
          <a:custGeom>
            <a:avLst/>
            <a:gdLst/>
            <a:ahLst/>
            <a:cxnLst/>
            <a:rect l="l" t="t" r="r" b="b"/>
            <a:pathLst>
              <a:path w="0" h="302260">
                <a:moveTo>
                  <a:pt x="0" y="0"/>
                </a:moveTo>
                <a:lnTo>
                  <a:pt x="0" y="301777"/>
                </a:lnTo>
              </a:path>
            </a:pathLst>
          </a:custGeom>
          <a:ln w="301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822281" y="2906636"/>
            <a:ext cx="0" cy="302260"/>
          </a:xfrm>
          <a:custGeom>
            <a:avLst/>
            <a:gdLst/>
            <a:ahLst/>
            <a:cxnLst/>
            <a:rect l="l" t="t" r="r" b="b"/>
            <a:pathLst>
              <a:path w="0" h="302260">
                <a:moveTo>
                  <a:pt x="0" y="0"/>
                </a:moveTo>
                <a:lnTo>
                  <a:pt x="0" y="301777"/>
                </a:lnTo>
              </a:path>
            </a:pathLst>
          </a:custGeom>
          <a:ln w="301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978525" y="2884690"/>
            <a:ext cx="827405" cy="102870"/>
          </a:xfrm>
          <a:custGeom>
            <a:avLst/>
            <a:gdLst/>
            <a:ahLst/>
            <a:cxnLst/>
            <a:rect l="l" t="t" r="r" b="b"/>
            <a:pathLst>
              <a:path w="827404" h="102869">
                <a:moveTo>
                  <a:pt x="89344" y="101536"/>
                </a:moveTo>
                <a:lnTo>
                  <a:pt x="87363" y="101422"/>
                </a:lnTo>
                <a:lnTo>
                  <a:pt x="85509" y="100698"/>
                </a:lnTo>
                <a:lnTo>
                  <a:pt x="0" y="50596"/>
                </a:lnTo>
                <a:lnTo>
                  <a:pt x="85699" y="825"/>
                </a:lnTo>
                <a:lnTo>
                  <a:pt x="87553" y="114"/>
                </a:lnTo>
                <a:lnTo>
                  <a:pt x="89535" y="0"/>
                </a:lnTo>
                <a:lnTo>
                  <a:pt x="91452" y="508"/>
                </a:lnTo>
                <a:lnTo>
                  <a:pt x="93129" y="1587"/>
                </a:lnTo>
                <a:lnTo>
                  <a:pt x="94373" y="3124"/>
                </a:lnTo>
                <a:lnTo>
                  <a:pt x="95097" y="4978"/>
                </a:lnTo>
                <a:lnTo>
                  <a:pt x="95199" y="6959"/>
                </a:lnTo>
                <a:lnTo>
                  <a:pt x="94691" y="8890"/>
                </a:lnTo>
                <a:lnTo>
                  <a:pt x="93611" y="10553"/>
                </a:lnTo>
                <a:lnTo>
                  <a:pt x="92075" y="11811"/>
                </a:lnTo>
                <a:lnTo>
                  <a:pt x="36170" y="44272"/>
                </a:lnTo>
                <a:lnTo>
                  <a:pt x="12611" y="44272"/>
                </a:lnTo>
                <a:lnTo>
                  <a:pt x="12585" y="56972"/>
                </a:lnTo>
                <a:lnTo>
                  <a:pt x="91922" y="89738"/>
                </a:lnTo>
                <a:lnTo>
                  <a:pt x="95034" y="94589"/>
                </a:lnTo>
                <a:lnTo>
                  <a:pt x="94919" y="96570"/>
                </a:lnTo>
                <a:lnTo>
                  <a:pt x="94195" y="98425"/>
                </a:lnTo>
                <a:lnTo>
                  <a:pt x="92938" y="99961"/>
                </a:lnTo>
                <a:lnTo>
                  <a:pt x="91262" y="101028"/>
                </a:lnTo>
                <a:lnTo>
                  <a:pt x="89344" y="101536"/>
                </a:lnTo>
                <a:close/>
              </a:path>
              <a:path w="827404" h="102869">
                <a:moveTo>
                  <a:pt x="816197" y="58508"/>
                </a:moveTo>
                <a:lnTo>
                  <a:pt x="814476" y="58508"/>
                </a:lnTo>
                <a:lnTo>
                  <a:pt x="814501" y="45808"/>
                </a:lnTo>
                <a:lnTo>
                  <a:pt x="791017" y="45763"/>
                </a:lnTo>
                <a:lnTo>
                  <a:pt x="735164" y="13042"/>
                </a:lnTo>
                <a:lnTo>
                  <a:pt x="732167" y="6197"/>
                </a:lnTo>
                <a:lnTo>
                  <a:pt x="732891" y="4356"/>
                </a:lnTo>
                <a:lnTo>
                  <a:pt x="734148" y="2819"/>
                </a:lnTo>
                <a:lnTo>
                  <a:pt x="735825" y="1739"/>
                </a:lnTo>
                <a:lnTo>
                  <a:pt x="737743" y="1244"/>
                </a:lnTo>
                <a:lnTo>
                  <a:pt x="739736" y="1358"/>
                </a:lnTo>
                <a:lnTo>
                  <a:pt x="741578" y="2082"/>
                </a:lnTo>
                <a:lnTo>
                  <a:pt x="827087" y="52184"/>
                </a:lnTo>
                <a:lnTo>
                  <a:pt x="816197" y="58508"/>
                </a:lnTo>
                <a:close/>
              </a:path>
              <a:path w="827404" h="102869">
                <a:moveTo>
                  <a:pt x="36086" y="57017"/>
                </a:moveTo>
                <a:lnTo>
                  <a:pt x="12585" y="56972"/>
                </a:lnTo>
                <a:lnTo>
                  <a:pt x="12611" y="44272"/>
                </a:lnTo>
                <a:lnTo>
                  <a:pt x="36093" y="44317"/>
                </a:lnTo>
                <a:lnTo>
                  <a:pt x="34683" y="45135"/>
                </a:lnTo>
                <a:lnTo>
                  <a:pt x="15811" y="45135"/>
                </a:lnTo>
                <a:lnTo>
                  <a:pt x="15786" y="56108"/>
                </a:lnTo>
                <a:lnTo>
                  <a:pt x="34535" y="56108"/>
                </a:lnTo>
                <a:lnTo>
                  <a:pt x="36086" y="57017"/>
                </a:lnTo>
                <a:close/>
              </a:path>
              <a:path w="827404" h="102869">
                <a:moveTo>
                  <a:pt x="36093" y="44317"/>
                </a:moveTo>
                <a:lnTo>
                  <a:pt x="12611" y="44272"/>
                </a:lnTo>
                <a:lnTo>
                  <a:pt x="36170" y="44272"/>
                </a:lnTo>
                <a:close/>
              </a:path>
              <a:path w="827404" h="102869">
                <a:moveTo>
                  <a:pt x="790994" y="58463"/>
                </a:moveTo>
                <a:lnTo>
                  <a:pt x="36086" y="57017"/>
                </a:lnTo>
                <a:lnTo>
                  <a:pt x="25204" y="50640"/>
                </a:lnTo>
                <a:lnTo>
                  <a:pt x="36093" y="44317"/>
                </a:lnTo>
                <a:lnTo>
                  <a:pt x="791017" y="45763"/>
                </a:lnTo>
                <a:lnTo>
                  <a:pt x="801892" y="52135"/>
                </a:lnTo>
                <a:lnTo>
                  <a:pt x="790994" y="58463"/>
                </a:lnTo>
                <a:close/>
              </a:path>
              <a:path w="827404" h="102869">
                <a:moveTo>
                  <a:pt x="15786" y="56108"/>
                </a:moveTo>
                <a:lnTo>
                  <a:pt x="15811" y="45135"/>
                </a:lnTo>
                <a:lnTo>
                  <a:pt x="25204" y="50640"/>
                </a:lnTo>
                <a:lnTo>
                  <a:pt x="15786" y="56108"/>
                </a:lnTo>
                <a:close/>
              </a:path>
              <a:path w="827404" h="102869">
                <a:moveTo>
                  <a:pt x="25204" y="50640"/>
                </a:moveTo>
                <a:lnTo>
                  <a:pt x="15811" y="45135"/>
                </a:lnTo>
                <a:lnTo>
                  <a:pt x="34683" y="45135"/>
                </a:lnTo>
                <a:lnTo>
                  <a:pt x="25204" y="50640"/>
                </a:lnTo>
                <a:close/>
              </a:path>
              <a:path w="827404" h="102869">
                <a:moveTo>
                  <a:pt x="801892" y="52135"/>
                </a:moveTo>
                <a:lnTo>
                  <a:pt x="791017" y="45763"/>
                </a:lnTo>
                <a:lnTo>
                  <a:pt x="814501" y="45808"/>
                </a:lnTo>
                <a:lnTo>
                  <a:pt x="814500" y="46672"/>
                </a:lnTo>
                <a:lnTo>
                  <a:pt x="811301" y="46672"/>
                </a:lnTo>
                <a:lnTo>
                  <a:pt x="801892" y="52135"/>
                </a:lnTo>
                <a:close/>
              </a:path>
              <a:path w="827404" h="102869">
                <a:moveTo>
                  <a:pt x="811276" y="57632"/>
                </a:moveTo>
                <a:lnTo>
                  <a:pt x="801892" y="52135"/>
                </a:lnTo>
                <a:lnTo>
                  <a:pt x="811301" y="46672"/>
                </a:lnTo>
                <a:lnTo>
                  <a:pt x="811276" y="57632"/>
                </a:lnTo>
                <a:close/>
              </a:path>
              <a:path w="827404" h="102869">
                <a:moveTo>
                  <a:pt x="814478" y="57632"/>
                </a:moveTo>
                <a:lnTo>
                  <a:pt x="811276" y="57632"/>
                </a:lnTo>
                <a:lnTo>
                  <a:pt x="811301" y="46672"/>
                </a:lnTo>
                <a:lnTo>
                  <a:pt x="814500" y="46672"/>
                </a:lnTo>
                <a:lnTo>
                  <a:pt x="814478" y="57632"/>
                </a:lnTo>
                <a:close/>
              </a:path>
              <a:path w="827404" h="102869">
                <a:moveTo>
                  <a:pt x="34535" y="56108"/>
                </a:moveTo>
                <a:lnTo>
                  <a:pt x="15786" y="56108"/>
                </a:lnTo>
                <a:lnTo>
                  <a:pt x="25204" y="50640"/>
                </a:lnTo>
                <a:lnTo>
                  <a:pt x="34535" y="56108"/>
                </a:lnTo>
                <a:close/>
              </a:path>
              <a:path w="827404" h="102869">
                <a:moveTo>
                  <a:pt x="814476" y="58508"/>
                </a:moveTo>
                <a:lnTo>
                  <a:pt x="790994" y="58463"/>
                </a:lnTo>
                <a:lnTo>
                  <a:pt x="801892" y="52135"/>
                </a:lnTo>
                <a:lnTo>
                  <a:pt x="811276" y="57632"/>
                </a:lnTo>
                <a:lnTo>
                  <a:pt x="814478" y="57632"/>
                </a:lnTo>
                <a:lnTo>
                  <a:pt x="814476" y="58508"/>
                </a:lnTo>
                <a:close/>
              </a:path>
              <a:path w="827404" h="102869">
                <a:moveTo>
                  <a:pt x="737552" y="102781"/>
                </a:moveTo>
                <a:lnTo>
                  <a:pt x="731888" y="95821"/>
                </a:lnTo>
                <a:lnTo>
                  <a:pt x="732396" y="93891"/>
                </a:lnTo>
                <a:lnTo>
                  <a:pt x="733475" y="92227"/>
                </a:lnTo>
                <a:lnTo>
                  <a:pt x="735012" y="90970"/>
                </a:lnTo>
                <a:lnTo>
                  <a:pt x="790994" y="58463"/>
                </a:lnTo>
                <a:lnTo>
                  <a:pt x="816197" y="58508"/>
                </a:lnTo>
                <a:lnTo>
                  <a:pt x="741387" y="101955"/>
                </a:lnTo>
                <a:lnTo>
                  <a:pt x="739533" y="102666"/>
                </a:lnTo>
                <a:lnTo>
                  <a:pt x="737552" y="1027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192596" y="2490724"/>
            <a:ext cx="386080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50" spc="-235" i="1">
                <a:latin typeface="Times New Roman"/>
                <a:cs typeface="Times New Roman"/>
              </a:rPr>
              <a:t>U</a:t>
            </a:r>
            <a:r>
              <a:rPr dirty="0" baseline="-26748" sz="2025" spc="22">
                <a:latin typeface="宋体"/>
                <a:cs typeface="宋体"/>
              </a:rPr>
              <a:t>损</a:t>
            </a:r>
            <a:endParaRPr baseline="-26748" sz="2025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711834" y="2221229"/>
            <a:ext cx="330200" cy="2768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远距离输电的原理图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9559925" y="1316037"/>
            <a:ext cx="887412" cy="10636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309937" y="1247775"/>
            <a:ext cx="1214437" cy="12969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9781540" y="1705927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用户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071052" y="1774190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发电厂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496811" y="1502568"/>
            <a:ext cx="1323340" cy="0"/>
          </a:xfrm>
          <a:custGeom>
            <a:avLst/>
            <a:gdLst/>
            <a:ahLst/>
            <a:cxnLst/>
            <a:rect l="l" t="t" r="r" b="b"/>
            <a:pathLst>
              <a:path w="1323340" h="0">
                <a:moveTo>
                  <a:pt x="0" y="0"/>
                </a:moveTo>
                <a:lnTo>
                  <a:pt x="1323213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530725" y="1502568"/>
            <a:ext cx="1365885" cy="0"/>
          </a:xfrm>
          <a:custGeom>
            <a:avLst/>
            <a:gdLst/>
            <a:ahLst/>
            <a:cxnLst/>
            <a:rect l="l" t="t" r="r" b="b"/>
            <a:pathLst>
              <a:path w="1365885" h="0">
                <a:moveTo>
                  <a:pt x="0" y="0"/>
                </a:moveTo>
                <a:lnTo>
                  <a:pt x="1365630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545012" y="2334418"/>
            <a:ext cx="3289300" cy="0"/>
          </a:xfrm>
          <a:custGeom>
            <a:avLst/>
            <a:gdLst/>
            <a:ahLst/>
            <a:cxnLst/>
            <a:rect l="l" t="t" r="r" b="b"/>
            <a:pathLst>
              <a:path w="3289300" h="0">
                <a:moveTo>
                  <a:pt x="0" y="0"/>
                </a:moveTo>
                <a:lnTo>
                  <a:pt x="3289300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896355" y="1446275"/>
            <a:ext cx="600710" cy="123825"/>
          </a:xfrm>
          <a:custGeom>
            <a:avLst/>
            <a:gdLst/>
            <a:ahLst/>
            <a:cxnLst/>
            <a:rect l="l" t="t" r="r" b="b"/>
            <a:pathLst>
              <a:path w="600710" h="123825">
                <a:moveTo>
                  <a:pt x="0" y="0"/>
                </a:moveTo>
                <a:lnTo>
                  <a:pt x="600455" y="0"/>
                </a:lnTo>
                <a:lnTo>
                  <a:pt x="600455" y="123443"/>
                </a:lnTo>
                <a:lnTo>
                  <a:pt x="0" y="1234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881687" y="1431925"/>
            <a:ext cx="628650" cy="152400"/>
          </a:xfrm>
          <a:custGeom>
            <a:avLst/>
            <a:gdLst/>
            <a:ahLst/>
            <a:cxnLst/>
            <a:rect l="l" t="t" r="r" b="b"/>
            <a:pathLst>
              <a:path w="628650" h="152400">
                <a:moveTo>
                  <a:pt x="628650" y="152400"/>
                </a:moveTo>
                <a:lnTo>
                  <a:pt x="0" y="152400"/>
                </a:lnTo>
                <a:lnTo>
                  <a:pt x="0" y="0"/>
                </a:lnTo>
                <a:lnTo>
                  <a:pt x="628650" y="0"/>
                </a:lnTo>
                <a:lnTo>
                  <a:pt x="62865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23825"/>
                </a:lnTo>
                <a:lnTo>
                  <a:pt x="14287" y="123825"/>
                </a:lnTo>
                <a:lnTo>
                  <a:pt x="28575" y="138112"/>
                </a:lnTo>
                <a:lnTo>
                  <a:pt x="628650" y="138112"/>
                </a:lnTo>
                <a:lnTo>
                  <a:pt x="628650" y="152400"/>
                </a:lnTo>
                <a:close/>
              </a:path>
              <a:path w="628650" h="15240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628650" h="152400">
                <a:moveTo>
                  <a:pt x="60007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600075" y="14287"/>
                </a:lnTo>
                <a:lnTo>
                  <a:pt x="600075" y="28575"/>
                </a:lnTo>
                <a:close/>
              </a:path>
              <a:path w="628650" h="152400">
                <a:moveTo>
                  <a:pt x="600075" y="138112"/>
                </a:moveTo>
                <a:lnTo>
                  <a:pt x="600075" y="14287"/>
                </a:lnTo>
                <a:lnTo>
                  <a:pt x="614362" y="28575"/>
                </a:lnTo>
                <a:lnTo>
                  <a:pt x="628650" y="28575"/>
                </a:lnTo>
                <a:lnTo>
                  <a:pt x="628650" y="123825"/>
                </a:lnTo>
                <a:lnTo>
                  <a:pt x="614362" y="123825"/>
                </a:lnTo>
                <a:lnTo>
                  <a:pt x="600075" y="138112"/>
                </a:lnTo>
                <a:close/>
              </a:path>
              <a:path w="628650" h="152400">
                <a:moveTo>
                  <a:pt x="628650" y="28575"/>
                </a:moveTo>
                <a:lnTo>
                  <a:pt x="614362" y="28575"/>
                </a:lnTo>
                <a:lnTo>
                  <a:pt x="600075" y="14287"/>
                </a:lnTo>
                <a:lnTo>
                  <a:pt x="628650" y="14287"/>
                </a:lnTo>
                <a:lnTo>
                  <a:pt x="628650" y="28575"/>
                </a:lnTo>
                <a:close/>
              </a:path>
              <a:path w="628650" h="152400">
                <a:moveTo>
                  <a:pt x="28575" y="138112"/>
                </a:moveTo>
                <a:lnTo>
                  <a:pt x="14287" y="123825"/>
                </a:lnTo>
                <a:lnTo>
                  <a:pt x="28575" y="123825"/>
                </a:lnTo>
                <a:lnTo>
                  <a:pt x="28575" y="138112"/>
                </a:lnTo>
                <a:close/>
              </a:path>
              <a:path w="628650" h="152400">
                <a:moveTo>
                  <a:pt x="600075" y="138112"/>
                </a:moveTo>
                <a:lnTo>
                  <a:pt x="28575" y="138112"/>
                </a:lnTo>
                <a:lnTo>
                  <a:pt x="28575" y="123825"/>
                </a:lnTo>
                <a:lnTo>
                  <a:pt x="600075" y="123825"/>
                </a:lnTo>
                <a:lnTo>
                  <a:pt x="600075" y="138112"/>
                </a:lnTo>
                <a:close/>
              </a:path>
              <a:path w="628650" h="152400">
                <a:moveTo>
                  <a:pt x="628650" y="138112"/>
                </a:moveTo>
                <a:lnTo>
                  <a:pt x="600075" y="138112"/>
                </a:lnTo>
                <a:lnTo>
                  <a:pt x="614362" y="123825"/>
                </a:lnTo>
                <a:lnTo>
                  <a:pt x="628650" y="123825"/>
                </a:lnTo>
                <a:lnTo>
                  <a:pt x="628650" y="1381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865412" y="1678781"/>
            <a:ext cx="422909" cy="0"/>
          </a:xfrm>
          <a:custGeom>
            <a:avLst/>
            <a:gdLst/>
            <a:ahLst/>
            <a:cxnLst/>
            <a:rect l="l" t="t" r="r" b="b"/>
            <a:pathLst>
              <a:path w="422910" h="0">
                <a:moveTo>
                  <a:pt x="0" y="0"/>
                </a:moveTo>
                <a:lnTo>
                  <a:pt x="422325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973262" y="1330325"/>
            <a:ext cx="885825" cy="1063625"/>
          </a:xfrm>
          <a:custGeom>
            <a:avLst/>
            <a:gdLst/>
            <a:ahLst/>
            <a:cxnLst/>
            <a:rect l="l" t="t" r="r" b="b"/>
            <a:pathLst>
              <a:path w="885825" h="1063625">
                <a:moveTo>
                  <a:pt x="6604" y="911745"/>
                </a:moveTo>
                <a:lnTo>
                  <a:pt x="0" y="911745"/>
                </a:lnTo>
                <a:lnTo>
                  <a:pt x="0" y="860945"/>
                </a:lnTo>
                <a:lnTo>
                  <a:pt x="12700" y="860945"/>
                </a:lnTo>
                <a:lnTo>
                  <a:pt x="12700" y="911593"/>
                </a:lnTo>
                <a:lnTo>
                  <a:pt x="6604" y="911745"/>
                </a:lnTo>
                <a:close/>
              </a:path>
              <a:path w="885825" h="1063625">
                <a:moveTo>
                  <a:pt x="6337" y="955192"/>
                </a:moveTo>
                <a:lnTo>
                  <a:pt x="0" y="911910"/>
                </a:lnTo>
                <a:lnTo>
                  <a:pt x="12700" y="911593"/>
                </a:lnTo>
                <a:lnTo>
                  <a:pt x="12882" y="918756"/>
                </a:lnTo>
                <a:lnTo>
                  <a:pt x="13412" y="925830"/>
                </a:lnTo>
                <a:lnTo>
                  <a:pt x="14286" y="932802"/>
                </a:lnTo>
                <a:lnTo>
                  <a:pt x="15500" y="939647"/>
                </a:lnTo>
                <a:lnTo>
                  <a:pt x="17049" y="946391"/>
                </a:lnTo>
                <a:lnTo>
                  <a:pt x="18554" y="951725"/>
                </a:lnTo>
                <a:lnTo>
                  <a:pt x="6337" y="955192"/>
                </a:lnTo>
                <a:close/>
              </a:path>
              <a:path w="885825" h="1063625">
                <a:moveTo>
                  <a:pt x="12703" y="911745"/>
                </a:moveTo>
                <a:lnTo>
                  <a:pt x="12700" y="911593"/>
                </a:lnTo>
                <a:lnTo>
                  <a:pt x="12703" y="911745"/>
                </a:lnTo>
                <a:close/>
              </a:path>
              <a:path w="885825" h="1063625">
                <a:moveTo>
                  <a:pt x="13433" y="926102"/>
                </a:moveTo>
                <a:lnTo>
                  <a:pt x="13398" y="925830"/>
                </a:lnTo>
                <a:lnTo>
                  <a:pt x="13433" y="926102"/>
                </a:lnTo>
                <a:close/>
              </a:path>
              <a:path w="885825" h="1063625">
                <a:moveTo>
                  <a:pt x="12700" y="822845"/>
                </a:moveTo>
                <a:lnTo>
                  <a:pt x="0" y="822845"/>
                </a:lnTo>
                <a:lnTo>
                  <a:pt x="0" y="772045"/>
                </a:lnTo>
                <a:lnTo>
                  <a:pt x="12700" y="772045"/>
                </a:lnTo>
                <a:lnTo>
                  <a:pt x="12700" y="822845"/>
                </a:lnTo>
                <a:close/>
              </a:path>
              <a:path w="885825" h="1063625">
                <a:moveTo>
                  <a:pt x="12700" y="733945"/>
                </a:moveTo>
                <a:lnTo>
                  <a:pt x="0" y="733945"/>
                </a:lnTo>
                <a:lnTo>
                  <a:pt x="0" y="683145"/>
                </a:lnTo>
                <a:lnTo>
                  <a:pt x="12700" y="683145"/>
                </a:lnTo>
                <a:lnTo>
                  <a:pt x="12700" y="733945"/>
                </a:lnTo>
                <a:close/>
              </a:path>
              <a:path w="885825" h="1063625">
                <a:moveTo>
                  <a:pt x="12700" y="645045"/>
                </a:moveTo>
                <a:lnTo>
                  <a:pt x="0" y="645045"/>
                </a:lnTo>
                <a:lnTo>
                  <a:pt x="0" y="594245"/>
                </a:lnTo>
                <a:lnTo>
                  <a:pt x="12700" y="594245"/>
                </a:lnTo>
                <a:lnTo>
                  <a:pt x="12700" y="645045"/>
                </a:lnTo>
                <a:close/>
              </a:path>
              <a:path w="885825" h="1063625">
                <a:moveTo>
                  <a:pt x="12700" y="556145"/>
                </a:moveTo>
                <a:lnTo>
                  <a:pt x="0" y="556145"/>
                </a:lnTo>
                <a:lnTo>
                  <a:pt x="0" y="505345"/>
                </a:lnTo>
                <a:lnTo>
                  <a:pt x="12700" y="505345"/>
                </a:lnTo>
                <a:lnTo>
                  <a:pt x="12700" y="556145"/>
                </a:lnTo>
                <a:close/>
              </a:path>
              <a:path w="885825" h="1063625">
                <a:moveTo>
                  <a:pt x="12700" y="467245"/>
                </a:moveTo>
                <a:lnTo>
                  <a:pt x="0" y="467245"/>
                </a:lnTo>
                <a:lnTo>
                  <a:pt x="0" y="416445"/>
                </a:lnTo>
                <a:lnTo>
                  <a:pt x="12700" y="416445"/>
                </a:lnTo>
                <a:lnTo>
                  <a:pt x="12700" y="467245"/>
                </a:lnTo>
                <a:close/>
              </a:path>
              <a:path w="885825" h="1063625">
                <a:moveTo>
                  <a:pt x="12700" y="378345"/>
                </a:moveTo>
                <a:lnTo>
                  <a:pt x="0" y="378345"/>
                </a:lnTo>
                <a:lnTo>
                  <a:pt x="0" y="327545"/>
                </a:lnTo>
                <a:lnTo>
                  <a:pt x="12700" y="327545"/>
                </a:lnTo>
                <a:lnTo>
                  <a:pt x="12700" y="378345"/>
                </a:lnTo>
                <a:close/>
              </a:path>
              <a:path w="885825" h="1063625">
                <a:moveTo>
                  <a:pt x="12700" y="289445"/>
                </a:moveTo>
                <a:lnTo>
                  <a:pt x="0" y="289445"/>
                </a:lnTo>
                <a:lnTo>
                  <a:pt x="0" y="238645"/>
                </a:lnTo>
                <a:lnTo>
                  <a:pt x="12700" y="238645"/>
                </a:lnTo>
                <a:lnTo>
                  <a:pt x="12700" y="289445"/>
                </a:lnTo>
                <a:close/>
              </a:path>
              <a:path w="885825" h="1063625">
                <a:moveTo>
                  <a:pt x="12700" y="200545"/>
                </a:moveTo>
                <a:lnTo>
                  <a:pt x="0" y="200545"/>
                </a:lnTo>
                <a:lnTo>
                  <a:pt x="50" y="149593"/>
                </a:lnTo>
                <a:lnTo>
                  <a:pt x="12750" y="149910"/>
                </a:lnTo>
                <a:lnTo>
                  <a:pt x="12700" y="151879"/>
                </a:lnTo>
                <a:lnTo>
                  <a:pt x="12700" y="200545"/>
                </a:lnTo>
                <a:close/>
              </a:path>
              <a:path w="885825" h="1063625">
                <a:moveTo>
                  <a:pt x="17983" y="113893"/>
                </a:moveTo>
                <a:lnTo>
                  <a:pt x="5765" y="110426"/>
                </a:lnTo>
                <a:lnTo>
                  <a:pt x="6832" y="106718"/>
                </a:lnTo>
                <a:lnTo>
                  <a:pt x="9220" y="99656"/>
                </a:lnTo>
                <a:lnTo>
                  <a:pt x="28740" y="63017"/>
                </a:lnTo>
                <a:lnTo>
                  <a:pt x="39090" y="70370"/>
                </a:lnTo>
                <a:lnTo>
                  <a:pt x="36372" y="74193"/>
                </a:lnTo>
                <a:lnTo>
                  <a:pt x="33002" y="79476"/>
                </a:lnTo>
                <a:lnTo>
                  <a:pt x="29413" y="85674"/>
                </a:lnTo>
                <a:lnTo>
                  <a:pt x="26463" y="91459"/>
                </a:lnTo>
                <a:lnTo>
                  <a:pt x="23697" y="97561"/>
                </a:lnTo>
                <a:lnTo>
                  <a:pt x="21197" y="103873"/>
                </a:lnTo>
                <a:lnTo>
                  <a:pt x="18915" y="110629"/>
                </a:lnTo>
                <a:lnTo>
                  <a:pt x="17983" y="113893"/>
                </a:lnTo>
                <a:close/>
              </a:path>
              <a:path w="885825" h="1063625">
                <a:moveTo>
                  <a:pt x="36525" y="73979"/>
                </a:moveTo>
                <a:close/>
              </a:path>
              <a:path w="885825" h="1063625">
                <a:moveTo>
                  <a:pt x="36387" y="74193"/>
                </a:moveTo>
                <a:lnTo>
                  <a:pt x="36525" y="73979"/>
                </a:lnTo>
                <a:lnTo>
                  <a:pt x="36387" y="74193"/>
                </a:lnTo>
                <a:close/>
              </a:path>
              <a:path w="885825" h="1063625">
                <a:moveTo>
                  <a:pt x="32766" y="79844"/>
                </a:moveTo>
                <a:lnTo>
                  <a:pt x="32918" y="79578"/>
                </a:lnTo>
                <a:lnTo>
                  <a:pt x="32766" y="79844"/>
                </a:lnTo>
                <a:close/>
              </a:path>
              <a:path w="885825" h="1063625">
                <a:moveTo>
                  <a:pt x="29557" y="85422"/>
                </a:moveTo>
                <a:close/>
              </a:path>
              <a:path w="885825" h="1063625">
                <a:moveTo>
                  <a:pt x="29429" y="85674"/>
                </a:moveTo>
                <a:lnTo>
                  <a:pt x="29557" y="85422"/>
                </a:lnTo>
                <a:lnTo>
                  <a:pt x="29429" y="85674"/>
                </a:lnTo>
                <a:close/>
              </a:path>
              <a:path w="885825" h="1063625">
                <a:moveTo>
                  <a:pt x="26465" y="91459"/>
                </a:moveTo>
                <a:close/>
              </a:path>
              <a:path w="885825" h="1063625">
                <a:moveTo>
                  <a:pt x="26365" y="91681"/>
                </a:moveTo>
                <a:lnTo>
                  <a:pt x="26465" y="91459"/>
                </a:lnTo>
                <a:lnTo>
                  <a:pt x="26365" y="91681"/>
                </a:lnTo>
                <a:close/>
              </a:path>
              <a:path w="885825" h="1063625">
                <a:moveTo>
                  <a:pt x="23587" y="97840"/>
                </a:moveTo>
                <a:lnTo>
                  <a:pt x="23698" y="97561"/>
                </a:lnTo>
                <a:lnTo>
                  <a:pt x="23587" y="97840"/>
                </a:lnTo>
                <a:close/>
              </a:path>
              <a:path w="885825" h="1063625">
                <a:moveTo>
                  <a:pt x="21188" y="103897"/>
                </a:moveTo>
                <a:close/>
              </a:path>
              <a:path w="885825" h="1063625">
                <a:moveTo>
                  <a:pt x="21097" y="104165"/>
                </a:moveTo>
                <a:lnTo>
                  <a:pt x="21188" y="103897"/>
                </a:lnTo>
                <a:lnTo>
                  <a:pt x="21097" y="104165"/>
                </a:lnTo>
                <a:close/>
              </a:path>
              <a:path w="885825" h="1063625">
                <a:moveTo>
                  <a:pt x="18945" y="110526"/>
                </a:moveTo>
                <a:lnTo>
                  <a:pt x="18999" y="110337"/>
                </a:lnTo>
                <a:lnTo>
                  <a:pt x="18945" y="110526"/>
                </a:lnTo>
                <a:close/>
              </a:path>
              <a:path w="885825" h="1063625">
                <a:moveTo>
                  <a:pt x="18915" y="110629"/>
                </a:moveTo>
                <a:close/>
              </a:path>
              <a:path w="885825" h="1063625">
                <a:moveTo>
                  <a:pt x="63906" y="44043"/>
                </a:moveTo>
                <a:lnTo>
                  <a:pt x="56057" y="34061"/>
                </a:lnTo>
                <a:lnTo>
                  <a:pt x="60998" y="30175"/>
                </a:lnTo>
                <a:lnTo>
                  <a:pt x="66954" y="25933"/>
                </a:lnTo>
                <a:lnTo>
                  <a:pt x="102069" y="8394"/>
                </a:lnTo>
                <a:lnTo>
                  <a:pt x="106133" y="20434"/>
                </a:lnTo>
                <a:lnTo>
                  <a:pt x="104212" y="21081"/>
                </a:lnTo>
                <a:lnTo>
                  <a:pt x="97881" y="23571"/>
                </a:lnTo>
                <a:lnTo>
                  <a:pt x="91408" y="26492"/>
                </a:lnTo>
                <a:lnTo>
                  <a:pt x="85705" y="29413"/>
                </a:lnTo>
                <a:lnTo>
                  <a:pt x="79578" y="32918"/>
                </a:lnTo>
                <a:lnTo>
                  <a:pt x="73943" y="36550"/>
                </a:lnTo>
                <a:lnTo>
                  <a:pt x="68491" y="40436"/>
                </a:lnTo>
                <a:lnTo>
                  <a:pt x="63906" y="44043"/>
                </a:lnTo>
                <a:close/>
              </a:path>
              <a:path w="885825" h="1063625">
                <a:moveTo>
                  <a:pt x="103897" y="21188"/>
                </a:moveTo>
                <a:lnTo>
                  <a:pt x="104165" y="21081"/>
                </a:lnTo>
                <a:lnTo>
                  <a:pt x="103897" y="21188"/>
                </a:lnTo>
                <a:close/>
              </a:path>
              <a:path w="885825" h="1063625">
                <a:moveTo>
                  <a:pt x="103876" y="21196"/>
                </a:moveTo>
                <a:close/>
              </a:path>
              <a:path w="885825" h="1063625">
                <a:moveTo>
                  <a:pt x="97561" y="23698"/>
                </a:moveTo>
                <a:lnTo>
                  <a:pt x="97840" y="23571"/>
                </a:lnTo>
                <a:lnTo>
                  <a:pt x="97561" y="23698"/>
                </a:lnTo>
                <a:close/>
              </a:path>
              <a:path w="885825" h="1063625">
                <a:moveTo>
                  <a:pt x="91459" y="26465"/>
                </a:moveTo>
                <a:lnTo>
                  <a:pt x="91681" y="26352"/>
                </a:lnTo>
                <a:lnTo>
                  <a:pt x="91459" y="26465"/>
                </a:lnTo>
                <a:close/>
              </a:path>
              <a:path w="885825" h="1063625">
                <a:moveTo>
                  <a:pt x="91408" y="26492"/>
                </a:moveTo>
                <a:close/>
              </a:path>
              <a:path w="885825" h="1063625">
                <a:moveTo>
                  <a:pt x="85422" y="29557"/>
                </a:moveTo>
                <a:lnTo>
                  <a:pt x="85674" y="29413"/>
                </a:lnTo>
                <a:lnTo>
                  <a:pt x="85422" y="29557"/>
                </a:lnTo>
                <a:close/>
              </a:path>
              <a:path w="885825" h="1063625">
                <a:moveTo>
                  <a:pt x="85409" y="29565"/>
                </a:moveTo>
                <a:close/>
              </a:path>
              <a:path w="885825" h="1063625">
                <a:moveTo>
                  <a:pt x="79607" y="32918"/>
                </a:moveTo>
                <a:lnTo>
                  <a:pt x="79844" y="32765"/>
                </a:lnTo>
                <a:lnTo>
                  <a:pt x="79607" y="32918"/>
                </a:lnTo>
                <a:close/>
              </a:path>
              <a:path w="885825" h="1063625">
                <a:moveTo>
                  <a:pt x="73984" y="36521"/>
                </a:moveTo>
                <a:lnTo>
                  <a:pt x="74193" y="36372"/>
                </a:lnTo>
                <a:lnTo>
                  <a:pt x="73984" y="36521"/>
                </a:lnTo>
                <a:close/>
              </a:path>
              <a:path w="885825" h="1063625">
                <a:moveTo>
                  <a:pt x="73943" y="36550"/>
                </a:moveTo>
                <a:close/>
              </a:path>
              <a:path w="885825" h="1063625">
                <a:moveTo>
                  <a:pt x="68650" y="40322"/>
                </a:moveTo>
                <a:close/>
              </a:path>
              <a:path w="885825" h="1063625">
                <a:moveTo>
                  <a:pt x="68505" y="40436"/>
                </a:moveTo>
                <a:lnTo>
                  <a:pt x="68650" y="40322"/>
                </a:lnTo>
                <a:lnTo>
                  <a:pt x="68505" y="40436"/>
                </a:lnTo>
                <a:close/>
              </a:path>
              <a:path w="885825" h="1063625">
                <a:moveTo>
                  <a:pt x="141795" y="13106"/>
                </a:moveTo>
                <a:lnTo>
                  <a:pt x="140830" y="444"/>
                </a:lnTo>
                <a:lnTo>
                  <a:pt x="144068" y="190"/>
                </a:lnTo>
                <a:lnTo>
                  <a:pt x="151790" y="0"/>
                </a:lnTo>
                <a:lnTo>
                  <a:pt x="192100" y="0"/>
                </a:lnTo>
                <a:lnTo>
                  <a:pt x="192100" y="12700"/>
                </a:lnTo>
                <a:lnTo>
                  <a:pt x="152031" y="12700"/>
                </a:lnTo>
                <a:lnTo>
                  <a:pt x="145548" y="12865"/>
                </a:lnTo>
                <a:lnTo>
                  <a:pt x="144868" y="12865"/>
                </a:lnTo>
                <a:lnTo>
                  <a:pt x="141795" y="13106"/>
                </a:lnTo>
                <a:close/>
              </a:path>
              <a:path w="885825" h="1063625">
                <a:moveTo>
                  <a:pt x="144551" y="12890"/>
                </a:moveTo>
                <a:lnTo>
                  <a:pt x="144868" y="12865"/>
                </a:lnTo>
                <a:lnTo>
                  <a:pt x="145548" y="12865"/>
                </a:lnTo>
                <a:lnTo>
                  <a:pt x="144551" y="12890"/>
                </a:lnTo>
                <a:close/>
              </a:path>
              <a:path w="885825" h="1063625">
                <a:moveTo>
                  <a:pt x="281000" y="12700"/>
                </a:moveTo>
                <a:lnTo>
                  <a:pt x="230200" y="12700"/>
                </a:lnTo>
                <a:lnTo>
                  <a:pt x="230200" y="0"/>
                </a:lnTo>
                <a:lnTo>
                  <a:pt x="281000" y="0"/>
                </a:lnTo>
                <a:lnTo>
                  <a:pt x="281000" y="12700"/>
                </a:lnTo>
                <a:close/>
              </a:path>
              <a:path w="885825" h="1063625">
                <a:moveTo>
                  <a:pt x="369900" y="12700"/>
                </a:moveTo>
                <a:lnTo>
                  <a:pt x="319100" y="12700"/>
                </a:lnTo>
                <a:lnTo>
                  <a:pt x="319100" y="0"/>
                </a:lnTo>
                <a:lnTo>
                  <a:pt x="369900" y="0"/>
                </a:lnTo>
                <a:lnTo>
                  <a:pt x="369900" y="12700"/>
                </a:lnTo>
                <a:close/>
              </a:path>
              <a:path w="885825" h="1063625">
                <a:moveTo>
                  <a:pt x="458800" y="12700"/>
                </a:moveTo>
                <a:lnTo>
                  <a:pt x="408000" y="12700"/>
                </a:lnTo>
                <a:lnTo>
                  <a:pt x="408000" y="0"/>
                </a:lnTo>
                <a:lnTo>
                  <a:pt x="458800" y="0"/>
                </a:lnTo>
                <a:lnTo>
                  <a:pt x="458800" y="12700"/>
                </a:lnTo>
                <a:close/>
              </a:path>
              <a:path w="885825" h="1063625">
                <a:moveTo>
                  <a:pt x="547700" y="12700"/>
                </a:moveTo>
                <a:lnTo>
                  <a:pt x="496900" y="12700"/>
                </a:lnTo>
                <a:lnTo>
                  <a:pt x="496900" y="0"/>
                </a:lnTo>
                <a:lnTo>
                  <a:pt x="547700" y="0"/>
                </a:lnTo>
                <a:lnTo>
                  <a:pt x="547700" y="12700"/>
                </a:lnTo>
                <a:close/>
              </a:path>
              <a:path w="885825" h="1063625">
                <a:moveTo>
                  <a:pt x="636600" y="12700"/>
                </a:moveTo>
                <a:lnTo>
                  <a:pt x="585800" y="12700"/>
                </a:lnTo>
                <a:lnTo>
                  <a:pt x="585800" y="0"/>
                </a:lnTo>
                <a:lnTo>
                  <a:pt x="636600" y="0"/>
                </a:lnTo>
                <a:lnTo>
                  <a:pt x="636600" y="12700"/>
                </a:lnTo>
                <a:close/>
              </a:path>
              <a:path w="885825" h="1063625">
                <a:moveTo>
                  <a:pt x="725500" y="12700"/>
                </a:moveTo>
                <a:lnTo>
                  <a:pt x="674700" y="12700"/>
                </a:lnTo>
                <a:lnTo>
                  <a:pt x="674700" y="0"/>
                </a:lnTo>
                <a:lnTo>
                  <a:pt x="725500" y="0"/>
                </a:lnTo>
                <a:lnTo>
                  <a:pt x="725500" y="12700"/>
                </a:lnTo>
                <a:close/>
              </a:path>
              <a:path w="885825" h="1063625">
                <a:moveTo>
                  <a:pt x="803990" y="17119"/>
                </a:moveTo>
                <a:lnTo>
                  <a:pt x="768896" y="17119"/>
                </a:lnTo>
                <a:lnTo>
                  <a:pt x="761974" y="15519"/>
                </a:lnTo>
                <a:lnTo>
                  <a:pt x="764832" y="3149"/>
                </a:lnTo>
                <a:lnTo>
                  <a:pt x="771906" y="4775"/>
                </a:lnTo>
                <a:lnTo>
                  <a:pt x="803990" y="17119"/>
                </a:lnTo>
                <a:close/>
              </a:path>
              <a:path w="885825" h="1063625">
                <a:moveTo>
                  <a:pt x="807519" y="18999"/>
                </a:moveTo>
                <a:lnTo>
                  <a:pt x="775487" y="18999"/>
                </a:lnTo>
                <a:lnTo>
                  <a:pt x="768700" y="17074"/>
                </a:lnTo>
                <a:lnTo>
                  <a:pt x="768896" y="17119"/>
                </a:lnTo>
                <a:lnTo>
                  <a:pt x="803990" y="17119"/>
                </a:lnTo>
                <a:lnTo>
                  <a:pt x="806348" y="18326"/>
                </a:lnTo>
                <a:lnTo>
                  <a:pt x="807519" y="18999"/>
                </a:lnTo>
                <a:close/>
              </a:path>
              <a:path w="885825" h="1063625">
                <a:moveTo>
                  <a:pt x="811341" y="21196"/>
                </a:moveTo>
                <a:lnTo>
                  <a:pt x="781930" y="21188"/>
                </a:lnTo>
                <a:lnTo>
                  <a:pt x="781659" y="21081"/>
                </a:lnTo>
                <a:lnTo>
                  <a:pt x="775305" y="18947"/>
                </a:lnTo>
                <a:lnTo>
                  <a:pt x="775487" y="18999"/>
                </a:lnTo>
                <a:lnTo>
                  <a:pt x="807519" y="18999"/>
                </a:lnTo>
                <a:lnTo>
                  <a:pt x="811341" y="21196"/>
                </a:lnTo>
                <a:close/>
              </a:path>
              <a:path w="885825" h="1063625">
                <a:moveTo>
                  <a:pt x="781927" y="21188"/>
                </a:moveTo>
                <a:lnTo>
                  <a:pt x="781613" y="21081"/>
                </a:lnTo>
                <a:lnTo>
                  <a:pt x="781927" y="21188"/>
                </a:lnTo>
                <a:close/>
              </a:path>
              <a:path w="885825" h="1063625">
                <a:moveTo>
                  <a:pt x="811347" y="26492"/>
                </a:moveTo>
                <a:lnTo>
                  <a:pt x="794423" y="26492"/>
                </a:lnTo>
                <a:lnTo>
                  <a:pt x="787984" y="23571"/>
                </a:lnTo>
                <a:lnTo>
                  <a:pt x="781927" y="21188"/>
                </a:lnTo>
                <a:lnTo>
                  <a:pt x="811341" y="21196"/>
                </a:lnTo>
                <a:lnTo>
                  <a:pt x="812711" y="21983"/>
                </a:lnTo>
                <a:lnTo>
                  <a:pt x="813790" y="22682"/>
                </a:lnTo>
                <a:lnTo>
                  <a:pt x="811347" y="26492"/>
                </a:lnTo>
                <a:close/>
              </a:path>
              <a:path w="885825" h="1063625">
                <a:moveTo>
                  <a:pt x="788263" y="23698"/>
                </a:moveTo>
                <a:lnTo>
                  <a:pt x="787943" y="23571"/>
                </a:lnTo>
                <a:lnTo>
                  <a:pt x="788263" y="23698"/>
                </a:lnTo>
                <a:close/>
              </a:path>
              <a:path w="885825" h="1063625">
                <a:moveTo>
                  <a:pt x="809376" y="29565"/>
                </a:moveTo>
                <a:lnTo>
                  <a:pt x="800403" y="29557"/>
                </a:lnTo>
                <a:lnTo>
                  <a:pt x="800150" y="29413"/>
                </a:lnTo>
                <a:lnTo>
                  <a:pt x="794365" y="26465"/>
                </a:lnTo>
                <a:lnTo>
                  <a:pt x="811347" y="26492"/>
                </a:lnTo>
                <a:lnTo>
                  <a:pt x="809376" y="29565"/>
                </a:lnTo>
                <a:close/>
              </a:path>
              <a:path w="885825" h="1063625">
                <a:moveTo>
                  <a:pt x="800402" y="29557"/>
                </a:moveTo>
                <a:lnTo>
                  <a:pt x="800119" y="29413"/>
                </a:lnTo>
                <a:lnTo>
                  <a:pt x="800402" y="29557"/>
                </a:lnTo>
                <a:close/>
              </a:path>
              <a:path w="885825" h="1063625">
                <a:moveTo>
                  <a:pt x="807225" y="32918"/>
                </a:moveTo>
                <a:lnTo>
                  <a:pt x="806246" y="32918"/>
                </a:lnTo>
                <a:lnTo>
                  <a:pt x="800402" y="29557"/>
                </a:lnTo>
                <a:lnTo>
                  <a:pt x="809376" y="29565"/>
                </a:lnTo>
                <a:lnTo>
                  <a:pt x="807225" y="32918"/>
                </a:lnTo>
                <a:close/>
              </a:path>
              <a:path w="885825" h="1063625">
                <a:moveTo>
                  <a:pt x="806932" y="33375"/>
                </a:moveTo>
                <a:lnTo>
                  <a:pt x="805980" y="32765"/>
                </a:lnTo>
                <a:lnTo>
                  <a:pt x="806246" y="32918"/>
                </a:lnTo>
                <a:lnTo>
                  <a:pt x="807225" y="32918"/>
                </a:lnTo>
                <a:lnTo>
                  <a:pt x="806932" y="33375"/>
                </a:lnTo>
                <a:close/>
              </a:path>
              <a:path w="885825" h="1063625">
                <a:moveTo>
                  <a:pt x="853610" y="58407"/>
                </a:moveTo>
                <a:lnTo>
                  <a:pt x="837069" y="58407"/>
                </a:lnTo>
                <a:lnTo>
                  <a:pt x="835190" y="56426"/>
                </a:lnTo>
                <a:lnTo>
                  <a:pt x="844384" y="47663"/>
                </a:lnTo>
                <a:lnTo>
                  <a:pt x="846366" y="49758"/>
                </a:lnTo>
                <a:lnTo>
                  <a:pt x="851141" y="55270"/>
                </a:lnTo>
                <a:lnTo>
                  <a:pt x="853610" y="58407"/>
                </a:lnTo>
                <a:close/>
              </a:path>
              <a:path w="885825" h="1063625">
                <a:moveTo>
                  <a:pt x="857404" y="63461"/>
                </a:moveTo>
                <a:lnTo>
                  <a:pt x="841451" y="63461"/>
                </a:lnTo>
                <a:lnTo>
                  <a:pt x="837013" y="58347"/>
                </a:lnTo>
                <a:lnTo>
                  <a:pt x="853610" y="58407"/>
                </a:lnTo>
                <a:lnTo>
                  <a:pt x="855649" y="60998"/>
                </a:lnTo>
                <a:lnTo>
                  <a:pt x="857404" y="63461"/>
                </a:lnTo>
                <a:close/>
              </a:path>
              <a:path w="885825" h="1063625">
                <a:moveTo>
                  <a:pt x="864461" y="74193"/>
                </a:moveTo>
                <a:lnTo>
                  <a:pt x="849452" y="74193"/>
                </a:lnTo>
                <a:lnTo>
                  <a:pt x="845388" y="68478"/>
                </a:lnTo>
                <a:lnTo>
                  <a:pt x="841248" y="63233"/>
                </a:lnTo>
                <a:lnTo>
                  <a:pt x="841451" y="63461"/>
                </a:lnTo>
                <a:lnTo>
                  <a:pt x="857404" y="63461"/>
                </a:lnTo>
                <a:lnTo>
                  <a:pt x="859891" y="66954"/>
                </a:lnTo>
                <a:lnTo>
                  <a:pt x="863841" y="73113"/>
                </a:lnTo>
                <a:lnTo>
                  <a:pt x="864461" y="74193"/>
                </a:lnTo>
                <a:close/>
              </a:path>
              <a:path w="885825" h="1063625">
                <a:moveTo>
                  <a:pt x="845566" y="68732"/>
                </a:moveTo>
                <a:lnTo>
                  <a:pt x="845366" y="68478"/>
                </a:lnTo>
                <a:lnTo>
                  <a:pt x="845566" y="68732"/>
                </a:lnTo>
                <a:close/>
              </a:path>
              <a:path w="885825" h="1063625">
                <a:moveTo>
                  <a:pt x="870669" y="85674"/>
                </a:moveTo>
                <a:lnTo>
                  <a:pt x="856411" y="85674"/>
                </a:lnTo>
                <a:lnTo>
                  <a:pt x="852906" y="79578"/>
                </a:lnTo>
                <a:lnTo>
                  <a:pt x="849300" y="73979"/>
                </a:lnTo>
                <a:lnTo>
                  <a:pt x="849452" y="74193"/>
                </a:lnTo>
                <a:lnTo>
                  <a:pt x="864461" y="74193"/>
                </a:lnTo>
                <a:lnTo>
                  <a:pt x="867550" y="79578"/>
                </a:lnTo>
                <a:lnTo>
                  <a:pt x="870669" y="85674"/>
                </a:lnTo>
                <a:close/>
              </a:path>
              <a:path w="885825" h="1063625">
                <a:moveTo>
                  <a:pt x="853058" y="79844"/>
                </a:moveTo>
                <a:lnTo>
                  <a:pt x="852888" y="79578"/>
                </a:lnTo>
                <a:lnTo>
                  <a:pt x="853058" y="79844"/>
                </a:lnTo>
                <a:close/>
              </a:path>
              <a:path w="885825" h="1063625">
                <a:moveTo>
                  <a:pt x="873266" y="91681"/>
                </a:moveTo>
                <a:lnTo>
                  <a:pt x="859472" y="91681"/>
                </a:lnTo>
                <a:lnTo>
                  <a:pt x="856267" y="85422"/>
                </a:lnTo>
                <a:lnTo>
                  <a:pt x="856411" y="85674"/>
                </a:lnTo>
                <a:lnTo>
                  <a:pt x="870669" y="85674"/>
                </a:lnTo>
                <a:lnTo>
                  <a:pt x="870851" y="86029"/>
                </a:lnTo>
                <a:lnTo>
                  <a:pt x="873275" y="91401"/>
                </a:lnTo>
                <a:lnTo>
                  <a:pt x="873266" y="91681"/>
                </a:lnTo>
                <a:close/>
              </a:path>
              <a:path w="885825" h="1063625">
                <a:moveTo>
                  <a:pt x="861809" y="96862"/>
                </a:moveTo>
                <a:lnTo>
                  <a:pt x="859359" y="91459"/>
                </a:lnTo>
                <a:lnTo>
                  <a:pt x="859472" y="91681"/>
                </a:lnTo>
                <a:lnTo>
                  <a:pt x="873266" y="91681"/>
                </a:lnTo>
                <a:lnTo>
                  <a:pt x="861809" y="96862"/>
                </a:lnTo>
                <a:close/>
              </a:path>
              <a:path w="885825" h="1063625">
                <a:moveTo>
                  <a:pt x="885149" y="137794"/>
                </a:moveTo>
                <a:lnTo>
                  <a:pt x="872426" y="137794"/>
                </a:lnTo>
                <a:lnTo>
                  <a:pt x="871639" y="131597"/>
                </a:lnTo>
                <a:lnTo>
                  <a:pt x="884237" y="129997"/>
                </a:lnTo>
                <a:lnTo>
                  <a:pt x="885037" y="136347"/>
                </a:lnTo>
                <a:lnTo>
                  <a:pt x="885149" y="137794"/>
                </a:lnTo>
                <a:close/>
              </a:path>
              <a:path w="885825" h="1063625">
                <a:moveTo>
                  <a:pt x="885654" y="144868"/>
                </a:moveTo>
                <a:lnTo>
                  <a:pt x="872959" y="144868"/>
                </a:lnTo>
                <a:lnTo>
                  <a:pt x="872391" y="137522"/>
                </a:lnTo>
                <a:lnTo>
                  <a:pt x="872426" y="137794"/>
                </a:lnTo>
                <a:lnTo>
                  <a:pt x="885149" y="137794"/>
                </a:lnTo>
                <a:lnTo>
                  <a:pt x="885634" y="144068"/>
                </a:lnTo>
                <a:lnTo>
                  <a:pt x="885654" y="144868"/>
                </a:lnTo>
                <a:close/>
              </a:path>
              <a:path w="885825" h="1063625">
                <a:moveTo>
                  <a:pt x="885825" y="181521"/>
                </a:moveTo>
                <a:lnTo>
                  <a:pt x="873125" y="181521"/>
                </a:lnTo>
                <a:lnTo>
                  <a:pt x="873118" y="151790"/>
                </a:lnTo>
                <a:lnTo>
                  <a:pt x="872934" y="144551"/>
                </a:lnTo>
                <a:lnTo>
                  <a:pt x="872959" y="144868"/>
                </a:lnTo>
                <a:lnTo>
                  <a:pt x="885654" y="144868"/>
                </a:lnTo>
                <a:lnTo>
                  <a:pt x="885825" y="151790"/>
                </a:lnTo>
                <a:lnTo>
                  <a:pt x="885825" y="181521"/>
                </a:lnTo>
                <a:close/>
              </a:path>
              <a:path w="885825" h="1063625">
                <a:moveTo>
                  <a:pt x="873125" y="152031"/>
                </a:moveTo>
                <a:lnTo>
                  <a:pt x="873121" y="151879"/>
                </a:lnTo>
                <a:lnTo>
                  <a:pt x="873125" y="152031"/>
                </a:lnTo>
                <a:close/>
              </a:path>
              <a:path w="885825" h="1063625">
                <a:moveTo>
                  <a:pt x="885825" y="270421"/>
                </a:moveTo>
                <a:lnTo>
                  <a:pt x="873125" y="270421"/>
                </a:lnTo>
                <a:lnTo>
                  <a:pt x="873125" y="219621"/>
                </a:lnTo>
                <a:lnTo>
                  <a:pt x="885825" y="219621"/>
                </a:lnTo>
                <a:lnTo>
                  <a:pt x="885825" y="270421"/>
                </a:lnTo>
                <a:close/>
              </a:path>
              <a:path w="885825" h="1063625">
                <a:moveTo>
                  <a:pt x="885825" y="359321"/>
                </a:moveTo>
                <a:lnTo>
                  <a:pt x="873125" y="359321"/>
                </a:lnTo>
                <a:lnTo>
                  <a:pt x="873125" y="308521"/>
                </a:lnTo>
                <a:lnTo>
                  <a:pt x="885825" y="308521"/>
                </a:lnTo>
                <a:lnTo>
                  <a:pt x="885825" y="359321"/>
                </a:lnTo>
                <a:close/>
              </a:path>
              <a:path w="885825" h="1063625">
                <a:moveTo>
                  <a:pt x="885825" y="448221"/>
                </a:moveTo>
                <a:lnTo>
                  <a:pt x="873125" y="448221"/>
                </a:lnTo>
                <a:lnTo>
                  <a:pt x="873125" y="397421"/>
                </a:lnTo>
                <a:lnTo>
                  <a:pt x="885825" y="397421"/>
                </a:lnTo>
                <a:lnTo>
                  <a:pt x="885825" y="448221"/>
                </a:lnTo>
                <a:close/>
              </a:path>
              <a:path w="885825" h="1063625">
                <a:moveTo>
                  <a:pt x="885825" y="537121"/>
                </a:moveTo>
                <a:lnTo>
                  <a:pt x="873125" y="537121"/>
                </a:lnTo>
                <a:lnTo>
                  <a:pt x="873125" y="486321"/>
                </a:lnTo>
                <a:lnTo>
                  <a:pt x="885825" y="486321"/>
                </a:lnTo>
                <a:lnTo>
                  <a:pt x="885825" y="537121"/>
                </a:lnTo>
                <a:close/>
              </a:path>
              <a:path w="885825" h="1063625">
                <a:moveTo>
                  <a:pt x="885825" y="626021"/>
                </a:moveTo>
                <a:lnTo>
                  <a:pt x="873125" y="626021"/>
                </a:lnTo>
                <a:lnTo>
                  <a:pt x="873125" y="575221"/>
                </a:lnTo>
                <a:lnTo>
                  <a:pt x="885825" y="575221"/>
                </a:lnTo>
                <a:lnTo>
                  <a:pt x="885825" y="626021"/>
                </a:lnTo>
                <a:close/>
              </a:path>
              <a:path w="885825" h="1063625">
                <a:moveTo>
                  <a:pt x="885825" y="714921"/>
                </a:moveTo>
                <a:lnTo>
                  <a:pt x="873125" y="714921"/>
                </a:lnTo>
                <a:lnTo>
                  <a:pt x="873125" y="664121"/>
                </a:lnTo>
                <a:lnTo>
                  <a:pt x="885825" y="664121"/>
                </a:lnTo>
                <a:lnTo>
                  <a:pt x="885825" y="714921"/>
                </a:lnTo>
                <a:close/>
              </a:path>
              <a:path w="885825" h="1063625">
                <a:moveTo>
                  <a:pt x="885825" y="803821"/>
                </a:moveTo>
                <a:lnTo>
                  <a:pt x="873125" y="803821"/>
                </a:lnTo>
                <a:lnTo>
                  <a:pt x="873125" y="753021"/>
                </a:lnTo>
                <a:lnTo>
                  <a:pt x="885825" y="753021"/>
                </a:lnTo>
                <a:lnTo>
                  <a:pt x="885825" y="803821"/>
                </a:lnTo>
                <a:close/>
              </a:path>
              <a:path w="885825" h="1063625">
                <a:moveTo>
                  <a:pt x="885825" y="892721"/>
                </a:moveTo>
                <a:lnTo>
                  <a:pt x="873125" y="892721"/>
                </a:lnTo>
                <a:lnTo>
                  <a:pt x="873125" y="841921"/>
                </a:lnTo>
                <a:lnTo>
                  <a:pt x="885825" y="841921"/>
                </a:lnTo>
                <a:lnTo>
                  <a:pt x="885825" y="892721"/>
                </a:lnTo>
                <a:close/>
              </a:path>
              <a:path w="885825" h="1063625">
                <a:moveTo>
                  <a:pt x="884296" y="933107"/>
                </a:moveTo>
                <a:lnTo>
                  <a:pt x="871499" y="933107"/>
                </a:lnTo>
                <a:lnTo>
                  <a:pt x="871550" y="932802"/>
                </a:lnTo>
                <a:lnTo>
                  <a:pt x="871893" y="929970"/>
                </a:lnTo>
                <a:lnTo>
                  <a:pt x="884491" y="931570"/>
                </a:lnTo>
                <a:lnTo>
                  <a:pt x="884296" y="933107"/>
                </a:lnTo>
                <a:close/>
              </a:path>
              <a:path w="885825" h="1063625">
                <a:moveTo>
                  <a:pt x="871508" y="933036"/>
                </a:moveTo>
                <a:lnTo>
                  <a:pt x="871537" y="932802"/>
                </a:lnTo>
                <a:lnTo>
                  <a:pt x="871508" y="933036"/>
                </a:lnTo>
                <a:close/>
              </a:path>
              <a:path w="885825" h="1063625">
                <a:moveTo>
                  <a:pt x="883164" y="939965"/>
                </a:moveTo>
                <a:lnTo>
                  <a:pt x="870267" y="939965"/>
                </a:lnTo>
                <a:lnTo>
                  <a:pt x="870331" y="939647"/>
                </a:lnTo>
                <a:lnTo>
                  <a:pt x="871508" y="933036"/>
                </a:lnTo>
                <a:lnTo>
                  <a:pt x="884296" y="933107"/>
                </a:lnTo>
                <a:lnTo>
                  <a:pt x="884072" y="934872"/>
                </a:lnTo>
                <a:lnTo>
                  <a:pt x="883164" y="939965"/>
                </a:lnTo>
                <a:close/>
              </a:path>
              <a:path w="885825" h="1063625">
                <a:moveTo>
                  <a:pt x="870301" y="939776"/>
                </a:moveTo>
                <a:lnTo>
                  <a:pt x="870324" y="939647"/>
                </a:lnTo>
                <a:lnTo>
                  <a:pt x="870301" y="939776"/>
                </a:lnTo>
                <a:close/>
              </a:path>
              <a:path w="885825" h="1063625">
                <a:moveTo>
                  <a:pt x="881741" y="946696"/>
                </a:moveTo>
                <a:lnTo>
                  <a:pt x="868705" y="946696"/>
                </a:lnTo>
                <a:lnTo>
                  <a:pt x="868781" y="946391"/>
                </a:lnTo>
                <a:lnTo>
                  <a:pt x="870301" y="939776"/>
                </a:lnTo>
                <a:lnTo>
                  <a:pt x="870267" y="939965"/>
                </a:lnTo>
                <a:lnTo>
                  <a:pt x="883164" y="939965"/>
                </a:lnTo>
                <a:lnTo>
                  <a:pt x="882738" y="942352"/>
                </a:lnTo>
                <a:lnTo>
                  <a:pt x="881741" y="946696"/>
                </a:lnTo>
                <a:close/>
              </a:path>
              <a:path w="885825" h="1063625">
                <a:moveTo>
                  <a:pt x="868749" y="946502"/>
                </a:moveTo>
                <a:close/>
              </a:path>
              <a:path w="885825" h="1063625">
                <a:moveTo>
                  <a:pt x="880026" y="953287"/>
                </a:moveTo>
                <a:lnTo>
                  <a:pt x="866825" y="953287"/>
                </a:lnTo>
                <a:lnTo>
                  <a:pt x="866914" y="952995"/>
                </a:lnTo>
                <a:lnTo>
                  <a:pt x="868749" y="946502"/>
                </a:lnTo>
                <a:lnTo>
                  <a:pt x="868705" y="946696"/>
                </a:lnTo>
                <a:lnTo>
                  <a:pt x="881741" y="946696"/>
                </a:lnTo>
                <a:lnTo>
                  <a:pt x="881049" y="949706"/>
                </a:lnTo>
                <a:lnTo>
                  <a:pt x="880026" y="953287"/>
                </a:lnTo>
                <a:close/>
              </a:path>
              <a:path w="885825" h="1063625">
                <a:moveTo>
                  <a:pt x="866877" y="953105"/>
                </a:moveTo>
                <a:close/>
              </a:path>
              <a:path w="885825" h="1063625">
                <a:moveTo>
                  <a:pt x="878030" y="959751"/>
                </a:moveTo>
                <a:lnTo>
                  <a:pt x="864628" y="959751"/>
                </a:lnTo>
                <a:lnTo>
                  <a:pt x="864743" y="959459"/>
                </a:lnTo>
                <a:lnTo>
                  <a:pt x="866877" y="953105"/>
                </a:lnTo>
                <a:lnTo>
                  <a:pt x="866825" y="953287"/>
                </a:lnTo>
                <a:lnTo>
                  <a:pt x="880026" y="953287"/>
                </a:lnTo>
                <a:lnTo>
                  <a:pt x="878992" y="956906"/>
                </a:lnTo>
                <a:lnTo>
                  <a:pt x="878030" y="959751"/>
                </a:lnTo>
                <a:close/>
              </a:path>
              <a:path w="885825" h="1063625">
                <a:moveTo>
                  <a:pt x="864636" y="959727"/>
                </a:moveTo>
                <a:lnTo>
                  <a:pt x="864727" y="959459"/>
                </a:lnTo>
                <a:lnTo>
                  <a:pt x="864636" y="959727"/>
                </a:lnTo>
                <a:close/>
              </a:path>
              <a:path w="885825" h="1063625">
                <a:moveTo>
                  <a:pt x="873274" y="972223"/>
                </a:moveTo>
                <a:lnTo>
                  <a:pt x="859332" y="972223"/>
                </a:lnTo>
                <a:lnTo>
                  <a:pt x="859472" y="971943"/>
                </a:lnTo>
                <a:lnTo>
                  <a:pt x="862253" y="965784"/>
                </a:lnTo>
                <a:lnTo>
                  <a:pt x="864636" y="959727"/>
                </a:lnTo>
                <a:lnTo>
                  <a:pt x="878030" y="959751"/>
                </a:lnTo>
                <a:lnTo>
                  <a:pt x="876604" y="963968"/>
                </a:lnTo>
                <a:lnTo>
                  <a:pt x="873887" y="970864"/>
                </a:lnTo>
                <a:lnTo>
                  <a:pt x="873274" y="972223"/>
                </a:lnTo>
                <a:close/>
              </a:path>
              <a:path w="885825" h="1063625">
                <a:moveTo>
                  <a:pt x="862126" y="966063"/>
                </a:moveTo>
                <a:lnTo>
                  <a:pt x="862237" y="965784"/>
                </a:lnTo>
                <a:lnTo>
                  <a:pt x="862126" y="966063"/>
                </a:lnTo>
                <a:close/>
              </a:path>
              <a:path w="885825" h="1063625">
                <a:moveTo>
                  <a:pt x="859356" y="972170"/>
                </a:moveTo>
                <a:lnTo>
                  <a:pt x="859459" y="971943"/>
                </a:lnTo>
                <a:lnTo>
                  <a:pt x="859356" y="972170"/>
                </a:lnTo>
                <a:close/>
              </a:path>
              <a:path w="885825" h="1063625">
                <a:moveTo>
                  <a:pt x="868667" y="981862"/>
                </a:moveTo>
                <a:lnTo>
                  <a:pt x="857364" y="976071"/>
                </a:lnTo>
                <a:lnTo>
                  <a:pt x="859356" y="972170"/>
                </a:lnTo>
                <a:lnTo>
                  <a:pt x="873274" y="972223"/>
                </a:lnTo>
                <a:lnTo>
                  <a:pt x="870851" y="977595"/>
                </a:lnTo>
                <a:lnTo>
                  <a:pt x="868667" y="981862"/>
                </a:lnTo>
                <a:close/>
              </a:path>
              <a:path w="885825" h="1063625">
                <a:moveTo>
                  <a:pt x="841429" y="1010272"/>
                </a:moveTo>
                <a:lnTo>
                  <a:pt x="832256" y="1010272"/>
                </a:lnTo>
                <a:lnTo>
                  <a:pt x="832472" y="1010056"/>
                </a:lnTo>
                <a:lnTo>
                  <a:pt x="836625" y="1005687"/>
                </a:lnTo>
                <a:lnTo>
                  <a:pt x="841429" y="1010272"/>
                </a:lnTo>
                <a:close/>
              </a:path>
              <a:path w="885825" h="1063625">
                <a:moveTo>
                  <a:pt x="832362" y="1010160"/>
                </a:moveTo>
                <a:close/>
              </a:path>
              <a:path w="885825" h="1063625">
                <a:moveTo>
                  <a:pt x="845408" y="1014869"/>
                </a:moveTo>
                <a:lnTo>
                  <a:pt x="827417" y="1014869"/>
                </a:lnTo>
                <a:lnTo>
                  <a:pt x="827646" y="1014666"/>
                </a:lnTo>
                <a:lnTo>
                  <a:pt x="832362" y="1010160"/>
                </a:lnTo>
                <a:lnTo>
                  <a:pt x="841429" y="1010272"/>
                </a:lnTo>
                <a:lnTo>
                  <a:pt x="845807" y="1014450"/>
                </a:lnTo>
                <a:lnTo>
                  <a:pt x="845408" y="1014869"/>
                </a:lnTo>
                <a:close/>
              </a:path>
              <a:path w="885825" h="1063625">
                <a:moveTo>
                  <a:pt x="827479" y="1014810"/>
                </a:moveTo>
                <a:lnTo>
                  <a:pt x="827631" y="1014666"/>
                </a:lnTo>
                <a:lnTo>
                  <a:pt x="827479" y="1014810"/>
                </a:lnTo>
                <a:close/>
              </a:path>
              <a:path w="885825" h="1063625">
                <a:moveTo>
                  <a:pt x="841242" y="1019238"/>
                </a:moveTo>
                <a:lnTo>
                  <a:pt x="822363" y="1019238"/>
                </a:lnTo>
                <a:lnTo>
                  <a:pt x="822591" y="1019048"/>
                </a:lnTo>
                <a:lnTo>
                  <a:pt x="827479" y="1014810"/>
                </a:lnTo>
                <a:lnTo>
                  <a:pt x="845408" y="1014869"/>
                </a:lnTo>
                <a:lnTo>
                  <a:pt x="841242" y="1019238"/>
                </a:lnTo>
                <a:close/>
              </a:path>
              <a:path w="885825" h="1063625">
                <a:moveTo>
                  <a:pt x="822500" y="1019119"/>
                </a:moveTo>
                <a:close/>
              </a:path>
              <a:path w="885825" h="1063625">
                <a:moveTo>
                  <a:pt x="832512" y="1027252"/>
                </a:moveTo>
                <a:lnTo>
                  <a:pt x="811631" y="1027252"/>
                </a:lnTo>
                <a:lnTo>
                  <a:pt x="811885" y="1027074"/>
                </a:lnTo>
                <a:lnTo>
                  <a:pt x="817346" y="1023188"/>
                </a:lnTo>
                <a:lnTo>
                  <a:pt x="822500" y="1019119"/>
                </a:lnTo>
                <a:lnTo>
                  <a:pt x="822363" y="1019238"/>
                </a:lnTo>
                <a:lnTo>
                  <a:pt x="841242" y="1019238"/>
                </a:lnTo>
                <a:lnTo>
                  <a:pt x="836066" y="1024166"/>
                </a:lnTo>
                <a:lnTo>
                  <a:pt x="832512" y="1027252"/>
                </a:lnTo>
                <a:close/>
              </a:path>
              <a:path w="885825" h="1063625">
                <a:moveTo>
                  <a:pt x="817092" y="1023366"/>
                </a:moveTo>
                <a:lnTo>
                  <a:pt x="817319" y="1023188"/>
                </a:lnTo>
                <a:lnTo>
                  <a:pt x="817092" y="1023366"/>
                </a:lnTo>
                <a:close/>
              </a:path>
              <a:path w="885825" h="1063625">
                <a:moveTo>
                  <a:pt x="811845" y="1027100"/>
                </a:moveTo>
                <a:close/>
              </a:path>
              <a:path w="885825" h="1063625">
                <a:moveTo>
                  <a:pt x="823753" y="1034211"/>
                </a:moveTo>
                <a:lnTo>
                  <a:pt x="800150" y="1034211"/>
                </a:lnTo>
                <a:lnTo>
                  <a:pt x="800417" y="1034059"/>
                </a:lnTo>
                <a:lnTo>
                  <a:pt x="806246" y="1030706"/>
                </a:lnTo>
                <a:lnTo>
                  <a:pt x="811845" y="1027100"/>
                </a:lnTo>
                <a:lnTo>
                  <a:pt x="811631" y="1027252"/>
                </a:lnTo>
                <a:lnTo>
                  <a:pt x="832512" y="1027252"/>
                </a:lnTo>
                <a:lnTo>
                  <a:pt x="830567" y="1028941"/>
                </a:lnTo>
                <a:lnTo>
                  <a:pt x="824826" y="1033449"/>
                </a:lnTo>
                <a:lnTo>
                  <a:pt x="823753" y="1034211"/>
                </a:lnTo>
                <a:close/>
              </a:path>
              <a:path w="885825" h="1063625">
                <a:moveTo>
                  <a:pt x="805980" y="1030858"/>
                </a:moveTo>
                <a:lnTo>
                  <a:pt x="806217" y="1030706"/>
                </a:lnTo>
                <a:lnTo>
                  <a:pt x="805980" y="1030858"/>
                </a:lnTo>
                <a:close/>
              </a:path>
              <a:path w="885825" h="1063625">
                <a:moveTo>
                  <a:pt x="800401" y="1034067"/>
                </a:moveTo>
                <a:close/>
              </a:path>
              <a:path w="885825" h="1063625">
                <a:moveTo>
                  <a:pt x="804011" y="1046492"/>
                </a:moveTo>
                <a:lnTo>
                  <a:pt x="798220" y="1035189"/>
                </a:lnTo>
                <a:lnTo>
                  <a:pt x="800401" y="1034067"/>
                </a:lnTo>
                <a:lnTo>
                  <a:pt x="800150" y="1034211"/>
                </a:lnTo>
                <a:lnTo>
                  <a:pt x="823753" y="1034211"/>
                </a:lnTo>
                <a:lnTo>
                  <a:pt x="818870" y="1037678"/>
                </a:lnTo>
                <a:lnTo>
                  <a:pt x="812711" y="1041641"/>
                </a:lnTo>
                <a:lnTo>
                  <a:pt x="806348" y="1045298"/>
                </a:lnTo>
                <a:lnTo>
                  <a:pt x="804011" y="1046492"/>
                </a:lnTo>
                <a:close/>
              </a:path>
              <a:path w="885825" h="1063625">
                <a:moveTo>
                  <a:pt x="764108" y="1048131"/>
                </a:moveTo>
                <a:lnTo>
                  <a:pt x="761847" y="1048131"/>
                </a:lnTo>
                <a:lnTo>
                  <a:pt x="762165" y="1048067"/>
                </a:lnTo>
                <a:lnTo>
                  <a:pt x="763993" y="1047635"/>
                </a:lnTo>
                <a:lnTo>
                  <a:pt x="764108" y="1048131"/>
                </a:lnTo>
                <a:close/>
              </a:path>
              <a:path w="885825" h="1063625">
                <a:moveTo>
                  <a:pt x="761976" y="1048101"/>
                </a:moveTo>
                <a:lnTo>
                  <a:pt x="762122" y="1048067"/>
                </a:lnTo>
                <a:lnTo>
                  <a:pt x="761976" y="1048101"/>
                </a:lnTo>
                <a:close/>
              </a:path>
              <a:path w="885825" h="1063625">
                <a:moveTo>
                  <a:pt x="764389" y="1049350"/>
                </a:moveTo>
                <a:lnTo>
                  <a:pt x="755002" y="1049350"/>
                </a:lnTo>
                <a:lnTo>
                  <a:pt x="755307" y="1049299"/>
                </a:lnTo>
                <a:lnTo>
                  <a:pt x="761976" y="1048101"/>
                </a:lnTo>
                <a:lnTo>
                  <a:pt x="761847" y="1048131"/>
                </a:lnTo>
                <a:lnTo>
                  <a:pt x="764108" y="1048131"/>
                </a:lnTo>
                <a:lnTo>
                  <a:pt x="764389" y="1049350"/>
                </a:lnTo>
                <a:close/>
              </a:path>
              <a:path w="885825" h="1063625">
                <a:moveTo>
                  <a:pt x="755233" y="1049308"/>
                </a:moveTo>
                <a:close/>
              </a:path>
              <a:path w="885825" h="1063625">
                <a:moveTo>
                  <a:pt x="764592" y="1050226"/>
                </a:moveTo>
                <a:lnTo>
                  <a:pt x="748030" y="1050226"/>
                </a:lnTo>
                <a:lnTo>
                  <a:pt x="748347" y="1050188"/>
                </a:lnTo>
                <a:lnTo>
                  <a:pt x="755233" y="1049308"/>
                </a:lnTo>
                <a:lnTo>
                  <a:pt x="755002" y="1049350"/>
                </a:lnTo>
                <a:lnTo>
                  <a:pt x="764389" y="1049350"/>
                </a:lnTo>
                <a:lnTo>
                  <a:pt x="764592" y="1050226"/>
                </a:lnTo>
                <a:close/>
              </a:path>
              <a:path w="885825" h="1063625">
                <a:moveTo>
                  <a:pt x="748300" y="1050192"/>
                </a:moveTo>
                <a:close/>
              </a:path>
              <a:path w="885825" h="1063625">
                <a:moveTo>
                  <a:pt x="764715" y="1050759"/>
                </a:moveTo>
                <a:lnTo>
                  <a:pt x="740956" y="1050759"/>
                </a:lnTo>
                <a:lnTo>
                  <a:pt x="748300" y="1050192"/>
                </a:lnTo>
                <a:lnTo>
                  <a:pt x="748030" y="1050226"/>
                </a:lnTo>
                <a:lnTo>
                  <a:pt x="764592" y="1050226"/>
                </a:lnTo>
                <a:lnTo>
                  <a:pt x="764715" y="1050759"/>
                </a:lnTo>
                <a:close/>
              </a:path>
              <a:path w="885825" h="1063625">
                <a:moveTo>
                  <a:pt x="734034" y="1063625"/>
                </a:moveTo>
                <a:lnTo>
                  <a:pt x="714870" y="1063625"/>
                </a:lnTo>
                <a:lnTo>
                  <a:pt x="714870" y="1050925"/>
                </a:lnTo>
                <a:lnTo>
                  <a:pt x="733793" y="1050925"/>
                </a:lnTo>
                <a:lnTo>
                  <a:pt x="741273" y="1050734"/>
                </a:lnTo>
                <a:lnTo>
                  <a:pt x="740956" y="1050759"/>
                </a:lnTo>
                <a:lnTo>
                  <a:pt x="764715" y="1050759"/>
                </a:lnTo>
                <a:lnTo>
                  <a:pt x="766851" y="1060005"/>
                </a:lnTo>
                <a:lnTo>
                  <a:pt x="764552" y="1060538"/>
                </a:lnTo>
                <a:lnTo>
                  <a:pt x="757072" y="1061872"/>
                </a:lnTo>
                <a:lnTo>
                  <a:pt x="749477" y="1062837"/>
                </a:lnTo>
                <a:lnTo>
                  <a:pt x="741756" y="1063434"/>
                </a:lnTo>
                <a:lnTo>
                  <a:pt x="734034" y="1063625"/>
                </a:lnTo>
                <a:close/>
              </a:path>
              <a:path w="885825" h="1063625">
                <a:moveTo>
                  <a:pt x="676770" y="1063625"/>
                </a:moveTo>
                <a:lnTo>
                  <a:pt x="625970" y="1063625"/>
                </a:lnTo>
                <a:lnTo>
                  <a:pt x="625970" y="1050925"/>
                </a:lnTo>
                <a:lnTo>
                  <a:pt x="676770" y="1050925"/>
                </a:lnTo>
                <a:lnTo>
                  <a:pt x="676770" y="1063625"/>
                </a:lnTo>
                <a:close/>
              </a:path>
              <a:path w="885825" h="1063625">
                <a:moveTo>
                  <a:pt x="587870" y="1063625"/>
                </a:moveTo>
                <a:lnTo>
                  <a:pt x="537070" y="1063625"/>
                </a:lnTo>
                <a:lnTo>
                  <a:pt x="537070" y="1050925"/>
                </a:lnTo>
                <a:lnTo>
                  <a:pt x="587870" y="1050925"/>
                </a:lnTo>
                <a:lnTo>
                  <a:pt x="587870" y="1063625"/>
                </a:lnTo>
                <a:close/>
              </a:path>
              <a:path w="885825" h="1063625">
                <a:moveTo>
                  <a:pt x="498970" y="1063625"/>
                </a:moveTo>
                <a:lnTo>
                  <a:pt x="448170" y="1063625"/>
                </a:lnTo>
                <a:lnTo>
                  <a:pt x="448170" y="1050925"/>
                </a:lnTo>
                <a:lnTo>
                  <a:pt x="498970" y="1050925"/>
                </a:lnTo>
                <a:lnTo>
                  <a:pt x="498970" y="1063625"/>
                </a:lnTo>
                <a:close/>
              </a:path>
              <a:path w="885825" h="1063625">
                <a:moveTo>
                  <a:pt x="410070" y="1063625"/>
                </a:moveTo>
                <a:lnTo>
                  <a:pt x="359270" y="1063625"/>
                </a:lnTo>
                <a:lnTo>
                  <a:pt x="359270" y="1050925"/>
                </a:lnTo>
                <a:lnTo>
                  <a:pt x="410070" y="1050925"/>
                </a:lnTo>
                <a:lnTo>
                  <a:pt x="410070" y="1063625"/>
                </a:lnTo>
                <a:close/>
              </a:path>
              <a:path w="885825" h="1063625">
                <a:moveTo>
                  <a:pt x="321170" y="1063625"/>
                </a:moveTo>
                <a:lnTo>
                  <a:pt x="270370" y="1063625"/>
                </a:lnTo>
                <a:lnTo>
                  <a:pt x="270370" y="1050925"/>
                </a:lnTo>
                <a:lnTo>
                  <a:pt x="321170" y="1050925"/>
                </a:lnTo>
                <a:lnTo>
                  <a:pt x="321170" y="1063625"/>
                </a:lnTo>
                <a:close/>
              </a:path>
              <a:path w="885825" h="1063625">
                <a:moveTo>
                  <a:pt x="232270" y="1063625"/>
                </a:moveTo>
                <a:lnTo>
                  <a:pt x="181470" y="1063625"/>
                </a:lnTo>
                <a:lnTo>
                  <a:pt x="181470" y="1050925"/>
                </a:lnTo>
                <a:lnTo>
                  <a:pt x="232270" y="1050925"/>
                </a:lnTo>
                <a:lnTo>
                  <a:pt x="232270" y="1063625"/>
                </a:lnTo>
                <a:close/>
              </a:path>
              <a:path w="885825" h="1063625">
                <a:moveTo>
                  <a:pt x="142900" y="1063345"/>
                </a:moveTo>
                <a:lnTo>
                  <a:pt x="99656" y="1054404"/>
                </a:lnTo>
                <a:lnTo>
                  <a:pt x="91579" y="1051166"/>
                </a:lnTo>
                <a:lnTo>
                  <a:pt x="96812" y="1039583"/>
                </a:lnTo>
                <a:lnTo>
                  <a:pt x="97562" y="1039926"/>
                </a:lnTo>
                <a:lnTo>
                  <a:pt x="97840" y="1040053"/>
                </a:lnTo>
                <a:lnTo>
                  <a:pt x="103876" y="1042428"/>
                </a:lnTo>
                <a:lnTo>
                  <a:pt x="104165" y="1042543"/>
                </a:lnTo>
                <a:lnTo>
                  <a:pt x="110366" y="1044625"/>
                </a:lnTo>
                <a:lnTo>
                  <a:pt x="116977" y="1046505"/>
                </a:lnTo>
                <a:lnTo>
                  <a:pt x="123702" y="1048067"/>
                </a:lnTo>
                <a:lnTo>
                  <a:pt x="130539" y="1049299"/>
                </a:lnTo>
                <a:lnTo>
                  <a:pt x="137495" y="1050188"/>
                </a:lnTo>
                <a:lnTo>
                  <a:pt x="137794" y="1050226"/>
                </a:lnTo>
                <a:lnTo>
                  <a:pt x="137981" y="1050226"/>
                </a:lnTo>
                <a:lnTo>
                  <a:pt x="143865" y="1050670"/>
                </a:lnTo>
                <a:lnTo>
                  <a:pt x="142900" y="1063345"/>
                </a:lnTo>
                <a:close/>
              </a:path>
              <a:path w="885825" h="1063625">
                <a:moveTo>
                  <a:pt x="97881" y="1040053"/>
                </a:moveTo>
                <a:lnTo>
                  <a:pt x="97571" y="1039930"/>
                </a:lnTo>
                <a:lnTo>
                  <a:pt x="97881" y="1040053"/>
                </a:lnTo>
                <a:close/>
              </a:path>
              <a:path w="885825" h="1063625">
                <a:moveTo>
                  <a:pt x="104211" y="1042543"/>
                </a:moveTo>
                <a:lnTo>
                  <a:pt x="103897" y="1042436"/>
                </a:lnTo>
                <a:lnTo>
                  <a:pt x="104211" y="1042543"/>
                </a:lnTo>
                <a:close/>
              </a:path>
              <a:path w="885825" h="1063625">
                <a:moveTo>
                  <a:pt x="137981" y="1050226"/>
                </a:moveTo>
                <a:lnTo>
                  <a:pt x="137794" y="1050226"/>
                </a:lnTo>
                <a:lnTo>
                  <a:pt x="137522" y="1050191"/>
                </a:lnTo>
                <a:lnTo>
                  <a:pt x="137981" y="1050226"/>
                </a:lnTo>
                <a:close/>
              </a:path>
              <a:path w="885825" h="1063625">
                <a:moveTo>
                  <a:pt x="57683" y="1030846"/>
                </a:moveTo>
                <a:lnTo>
                  <a:pt x="30175" y="1002626"/>
                </a:lnTo>
                <a:lnTo>
                  <a:pt x="22656" y="991539"/>
                </a:lnTo>
                <a:lnTo>
                  <a:pt x="33350" y="984694"/>
                </a:lnTo>
                <a:lnTo>
                  <a:pt x="36387" y="989431"/>
                </a:lnTo>
                <a:lnTo>
                  <a:pt x="40264" y="994892"/>
                </a:lnTo>
                <a:lnTo>
                  <a:pt x="44397" y="1000163"/>
                </a:lnTo>
                <a:lnTo>
                  <a:pt x="48760" y="1005217"/>
                </a:lnTo>
                <a:lnTo>
                  <a:pt x="53363" y="1010056"/>
                </a:lnTo>
                <a:lnTo>
                  <a:pt x="58193" y="1014666"/>
                </a:lnTo>
                <a:lnTo>
                  <a:pt x="63241" y="1019048"/>
                </a:lnTo>
                <a:lnTo>
                  <a:pt x="65531" y="1020864"/>
                </a:lnTo>
                <a:lnTo>
                  <a:pt x="57683" y="10308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881937" y="1220787"/>
            <a:ext cx="1214437" cy="1295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9129686" y="1664493"/>
            <a:ext cx="422909" cy="0"/>
          </a:xfrm>
          <a:custGeom>
            <a:avLst/>
            <a:gdLst/>
            <a:ahLst/>
            <a:cxnLst/>
            <a:rect l="l" t="t" r="r" b="b"/>
            <a:pathLst>
              <a:path w="422909" h="0">
                <a:moveTo>
                  <a:pt x="0" y="0"/>
                </a:moveTo>
                <a:lnTo>
                  <a:pt x="422325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3683000" y="1555115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升压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854299" y="1829434"/>
            <a:ext cx="14033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1490" algn="l"/>
                <a:tab pos="703580" algn="l"/>
              </a:tabLst>
            </a:pPr>
            <a:r>
              <a:rPr dirty="0" u="heavy" sz="18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>
                <a:latin typeface="微软雅黑"/>
                <a:cs typeface="微软雅黑"/>
              </a:rPr>
              <a:t>变压器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3651250" y="2751137"/>
            <a:ext cx="736600" cy="2468880"/>
          </a:xfrm>
          <a:custGeom>
            <a:avLst/>
            <a:gdLst/>
            <a:ahLst/>
            <a:cxnLst/>
            <a:rect l="l" t="t" r="r" b="b"/>
            <a:pathLst>
              <a:path w="736600" h="2468879">
                <a:moveTo>
                  <a:pt x="6350" y="2462212"/>
                </a:moveTo>
                <a:lnTo>
                  <a:pt x="0" y="2462212"/>
                </a:lnTo>
                <a:lnTo>
                  <a:pt x="0" y="2411412"/>
                </a:lnTo>
                <a:lnTo>
                  <a:pt x="12700" y="2411412"/>
                </a:lnTo>
                <a:lnTo>
                  <a:pt x="12700" y="2455862"/>
                </a:lnTo>
                <a:lnTo>
                  <a:pt x="6350" y="2455862"/>
                </a:lnTo>
                <a:lnTo>
                  <a:pt x="6350" y="2462212"/>
                </a:lnTo>
                <a:close/>
              </a:path>
              <a:path w="736600" h="2468879">
                <a:moveTo>
                  <a:pt x="53975" y="2468562"/>
                </a:moveTo>
                <a:lnTo>
                  <a:pt x="6350" y="2468562"/>
                </a:lnTo>
                <a:lnTo>
                  <a:pt x="6350" y="2455862"/>
                </a:lnTo>
                <a:lnTo>
                  <a:pt x="12700" y="2455862"/>
                </a:lnTo>
                <a:lnTo>
                  <a:pt x="12700" y="2462212"/>
                </a:lnTo>
                <a:lnTo>
                  <a:pt x="53975" y="2462212"/>
                </a:lnTo>
                <a:lnTo>
                  <a:pt x="53975" y="2468562"/>
                </a:lnTo>
                <a:close/>
              </a:path>
              <a:path w="736600" h="2468879">
                <a:moveTo>
                  <a:pt x="53975" y="2462212"/>
                </a:moveTo>
                <a:lnTo>
                  <a:pt x="12700" y="2462212"/>
                </a:lnTo>
                <a:lnTo>
                  <a:pt x="12700" y="2455862"/>
                </a:lnTo>
                <a:lnTo>
                  <a:pt x="53975" y="2455862"/>
                </a:lnTo>
                <a:lnTo>
                  <a:pt x="53975" y="2462212"/>
                </a:lnTo>
                <a:close/>
              </a:path>
              <a:path w="736600" h="2468879">
                <a:moveTo>
                  <a:pt x="12700" y="2373312"/>
                </a:moveTo>
                <a:lnTo>
                  <a:pt x="0" y="2373312"/>
                </a:lnTo>
                <a:lnTo>
                  <a:pt x="0" y="2322512"/>
                </a:lnTo>
                <a:lnTo>
                  <a:pt x="12700" y="2322512"/>
                </a:lnTo>
                <a:lnTo>
                  <a:pt x="12700" y="2373312"/>
                </a:lnTo>
                <a:close/>
              </a:path>
              <a:path w="736600" h="2468879">
                <a:moveTo>
                  <a:pt x="12700" y="2284412"/>
                </a:moveTo>
                <a:lnTo>
                  <a:pt x="0" y="2284412"/>
                </a:lnTo>
                <a:lnTo>
                  <a:pt x="0" y="2233612"/>
                </a:lnTo>
                <a:lnTo>
                  <a:pt x="12700" y="2233612"/>
                </a:lnTo>
                <a:lnTo>
                  <a:pt x="12700" y="2284412"/>
                </a:lnTo>
                <a:close/>
              </a:path>
              <a:path w="736600" h="2468879">
                <a:moveTo>
                  <a:pt x="12700" y="2195512"/>
                </a:moveTo>
                <a:lnTo>
                  <a:pt x="0" y="2195512"/>
                </a:lnTo>
                <a:lnTo>
                  <a:pt x="0" y="2144712"/>
                </a:lnTo>
                <a:lnTo>
                  <a:pt x="12700" y="2144712"/>
                </a:lnTo>
                <a:lnTo>
                  <a:pt x="12700" y="2195512"/>
                </a:lnTo>
                <a:close/>
              </a:path>
              <a:path w="736600" h="2468879">
                <a:moveTo>
                  <a:pt x="12700" y="2106612"/>
                </a:moveTo>
                <a:lnTo>
                  <a:pt x="0" y="2106612"/>
                </a:lnTo>
                <a:lnTo>
                  <a:pt x="0" y="2055812"/>
                </a:lnTo>
                <a:lnTo>
                  <a:pt x="12700" y="2055812"/>
                </a:lnTo>
                <a:lnTo>
                  <a:pt x="12700" y="2106612"/>
                </a:lnTo>
                <a:close/>
              </a:path>
              <a:path w="736600" h="2468879">
                <a:moveTo>
                  <a:pt x="12700" y="2017712"/>
                </a:moveTo>
                <a:lnTo>
                  <a:pt x="0" y="2017712"/>
                </a:lnTo>
                <a:lnTo>
                  <a:pt x="0" y="1966912"/>
                </a:lnTo>
                <a:lnTo>
                  <a:pt x="12700" y="1966912"/>
                </a:lnTo>
                <a:lnTo>
                  <a:pt x="12700" y="2017712"/>
                </a:lnTo>
                <a:close/>
              </a:path>
              <a:path w="736600" h="2468879">
                <a:moveTo>
                  <a:pt x="12700" y="1928812"/>
                </a:moveTo>
                <a:lnTo>
                  <a:pt x="0" y="1928812"/>
                </a:lnTo>
                <a:lnTo>
                  <a:pt x="0" y="1878012"/>
                </a:lnTo>
                <a:lnTo>
                  <a:pt x="12700" y="1878012"/>
                </a:lnTo>
                <a:lnTo>
                  <a:pt x="12700" y="1928812"/>
                </a:lnTo>
                <a:close/>
              </a:path>
              <a:path w="736600" h="2468879">
                <a:moveTo>
                  <a:pt x="12700" y="1839912"/>
                </a:moveTo>
                <a:lnTo>
                  <a:pt x="0" y="1839912"/>
                </a:lnTo>
                <a:lnTo>
                  <a:pt x="0" y="1789112"/>
                </a:lnTo>
                <a:lnTo>
                  <a:pt x="12700" y="1789112"/>
                </a:lnTo>
                <a:lnTo>
                  <a:pt x="12700" y="1839912"/>
                </a:lnTo>
                <a:close/>
              </a:path>
              <a:path w="736600" h="2468879">
                <a:moveTo>
                  <a:pt x="12700" y="1751012"/>
                </a:moveTo>
                <a:lnTo>
                  <a:pt x="0" y="1751012"/>
                </a:lnTo>
                <a:lnTo>
                  <a:pt x="0" y="1700212"/>
                </a:lnTo>
                <a:lnTo>
                  <a:pt x="12700" y="1700212"/>
                </a:lnTo>
                <a:lnTo>
                  <a:pt x="12700" y="1751012"/>
                </a:lnTo>
                <a:close/>
              </a:path>
              <a:path w="736600" h="2468879">
                <a:moveTo>
                  <a:pt x="12700" y="1662112"/>
                </a:moveTo>
                <a:lnTo>
                  <a:pt x="0" y="1662112"/>
                </a:lnTo>
                <a:lnTo>
                  <a:pt x="0" y="1611312"/>
                </a:lnTo>
                <a:lnTo>
                  <a:pt x="12700" y="1611312"/>
                </a:lnTo>
                <a:lnTo>
                  <a:pt x="12700" y="1662112"/>
                </a:lnTo>
                <a:close/>
              </a:path>
              <a:path w="736600" h="2468879">
                <a:moveTo>
                  <a:pt x="12700" y="1573212"/>
                </a:moveTo>
                <a:lnTo>
                  <a:pt x="0" y="1573212"/>
                </a:lnTo>
                <a:lnTo>
                  <a:pt x="0" y="1522412"/>
                </a:lnTo>
                <a:lnTo>
                  <a:pt x="12700" y="1522412"/>
                </a:lnTo>
                <a:lnTo>
                  <a:pt x="12700" y="1573212"/>
                </a:lnTo>
                <a:close/>
              </a:path>
              <a:path w="736600" h="2468879">
                <a:moveTo>
                  <a:pt x="12700" y="1484312"/>
                </a:moveTo>
                <a:lnTo>
                  <a:pt x="0" y="1484312"/>
                </a:lnTo>
                <a:lnTo>
                  <a:pt x="0" y="1433512"/>
                </a:lnTo>
                <a:lnTo>
                  <a:pt x="12700" y="1433512"/>
                </a:lnTo>
                <a:lnTo>
                  <a:pt x="12700" y="1484312"/>
                </a:lnTo>
                <a:close/>
              </a:path>
              <a:path w="736600" h="2468879">
                <a:moveTo>
                  <a:pt x="12700" y="1395412"/>
                </a:moveTo>
                <a:lnTo>
                  <a:pt x="0" y="1395412"/>
                </a:lnTo>
                <a:lnTo>
                  <a:pt x="0" y="1344612"/>
                </a:lnTo>
                <a:lnTo>
                  <a:pt x="12700" y="1344612"/>
                </a:lnTo>
                <a:lnTo>
                  <a:pt x="12700" y="1395412"/>
                </a:lnTo>
                <a:close/>
              </a:path>
              <a:path w="736600" h="2468879">
                <a:moveTo>
                  <a:pt x="12700" y="1306512"/>
                </a:moveTo>
                <a:lnTo>
                  <a:pt x="0" y="1306512"/>
                </a:lnTo>
                <a:lnTo>
                  <a:pt x="0" y="1255712"/>
                </a:lnTo>
                <a:lnTo>
                  <a:pt x="12700" y="1255712"/>
                </a:lnTo>
                <a:lnTo>
                  <a:pt x="12700" y="1306512"/>
                </a:lnTo>
                <a:close/>
              </a:path>
              <a:path w="736600" h="2468879">
                <a:moveTo>
                  <a:pt x="12700" y="1217612"/>
                </a:moveTo>
                <a:lnTo>
                  <a:pt x="0" y="1217612"/>
                </a:lnTo>
                <a:lnTo>
                  <a:pt x="0" y="1166812"/>
                </a:lnTo>
                <a:lnTo>
                  <a:pt x="12700" y="1166812"/>
                </a:lnTo>
                <a:lnTo>
                  <a:pt x="12700" y="1217612"/>
                </a:lnTo>
                <a:close/>
              </a:path>
              <a:path w="736600" h="2468879">
                <a:moveTo>
                  <a:pt x="12700" y="1128712"/>
                </a:moveTo>
                <a:lnTo>
                  <a:pt x="0" y="1128712"/>
                </a:lnTo>
                <a:lnTo>
                  <a:pt x="0" y="1077912"/>
                </a:lnTo>
                <a:lnTo>
                  <a:pt x="12700" y="1077912"/>
                </a:lnTo>
                <a:lnTo>
                  <a:pt x="12700" y="1128712"/>
                </a:lnTo>
                <a:close/>
              </a:path>
              <a:path w="736600" h="2468879">
                <a:moveTo>
                  <a:pt x="12700" y="1039812"/>
                </a:moveTo>
                <a:lnTo>
                  <a:pt x="0" y="1039812"/>
                </a:lnTo>
                <a:lnTo>
                  <a:pt x="0" y="989012"/>
                </a:lnTo>
                <a:lnTo>
                  <a:pt x="12700" y="989012"/>
                </a:lnTo>
                <a:lnTo>
                  <a:pt x="12700" y="1039812"/>
                </a:lnTo>
                <a:close/>
              </a:path>
              <a:path w="736600" h="2468879">
                <a:moveTo>
                  <a:pt x="12700" y="950912"/>
                </a:moveTo>
                <a:lnTo>
                  <a:pt x="0" y="950912"/>
                </a:lnTo>
                <a:lnTo>
                  <a:pt x="0" y="900112"/>
                </a:lnTo>
                <a:lnTo>
                  <a:pt x="12700" y="900112"/>
                </a:lnTo>
                <a:lnTo>
                  <a:pt x="12700" y="950912"/>
                </a:lnTo>
                <a:close/>
              </a:path>
              <a:path w="736600" h="2468879">
                <a:moveTo>
                  <a:pt x="12700" y="862012"/>
                </a:moveTo>
                <a:lnTo>
                  <a:pt x="0" y="862012"/>
                </a:lnTo>
                <a:lnTo>
                  <a:pt x="0" y="811212"/>
                </a:lnTo>
                <a:lnTo>
                  <a:pt x="12700" y="811212"/>
                </a:lnTo>
                <a:lnTo>
                  <a:pt x="12700" y="862012"/>
                </a:lnTo>
                <a:close/>
              </a:path>
              <a:path w="736600" h="2468879">
                <a:moveTo>
                  <a:pt x="12700" y="773112"/>
                </a:moveTo>
                <a:lnTo>
                  <a:pt x="0" y="773112"/>
                </a:lnTo>
                <a:lnTo>
                  <a:pt x="0" y="722312"/>
                </a:lnTo>
                <a:lnTo>
                  <a:pt x="12700" y="722312"/>
                </a:lnTo>
                <a:lnTo>
                  <a:pt x="12700" y="773112"/>
                </a:lnTo>
                <a:close/>
              </a:path>
              <a:path w="736600" h="2468879">
                <a:moveTo>
                  <a:pt x="12700" y="684212"/>
                </a:moveTo>
                <a:lnTo>
                  <a:pt x="0" y="684212"/>
                </a:lnTo>
                <a:lnTo>
                  <a:pt x="0" y="633412"/>
                </a:lnTo>
                <a:lnTo>
                  <a:pt x="12700" y="633412"/>
                </a:lnTo>
                <a:lnTo>
                  <a:pt x="12700" y="684212"/>
                </a:lnTo>
                <a:close/>
              </a:path>
              <a:path w="736600" h="2468879">
                <a:moveTo>
                  <a:pt x="12700" y="595312"/>
                </a:moveTo>
                <a:lnTo>
                  <a:pt x="0" y="595312"/>
                </a:lnTo>
                <a:lnTo>
                  <a:pt x="0" y="544512"/>
                </a:lnTo>
                <a:lnTo>
                  <a:pt x="12700" y="544512"/>
                </a:lnTo>
                <a:lnTo>
                  <a:pt x="12700" y="595312"/>
                </a:lnTo>
                <a:close/>
              </a:path>
              <a:path w="736600" h="2468879">
                <a:moveTo>
                  <a:pt x="12700" y="506412"/>
                </a:moveTo>
                <a:lnTo>
                  <a:pt x="0" y="506412"/>
                </a:lnTo>
                <a:lnTo>
                  <a:pt x="0" y="455612"/>
                </a:lnTo>
                <a:lnTo>
                  <a:pt x="12700" y="455612"/>
                </a:lnTo>
                <a:lnTo>
                  <a:pt x="12700" y="506412"/>
                </a:lnTo>
                <a:close/>
              </a:path>
              <a:path w="736600" h="2468879">
                <a:moveTo>
                  <a:pt x="12700" y="417512"/>
                </a:moveTo>
                <a:lnTo>
                  <a:pt x="0" y="417512"/>
                </a:lnTo>
                <a:lnTo>
                  <a:pt x="0" y="366712"/>
                </a:lnTo>
                <a:lnTo>
                  <a:pt x="12700" y="366712"/>
                </a:lnTo>
                <a:lnTo>
                  <a:pt x="12700" y="417512"/>
                </a:lnTo>
                <a:close/>
              </a:path>
              <a:path w="736600" h="2468879">
                <a:moveTo>
                  <a:pt x="12700" y="328612"/>
                </a:moveTo>
                <a:lnTo>
                  <a:pt x="0" y="328612"/>
                </a:lnTo>
                <a:lnTo>
                  <a:pt x="0" y="277812"/>
                </a:lnTo>
                <a:lnTo>
                  <a:pt x="12700" y="277812"/>
                </a:lnTo>
                <a:lnTo>
                  <a:pt x="12700" y="328612"/>
                </a:lnTo>
                <a:close/>
              </a:path>
              <a:path w="736600" h="2468879">
                <a:moveTo>
                  <a:pt x="12700" y="239712"/>
                </a:moveTo>
                <a:lnTo>
                  <a:pt x="0" y="239712"/>
                </a:lnTo>
                <a:lnTo>
                  <a:pt x="0" y="188912"/>
                </a:lnTo>
                <a:lnTo>
                  <a:pt x="12700" y="188912"/>
                </a:lnTo>
                <a:lnTo>
                  <a:pt x="12700" y="239712"/>
                </a:lnTo>
                <a:close/>
              </a:path>
              <a:path w="736600" h="2468879">
                <a:moveTo>
                  <a:pt x="12700" y="150812"/>
                </a:moveTo>
                <a:lnTo>
                  <a:pt x="0" y="150812"/>
                </a:lnTo>
                <a:lnTo>
                  <a:pt x="0" y="100012"/>
                </a:lnTo>
                <a:lnTo>
                  <a:pt x="12700" y="100012"/>
                </a:lnTo>
                <a:lnTo>
                  <a:pt x="12700" y="150812"/>
                </a:lnTo>
                <a:close/>
              </a:path>
              <a:path w="736600" h="2468879">
                <a:moveTo>
                  <a:pt x="12700" y="61912"/>
                </a:moveTo>
                <a:lnTo>
                  <a:pt x="0" y="61912"/>
                </a:lnTo>
                <a:lnTo>
                  <a:pt x="0" y="11112"/>
                </a:lnTo>
                <a:lnTo>
                  <a:pt x="12700" y="11112"/>
                </a:lnTo>
                <a:lnTo>
                  <a:pt x="12700" y="61912"/>
                </a:lnTo>
                <a:close/>
              </a:path>
              <a:path w="736600" h="2468879">
                <a:moveTo>
                  <a:pt x="90487" y="12700"/>
                </a:moveTo>
                <a:lnTo>
                  <a:pt x="39687" y="12700"/>
                </a:lnTo>
                <a:lnTo>
                  <a:pt x="39687" y="0"/>
                </a:lnTo>
                <a:lnTo>
                  <a:pt x="90487" y="0"/>
                </a:lnTo>
                <a:lnTo>
                  <a:pt x="90487" y="12700"/>
                </a:lnTo>
                <a:close/>
              </a:path>
              <a:path w="736600" h="2468879">
                <a:moveTo>
                  <a:pt x="179387" y="12700"/>
                </a:moveTo>
                <a:lnTo>
                  <a:pt x="128587" y="12700"/>
                </a:lnTo>
                <a:lnTo>
                  <a:pt x="128587" y="0"/>
                </a:lnTo>
                <a:lnTo>
                  <a:pt x="179387" y="0"/>
                </a:lnTo>
                <a:lnTo>
                  <a:pt x="179387" y="12700"/>
                </a:lnTo>
                <a:close/>
              </a:path>
              <a:path w="736600" h="2468879">
                <a:moveTo>
                  <a:pt x="268287" y="12700"/>
                </a:moveTo>
                <a:lnTo>
                  <a:pt x="217487" y="12700"/>
                </a:lnTo>
                <a:lnTo>
                  <a:pt x="217487" y="0"/>
                </a:lnTo>
                <a:lnTo>
                  <a:pt x="268287" y="0"/>
                </a:lnTo>
                <a:lnTo>
                  <a:pt x="268287" y="12700"/>
                </a:lnTo>
                <a:close/>
              </a:path>
              <a:path w="736600" h="2468879">
                <a:moveTo>
                  <a:pt x="357187" y="12700"/>
                </a:moveTo>
                <a:lnTo>
                  <a:pt x="306387" y="12700"/>
                </a:lnTo>
                <a:lnTo>
                  <a:pt x="306387" y="0"/>
                </a:lnTo>
                <a:lnTo>
                  <a:pt x="357187" y="0"/>
                </a:lnTo>
                <a:lnTo>
                  <a:pt x="357187" y="12700"/>
                </a:lnTo>
                <a:close/>
              </a:path>
              <a:path w="736600" h="2468879">
                <a:moveTo>
                  <a:pt x="446087" y="12700"/>
                </a:moveTo>
                <a:lnTo>
                  <a:pt x="395287" y="12700"/>
                </a:lnTo>
                <a:lnTo>
                  <a:pt x="395287" y="0"/>
                </a:lnTo>
                <a:lnTo>
                  <a:pt x="446087" y="0"/>
                </a:lnTo>
                <a:lnTo>
                  <a:pt x="446087" y="12700"/>
                </a:lnTo>
                <a:close/>
              </a:path>
              <a:path w="736600" h="2468879">
                <a:moveTo>
                  <a:pt x="534987" y="12700"/>
                </a:moveTo>
                <a:lnTo>
                  <a:pt x="484187" y="12700"/>
                </a:lnTo>
                <a:lnTo>
                  <a:pt x="484187" y="0"/>
                </a:lnTo>
                <a:lnTo>
                  <a:pt x="534987" y="0"/>
                </a:lnTo>
                <a:lnTo>
                  <a:pt x="534987" y="12700"/>
                </a:lnTo>
                <a:close/>
              </a:path>
              <a:path w="736600" h="2468879">
                <a:moveTo>
                  <a:pt x="623887" y="12700"/>
                </a:moveTo>
                <a:lnTo>
                  <a:pt x="573087" y="12700"/>
                </a:lnTo>
                <a:lnTo>
                  <a:pt x="573087" y="0"/>
                </a:lnTo>
                <a:lnTo>
                  <a:pt x="623887" y="0"/>
                </a:lnTo>
                <a:lnTo>
                  <a:pt x="623887" y="12700"/>
                </a:lnTo>
                <a:close/>
              </a:path>
              <a:path w="736600" h="2468879">
                <a:moveTo>
                  <a:pt x="712787" y="12700"/>
                </a:moveTo>
                <a:lnTo>
                  <a:pt x="661987" y="12700"/>
                </a:lnTo>
                <a:lnTo>
                  <a:pt x="661987" y="0"/>
                </a:lnTo>
                <a:lnTo>
                  <a:pt x="712787" y="0"/>
                </a:lnTo>
                <a:lnTo>
                  <a:pt x="712787" y="12700"/>
                </a:lnTo>
                <a:close/>
              </a:path>
              <a:path w="736600" h="2468879">
                <a:moveTo>
                  <a:pt x="736600" y="77787"/>
                </a:moveTo>
                <a:lnTo>
                  <a:pt x="723900" y="77787"/>
                </a:lnTo>
                <a:lnTo>
                  <a:pt x="723900" y="26987"/>
                </a:lnTo>
                <a:lnTo>
                  <a:pt x="736600" y="26987"/>
                </a:lnTo>
                <a:lnTo>
                  <a:pt x="736600" y="77787"/>
                </a:lnTo>
                <a:close/>
              </a:path>
              <a:path w="736600" h="2468879">
                <a:moveTo>
                  <a:pt x="736600" y="166687"/>
                </a:moveTo>
                <a:lnTo>
                  <a:pt x="723900" y="166687"/>
                </a:lnTo>
                <a:lnTo>
                  <a:pt x="723900" y="115887"/>
                </a:lnTo>
                <a:lnTo>
                  <a:pt x="736600" y="115887"/>
                </a:lnTo>
                <a:lnTo>
                  <a:pt x="736600" y="166687"/>
                </a:lnTo>
                <a:close/>
              </a:path>
              <a:path w="736600" h="2468879">
                <a:moveTo>
                  <a:pt x="736600" y="255587"/>
                </a:moveTo>
                <a:lnTo>
                  <a:pt x="723900" y="255587"/>
                </a:lnTo>
                <a:lnTo>
                  <a:pt x="723900" y="204787"/>
                </a:lnTo>
                <a:lnTo>
                  <a:pt x="736600" y="204787"/>
                </a:lnTo>
                <a:lnTo>
                  <a:pt x="736600" y="255587"/>
                </a:lnTo>
                <a:close/>
              </a:path>
              <a:path w="736600" h="2468879">
                <a:moveTo>
                  <a:pt x="736600" y="344487"/>
                </a:moveTo>
                <a:lnTo>
                  <a:pt x="723900" y="344487"/>
                </a:lnTo>
                <a:lnTo>
                  <a:pt x="723900" y="293687"/>
                </a:lnTo>
                <a:lnTo>
                  <a:pt x="736600" y="293687"/>
                </a:lnTo>
                <a:lnTo>
                  <a:pt x="736600" y="344487"/>
                </a:lnTo>
                <a:close/>
              </a:path>
              <a:path w="736600" h="2468879">
                <a:moveTo>
                  <a:pt x="736600" y="433387"/>
                </a:moveTo>
                <a:lnTo>
                  <a:pt x="723900" y="433387"/>
                </a:lnTo>
                <a:lnTo>
                  <a:pt x="723900" y="382587"/>
                </a:lnTo>
                <a:lnTo>
                  <a:pt x="736600" y="382587"/>
                </a:lnTo>
                <a:lnTo>
                  <a:pt x="736600" y="433387"/>
                </a:lnTo>
                <a:close/>
              </a:path>
              <a:path w="736600" h="2468879">
                <a:moveTo>
                  <a:pt x="736600" y="522287"/>
                </a:moveTo>
                <a:lnTo>
                  <a:pt x="723900" y="522287"/>
                </a:lnTo>
                <a:lnTo>
                  <a:pt x="723900" y="471487"/>
                </a:lnTo>
                <a:lnTo>
                  <a:pt x="736600" y="471487"/>
                </a:lnTo>
                <a:lnTo>
                  <a:pt x="736600" y="522287"/>
                </a:lnTo>
                <a:close/>
              </a:path>
              <a:path w="736600" h="2468879">
                <a:moveTo>
                  <a:pt x="736600" y="611187"/>
                </a:moveTo>
                <a:lnTo>
                  <a:pt x="723900" y="611187"/>
                </a:lnTo>
                <a:lnTo>
                  <a:pt x="723900" y="560387"/>
                </a:lnTo>
                <a:lnTo>
                  <a:pt x="736600" y="560387"/>
                </a:lnTo>
                <a:lnTo>
                  <a:pt x="736600" y="611187"/>
                </a:lnTo>
                <a:close/>
              </a:path>
              <a:path w="736600" h="2468879">
                <a:moveTo>
                  <a:pt x="736600" y="700087"/>
                </a:moveTo>
                <a:lnTo>
                  <a:pt x="723900" y="700087"/>
                </a:lnTo>
                <a:lnTo>
                  <a:pt x="723900" y="649287"/>
                </a:lnTo>
                <a:lnTo>
                  <a:pt x="736600" y="649287"/>
                </a:lnTo>
                <a:lnTo>
                  <a:pt x="736600" y="700087"/>
                </a:lnTo>
                <a:close/>
              </a:path>
              <a:path w="736600" h="2468879">
                <a:moveTo>
                  <a:pt x="736600" y="788987"/>
                </a:moveTo>
                <a:lnTo>
                  <a:pt x="723900" y="788987"/>
                </a:lnTo>
                <a:lnTo>
                  <a:pt x="723900" y="738187"/>
                </a:lnTo>
                <a:lnTo>
                  <a:pt x="736600" y="738187"/>
                </a:lnTo>
                <a:lnTo>
                  <a:pt x="736600" y="788987"/>
                </a:lnTo>
                <a:close/>
              </a:path>
              <a:path w="736600" h="2468879">
                <a:moveTo>
                  <a:pt x="736600" y="877887"/>
                </a:moveTo>
                <a:lnTo>
                  <a:pt x="723900" y="877887"/>
                </a:lnTo>
                <a:lnTo>
                  <a:pt x="723900" y="827087"/>
                </a:lnTo>
                <a:lnTo>
                  <a:pt x="736600" y="827087"/>
                </a:lnTo>
                <a:lnTo>
                  <a:pt x="736600" y="877887"/>
                </a:lnTo>
                <a:close/>
              </a:path>
              <a:path w="736600" h="2468879">
                <a:moveTo>
                  <a:pt x="736600" y="966787"/>
                </a:moveTo>
                <a:lnTo>
                  <a:pt x="723900" y="966787"/>
                </a:lnTo>
                <a:lnTo>
                  <a:pt x="723900" y="915987"/>
                </a:lnTo>
                <a:lnTo>
                  <a:pt x="736600" y="915987"/>
                </a:lnTo>
                <a:lnTo>
                  <a:pt x="736600" y="966787"/>
                </a:lnTo>
                <a:close/>
              </a:path>
              <a:path w="736600" h="2468879">
                <a:moveTo>
                  <a:pt x="736600" y="1055687"/>
                </a:moveTo>
                <a:lnTo>
                  <a:pt x="723900" y="1055687"/>
                </a:lnTo>
                <a:lnTo>
                  <a:pt x="723900" y="1004887"/>
                </a:lnTo>
                <a:lnTo>
                  <a:pt x="736600" y="1004887"/>
                </a:lnTo>
                <a:lnTo>
                  <a:pt x="736600" y="1055687"/>
                </a:lnTo>
                <a:close/>
              </a:path>
              <a:path w="736600" h="2468879">
                <a:moveTo>
                  <a:pt x="736600" y="1144587"/>
                </a:moveTo>
                <a:lnTo>
                  <a:pt x="723900" y="1144587"/>
                </a:lnTo>
                <a:lnTo>
                  <a:pt x="723900" y="1093787"/>
                </a:lnTo>
                <a:lnTo>
                  <a:pt x="736600" y="1093787"/>
                </a:lnTo>
                <a:lnTo>
                  <a:pt x="736600" y="1144587"/>
                </a:lnTo>
                <a:close/>
              </a:path>
              <a:path w="736600" h="2468879">
                <a:moveTo>
                  <a:pt x="736600" y="1233487"/>
                </a:moveTo>
                <a:lnTo>
                  <a:pt x="723900" y="1233487"/>
                </a:lnTo>
                <a:lnTo>
                  <a:pt x="723900" y="1182687"/>
                </a:lnTo>
                <a:lnTo>
                  <a:pt x="736600" y="1182687"/>
                </a:lnTo>
                <a:lnTo>
                  <a:pt x="736600" y="1233487"/>
                </a:lnTo>
                <a:close/>
              </a:path>
              <a:path w="736600" h="2468879">
                <a:moveTo>
                  <a:pt x="736600" y="1322387"/>
                </a:moveTo>
                <a:lnTo>
                  <a:pt x="723900" y="1322387"/>
                </a:lnTo>
                <a:lnTo>
                  <a:pt x="723900" y="1271587"/>
                </a:lnTo>
                <a:lnTo>
                  <a:pt x="736600" y="1271587"/>
                </a:lnTo>
                <a:lnTo>
                  <a:pt x="736600" y="1322387"/>
                </a:lnTo>
                <a:close/>
              </a:path>
              <a:path w="736600" h="2468879">
                <a:moveTo>
                  <a:pt x="736600" y="1411287"/>
                </a:moveTo>
                <a:lnTo>
                  <a:pt x="723900" y="1411287"/>
                </a:lnTo>
                <a:lnTo>
                  <a:pt x="723900" y="1360487"/>
                </a:lnTo>
                <a:lnTo>
                  <a:pt x="736600" y="1360487"/>
                </a:lnTo>
                <a:lnTo>
                  <a:pt x="736600" y="1411287"/>
                </a:lnTo>
                <a:close/>
              </a:path>
              <a:path w="736600" h="2468879">
                <a:moveTo>
                  <a:pt x="736600" y="1500187"/>
                </a:moveTo>
                <a:lnTo>
                  <a:pt x="723900" y="1500187"/>
                </a:lnTo>
                <a:lnTo>
                  <a:pt x="723900" y="1449387"/>
                </a:lnTo>
                <a:lnTo>
                  <a:pt x="736600" y="1449387"/>
                </a:lnTo>
                <a:lnTo>
                  <a:pt x="736600" y="1500187"/>
                </a:lnTo>
                <a:close/>
              </a:path>
              <a:path w="736600" h="2468879">
                <a:moveTo>
                  <a:pt x="736600" y="1589087"/>
                </a:moveTo>
                <a:lnTo>
                  <a:pt x="723900" y="1589087"/>
                </a:lnTo>
                <a:lnTo>
                  <a:pt x="723900" y="1538287"/>
                </a:lnTo>
                <a:lnTo>
                  <a:pt x="736600" y="1538287"/>
                </a:lnTo>
                <a:lnTo>
                  <a:pt x="736600" y="1589087"/>
                </a:lnTo>
                <a:close/>
              </a:path>
              <a:path w="736600" h="2468879">
                <a:moveTo>
                  <a:pt x="736600" y="1677987"/>
                </a:moveTo>
                <a:lnTo>
                  <a:pt x="723900" y="1677987"/>
                </a:lnTo>
                <a:lnTo>
                  <a:pt x="723900" y="1627187"/>
                </a:lnTo>
                <a:lnTo>
                  <a:pt x="736600" y="1627187"/>
                </a:lnTo>
                <a:lnTo>
                  <a:pt x="736600" y="1677987"/>
                </a:lnTo>
                <a:close/>
              </a:path>
              <a:path w="736600" h="2468879">
                <a:moveTo>
                  <a:pt x="736600" y="1766887"/>
                </a:moveTo>
                <a:lnTo>
                  <a:pt x="723900" y="1766887"/>
                </a:lnTo>
                <a:lnTo>
                  <a:pt x="723900" y="1716087"/>
                </a:lnTo>
                <a:lnTo>
                  <a:pt x="736600" y="1716087"/>
                </a:lnTo>
                <a:lnTo>
                  <a:pt x="736600" y="1766887"/>
                </a:lnTo>
                <a:close/>
              </a:path>
              <a:path w="736600" h="2468879">
                <a:moveTo>
                  <a:pt x="736600" y="1855787"/>
                </a:moveTo>
                <a:lnTo>
                  <a:pt x="723900" y="1855787"/>
                </a:lnTo>
                <a:lnTo>
                  <a:pt x="723900" y="1804987"/>
                </a:lnTo>
                <a:lnTo>
                  <a:pt x="736600" y="1804987"/>
                </a:lnTo>
                <a:lnTo>
                  <a:pt x="736600" y="1855787"/>
                </a:lnTo>
                <a:close/>
              </a:path>
              <a:path w="736600" h="2468879">
                <a:moveTo>
                  <a:pt x="736600" y="1944687"/>
                </a:moveTo>
                <a:lnTo>
                  <a:pt x="723900" y="1944687"/>
                </a:lnTo>
                <a:lnTo>
                  <a:pt x="723900" y="1893887"/>
                </a:lnTo>
                <a:lnTo>
                  <a:pt x="736600" y="1893887"/>
                </a:lnTo>
                <a:lnTo>
                  <a:pt x="736600" y="1944687"/>
                </a:lnTo>
                <a:close/>
              </a:path>
              <a:path w="736600" h="2468879">
                <a:moveTo>
                  <a:pt x="736600" y="2033587"/>
                </a:moveTo>
                <a:lnTo>
                  <a:pt x="723900" y="2033587"/>
                </a:lnTo>
                <a:lnTo>
                  <a:pt x="723900" y="1982787"/>
                </a:lnTo>
                <a:lnTo>
                  <a:pt x="736600" y="1982787"/>
                </a:lnTo>
                <a:lnTo>
                  <a:pt x="736600" y="2033587"/>
                </a:lnTo>
                <a:close/>
              </a:path>
              <a:path w="736600" h="2468879">
                <a:moveTo>
                  <a:pt x="736600" y="2122487"/>
                </a:moveTo>
                <a:lnTo>
                  <a:pt x="723900" y="2122487"/>
                </a:lnTo>
                <a:lnTo>
                  <a:pt x="723900" y="2071687"/>
                </a:lnTo>
                <a:lnTo>
                  <a:pt x="736600" y="2071687"/>
                </a:lnTo>
                <a:lnTo>
                  <a:pt x="736600" y="2122487"/>
                </a:lnTo>
                <a:close/>
              </a:path>
              <a:path w="736600" h="2468879">
                <a:moveTo>
                  <a:pt x="736600" y="2211387"/>
                </a:moveTo>
                <a:lnTo>
                  <a:pt x="723900" y="2211387"/>
                </a:lnTo>
                <a:lnTo>
                  <a:pt x="723900" y="2160587"/>
                </a:lnTo>
                <a:lnTo>
                  <a:pt x="736600" y="2160587"/>
                </a:lnTo>
                <a:lnTo>
                  <a:pt x="736600" y="2211387"/>
                </a:lnTo>
                <a:close/>
              </a:path>
              <a:path w="736600" h="2468879">
                <a:moveTo>
                  <a:pt x="736600" y="2300287"/>
                </a:moveTo>
                <a:lnTo>
                  <a:pt x="723900" y="2300287"/>
                </a:lnTo>
                <a:lnTo>
                  <a:pt x="723900" y="2249487"/>
                </a:lnTo>
                <a:lnTo>
                  <a:pt x="736600" y="2249487"/>
                </a:lnTo>
                <a:lnTo>
                  <a:pt x="736600" y="2300287"/>
                </a:lnTo>
                <a:close/>
              </a:path>
              <a:path w="736600" h="2468879">
                <a:moveTo>
                  <a:pt x="736600" y="2389187"/>
                </a:moveTo>
                <a:lnTo>
                  <a:pt x="723900" y="2389187"/>
                </a:lnTo>
                <a:lnTo>
                  <a:pt x="723900" y="2338387"/>
                </a:lnTo>
                <a:lnTo>
                  <a:pt x="736600" y="2338387"/>
                </a:lnTo>
                <a:lnTo>
                  <a:pt x="736600" y="2389187"/>
                </a:lnTo>
                <a:close/>
              </a:path>
              <a:path w="736600" h="2468879">
                <a:moveTo>
                  <a:pt x="723900" y="2462212"/>
                </a:moveTo>
                <a:lnTo>
                  <a:pt x="723900" y="2427287"/>
                </a:lnTo>
                <a:lnTo>
                  <a:pt x="736600" y="2427287"/>
                </a:lnTo>
                <a:lnTo>
                  <a:pt x="736600" y="2455862"/>
                </a:lnTo>
                <a:lnTo>
                  <a:pt x="730250" y="2455862"/>
                </a:lnTo>
                <a:lnTo>
                  <a:pt x="723900" y="2462212"/>
                </a:lnTo>
                <a:close/>
              </a:path>
              <a:path w="736600" h="2468879">
                <a:moveTo>
                  <a:pt x="736600" y="2468562"/>
                </a:moveTo>
                <a:lnTo>
                  <a:pt x="714375" y="2468562"/>
                </a:lnTo>
                <a:lnTo>
                  <a:pt x="714375" y="2455862"/>
                </a:lnTo>
                <a:lnTo>
                  <a:pt x="723900" y="2455862"/>
                </a:lnTo>
                <a:lnTo>
                  <a:pt x="723900" y="2462212"/>
                </a:lnTo>
                <a:lnTo>
                  <a:pt x="736600" y="2462212"/>
                </a:lnTo>
                <a:lnTo>
                  <a:pt x="736600" y="2468562"/>
                </a:lnTo>
                <a:close/>
              </a:path>
              <a:path w="736600" h="2468879">
                <a:moveTo>
                  <a:pt x="736600" y="2462212"/>
                </a:moveTo>
                <a:lnTo>
                  <a:pt x="723900" y="2462212"/>
                </a:lnTo>
                <a:lnTo>
                  <a:pt x="730250" y="2455862"/>
                </a:lnTo>
                <a:lnTo>
                  <a:pt x="736600" y="2455862"/>
                </a:lnTo>
                <a:lnTo>
                  <a:pt x="736600" y="2462212"/>
                </a:lnTo>
                <a:close/>
              </a:path>
              <a:path w="736600" h="2468879">
                <a:moveTo>
                  <a:pt x="676275" y="2468562"/>
                </a:moveTo>
                <a:lnTo>
                  <a:pt x="625475" y="2468562"/>
                </a:lnTo>
                <a:lnTo>
                  <a:pt x="625475" y="2455862"/>
                </a:lnTo>
                <a:lnTo>
                  <a:pt x="676275" y="2455862"/>
                </a:lnTo>
                <a:lnTo>
                  <a:pt x="676275" y="2468562"/>
                </a:lnTo>
                <a:close/>
              </a:path>
              <a:path w="736600" h="2468879">
                <a:moveTo>
                  <a:pt x="587375" y="2468562"/>
                </a:moveTo>
                <a:lnTo>
                  <a:pt x="536575" y="2468562"/>
                </a:lnTo>
                <a:lnTo>
                  <a:pt x="536575" y="2455862"/>
                </a:lnTo>
                <a:lnTo>
                  <a:pt x="587375" y="2455862"/>
                </a:lnTo>
                <a:lnTo>
                  <a:pt x="587375" y="2468562"/>
                </a:lnTo>
                <a:close/>
              </a:path>
              <a:path w="736600" h="2468879">
                <a:moveTo>
                  <a:pt x="498475" y="2468562"/>
                </a:moveTo>
                <a:lnTo>
                  <a:pt x="447675" y="2468562"/>
                </a:lnTo>
                <a:lnTo>
                  <a:pt x="447675" y="2455862"/>
                </a:lnTo>
                <a:lnTo>
                  <a:pt x="498475" y="2455862"/>
                </a:lnTo>
                <a:lnTo>
                  <a:pt x="498475" y="2468562"/>
                </a:lnTo>
                <a:close/>
              </a:path>
              <a:path w="736600" h="2468879">
                <a:moveTo>
                  <a:pt x="409575" y="2468562"/>
                </a:moveTo>
                <a:lnTo>
                  <a:pt x="358775" y="2468562"/>
                </a:lnTo>
                <a:lnTo>
                  <a:pt x="358775" y="2455862"/>
                </a:lnTo>
                <a:lnTo>
                  <a:pt x="409575" y="2455862"/>
                </a:lnTo>
                <a:lnTo>
                  <a:pt x="409575" y="2468562"/>
                </a:lnTo>
                <a:close/>
              </a:path>
              <a:path w="736600" h="2468879">
                <a:moveTo>
                  <a:pt x="320675" y="2468562"/>
                </a:moveTo>
                <a:lnTo>
                  <a:pt x="269875" y="2468562"/>
                </a:lnTo>
                <a:lnTo>
                  <a:pt x="269875" y="2455862"/>
                </a:lnTo>
                <a:lnTo>
                  <a:pt x="320675" y="2455862"/>
                </a:lnTo>
                <a:lnTo>
                  <a:pt x="320675" y="2468562"/>
                </a:lnTo>
                <a:close/>
              </a:path>
              <a:path w="736600" h="2468879">
                <a:moveTo>
                  <a:pt x="231775" y="2468562"/>
                </a:moveTo>
                <a:lnTo>
                  <a:pt x="180975" y="2468562"/>
                </a:lnTo>
                <a:lnTo>
                  <a:pt x="180975" y="2455862"/>
                </a:lnTo>
                <a:lnTo>
                  <a:pt x="231775" y="2455862"/>
                </a:lnTo>
                <a:lnTo>
                  <a:pt x="231775" y="2468562"/>
                </a:lnTo>
                <a:close/>
              </a:path>
              <a:path w="736600" h="2468879">
                <a:moveTo>
                  <a:pt x="142875" y="2468562"/>
                </a:moveTo>
                <a:lnTo>
                  <a:pt x="92075" y="2468562"/>
                </a:lnTo>
                <a:lnTo>
                  <a:pt x="92075" y="2455862"/>
                </a:lnTo>
                <a:lnTo>
                  <a:pt x="142875" y="2455862"/>
                </a:lnTo>
                <a:lnTo>
                  <a:pt x="142875" y="24685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8117840" y="1596390"/>
            <a:ext cx="15055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降压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tabLst>
                <a:tab pos="1012825" algn="l"/>
                <a:tab pos="1492250" algn="l"/>
              </a:tabLst>
            </a:pPr>
            <a:r>
              <a:rPr dirty="0" sz="1800">
                <a:latin typeface="微软雅黑"/>
                <a:cs typeface="微软雅黑"/>
              </a:rPr>
              <a:t>变压器	</a:t>
            </a:r>
            <a:r>
              <a:rPr dirty="0" u="heavy" sz="18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070475" y="2722562"/>
            <a:ext cx="736600" cy="2470150"/>
          </a:xfrm>
          <a:custGeom>
            <a:avLst/>
            <a:gdLst/>
            <a:ahLst/>
            <a:cxnLst/>
            <a:rect l="l" t="t" r="r" b="b"/>
            <a:pathLst>
              <a:path w="736600" h="2470150">
                <a:moveTo>
                  <a:pt x="6350" y="2463800"/>
                </a:moveTo>
                <a:lnTo>
                  <a:pt x="0" y="2463800"/>
                </a:lnTo>
                <a:lnTo>
                  <a:pt x="0" y="2413000"/>
                </a:lnTo>
                <a:lnTo>
                  <a:pt x="12700" y="2413000"/>
                </a:lnTo>
                <a:lnTo>
                  <a:pt x="12700" y="2457450"/>
                </a:lnTo>
                <a:lnTo>
                  <a:pt x="6350" y="2457450"/>
                </a:lnTo>
                <a:lnTo>
                  <a:pt x="6350" y="2463800"/>
                </a:lnTo>
                <a:close/>
              </a:path>
              <a:path w="736600" h="2470150">
                <a:moveTo>
                  <a:pt x="57150" y="2470150"/>
                </a:moveTo>
                <a:lnTo>
                  <a:pt x="6350" y="2470150"/>
                </a:lnTo>
                <a:lnTo>
                  <a:pt x="6350" y="2457450"/>
                </a:lnTo>
                <a:lnTo>
                  <a:pt x="12700" y="2457450"/>
                </a:lnTo>
                <a:lnTo>
                  <a:pt x="12700" y="2463800"/>
                </a:lnTo>
                <a:lnTo>
                  <a:pt x="57150" y="2463800"/>
                </a:lnTo>
                <a:lnTo>
                  <a:pt x="57150" y="2470150"/>
                </a:lnTo>
                <a:close/>
              </a:path>
              <a:path w="736600" h="2470150">
                <a:moveTo>
                  <a:pt x="57150" y="2463800"/>
                </a:moveTo>
                <a:lnTo>
                  <a:pt x="12700" y="2463800"/>
                </a:lnTo>
                <a:lnTo>
                  <a:pt x="12700" y="2457450"/>
                </a:lnTo>
                <a:lnTo>
                  <a:pt x="57150" y="2457450"/>
                </a:lnTo>
                <a:lnTo>
                  <a:pt x="57150" y="2463800"/>
                </a:lnTo>
                <a:close/>
              </a:path>
              <a:path w="736600" h="2470150">
                <a:moveTo>
                  <a:pt x="12700" y="2374900"/>
                </a:moveTo>
                <a:lnTo>
                  <a:pt x="0" y="2374900"/>
                </a:lnTo>
                <a:lnTo>
                  <a:pt x="0" y="2324100"/>
                </a:lnTo>
                <a:lnTo>
                  <a:pt x="12700" y="2324100"/>
                </a:lnTo>
                <a:lnTo>
                  <a:pt x="12700" y="2374900"/>
                </a:lnTo>
                <a:close/>
              </a:path>
              <a:path w="736600" h="2470150">
                <a:moveTo>
                  <a:pt x="12700" y="2286000"/>
                </a:moveTo>
                <a:lnTo>
                  <a:pt x="0" y="2286000"/>
                </a:lnTo>
                <a:lnTo>
                  <a:pt x="0" y="2235200"/>
                </a:lnTo>
                <a:lnTo>
                  <a:pt x="12700" y="2235200"/>
                </a:lnTo>
                <a:lnTo>
                  <a:pt x="12700" y="2286000"/>
                </a:lnTo>
                <a:close/>
              </a:path>
              <a:path w="736600" h="2470150">
                <a:moveTo>
                  <a:pt x="12700" y="2197100"/>
                </a:moveTo>
                <a:lnTo>
                  <a:pt x="0" y="2197100"/>
                </a:lnTo>
                <a:lnTo>
                  <a:pt x="0" y="2146300"/>
                </a:lnTo>
                <a:lnTo>
                  <a:pt x="12700" y="2146300"/>
                </a:lnTo>
                <a:lnTo>
                  <a:pt x="12700" y="2197100"/>
                </a:lnTo>
                <a:close/>
              </a:path>
              <a:path w="736600" h="2470150">
                <a:moveTo>
                  <a:pt x="12700" y="2108200"/>
                </a:moveTo>
                <a:lnTo>
                  <a:pt x="0" y="2108200"/>
                </a:lnTo>
                <a:lnTo>
                  <a:pt x="0" y="2057400"/>
                </a:lnTo>
                <a:lnTo>
                  <a:pt x="12700" y="2057400"/>
                </a:lnTo>
                <a:lnTo>
                  <a:pt x="12700" y="2108200"/>
                </a:lnTo>
                <a:close/>
              </a:path>
              <a:path w="736600" h="2470150">
                <a:moveTo>
                  <a:pt x="12700" y="2019300"/>
                </a:moveTo>
                <a:lnTo>
                  <a:pt x="0" y="2019300"/>
                </a:lnTo>
                <a:lnTo>
                  <a:pt x="0" y="1968500"/>
                </a:lnTo>
                <a:lnTo>
                  <a:pt x="12700" y="1968500"/>
                </a:lnTo>
                <a:lnTo>
                  <a:pt x="12700" y="2019300"/>
                </a:lnTo>
                <a:close/>
              </a:path>
              <a:path w="736600" h="2470150">
                <a:moveTo>
                  <a:pt x="12700" y="1930400"/>
                </a:moveTo>
                <a:lnTo>
                  <a:pt x="0" y="1930400"/>
                </a:lnTo>
                <a:lnTo>
                  <a:pt x="0" y="1879600"/>
                </a:lnTo>
                <a:lnTo>
                  <a:pt x="12700" y="1879600"/>
                </a:lnTo>
                <a:lnTo>
                  <a:pt x="12700" y="1930400"/>
                </a:lnTo>
                <a:close/>
              </a:path>
              <a:path w="736600" h="2470150">
                <a:moveTo>
                  <a:pt x="12700" y="1841500"/>
                </a:moveTo>
                <a:lnTo>
                  <a:pt x="0" y="1841500"/>
                </a:lnTo>
                <a:lnTo>
                  <a:pt x="0" y="1790700"/>
                </a:lnTo>
                <a:lnTo>
                  <a:pt x="12700" y="1790700"/>
                </a:lnTo>
                <a:lnTo>
                  <a:pt x="12700" y="1841500"/>
                </a:lnTo>
                <a:close/>
              </a:path>
              <a:path w="736600" h="2470150">
                <a:moveTo>
                  <a:pt x="12700" y="1752600"/>
                </a:moveTo>
                <a:lnTo>
                  <a:pt x="0" y="1752600"/>
                </a:lnTo>
                <a:lnTo>
                  <a:pt x="0" y="1701800"/>
                </a:lnTo>
                <a:lnTo>
                  <a:pt x="12700" y="1701800"/>
                </a:lnTo>
                <a:lnTo>
                  <a:pt x="12700" y="1752600"/>
                </a:lnTo>
                <a:close/>
              </a:path>
              <a:path w="736600" h="2470150">
                <a:moveTo>
                  <a:pt x="12700" y="1663700"/>
                </a:moveTo>
                <a:lnTo>
                  <a:pt x="0" y="1663700"/>
                </a:lnTo>
                <a:lnTo>
                  <a:pt x="0" y="1612900"/>
                </a:lnTo>
                <a:lnTo>
                  <a:pt x="12700" y="1612900"/>
                </a:lnTo>
                <a:lnTo>
                  <a:pt x="12700" y="1663700"/>
                </a:lnTo>
                <a:close/>
              </a:path>
              <a:path w="736600" h="2470150">
                <a:moveTo>
                  <a:pt x="12700" y="1574800"/>
                </a:moveTo>
                <a:lnTo>
                  <a:pt x="0" y="1574800"/>
                </a:lnTo>
                <a:lnTo>
                  <a:pt x="0" y="1524000"/>
                </a:lnTo>
                <a:lnTo>
                  <a:pt x="12700" y="1524000"/>
                </a:lnTo>
                <a:lnTo>
                  <a:pt x="12700" y="1574800"/>
                </a:lnTo>
                <a:close/>
              </a:path>
              <a:path w="736600" h="2470150">
                <a:moveTo>
                  <a:pt x="12700" y="1485900"/>
                </a:moveTo>
                <a:lnTo>
                  <a:pt x="0" y="1485900"/>
                </a:lnTo>
                <a:lnTo>
                  <a:pt x="0" y="1435100"/>
                </a:lnTo>
                <a:lnTo>
                  <a:pt x="12700" y="1435100"/>
                </a:lnTo>
                <a:lnTo>
                  <a:pt x="12700" y="1485900"/>
                </a:lnTo>
                <a:close/>
              </a:path>
              <a:path w="736600" h="2470150">
                <a:moveTo>
                  <a:pt x="12700" y="1397000"/>
                </a:moveTo>
                <a:lnTo>
                  <a:pt x="0" y="1397000"/>
                </a:lnTo>
                <a:lnTo>
                  <a:pt x="0" y="1346200"/>
                </a:lnTo>
                <a:lnTo>
                  <a:pt x="12700" y="1346200"/>
                </a:lnTo>
                <a:lnTo>
                  <a:pt x="12700" y="1397000"/>
                </a:lnTo>
                <a:close/>
              </a:path>
              <a:path w="736600" h="2470150">
                <a:moveTo>
                  <a:pt x="12700" y="1308100"/>
                </a:moveTo>
                <a:lnTo>
                  <a:pt x="0" y="1308100"/>
                </a:lnTo>
                <a:lnTo>
                  <a:pt x="0" y="1257300"/>
                </a:lnTo>
                <a:lnTo>
                  <a:pt x="12700" y="1257300"/>
                </a:lnTo>
                <a:lnTo>
                  <a:pt x="12700" y="1308100"/>
                </a:lnTo>
                <a:close/>
              </a:path>
              <a:path w="736600" h="2470150">
                <a:moveTo>
                  <a:pt x="12700" y="1219200"/>
                </a:moveTo>
                <a:lnTo>
                  <a:pt x="0" y="1219200"/>
                </a:lnTo>
                <a:lnTo>
                  <a:pt x="0" y="1168400"/>
                </a:lnTo>
                <a:lnTo>
                  <a:pt x="12700" y="1168400"/>
                </a:lnTo>
                <a:lnTo>
                  <a:pt x="12700" y="1219200"/>
                </a:lnTo>
                <a:close/>
              </a:path>
              <a:path w="736600" h="2470150">
                <a:moveTo>
                  <a:pt x="12700" y="1130300"/>
                </a:moveTo>
                <a:lnTo>
                  <a:pt x="0" y="1130300"/>
                </a:lnTo>
                <a:lnTo>
                  <a:pt x="0" y="1079500"/>
                </a:lnTo>
                <a:lnTo>
                  <a:pt x="12700" y="1079500"/>
                </a:lnTo>
                <a:lnTo>
                  <a:pt x="12700" y="1130300"/>
                </a:lnTo>
                <a:close/>
              </a:path>
              <a:path w="736600" h="2470150">
                <a:moveTo>
                  <a:pt x="12700" y="1041400"/>
                </a:moveTo>
                <a:lnTo>
                  <a:pt x="0" y="1041400"/>
                </a:lnTo>
                <a:lnTo>
                  <a:pt x="0" y="990600"/>
                </a:lnTo>
                <a:lnTo>
                  <a:pt x="12700" y="990600"/>
                </a:lnTo>
                <a:lnTo>
                  <a:pt x="12700" y="1041400"/>
                </a:lnTo>
                <a:close/>
              </a:path>
              <a:path w="736600" h="2470150">
                <a:moveTo>
                  <a:pt x="12700" y="952500"/>
                </a:moveTo>
                <a:lnTo>
                  <a:pt x="0" y="952500"/>
                </a:lnTo>
                <a:lnTo>
                  <a:pt x="0" y="901700"/>
                </a:lnTo>
                <a:lnTo>
                  <a:pt x="12700" y="901700"/>
                </a:lnTo>
                <a:lnTo>
                  <a:pt x="12700" y="952500"/>
                </a:lnTo>
                <a:close/>
              </a:path>
              <a:path w="736600" h="2470150">
                <a:moveTo>
                  <a:pt x="12700" y="863600"/>
                </a:moveTo>
                <a:lnTo>
                  <a:pt x="0" y="863600"/>
                </a:lnTo>
                <a:lnTo>
                  <a:pt x="0" y="812800"/>
                </a:lnTo>
                <a:lnTo>
                  <a:pt x="12700" y="812800"/>
                </a:lnTo>
                <a:lnTo>
                  <a:pt x="12700" y="863600"/>
                </a:lnTo>
                <a:close/>
              </a:path>
              <a:path w="736600" h="2470150">
                <a:moveTo>
                  <a:pt x="12700" y="774700"/>
                </a:moveTo>
                <a:lnTo>
                  <a:pt x="0" y="774700"/>
                </a:lnTo>
                <a:lnTo>
                  <a:pt x="0" y="723900"/>
                </a:lnTo>
                <a:lnTo>
                  <a:pt x="12700" y="723900"/>
                </a:lnTo>
                <a:lnTo>
                  <a:pt x="12700" y="774700"/>
                </a:lnTo>
                <a:close/>
              </a:path>
              <a:path w="736600" h="2470150">
                <a:moveTo>
                  <a:pt x="12700" y="685800"/>
                </a:moveTo>
                <a:lnTo>
                  <a:pt x="0" y="685800"/>
                </a:lnTo>
                <a:lnTo>
                  <a:pt x="0" y="635000"/>
                </a:lnTo>
                <a:lnTo>
                  <a:pt x="12700" y="635000"/>
                </a:lnTo>
                <a:lnTo>
                  <a:pt x="12700" y="685800"/>
                </a:lnTo>
                <a:close/>
              </a:path>
              <a:path w="736600" h="2470150">
                <a:moveTo>
                  <a:pt x="12700" y="596900"/>
                </a:moveTo>
                <a:lnTo>
                  <a:pt x="0" y="596900"/>
                </a:lnTo>
                <a:lnTo>
                  <a:pt x="0" y="546100"/>
                </a:lnTo>
                <a:lnTo>
                  <a:pt x="12700" y="546100"/>
                </a:lnTo>
                <a:lnTo>
                  <a:pt x="12700" y="596900"/>
                </a:lnTo>
                <a:close/>
              </a:path>
              <a:path w="736600" h="2470150">
                <a:moveTo>
                  <a:pt x="12700" y="508000"/>
                </a:moveTo>
                <a:lnTo>
                  <a:pt x="0" y="508000"/>
                </a:lnTo>
                <a:lnTo>
                  <a:pt x="0" y="457200"/>
                </a:lnTo>
                <a:lnTo>
                  <a:pt x="12700" y="457200"/>
                </a:lnTo>
                <a:lnTo>
                  <a:pt x="12700" y="508000"/>
                </a:lnTo>
                <a:close/>
              </a:path>
              <a:path w="736600" h="2470150">
                <a:moveTo>
                  <a:pt x="12700" y="419100"/>
                </a:moveTo>
                <a:lnTo>
                  <a:pt x="0" y="419100"/>
                </a:lnTo>
                <a:lnTo>
                  <a:pt x="0" y="368300"/>
                </a:lnTo>
                <a:lnTo>
                  <a:pt x="12700" y="368300"/>
                </a:lnTo>
                <a:lnTo>
                  <a:pt x="12700" y="419100"/>
                </a:lnTo>
                <a:close/>
              </a:path>
              <a:path w="736600" h="2470150">
                <a:moveTo>
                  <a:pt x="12700" y="330200"/>
                </a:moveTo>
                <a:lnTo>
                  <a:pt x="0" y="330200"/>
                </a:lnTo>
                <a:lnTo>
                  <a:pt x="0" y="279400"/>
                </a:lnTo>
                <a:lnTo>
                  <a:pt x="12700" y="279400"/>
                </a:lnTo>
                <a:lnTo>
                  <a:pt x="12700" y="330200"/>
                </a:lnTo>
                <a:close/>
              </a:path>
              <a:path w="736600" h="2470150">
                <a:moveTo>
                  <a:pt x="12700" y="241300"/>
                </a:moveTo>
                <a:lnTo>
                  <a:pt x="0" y="241300"/>
                </a:lnTo>
                <a:lnTo>
                  <a:pt x="0" y="190500"/>
                </a:lnTo>
                <a:lnTo>
                  <a:pt x="12700" y="190500"/>
                </a:lnTo>
                <a:lnTo>
                  <a:pt x="12700" y="241300"/>
                </a:lnTo>
                <a:close/>
              </a:path>
              <a:path w="736600" h="2470150">
                <a:moveTo>
                  <a:pt x="12700" y="152400"/>
                </a:moveTo>
                <a:lnTo>
                  <a:pt x="0" y="152400"/>
                </a:lnTo>
                <a:lnTo>
                  <a:pt x="0" y="101600"/>
                </a:lnTo>
                <a:lnTo>
                  <a:pt x="12700" y="101600"/>
                </a:lnTo>
                <a:lnTo>
                  <a:pt x="12700" y="152400"/>
                </a:lnTo>
                <a:close/>
              </a:path>
              <a:path w="736600" h="2470150">
                <a:moveTo>
                  <a:pt x="12700" y="63500"/>
                </a:moveTo>
                <a:lnTo>
                  <a:pt x="0" y="63500"/>
                </a:lnTo>
                <a:lnTo>
                  <a:pt x="0" y="12700"/>
                </a:lnTo>
                <a:lnTo>
                  <a:pt x="12700" y="12700"/>
                </a:lnTo>
                <a:lnTo>
                  <a:pt x="12700" y="63500"/>
                </a:lnTo>
                <a:close/>
              </a:path>
              <a:path w="736600" h="2470150">
                <a:moveTo>
                  <a:pt x="88900" y="12700"/>
                </a:moveTo>
                <a:lnTo>
                  <a:pt x="38100" y="12700"/>
                </a:lnTo>
                <a:lnTo>
                  <a:pt x="38100" y="0"/>
                </a:lnTo>
                <a:lnTo>
                  <a:pt x="88900" y="0"/>
                </a:lnTo>
                <a:lnTo>
                  <a:pt x="88900" y="12700"/>
                </a:lnTo>
                <a:close/>
              </a:path>
              <a:path w="736600" h="2470150">
                <a:moveTo>
                  <a:pt x="177800" y="12700"/>
                </a:moveTo>
                <a:lnTo>
                  <a:pt x="127000" y="12700"/>
                </a:lnTo>
                <a:lnTo>
                  <a:pt x="127000" y="0"/>
                </a:lnTo>
                <a:lnTo>
                  <a:pt x="177800" y="0"/>
                </a:lnTo>
                <a:lnTo>
                  <a:pt x="177800" y="12700"/>
                </a:lnTo>
                <a:close/>
              </a:path>
              <a:path w="736600" h="2470150">
                <a:moveTo>
                  <a:pt x="266700" y="12700"/>
                </a:moveTo>
                <a:lnTo>
                  <a:pt x="215900" y="12700"/>
                </a:lnTo>
                <a:lnTo>
                  <a:pt x="215900" y="0"/>
                </a:lnTo>
                <a:lnTo>
                  <a:pt x="266700" y="0"/>
                </a:lnTo>
                <a:lnTo>
                  <a:pt x="266700" y="12700"/>
                </a:lnTo>
                <a:close/>
              </a:path>
              <a:path w="736600" h="2470150">
                <a:moveTo>
                  <a:pt x="355600" y="12700"/>
                </a:moveTo>
                <a:lnTo>
                  <a:pt x="304800" y="12700"/>
                </a:lnTo>
                <a:lnTo>
                  <a:pt x="304800" y="0"/>
                </a:lnTo>
                <a:lnTo>
                  <a:pt x="355600" y="0"/>
                </a:lnTo>
                <a:lnTo>
                  <a:pt x="355600" y="12700"/>
                </a:lnTo>
                <a:close/>
              </a:path>
              <a:path w="736600" h="2470150">
                <a:moveTo>
                  <a:pt x="444500" y="12700"/>
                </a:moveTo>
                <a:lnTo>
                  <a:pt x="393700" y="12700"/>
                </a:lnTo>
                <a:lnTo>
                  <a:pt x="393700" y="0"/>
                </a:lnTo>
                <a:lnTo>
                  <a:pt x="444500" y="0"/>
                </a:lnTo>
                <a:lnTo>
                  <a:pt x="444500" y="12700"/>
                </a:lnTo>
                <a:close/>
              </a:path>
              <a:path w="736600" h="2470150">
                <a:moveTo>
                  <a:pt x="533400" y="12700"/>
                </a:moveTo>
                <a:lnTo>
                  <a:pt x="482600" y="12700"/>
                </a:lnTo>
                <a:lnTo>
                  <a:pt x="482600" y="0"/>
                </a:lnTo>
                <a:lnTo>
                  <a:pt x="533400" y="0"/>
                </a:lnTo>
                <a:lnTo>
                  <a:pt x="533400" y="12700"/>
                </a:lnTo>
                <a:close/>
              </a:path>
              <a:path w="736600" h="2470150">
                <a:moveTo>
                  <a:pt x="622300" y="12700"/>
                </a:moveTo>
                <a:lnTo>
                  <a:pt x="571500" y="12700"/>
                </a:lnTo>
                <a:lnTo>
                  <a:pt x="571500" y="0"/>
                </a:lnTo>
                <a:lnTo>
                  <a:pt x="622300" y="0"/>
                </a:lnTo>
                <a:lnTo>
                  <a:pt x="622300" y="12700"/>
                </a:lnTo>
                <a:close/>
              </a:path>
              <a:path w="736600" h="2470150">
                <a:moveTo>
                  <a:pt x="711200" y="12700"/>
                </a:moveTo>
                <a:lnTo>
                  <a:pt x="660400" y="12700"/>
                </a:lnTo>
                <a:lnTo>
                  <a:pt x="660400" y="0"/>
                </a:lnTo>
                <a:lnTo>
                  <a:pt x="711200" y="0"/>
                </a:lnTo>
                <a:lnTo>
                  <a:pt x="711200" y="12700"/>
                </a:lnTo>
                <a:close/>
              </a:path>
              <a:path w="736600" h="2470150">
                <a:moveTo>
                  <a:pt x="736600" y="76200"/>
                </a:moveTo>
                <a:lnTo>
                  <a:pt x="723900" y="76200"/>
                </a:lnTo>
                <a:lnTo>
                  <a:pt x="723900" y="25400"/>
                </a:lnTo>
                <a:lnTo>
                  <a:pt x="736600" y="25400"/>
                </a:lnTo>
                <a:lnTo>
                  <a:pt x="736600" y="76200"/>
                </a:lnTo>
                <a:close/>
              </a:path>
              <a:path w="736600" h="2470150">
                <a:moveTo>
                  <a:pt x="736600" y="165100"/>
                </a:moveTo>
                <a:lnTo>
                  <a:pt x="723900" y="165100"/>
                </a:lnTo>
                <a:lnTo>
                  <a:pt x="723900" y="114300"/>
                </a:lnTo>
                <a:lnTo>
                  <a:pt x="736600" y="114300"/>
                </a:lnTo>
                <a:lnTo>
                  <a:pt x="736600" y="165100"/>
                </a:lnTo>
                <a:close/>
              </a:path>
              <a:path w="736600" h="2470150">
                <a:moveTo>
                  <a:pt x="736600" y="254000"/>
                </a:moveTo>
                <a:lnTo>
                  <a:pt x="723900" y="254000"/>
                </a:lnTo>
                <a:lnTo>
                  <a:pt x="723900" y="203200"/>
                </a:lnTo>
                <a:lnTo>
                  <a:pt x="736600" y="203200"/>
                </a:lnTo>
                <a:lnTo>
                  <a:pt x="736600" y="254000"/>
                </a:lnTo>
                <a:close/>
              </a:path>
              <a:path w="736600" h="2470150">
                <a:moveTo>
                  <a:pt x="736600" y="342900"/>
                </a:moveTo>
                <a:lnTo>
                  <a:pt x="723900" y="342900"/>
                </a:lnTo>
                <a:lnTo>
                  <a:pt x="723900" y="292100"/>
                </a:lnTo>
                <a:lnTo>
                  <a:pt x="736600" y="292100"/>
                </a:lnTo>
                <a:lnTo>
                  <a:pt x="736600" y="342900"/>
                </a:lnTo>
                <a:close/>
              </a:path>
              <a:path w="736600" h="2470150">
                <a:moveTo>
                  <a:pt x="736600" y="431800"/>
                </a:moveTo>
                <a:lnTo>
                  <a:pt x="723900" y="431800"/>
                </a:lnTo>
                <a:lnTo>
                  <a:pt x="723900" y="381000"/>
                </a:lnTo>
                <a:lnTo>
                  <a:pt x="736600" y="381000"/>
                </a:lnTo>
                <a:lnTo>
                  <a:pt x="736600" y="431800"/>
                </a:lnTo>
                <a:close/>
              </a:path>
              <a:path w="736600" h="2470150">
                <a:moveTo>
                  <a:pt x="736600" y="520700"/>
                </a:moveTo>
                <a:lnTo>
                  <a:pt x="723900" y="520700"/>
                </a:lnTo>
                <a:lnTo>
                  <a:pt x="723900" y="469900"/>
                </a:lnTo>
                <a:lnTo>
                  <a:pt x="736600" y="469900"/>
                </a:lnTo>
                <a:lnTo>
                  <a:pt x="736600" y="520700"/>
                </a:lnTo>
                <a:close/>
              </a:path>
              <a:path w="736600" h="2470150">
                <a:moveTo>
                  <a:pt x="736600" y="609600"/>
                </a:moveTo>
                <a:lnTo>
                  <a:pt x="723900" y="609600"/>
                </a:lnTo>
                <a:lnTo>
                  <a:pt x="723900" y="558800"/>
                </a:lnTo>
                <a:lnTo>
                  <a:pt x="736600" y="558800"/>
                </a:lnTo>
                <a:lnTo>
                  <a:pt x="736600" y="609600"/>
                </a:lnTo>
                <a:close/>
              </a:path>
              <a:path w="736600" h="2470150">
                <a:moveTo>
                  <a:pt x="736600" y="698500"/>
                </a:moveTo>
                <a:lnTo>
                  <a:pt x="723900" y="698500"/>
                </a:lnTo>
                <a:lnTo>
                  <a:pt x="723900" y="647700"/>
                </a:lnTo>
                <a:lnTo>
                  <a:pt x="736600" y="647700"/>
                </a:lnTo>
                <a:lnTo>
                  <a:pt x="736600" y="698500"/>
                </a:lnTo>
                <a:close/>
              </a:path>
              <a:path w="736600" h="2470150">
                <a:moveTo>
                  <a:pt x="736600" y="787400"/>
                </a:moveTo>
                <a:lnTo>
                  <a:pt x="723900" y="787400"/>
                </a:lnTo>
                <a:lnTo>
                  <a:pt x="723900" y="736600"/>
                </a:lnTo>
                <a:lnTo>
                  <a:pt x="736600" y="736600"/>
                </a:lnTo>
                <a:lnTo>
                  <a:pt x="736600" y="787400"/>
                </a:lnTo>
                <a:close/>
              </a:path>
              <a:path w="736600" h="2470150">
                <a:moveTo>
                  <a:pt x="736600" y="876300"/>
                </a:moveTo>
                <a:lnTo>
                  <a:pt x="723900" y="876300"/>
                </a:lnTo>
                <a:lnTo>
                  <a:pt x="723900" y="825500"/>
                </a:lnTo>
                <a:lnTo>
                  <a:pt x="736600" y="825500"/>
                </a:lnTo>
                <a:lnTo>
                  <a:pt x="736600" y="876300"/>
                </a:lnTo>
                <a:close/>
              </a:path>
              <a:path w="736600" h="2470150">
                <a:moveTo>
                  <a:pt x="736600" y="965200"/>
                </a:moveTo>
                <a:lnTo>
                  <a:pt x="723900" y="965200"/>
                </a:lnTo>
                <a:lnTo>
                  <a:pt x="723900" y="914400"/>
                </a:lnTo>
                <a:lnTo>
                  <a:pt x="736600" y="914400"/>
                </a:lnTo>
                <a:lnTo>
                  <a:pt x="736600" y="965200"/>
                </a:lnTo>
                <a:close/>
              </a:path>
              <a:path w="736600" h="2470150">
                <a:moveTo>
                  <a:pt x="736600" y="1054100"/>
                </a:moveTo>
                <a:lnTo>
                  <a:pt x="723900" y="1054100"/>
                </a:lnTo>
                <a:lnTo>
                  <a:pt x="723900" y="1003300"/>
                </a:lnTo>
                <a:lnTo>
                  <a:pt x="736600" y="1003300"/>
                </a:lnTo>
                <a:lnTo>
                  <a:pt x="736600" y="1054100"/>
                </a:lnTo>
                <a:close/>
              </a:path>
              <a:path w="736600" h="2470150">
                <a:moveTo>
                  <a:pt x="736600" y="1143000"/>
                </a:moveTo>
                <a:lnTo>
                  <a:pt x="723900" y="1143000"/>
                </a:lnTo>
                <a:lnTo>
                  <a:pt x="723900" y="1092200"/>
                </a:lnTo>
                <a:lnTo>
                  <a:pt x="736600" y="1092200"/>
                </a:lnTo>
                <a:lnTo>
                  <a:pt x="736600" y="1143000"/>
                </a:lnTo>
                <a:close/>
              </a:path>
              <a:path w="736600" h="2470150">
                <a:moveTo>
                  <a:pt x="736600" y="1231900"/>
                </a:moveTo>
                <a:lnTo>
                  <a:pt x="723900" y="1231900"/>
                </a:lnTo>
                <a:lnTo>
                  <a:pt x="723900" y="1181100"/>
                </a:lnTo>
                <a:lnTo>
                  <a:pt x="736600" y="1181100"/>
                </a:lnTo>
                <a:lnTo>
                  <a:pt x="736600" y="1231900"/>
                </a:lnTo>
                <a:close/>
              </a:path>
              <a:path w="736600" h="2470150">
                <a:moveTo>
                  <a:pt x="736600" y="1320800"/>
                </a:moveTo>
                <a:lnTo>
                  <a:pt x="723900" y="1320800"/>
                </a:lnTo>
                <a:lnTo>
                  <a:pt x="723900" y="1270000"/>
                </a:lnTo>
                <a:lnTo>
                  <a:pt x="736600" y="1270000"/>
                </a:lnTo>
                <a:lnTo>
                  <a:pt x="736600" y="1320800"/>
                </a:lnTo>
                <a:close/>
              </a:path>
              <a:path w="736600" h="2470150">
                <a:moveTo>
                  <a:pt x="736600" y="1409700"/>
                </a:moveTo>
                <a:lnTo>
                  <a:pt x="723900" y="1409700"/>
                </a:lnTo>
                <a:lnTo>
                  <a:pt x="723900" y="1358900"/>
                </a:lnTo>
                <a:lnTo>
                  <a:pt x="736600" y="1358900"/>
                </a:lnTo>
                <a:lnTo>
                  <a:pt x="736600" y="1409700"/>
                </a:lnTo>
                <a:close/>
              </a:path>
              <a:path w="736600" h="2470150">
                <a:moveTo>
                  <a:pt x="736600" y="1498600"/>
                </a:moveTo>
                <a:lnTo>
                  <a:pt x="723900" y="1498600"/>
                </a:lnTo>
                <a:lnTo>
                  <a:pt x="723900" y="1447800"/>
                </a:lnTo>
                <a:lnTo>
                  <a:pt x="736600" y="1447800"/>
                </a:lnTo>
                <a:lnTo>
                  <a:pt x="736600" y="1498600"/>
                </a:lnTo>
                <a:close/>
              </a:path>
              <a:path w="736600" h="2470150">
                <a:moveTo>
                  <a:pt x="736600" y="1587500"/>
                </a:moveTo>
                <a:lnTo>
                  <a:pt x="723900" y="1587500"/>
                </a:lnTo>
                <a:lnTo>
                  <a:pt x="723900" y="1536700"/>
                </a:lnTo>
                <a:lnTo>
                  <a:pt x="736600" y="1536700"/>
                </a:lnTo>
                <a:lnTo>
                  <a:pt x="736600" y="1587500"/>
                </a:lnTo>
                <a:close/>
              </a:path>
              <a:path w="736600" h="2470150">
                <a:moveTo>
                  <a:pt x="736600" y="1676400"/>
                </a:moveTo>
                <a:lnTo>
                  <a:pt x="723900" y="1676400"/>
                </a:lnTo>
                <a:lnTo>
                  <a:pt x="723900" y="1625600"/>
                </a:lnTo>
                <a:lnTo>
                  <a:pt x="736600" y="1625600"/>
                </a:lnTo>
                <a:lnTo>
                  <a:pt x="736600" y="1676400"/>
                </a:lnTo>
                <a:close/>
              </a:path>
              <a:path w="736600" h="2470150">
                <a:moveTo>
                  <a:pt x="736600" y="1765300"/>
                </a:moveTo>
                <a:lnTo>
                  <a:pt x="723900" y="1765300"/>
                </a:lnTo>
                <a:lnTo>
                  <a:pt x="723900" y="1714500"/>
                </a:lnTo>
                <a:lnTo>
                  <a:pt x="736600" y="1714500"/>
                </a:lnTo>
                <a:lnTo>
                  <a:pt x="736600" y="1765300"/>
                </a:lnTo>
                <a:close/>
              </a:path>
              <a:path w="736600" h="2470150">
                <a:moveTo>
                  <a:pt x="736600" y="1854200"/>
                </a:moveTo>
                <a:lnTo>
                  <a:pt x="723900" y="1854200"/>
                </a:lnTo>
                <a:lnTo>
                  <a:pt x="723900" y="1803400"/>
                </a:lnTo>
                <a:lnTo>
                  <a:pt x="736600" y="1803400"/>
                </a:lnTo>
                <a:lnTo>
                  <a:pt x="736600" y="1854200"/>
                </a:lnTo>
                <a:close/>
              </a:path>
              <a:path w="736600" h="2470150">
                <a:moveTo>
                  <a:pt x="736600" y="1943100"/>
                </a:moveTo>
                <a:lnTo>
                  <a:pt x="723900" y="1943100"/>
                </a:lnTo>
                <a:lnTo>
                  <a:pt x="723900" y="1892300"/>
                </a:lnTo>
                <a:lnTo>
                  <a:pt x="736600" y="1892300"/>
                </a:lnTo>
                <a:lnTo>
                  <a:pt x="736600" y="1943100"/>
                </a:lnTo>
                <a:close/>
              </a:path>
              <a:path w="736600" h="2470150">
                <a:moveTo>
                  <a:pt x="736600" y="2032000"/>
                </a:moveTo>
                <a:lnTo>
                  <a:pt x="723900" y="2032000"/>
                </a:lnTo>
                <a:lnTo>
                  <a:pt x="723900" y="1981200"/>
                </a:lnTo>
                <a:lnTo>
                  <a:pt x="736600" y="1981200"/>
                </a:lnTo>
                <a:lnTo>
                  <a:pt x="736600" y="2032000"/>
                </a:lnTo>
                <a:close/>
              </a:path>
              <a:path w="736600" h="2470150">
                <a:moveTo>
                  <a:pt x="736600" y="2120900"/>
                </a:moveTo>
                <a:lnTo>
                  <a:pt x="723900" y="2120900"/>
                </a:lnTo>
                <a:lnTo>
                  <a:pt x="723900" y="2070100"/>
                </a:lnTo>
                <a:lnTo>
                  <a:pt x="736600" y="2070100"/>
                </a:lnTo>
                <a:lnTo>
                  <a:pt x="736600" y="2120900"/>
                </a:lnTo>
                <a:close/>
              </a:path>
              <a:path w="736600" h="2470150">
                <a:moveTo>
                  <a:pt x="736600" y="2209800"/>
                </a:moveTo>
                <a:lnTo>
                  <a:pt x="723900" y="2209800"/>
                </a:lnTo>
                <a:lnTo>
                  <a:pt x="723900" y="2159000"/>
                </a:lnTo>
                <a:lnTo>
                  <a:pt x="736600" y="2159000"/>
                </a:lnTo>
                <a:lnTo>
                  <a:pt x="736600" y="2209800"/>
                </a:lnTo>
                <a:close/>
              </a:path>
              <a:path w="736600" h="2470150">
                <a:moveTo>
                  <a:pt x="736600" y="2298700"/>
                </a:moveTo>
                <a:lnTo>
                  <a:pt x="723900" y="2298700"/>
                </a:lnTo>
                <a:lnTo>
                  <a:pt x="723900" y="2247900"/>
                </a:lnTo>
                <a:lnTo>
                  <a:pt x="736600" y="2247900"/>
                </a:lnTo>
                <a:lnTo>
                  <a:pt x="736600" y="2298700"/>
                </a:lnTo>
                <a:close/>
              </a:path>
              <a:path w="736600" h="2470150">
                <a:moveTo>
                  <a:pt x="736600" y="2387600"/>
                </a:moveTo>
                <a:lnTo>
                  <a:pt x="723900" y="2387600"/>
                </a:lnTo>
                <a:lnTo>
                  <a:pt x="723900" y="2336800"/>
                </a:lnTo>
                <a:lnTo>
                  <a:pt x="736600" y="2336800"/>
                </a:lnTo>
                <a:lnTo>
                  <a:pt x="736600" y="2387600"/>
                </a:lnTo>
                <a:close/>
              </a:path>
              <a:path w="736600" h="2470150">
                <a:moveTo>
                  <a:pt x="723900" y="2463800"/>
                </a:moveTo>
                <a:lnTo>
                  <a:pt x="723900" y="2425700"/>
                </a:lnTo>
                <a:lnTo>
                  <a:pt x="736600" y="2425700"/>
                </a:lnTo>
                <a:lnTo>
                  <a:pt x="736600" y="2457450"/>
                </a:lnTo>
                <a:lnTo>
                  <a:pt x="730250" y="2457450"/>
                </a:lnTo>
                <a:lnTo>
                  <a:pt x="723900" y="2463800"/>
                </a:lnTo>
                <a:close/>
              </a:path>
              <a:path w="736600" h="2470150">
                <a:moveTo>
                  <a:pt x="736600" y="2470150"/>
                </a:moveTo>
                <a:lnTo>
                  <a:pt x="717550" y="2470150"/>
                </a:lnTo>
                <a:lnTo>
                  <a:pt x="717550" y="2457450"/>
                </a:lnTo>
                <a:lnTo>
                  <a:pt x="723900" y="2457450"/>
                </a:lnTo>
                <a:lnTo>
                  <a:pt x="723900" y="2463800"/>
                </a:lnTo>
                <a:lnTo>
                  <a:pt x="736600" y="2463800"/>
                </a:lnTo>
                <a:lnTo>
                  <a:pt x="736600" y="2470150"/>
                </a:lnTo>
                <a:close/>
              </a:path>
              <a:path w="736600" h="2470150">
                <a:moveTo>
                  <a:pt x="736600" y="2463800"/>
                </a:moveTo>
                <a:lnTo>
                  <a:pt x="723900" y="2463800"/>
                </a:lnTo>
                <a:lnTo>
                  <a:pt x="730250" y="2457450"/>
                </a:lnTo>
                <a:lnTo>
                  <a:pt x="736600" y="2457450"/>
                </a:lnTo>
                <a:lnTo>
                  <a:pt x="736600" y="2463800"/>
                </a:lnTo>
                <a:close/>
              </a:path>
              <a:path w="736600" h="2470150">
                <a:moveTo>
                  <a:pt x="679450" y="2470150"/>
                </a:moveTo>
                <a:lnTo>
                  <a:pt x="628650" y="2470150"/>
                </a:lnTo>
                <a:lnTo>
                  <a:pt x="628650" y="2457450"/>
                </a:lnTo>
                <a:lnTo>
                  <a:pt x="679450" y="2457450"/>
                </a:lnTo>
                <a:lnTo>
                  <a:pt x="679450" y="2470150"/>
                </a:lnTo>
                <a:close/>
              </a:path>
              <a:path w="736600" h="2470150">
                <a:moveTo>
                  <a:pt x="590550" y="2470150"/>
                </a:moveTo>
                <a:lnTo>
                  <a:pt x="539750" y="2470150"/>
                </a:lnTo>
                <a:lnTo>
                  <a:pt x="539750" y="2457450"/>
                </a:lnTo>
                <a:lnTo>
                  <a:pt x="590550" y="2457450"/>
                </a:lnTo>
                <a:lnTo>
                  <a:pt x="590550" y="2470150"/>
                </a:lnTo>
                <a:close/>
              </a:path>
              <a:path w="736600" h="2470150">
                <a:moveTo>
                  <a:pt x="501650" y="2470150"/>
                </a:moveTo>
                <a:lnTo>
                  <a:pt x="450850" y="2470150"/>
                </a:lnTo>
                <a:lnTo>
                  <a:pt x="450850" y="2457450"/>
                </a:lnTo>
                <a:lnTo>
                  <a:pt x="501650" y="2457450"/>
                </a:lnTo>
                <a:lnTo>
                  <a:pt x="501650" y="2470150"/>
                </a:lnTo>
                <a:close/>
              </a:path>
              <a:path w="736600" h="2470150">
                <a:moveTo>
                  <a:pt x="412750" y="2470150"/>
                </a:moveTo>
                <a:lnTo>
                  <a:pt x="361950" y="2470150"/>
                </a:lnTo>
                <a:lnTo>
                  <a:pt x="361950" y="2457450"/>
                </a:lnTo>
                <a:lnTo>
                  <a:pt x="412750" y="2457450"/>
                </a:lnTo>
                <a:lnTo>
                  <a:pt x="412750" y="2470150"/>
                </a:lnTo>
                <a:close/>
              </a:path>
              <a:path w="736600" h="2470150">
                <a:moveTo>
                  <a:pt x="323850" y="2470150"/>
                </a:moveTo>
                <a:lnTo>
                  <a:pt x="273050" y="2470150"/>
                </a:lnTo>
                <a:lnTo>
                  <a:pt x="273050" y="2457450"/>
                </a:lnTo>
                <a:lnTo>
                  <a:pt x="323850" y="2457450"/>
                </a:lnTo>
                <a:lnTo>
                  <a:pt x="323850" y="2470150"/>
                </a:lnTo>
                <a:close/>
              </a:path>
              <a:path w="736600" h="2470150">
                <a:moveTo>
                  <a:pt x="234950" y="2470150"/>
                </a:moveTo>
                <a:lnTo>
                  <a:pt x="184150" y="2470150"/>
                </a:lnTo>
                <a:lnTo>
                  <a:pt x="184150" y="2457450"/>
                </a:lnTo>
                <a:lnTo>
                  <a:pt x="234950" y="2457450"/>
                </a:lnTo>
                <a:lnTo>
                  <a:pt x="234950" y="2470150"/>
                </a:lnTo>
                <a:close/>
              </a:path>
              <a:path w="736600" h="2470150">
                <a:moveTo>
                  <a:pt x="146050" y="2470150"/>
                </a:moveTo>
                <a:lnTo>
                  <a:pt x="95250" y="2470150"/>
                </a:lnTo>
                <a:lnTo>
                  <a:pt x="95250" y="2457450"/>
                </a:lnTo>
                <a:lnTo>
                  <a:pt x="146050" y="2457450"/>
                </a:lnTo>
                <a:lnTo>
                  <a:pt x="146050" y="24701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8359775" y="2751137"/>
            <a:ext cx="736600" cy="2468880"/>
          </a:xfrm>
          <a:custGeom>
            <a:avLst/>
            <a:gdLst/>
            <a:ahLst/>
            <a:cxnLst/>
            <a:rect l="l" t="t" r="r" b="b"/>
            <a:pathLst>
              <a:path w="736600" h="2468879">
                <a:moveTo>
                  <a:pt x="6350" y="2462212"/>
                </a:moveTo>
                <a:lnTo>
                  <a:pt x="0" y="2462212"/>
                </a:lnTo>
                <a:lnTo>
                  <a:pt x="0" y="2411412"/>
                </a:lnTo>
                <a:lnTo>
                  <a:pt x="12700" y="2411412"/>
                </a:lnTo>
                <a:lnTo>
                  <a:pt x="12700" y="2455862"/>
                </a:lnTo>
                <a:lnTo>
                  <a:pt x="6350" y="2455862"/>
                </a:lnTo>
                <a:lnTo>
                  <a:pt x="6350" y="2462212"/>
                </a:lnTo>
                <a:close/>
              </a:path>
              <a:path w="736600" h="2468879">
                <a:moveTo>
                  <a:pt x="53975" y="2468562"/>
                </a:moveTo>
                <a:lnTo>
                  <a:pt x="6350" y="2468562"/>
                </a:lnTo>
                <a:lnTo>
                  <a:pt x="6350" y="2455862"/>
                </a:lnTo>
                <a:lnTo>
                  <a:pt x="12700" y="2455862"/>
                </a:lnTo>
                <a:lnTo>
                  <a:pt x="12700" y="2462212"/>
                </a:lnTo>
                <a:lnTo>
                  <a:pt x="53975" y="2462212"/>
                </a:lnTo>
                <a:lnTo>
                  <a:pt x="53975" y="2468562"/>
                </a:lnTo>
                <a:close/>
              </a:path>
              <a:path w="736600" h="2468879">
                <a:moveTo>
                  <a:pt x="53975" y="2462212"/>
                </a:moveTo>
                <a:lnTo>
                  <a:pt x="12700" y="2462212"/>
                </a:lnTo>
                <a:lnTo>
                  <a:pt x="12700" y="2455862"/>
                </a:lnTo>
                <a:lnTo>
                  <a:pt x="53975" y="2455862"/>
                </a:lnTo>
                <a:lnTo>
                  <a:pt x="53975" y="2462212"/>
                </a:lnTo>
                <a:close/>
              </a:path>
              <a:path w="736600" h="2468879">
                <a:moveTo>
                  <a:pt x="12700" y="2373312"/>
                </a:moveTo>
                <a:lnTo>
                  <a:pt x="0" y="2373312"/>
                </a:lnTo>
                <a:lnTo>
                  <a:pt x="0" y="2322512"/>
                </a:lnTo>
                <a:lnTo>
                  <a:pt x="12700" y="2322512"/>
                </a:lnTo>
                <a:lnTo>
                  <a:pt x="12700" y="2373312"/>
                </a:lnTo>
                <a:close/>
              </a:path>
              <a:path w="736600" h="2468879">
                <a:moveTo>
                  <a:pt x="12700" y="2284412"/>
                </a:moveTo>
                <a:lnTo>
                  <a:pt x="0" y="2284412"/>
                </a:lnTo>
                <a:lnTo>
                  <a:pt x="0" y="2233612"/>
                </a:lnTo>
                <a:lnTo>
                  <a:pt x="12700" y="2233612"/>
                </a:lnTo>
                <a:lnTo>
                  <a:pt x="12700" y="2284412"/>
                </a:lnTo>
                <a:close/>
              </a:path>
              <a:path w="736600" h="2468879">
                <a:moveTo>
                  <a:pt x="12700" y="2195512"/>
                </a:moveTo>
                <a:lnTo>
                  <a:pt x="0" y="2195512"/>
                </a:lnTo>
                <a:lnTo>
                  <a:pt x="0" y="2144712"/>
                </a:lnTo>
                <a:lnTo>
                  <a:pt x="12700" y="2144712"/>
                </a:lnTo>
                <a:lnTo>
                  <a:pt x="12700" y="2195512"/>
                </a:lnTo>
                <a:close/>
              </a:path>
              <a:path w="736600" h="2468879">
                <a:moveTo>
                  <a:pt x="12700" y="2106612"/>
                </a:moveTo>
                <a:lnTo>
                  <a:pt x="0" y="2106612"/>
                </a:lnTo>
                <a:lnTo>
                  <a:pt x="0" y="2055812"/>
                </a:lnTo>
                <a:lnTo>
                  <a:pt x="12700" y="2055812"/>
                </a:lnTo>
                <a:lnTo>
                  <a:pt x="12700" y="2106612"/>
                </a:lnTo>
                <a:close/>
              </a:path>
              <a:path w="736600" h="2468879">
                <a:moveTo>
                  <a:pt x="12700" y="2017712"/>
                </a:moveTo>
                <a:lnTo>
                  <a:pt x="0" y="2017712"/>
                </a:lnTo>
                <a:lnTo>
                  <a:pt x="0" y="1966912"/>
                </a:lnTo>
                <a:lnTo>
                  <a:pt x="12700" y="1966912"/>
                </a:lnTo>
                <a:lnTo>
                  <a:pt x="12700" y="2017712"/>
                </a:lnTo>
                <a:close/>
              </a:path>
              <a:path w="736600" h="2468879">
                <a:moveTo>
                  <a:pt x="12700" y="1928812"/>
                </a:moveTo>
                <a:lnTo>
                  <a:pt x="0" y="1928812"/>
                </a:lnTo>
                <a:lnTo>
                  <a:pt x="0" y="1878012"/>
                </a:lnTo>
                <a:lnTo>
                  <a:pt x="12700" y="1878012"/>
                </a:lnTo>
                <a:lnTo>
                  <a:pt x="12700" y="1928812"/>
                </a:lnTo>
                <a:close/>
              </a:path>
              <a:path w="736600" h="2468879">
                <a:moveTo>
                  <a:pt x="12700" y="1839912"/>
                </a:moveTo>
                <a:lnTo>
                  <a:pt x="0" y="1839912"/>
                </a:lnTo>
                <a:lnTo>
                  <a:pt x="0" y="1789112"/>
                </a:lnTo>
                <a:lnTo>
                  <a:pt x="12700" y="1789112"/>
                </a:lnTo>
                <a:lnTo>
                  <a:pt x="12700" y="1839912"/>
                </a:lnTo>
                <a:close/>
              </a:path>
              <a:path w="736600" h="2468879">
                <a:moveTo>
                  <a:pt x="12700" y="1751012"/>
                </a:moveTo>
                <a:lnTo>
                  <a:pt x="0" y="1751012"/>
                </a:lnTo>
                <a:lnTo>
                  <a:pt x="0" y="1700212"/>
                </a:lnTo>
                <a:lnTo>
                  <a:pt x="12700" y="1700212"/>
                </a:lnTo>
                <a:lnTo>
                  <a:pt x="12700" y="1751012"/>
                </a:lnTo>
                <a:close/>
              </a:path>
              <a:path w="736600" h="2468879">
                <a:moveTo>
                  <a:pt x="12700" y="1662112"/>
                </a:moveTo>
                <a:lnTo>
                  <a:pt x="0" y="1662112"/>
                </a:lnTo>
                <a:lnTo>
                  <a:pt x="0" y="1611312"/>
                </a:lnTo>
                <a:lnTo>
                  <a:pt x="12700" y="1611312"/>
                </a:lnTo>
                <a:lnTo>
                  <a:pt x="12700" y="1662112"/>
                </a:lnTo>
                <a:close/>
              </a:path>
              <a:path w="736600" h="2468879">
                <a:moveTo>
                  <a:pt x="12700" y="1573212"/>
                </a:moveTo>
                <a:lnTo>
                  <a:pt x="0" y="1573212"/>
                </a:lnTo>
                <a:lnTo>
                  <a:pt x="0" y="1522412"/>
                </a:lnTo>
                <a:lnTo>
                  <a:pt x="12700" y="1522412"/>
                </a:lnTo>
                <a:lnTo>
                  <a:pt x="12700" y="1573212"/>
                </a:lnTo>
                <a:close/>
              </a:path>
              <a:path w="736600" h="2468879">
                <a:moveTo>
                  <a:pt x="12700" y="1484312"/>
                </a:moveTo>
                <a:lnTo>
                  <a:pt x="0" y="1484312"/>
                </a:lnTo>
                <a:lnTo>
                  <a:pt x="0" y="1433512"/>
                </a:lnTo>
                <a:lnTo>
                  <a:pt x="12700" y="1433512"/>
                </a:lnTo>
                <a:lnTo>
                  <a:pt x="12700" y="1484312"/>
                </a:lnTo>
                <a:close/>
              </a:path>
              <a:path w="736600" h="2468879">
                <a:moveTo>
                  <a:pt x="12700" y="1395412"/>
                </a:moveTo>
                <a:lnTo>
                  <a:pt x="0" y="1395412"/>
                </a:lnTo>
                <a:lnTo>
                  <a:pt x="0" y="1344612"/>
                </a:lnTo>
                <a:lnTo>
                  <a:pt x="12700" y="1344612"/>
                </a:lnTo>
                <a:lnTo>
                  <a:pt x="12700" y="1395412"/>
                </a:lnTo>
                <a:close/>
              </a:path>
              <a:path w="736600" h="2468879">
                <a:moveTo>
                  <a:pt x="12700" y="1306512"/>
                </a:moveTo>
                <a:lnTo>
                  <a:pt x="0" y="1306512"/>
                </a:lnTo>
                <a:lnTo>
                  <a:pt x="0" y="1255712"/>
                </a:lnTo>
                <a:lnTo>
                  <a:pt x="12700" y="1255712"/>
                </a:lnTo>
                <a:lnTo>
                  <a:pt x="12700" y="1306512"/>
                </a:lnTo>
                <a:close/>
              </a:path>
              <a:path w="736600" h="2468879">
                <a:moveTo>
                  <a:pt x="12700" y="1217612"/>
                </a:moveTo>
                <a:lnTo>
                  <a:pt x="0" y="1217612"/>
                </a:lnTo>
                <a:lnTo>
                  <a:pt x="0" y="1166812"/>
                </a:lnTo>
                <a:lnTo>
                  <a:pt x="12700" y="1166812"/>
                </a:lnTo>
                <a:lnTo>
                  <a:pt x="12700" y="1217612"/>
                </a:lnTo>
                <a:close/>
              </a:path>
              <a:path w="736600" h="2468879">
                <a:moveTo>
                  <a:pt x="12700" y="1128712"/>
                </a:moveTo>
                <a:lnTo>
                  <a:pt x="0" y="1128712"/>
                </a:lnTo>
                <a:lnTo>
                  <a:pt x="0" y="1077912"/>
                </a:lnTo>
                <a:lnTo>
                  <a:pt x="12700" y="1077912"/>
                </a:lnTo>
                <a:lnTo>
                  <a:pt x="12700" y="1128712"/>
                </a:lnTo>
                <a:close/>
              </a:path>
              <a:path w="736600" h="2468879">
                <a:moveTo>
                  <a:pt x="12700" y="1039812"/>
                </a:moveTo>
                <a:lnTo>
                  <a:pt x="0" y="1039812"/>
                </a:lnTo>
                <a:lnTo>
                  <a:pt x="0" y="989012"/>
                </a:lnTo>
                <a:lnTo>
                  <a:pt x="12700" y="989012"/>
                </a:lnTo>
                <a:lnTo>
                  <a:pt x="12700" y="1039812"/>
                </a:lnTo>
                <a:close/>
              </a:path>
              <a:path w="736600" h="2468879">
                <a:moveTo>
                  <a:pt x="12700" y="950912"/>
                </a:moveTo>
                <a:lnTo>
                  <a:pt x="0" y="950912"/>
                </a:lnTo>
                <a:lnTo>
                  <a:pt x="0" y="900112"/>
                </a:lnTo>
                <a:lnTo>
                  <a:pt x="12700" y="900112"/>
                </a:lnTo>
                <a:lnTo>
                  <a:pt x="12700" y="950912"/>
                </a:lnTo>
                <a:close/>
              </a:path>
              <a:path w="736600" h="2468879">
                <a:moveTo>
                  <a:pt x="12700" y="862012"/>
                </a:moveTo>
                <a:lnTo>
                  <a:pt x="0" y="862012"/>
                </a:lnTo>
                <a:lnTo>
                  <a:pt x="0" y="811212"/>
                </a:lnTo>
                <a:lnTo>
                  <a:pt x="12700" y="811212"/>
                </a:lnTo>
                <a:lnTo>
                  <a:pt x="12700" y="862012"/>
                </a:lnTo>
                <a:close/>
              </a:path>
              <a:path w="736600" h="2468879">
                <a:moveTo>
                  <a:pt x="12700" y="773112"/>
                </a:moveTo>
                <a:lnTo>
                  <a:pt x="0" y="773112"/>
                </a:lnTo>
                <a:lnTo>
                  <a:pt x="0" y="722312"/>
                </a:lnTo>
                <a:lnTo>
                  <a:pt x="12700" y="722312"/>
                </a:lnTo>
                <a:lnTo>
                  <a:pt x="12700" y="773112"/>
                </a:lnTo>
                <a:close/>
              </a:path>
              <a:path w="736600" h="2468879">
                <a:moveTo>
                  <a:pt x="12700" y="684212"/>
                </a:moveTo>
                <a:lnTo>
                  <a:pt x="0" y="684212"/>
                </a:lnTo>
                <a:lnTo>
                  <a:pt x="0" y="633412"/>
                </a:lnTo>
                <a:lnTo>
                  <a:pt x="12700" y="633412"/>
                </a:lnTo>
                <a:lnTo>
                  <a:pt x="12700" y="684212"/>
                </a:lnTo>
                <a:close/>
              </a:path>
              <a:path w="736600" h="2468879">
                <a:moveTo>
                  <a:pt x="12700" y="595312"/>
                </a:moveTo>
                <a:lnTo>
                  <a:pt x="0" y="595312"/>
                </a:lnTo>
                <a:lnTo>
                  <a:pt x="0" y="544512"/>
                </a:lnTo>
                <a:lnTo>
                  <a:pt x="12700" y="544512"/>
                </a:lnTo>
                <a:lnTo>
                  <a:pt x="12700" y="595312"/>
                </a:lnTo>
                <a:close/>
              </a:path>
              <a:path w="736600" h="2468879">
                <a:moveTo>
                  <a:pt x="12700" y="506412"/>
                </a:moveTo>
                <a:lnTo>
                  <a:pt x="0" y="506412"/>
                </a:lnTo>
                <a:lnTo>
                  <a:pt x="0" y="455612"/>
                </a:lnTo>
                <a:lnTo>
                  <a:pt x="12700" y="455612"/>
                </a:lnTo>
                <a:lnTo>
                  <a:pt x="12700" y="506412"/>
                </a:lnTo>
                <a:close/>
              </a:path>
              <a:path w="736600" h="2468879">
                <a:moveTo>
                  <a:pt x="12700" y="417512"/>
                </a:moveTo>
                <a:lnTo>
                  <a:pt x="0" y="417512"/>
                </a:lnTo>
                <a:lnTo>
                  <a:pt x="0" y="366712"/>
                </a:lnTo>
                <a:lnTo>
                  <a:pt x="12700" y="366712"/>
                </a:lnTo>
                <a:lnTo>
                  <a:pt x="12700" y="417512"/>
                </a:lnTo>
                <a:close/>
              </a:path>
              <a:path w="736600" h="2468879">
                <a:moveTo>
                  <a:pt x="12700" y="328612"/>
                </a:moveTo>
                <a:lnTo>
                  <a:pt x="0" y="328612"/>
                </a:lnTo>
                <a:lnTo>
                  <a:pt x="0" y="277812"/>
                </a:lnTo>
                <a:lnTo>
                  <a:pt x="12700" y="277812"/>
                </a:lnTo>
                <a:lnTo>
                  <a:pt x="12700" y="328612"/>
                </a:lnTo>
                <a:close/>
              </a:path>
              <a:path w="736600" h="2468879">
                <a:moveTo>
                  <a:pt x="12700" y="239712"/>
                </a:moveTo>
                <a:lnTo>
                  <a:pt x="0" y="239712"/>
                </a:lnTo>
                <a:lnTo>
                  <a:pt x="0" y="188912"/>
                </a:lnTo>
                <a:lnTo>
                  <a:pt x="12700" y="188912"/>
                </a:lnTo>
                <a:lnTo>
                  <a:pt x="12700" y="239712"/>
                </a:lnTo>
                <a:close/>
              </a:path>
              <a:path w="736600" h="2468879">
                <a:moveTo>
                  <a:pt x="12700" y="150812"/>
                </a:moveTo>
                <a:lnTo>
                  <a:pt x="0" y="150812"/>
                </a:lnTo>
                <a:lnTo>
                  <a:pt x="0" y="100012"/>
                </a:lnTo>
                <a:lnTo>
                  <a:pt x="12700" y="100012"/>
                </a:lnTo>
                <a:lnTo>
                  <a:pt x="12700" y="150812"/>
                </a:lnTo>
                <a:close/>
              </a:path>
              <a:path w="736600" h="2468879">
                <a:moveTo>
                  <a:pt x="12700" y="61912"/>
                </a:moveTo>
                <a:lnTo>
                  <a:pt x="0" y="61912"/>
                </a:lnTo>
                <a:lnTo>
                  <a:pt x="0" y="11112"/>
                </a:lnTo>
                <a:lnTo>
                  <a:pt x="12700" y="11112"/>
                </a:lnTo>
                <a:lnTo>
                  <a:pt x="12700" y="61912"/>
                </a:lnTo>
                <a:close/>
              </a:path>
              <a:path w="736600" h="2468879">
                <a:moveTo>
                  <a:pt x="90487" y="12700"/>
                </a:moveTo>
                <a:lnTo>
                  <a:pt x="39687" y="12700"/>
                </a:lnTo>
                <a:lnTo>
                  <a:pt x="39687" y="0"/>
                </a:lnTo>
                <a:lnTo>
                  <a:pt x="90487" y="0"/>
                </a:lnTo>
                <a:lnTo>
                  <a:pt x="90487" y="12700"/>
                </a:lnTo>
                <a:close/>
              </a:path>
              <a:path w="736600" h="2468879">
                <a:moveTo>
                  <a:pt x="179387" y="12700"/>
                </a:moveTo>
                <a:lnTo>
                  <a:pt x="128587" y="12700"/>
                </a:lnTo>
                <a:lnTo>
                  <a:pt x="128587" y="0"/>
                </a:lnTo>
                <a:lnTo>
                  <a:pt x="179387" y="0"/>
                </a:lnTo>
                <a:lnTo>
                  <a:pt x="179387" y="12700"/>
                </a:lnTo>
                <a:close/>
              </a:path>
              <a:path w="736600" h="2468879">
                <a:moveTo>
                  <a:pt x="268287" y="12700"/>
                </a:moveTo>
                <a:lnTo>
                  <a:pt x="217487" y="12700"/>
                </a:lnTo>
                <a:lnTo>
                  <a:pt x="217487" y="0"/>
                </a:lnTo>
                <a:lnTo>
                  <a:pt x="268287" y="0"/>
                </a:lnTo>
                <a:lnTo>
                  <a:pt x="268287" y="12700"/>
                </a:lnTo>
                <a:close/>
              </a:path>
              <a:path w="736600" h="2468879">
                <a:moveTo>
                  <a:pt x="357187" y="12700"/>
                </a:moveTo>
                <a:lnTo>
                  <a:pt x="306387" y="12700"/>
                </a:lnTo>
                <a:lnTo>
                  <a:pt x="306387" y="0"/>
                </a:lnTo>
                <a:lnTo>
                  <a:pt x="357187" y="0"/>
                </a:lnTo>
                <a:lnTo>
                  <a:pt x="357187" y="12700"/>
                </a:lnTo>
                <a:close/>
              </a:path>
              <a:path w="736600" h="2468879">
                <a:moveTo>
                  <a:pt x="446087" y="12700"/>
                </a:moveTo>
                <a:lnTo>
                  <a:pt x="395287" y="12700"/>
                </a:lnTo>
                <a:lnTo>
                  <a:pt x="395287" y="0"/>
                </a:lnTo>
                <a:lnTo>
                  <a:pt x="446087" y="0"/>
                </a:lnTo>
                <a:lnTo>
                  <a:pt x="446087" y="12700"/>
                </a:lnTo>
                <a:close/>
              </a:path>
              <a:path w="736600" h="2468879">
                <a:moveTo>
                  <a:pt x="534987" y="12700"/>
                </a:moveTo>
                <a:lnTo>
                  <a:pt x="484187" y="12700"/>
                </a:lnTo>
                <a:lnTo>
                  <a:pt x="484187" y="0"/>
                </a:lnTo>
                <a:lnTo>
                  <a:pt x="534987" y="0"/>
                </a:lnTo>
                <a:lnTo>
                  <a:pt x="534987" y="12700"/>
                </a:lnTo>
                <a:close/>
              </a:path>
              <a:path w="736600" h="2468879">
                <a:moveTo>
                  <a:pt x="623887" y="12700"/>
                </a:moveTo>
                <a:lnTo>
                  <a:pt x="573087" y="12700"/>
                </a:lnTo>
                <a:lnTo>
                  <a:pt x="573087" y="0"/>
                </a:lnTo>
                <a:lnTo>
                  <a:pt x="623887" y="0"/>
                </a:lnTo>
                <a:lnTo>
                  <a:pt x="623887" y="12700"/>
                </a:lnTo>
                <a:close/>
              </a:path>
              <a:path w="736600" h="2468879">
                <a:moveTo>
                  <a:pt x="712787" y="12700"/>
                </a:moveTo>
                <a:lnTo>
                  <a:pt x="661987" y="12700"/>
                </a:lnTo>
                <a:lnTo>
                  <a:pt x="661987" y="0"/>
                </a:lnTo>
                <a:lnTo>
                  <a:pt x="712787" y="0"/>
                </a:lnTo>
                <a:lnTo>
                  <a:pt x="712787" y="12700"/>
                </a:lnTo>
                <a:close/>
              </a:path>
              <a:path w="736600" h="2468879">
                <a:moveTo>
                  <a:pt x="736600" y="77787"/>
                </a:moveTo>
                <a:lnTo>
                  <a:pt x="723900" y="77787"/>
                </a:lnTo>
                <a:lnTo>
                  <a:pt x="723900" y="26987"/>
                </a:lnTo>
                <a:lnTo>
                  <a:pt x="736600" y="26987"/>
                </a:lnTo>
                <a:lnTo>
                  <a:pt x="736600" y="77787"/>
                </a:lnTo>
                <a:close/>
              </a:path>
              <a:path w="736600" h="2468879">
                <a:moveTo>
                  <a:pt x="736600" y="166687"/>
                </a:moveTo>
                <a:lnTo>
                  <a:pt x="723900" y="166687"/>
                </a:lnTo>
                <a:lnTo>
                  <a:pt x="723900" y="115887"/>
                </a:lnTo>
                <a:lnTo>
                  <a:pt x="736600" y="115887"/>
                </a:lnTo>
                <a:lnTo>
                  <a:pt x="736600" y="166687"/>
                </a:lnTo>
                <a:close/>
              </a:path>
              <a:path w="736600" h="2468879">
                <a:moveTo>
                  <a:pt x="736600" y="255587"/>
                </a:moveTo>
                <a:lnTo>
                  <a:pt x="723900" y="255587"/>
                </a:lnTo>
                <a:lnTo>
                  <a:pt x="723900" y="204787"/>
                </a:lnTo>
                <a:lnTo>
                  <a:pt x="736600" y="204787"/>
                </a:lnTo>
                <a:lnTo>
                  <a:pt x="736600" y="255587"/>
                </a:lnTo>
                <a:close/>
              </a:path>
              <a:path w="736600" h="2468879">
                <a:moveTo>
                  <a:pt x="736600" y="344487"/>
                </a:moveTo>
                <a:lnTo>
                  <a:pt x="723900" y="344487"/>
                </a:lnTo>
                <a:lnTo>
                  <a:pt x="723900" y="293687"/>
                </a:lnTo>
                <a:lnTo>
                  <a:pt x="736600" y="293687"/>
                </a:lnTo>
                <a:lnTo>
                  <a:pt x="736600" y="344487"/>
                </a:lnTo>
                <a:close/>
              </a:path>
              <a:path w="736600" h="2468879">
                <a:moveTo>
                  <a:pt x="736600" y="433387"/>
                </a:moveTo>
                <a:lnTo>
                  <a:pt x="723900" y="433387"/>
                </a:lnTo>
                <a:lnTo>
                  <a:pt x="723900" y="382587"/>
                </a:lnTo>
                <a:lnTo>
                  <a:pt x="736600" y="382587"/>
                </a:lnTo>
                <a:lnTo>
                  <a:pt x="736600" y="433387"/>
                </a:lnTo>
                <a:close/>
              </a:path>
              <a:path w="736600" h="2468879">
                <a:moveTo>
                  <a:pt x="736600" y="522287"/>
                </a:moveTo>
                <a:lnTo>
                  <a:pt x="723900" y="522287"/>
                </a:lnTo>
                <a:lnTo>
                  <a:pt x="723900" y="471487"/>
                </a:lnTo>
                <a:lnTo>
                  <a:pt x="736600" y="471487"/>
                </a:lnTo>
                <a:lnTo>
                  <a:pt x="736600" y="522287"/>
                </a:lnTo>
                <a:close/>
              </a:path>
              <a:path w="736600" h="2468879">
                <a:moveTo>
                  <a:pt x="736600" y="611187"/>
                </a:moveTo>
                <a:lnTo>
                  <a:pt x="723900" y="611187"/>
                </a:lnTo>
                <a:lnTo>
                  <a:pt x="723900" y="560387"/>
                </a:lnTo>
                <a:lnTo>
                  <a:pt x="736600" y="560387"/>
                </a:lnTo>
                <a:lnTo>
                  <a:pt x="736600" y="611187"/>
                </a:lnTo>
                <a:close/>
              </a:path>
              <a:path w="736600" h="2468879">
                <a:moveTo>
                  <a:pt x="736600" y="700087"/>
                </a:moveTo>
                <a:lnTo>
                  <a:pt x="723900" y="700087"/>
                </a:lnTo>
                <a:lnTo>
                  <a:pt x="723900" y="649287"/>
                </a:lnTo>
                <a:lnTo>
                  <a:pt x="736600" y="649287"/>
                </a:lnTo>
                <a:lnTo>
                  <a:pt x="736600" y="700087"/>
                </a:lnTo>
                <a:close/>
              </a:path>
              <a:path w="736600" h="2468879">
                <a:moveTo>
                  <a:pt x="736600" y="788987"/>
                </a:moveTo>
                <a:lnTo>
                  <a:pt x="723900" y="788987"/>
                </a:lnTo>
                <a:lnTo>
                  <a:pt x="723900" y="738187"/>
                </a:lnTo>
                <a:lnTo>
                  <a:pt x="736600" y="738187"/>
                </a:lnTo>
                <a:lnTo>
                  <a:pt x="736600" y="788987"/>
                </a:lnTo>
                <a:close/>
              </a:path>
              <a:path w="736600" h="2468879">
                <a:moveTo>
                  <a:pt x="736600" y="877887"/>
                </a:moveTo>
                <a:lnTo>
                  <a:pt x="723900" y="877887"/>
                </a:lnTo>
                <a:lnTo>
                  <a:pt x="723900" y="827087"/>
                </a:lnTo>
                <a:lnTo>
                  <a:pt x="736600" y="827087"/>
                </a:lnTo>
                <a:lnTo>
                  <a:pt x="736600" y="877887"/>
                </a:lnTo>
                <a:close/>
              </a:path>
              <a:path w="736600" h="2468879">
                <a:moveTo>
                  <a:pt x="736600" y="966787"/>
                </a:moveTo>
                <a:lnTo>
                  <a:pt x="723900" y="966787"/>
                </a:lnTo>
                <a:lnTo>
                  <a:pt x="723900" y="915987"/>
                </a:lnTo>
                <a:lnTo>
                  <a:pt x="736600" y="915987"/>
                </a:lnTo>
                <a:lnTo>
                  <a:pt x="736600" y="966787"/>
                </a:lnTo>
                <a:close/>
              </a:path>
              <a:path w="736600" h="2468879">
                <a:moveTo>
                  <a:pt x="736600" y="1055687"/>
                </a:moveTo>
                <a:lnTo>
                  <a:pt x="723900" y="1055687"/>
                </a:lnTo>
                <a:lnTo>
                  <a:pt x="723900" y="1004887"/>
                </a:lnTo>
                <a:lnTo>
                  <a:pt x="736600" y="1004887"/>
                </a:lnTo>
                <a:lnTo>
                  <a:pt x="736600" y="1055687"/>
                </a:lnTo>
                <a:close/>
              </a:path>
              <a:path w="736600" h="2468879">
                <a:moveTo>
                  <a:pt x="736600" y="1144587"/>
                </a:moveTo>
                <a:lnTo>
                  <a:pt x="723900" y="1144587"/>
                </a:lnTo>
                <a:lnTo>
                  <a:pt x="723900" y="1093787"/>
                </a:lnTo>
                <a:lnTo>
                  <a:pt x="736600" y="1093787"/>
                </a:lnTo>
                <a:lnTo>
                  <a:pt x="736600" y="1144587"/>
                </a:lnTo>
                <a:close/>
              </a:path>
              <a:path w="736600" h="2468879">
                <a:moveTo>
                  <a:pt x="736600" y="1233487"/>
                </a:moveTo>
                <a:lnTo>
                  <a:pt x="723900" y="1233487"/>
                </a:lnTo>
                <a:lnTo>
                  <a:pt x="723900" y="1182687"/>
                </a:lnTo>
                <a:lnTo>
                  <a:pt x="736600" y="1182687"/>
                </a:lnTo>
                <a:lnTo>
                  <a:pt x="736600" y="1233487"/>
                </a:lnTo>
                <a:close/>
              </a:path>
              <a:path w="736600" h="2468879">
                <a:moveTo>
                  <a:pt x="736600" y="1322387"/>
                </a:moveTo>
                <a:lnTo>
                  <a:pt x="723900" y="1322387"/>
                </a:lnTo>
                <a:lnTo>
                  <a:pt x="723900" y="1271587"/>
                </a:lnTo>
                <a:lnTo>
                  <a:pt x="736600" y="1271587"/>
                </a:lnTo>
                <a:lnTo>
                  <a:pt x="736600" y="1322387"/>
                </a:lnTo>
                <a:close/>
              </a:path>
              <a:path w="736600" h="2468879">
                <a:moveTo>
                  <a:pt x="736600" y="1411287"/>
                </a:moveTo>
                <a:lnTo>
                  <a:pt x="723900" y="1411287"/>
                </a:lnTo>
                <a:lnTo>
                  <a:pt x="723900" y="1360487"/>
                </a:lnTo>
                <a:lnTo>
                  <a:pt x="736600" y="1360487"/>
                </a:lnTo>
                <a:lnTo>
                  <a:pt x="736600" y="1411287"/>
                </a:lnTo>
                <a:close/>
              </a:path>
              <a:path w="736600" h="2468879">
                <a:moveTo>
                  <a:pt x="736600" y="1500187"/>
                </a:moveTo>
                <a:lnTo>
                  <a:pt x="723900" y="1500187"/>
                </a:lnTo>
                <a:lnTo>
                  <a:pt x="723900" y="1449387"/>
                </a:lnTo>
                <a:lnTo>
                  <a:pt x="736600" y="1449387"/>
                </a:lnTo>
                <a:lnTo>
                  <a:pt x="736600" y="1500187"/>
                </a:lnTo>
                <a:close/>
              </a:path>
              <a:path w="736600" h="2468879">
                <a:moveTo>
                  <a:pt x="736600" y="1589087"/>
                </a:moveTo>
                <a:lnTo>
                  <a:pt x="723900" y="1589087"/>
                </a:lnTo>
                <a:lnTo>
                  <a:pt x="723900" y="1538287"/>
                </a:lnTo>
                <a:lnTo>
                  <a:pt x="736600" y="1538287"/>
                </a:lnTo>
                <a:lnTo>
                  <a:pt x="736600" y="1589087"/>
                </a:lnTo>
                <a:close/>
              </a:path>
              <a:path w="736600" h="2468879">
                <a:moveTo>
                  <a:pt x="736600" y="1677987"/>
                </a:moveTo>
                <a:lnTo>
                  <a:pt x="723900" y="1677987"/>
                </a:lnTo>
                <a:lnTo>
                  <a:pt x="723900" y="1627187"/>
                </a:lnTo>
                <a:lnTo>
                  <a:pt x="736600" y="1627187"/>
                </a:lnTo>
                <a:lnTo>
                  <a:pt x="736600" y="1677987"/>
                </a:lnTo>
                <a:close/>
              </a:path>
              <a:path w="736600" h="2468879">
                <a:moveTo>
                  <a:pt x="736600" y="1766887"/>
                </a:moveTo>
                <a:lnTo>
                  <a:pt x="723900" y="1766887"/>
                </a:lnTo>
                <a:lnTo>
                  <a:pt x="723900" y="1716087"/>
                </a:lnTo>
                <a:lnTo>
                  <a:pt x="736600" y="1716087"/>
                </a:lnTo>
                <a:lnTo>
                  <a:pt x="736600" y="1766887"/>
                </a:lnTo>
                <a:close/>
              </a:path>
              <a:path w="736600" h="2468879">
                <a:moveTo>
                  <a:pt x="736600" y="1855787"/>
                </a:moveTo>
                <a:lnTo>
                  <a:pt x="723900" y="1855787"/>
                </a:lnTo>
                <a:lnTo>
                  <a:pt x="723900" y="1804987"/>
                </a:lnTo>
                <a:lnTo>
                  <a:pt x="736600" y="1804987"/>
                </a:lnTo>
                <a:lnTo>
                  <a:pt x="736600" y="1855787"/>
                </a:lnTo>
                <a:close/>
              </a:path>
              <a:path w="736600" h="2468879">
                <a:moveTo>
                  <a:pt x="736600" y="1944687"/>
                </a:moveTo>
                <a:lnTo>
                  <a:pt x="723900" y="1944687"/>
                </a:lnTo>
                <a:lnTo>
                  <a:pt x="723900" y="1893887"/>
                </a:lnTo>
                <a:lnTo>
                  <a:pt x="736600" y="1893887"/>
                </a:lnTo>
                <a:lnTo>
                  <a:pt x="736600" y="1944687"/>
                </a:lnTo>
                <a:close/>
              </a:path>
              <a:path w="736600" h="2468879">
                <a:moveTo>
                  <a:pt x="736600" y="2033587"/>
                </a:moveTo>
                <a:lnTo>
                  <a:pt x="723900" y="2033587"/>
                </a:lnTo>
                <a:lnTo>
                  <a:pt x="723900" y="1982787"/>
                </a:lnTo>
                <a:lnTo>
                  <a:pt x="736600" y="1982787"/>
                </a:lnTo>
                <a:lnTo>
                  <a:pt x="736600" y="2033587"/>
                </a:lnTo>
                <a:close/>
              </a:path>
              <a:path w="736600" h="2468879">
                <a:moveTo>
                  <a:pt x="736600" y="2122487"/>
                </a:moveTo>
                <a:lnTo>
                  <a:pt x="723900" y="2122487"/>
                </a:lnTo>
                <a:lnTo>
                  <a:pt x="723900" y="2071687"/>
                </a:lnTo>
                <a:lnTo>
                  <a:pt x="736600" y="2071687"/>
                </a:lnTo>
                <a:lnTo>
                  <a:pt x="736600" y="2122487"/>
                </a:lnTo>
                <a:close/>
              </a:path>
              <a:path w="736600" h="2468879">
                <a:moveTo>
                  <a:pt x="736600" y="2211387"/>
                </a:moveTo>
                <a:lnTo>
                  <a:pt x="723900" y="2211387"/>
                </a:lnTo>
                <a:lnTo>
                  <a:pt x="723900" y="2160587"/>
                </a:lnTo>
                <a:lnTo>
                  <a:pt x="736600" y="2160587"/>
                </a:lnTo>
                <a:lnTo>
                  <a:pt x="736600" y="2211387"/>
                </a:lnTo>
                <a:close/>
              </a:path>
              <a:path w="736600" h="2468879">
                <a:moveTo>
                  <a:pt x="736600" y="2300287"/>
                </a:moveTo>
                <a:lnTo>
                  <a:pt x="723900" y="2300287"/>
                </a:lnTo>
                <a:lnTo>
                  <a:pt x="723900" y="2249487"/>
                </a:lnTo>
                <a:lnTo>
                  <a:pt x="736600" y="2249487"/>
                </a:lnTo>
                <a:lnTo>
                  <a:pt x="736600" y="2300287"/>
                </a:lnTo>
                <a:close/>
              </a:path>
              <a:path w="736600" h="2468879">
                <a:moveTo>
                  <a:pt x="736600" y="2389187"/>
                </a:moveTo>
                <a:lnTo>
                  <a:pt x="723900" y="2389187"/>
                </a:lnTo>
                <a:lnTo>
                  <a:pt x="723900" y="2338387"/>
                </a:lnTo>
                <a:lnTo>
                  <a:pt x="736600" y="2338387"/>
                </a:lnTo>
                <a:lnTo>
                  <a:pt x="736600" y="2389187"/>
                </a:lnTo>
                <a:close/>
              </a:path>
              <a:path w="736600" h="2468879">
                <a:moveTo>
                  <a:pt x="723900" y="2462212"/>
                </a:moveTo>
                <a:lnTo>
                  <a:pt x="723900" y="2427287"/>
                </a:lnTo>
                <a:lnTo>
                  <a:pt x="736600" y="2427287"/>
                </a:lnTo>
                <a:lnTo>
                  <a:pt x="736600" y="2455862"/>
                </a:lnTo>
                <a:lnTo>
                  <a:pt x="730250" y="2455862"/>
                </a:lnTo>
                <a:lnTo>
                  <a:pt x="723900" y="2462212"/>
                </a:lnTo>
                <a:close/>
              </a:path>
              <a:path w="736600" h="2468879">
                <a:moveTo>
                  <a:pt x="736600" y="2468562"/>
                </a:moveTo>
                <a:lnTo>
                  <a:pt x="714375" y="2468562"/>
                </a:lnTo>
                <a:lnTo>
                  <a:pt x="714375" y="2455862"/>
                </a:lnTo>
                <a:lnTo>
                  <a:pt x="723900" y="2455862"/>
                </a:lnTo>
                <a:lnTo>
                  <a:pt x="723900" y="2462212"/>
                </a:lnTo>
                <a:lnTo>
                  <a:pt x="736600" y="2462212"/>
                </a:lnTo>
                <a:lnTo>
                  <a:pt x="736600" y="2468562"/>
                </a:lnTo>
                <a:close/>
              </a:path>
              <a:path w="736600" h="2468879">
                <a:moveTo>
                  <a:pt x="736600" y="2462212"/>
                </a:moveTo>
                <a:lnTo>
                  <a:pt x="723900" y="2462212"/>
                </a:lnTo>
                <a:lnTo>
                  <a:pt x="730250" y="2455862"/>
                </a:lnTo>
                <a:lnTo>
                  <a:pt x="736600" y="2455862"/>
                </a:lnTo>
                <a:lnTo>
                  <a:pt x="736600" y="2462212"/>
                </a:lnTo>
                <a:close/>
              </a:path>
              <a:path w="736600" h="2468879">
                <a:moveTo>
                  <a:pt x="676275" y="2468562"/>
                </a:moveTo>
                <a:lnTo>
                  <a:pt x="625475" y="2468562"/>
                </a:lnTo>
                <a:lnTo>
                  <a:pt x="625475" y="2455862"/>
                </a:lnTo>
                <a:lnTo>
                  <a:pt x="676275" y="2455862"/>
                </a:lnTo>
                <a:lnTo>
                  <a:pt x="676275" y="2468562"/>
                </a:lnTo>
                <a:close/>
              </a:path>
              <a:path w="736600" h="2468879">
                <a:moveTo>
                  <a:pt x="587375" y="2468562"/>
                </a:moveTo>
                <a:lnTo>
                  <a:pt x="536575" y="2468562"/>
                </a:lnTo>
                <a:lnTo>
                  <a:pt x="536575" y="2455862"/>
                </a:lnTo>
                <a:lnTo>
                  <a:pt x="587375" y="2455862"/>
                </a:lnTo>
                <a:lnTo>
                  <a:pt x="587375" y="2468562"/>
                </a:lnTo>
                <a:close/>
              </a:path>
              <a:path w="736600" h="2468879">
                <a:moveTo>
                  <a:pt x="498475" y="2468562"/>
                </a:moveTo>
                <a:lnTo>
                  <a:pt x="447675" y="2468562"/>
                </a:lnTo>
                <a:lnTo>
                  <a:pt x="447675" y="2455862"/>
                </a:lnTo>
                <a:lnTo>
                  <a:pt x="498475" y="2455862"/>
                </a:lnTo>
                <a:lnTo>
                  <a:pt x="498475" y="2468562"/>
                </a:lnTo>
                <a:close/>
              </a:path>
              <a:path w="736600" h="2468879">
                <a:moveTo>
                  <a:pt x="409575" y="2468562"/>
                </a:moveTo>
                <a:lnTo>
                  <a:pt x="358775" y="2468562"/>
                </a:lnTo>
                <a:lnTo>
                  <a:pt x="358775" y="2455862"/>
                </a:lnTo>
                <a:lnTo>
                  <a:pt x="409575" y="2455862"/>
                </a:lnTo>
                <a:lnTo>
                  <a:pt x="409575" y="2468562"/>
                </a:lnTo>
                <a:close/>
              </a:path>
              <a:path w="736600" h="2468879">
                <a:moveTo>
                  <a:pt x="320675" y="2468562"/>
                </a:moveTo>
                <a:lnTo>
                  <a:pt x="269875" y="2468562"/>
                </a:lnTo>
                <a:lnTo>
                  <a:pt x="269875" y="2455862"/>
                </a:lnTo>
                <a:lnTo>
                  <a:pt x="320675" y="2455862"/>
                </a:lnTo>
                <a:lnTo>
                  <a:pt x="320675" y="2468562"/>
                </a:lnTo>
                <a:close/>
              </a:path>
              <a:path w="736600" h="2468879">
                <a:moveTo>
                  <a:pt x="231775" y="2468562"/>
                </a:moveTo>
                <a:lnTo>
                  <a:pt x="180975" y="2468562"/>
                </a:lnTo>
                <a:lnTo>
                  <a:pt x="180975" y="2455862"/>
                </a:lnTo>
                <a:lnTo>
                  <a:pt x="231775" y="2455862"/>
                </a:lnTo>
                <a:lnTo>
                  <a:pt x="231775" y="2468562"/>
                </a:lnTo>
                <a:close/>
              </a:path>
              <a:path w="736600" h="2468879">
                <a:moveTo>
                  <a:pt x="142875" y="2468562"/>
                </a:moveTo>
                <a:lnTo>
                  <a:pt x="92075" y="2468562"/>
                </a:lnTo>
                <a:lnTo>
                  <a:pt x="92075" y="2455862"/>
                </a:lnTo>
                <a:lnTo>
                  <a:pt x="142875" y="2455862"/>
                </a:lnTo>
                <a:lnTo>
                  <a:pt x="142875" y="24685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655887" y="5467350"/>
            <a:ext cx="2041525" cy="1211580"/>
          </a:xfrm>
          <a:custGeom>
            <a:avLst/>
            <a:gdLst/>
            <a:ahLst/>
            <a:cxnLst/>
            <a:rect l="l" t="t" r="r" b="b"/>
            <a:pathLst>
              <a:path w="2041525" h="1211579">
                <a:moveTo>
                  <a:pt x="2041525" y="1211262"/>
                </a:moveTo>
                <a:lnTo>
                  <a:pt x="0" y="1211262"/>
                </a:lnTo>
                <a:lnTo>
                  <a:pt x="0" y="0"/>
                </a:lnTo>
                <a:lnTo>
                  <a:pt x="2041525" y="0"/>
                </a:lnTo>
                <a:lnTo>
                  <a:pt x="2041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01737"/>
                </a:lnTo>
                <a:lnTo>
                  <a:pt x="4762" y="1201737"/>
                </a:lnTo>
                <a:lnTo>
                  <a:pt x="9525" y="1206500"/>
                </a:lnTo>
                <a:lnTo>
                  <a:pt x="2041525" y="1206500"/>
                </a:lnTo>
                <a:lnTo>
                  <a:pt x="2041525" y="1211262"/>
                </a:lnTo>
                <a:close/>
              </a:path>
              <a:path w="2041525" h="121157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041525" h="1211579">
                <a:moveTo>
                  <a:pt x="2032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032000" y="4762"/>
                </a:lnTo>
                <a:lnTo>
                  <a:pt x="2032000" y="9525"/>
                </a:lnTo>
                <a:close/>
              </a:path>
              <a:path w="2041525" h="1211579">
                <a:moveTo>
                  <a:pt x="2032000" y="1206500"/>
                </a:moveTo>
                <a:lnTo>
                  <a:pt x="2032000" y="4762"/>
                </a:lnTo>
                <a:lnTo>
                  <a:pt x="2036762" y="9525"/>
                </a:lnTo>
                <a:lnTo>
                  <a:pt x="2041525" y="9525"/>
                </a:lnTo>
                <a:lnTo>
                  <a:pt x="2041525" y="1201737"/>
                </a:lnTo>
                <a:lnTo>
                  <a:pt x="2036762" y="1201737"/>
                </a:lnTo>
                <a:lnTo>
                  <a:pt x="2032000" y="1206500"/>
                </a:lnTo>
                <a:close/>
              </a:path>
              <a:path w="2041525" h="1211579">
                <a:moveTo>
                  <a:pt x="2041525" y="9525"/>
                </a:moveTo>
                <a:lnTo>
                  <a:pt x="2036762" y="9525"/>
                </a:lnTo>
                <a:lnTo>
                  <a:pt x="2032000" y="4762"/>
                </a:lnTo>
                <a:lnTo>
                  <a:pt x="2041525" y="4762"/>
                </a:lnTo>
                <a:lnTo>
                  <a:pt x="2041525" y="9525"/>
                </a:lnTo>
                <a:close/>
              </a:path>
              <a:path w="2041525" h="1211579">
                <a:moveTo>
                  <a:pt x="9525" y="1206500"/>
                </a:moveTo>
                <a:lnTo>
                  <a:pt x="4762" y="1201737"/>
                </a:lnTo>
                <a:lnTo>
                  <a:pt x="9525" y="1201737"/>
                </a:lnTo>
                <a:lnTo>
                  <a:pt x="9525" y="1206500"/>
                </a:lnTo>
                <a:close/>
              </a:path>
              <a:path w="2041525" h="1211579">
                <a:moveTo>
                  <a:pt x="2032000" y="1206500"/>
                </a:moveTo>
                <a:lnTo>
                  <a:pt x="9525" y="1206500"/>
                </a:lnTo>
                <a:lnTo>
                  <a:pt x="9525" y="1201737"/>
                </a:lnTo>
                <a:lnTo>
                  <a:pt x="2032000" y="1201737"/>
                </a:lnTo>
                <a:lnTo>
                  <a:pt x="2032000" y="1206500"/>
                </a:lnTo>
                <a:close/>
              </a:path>
              <a:path w="2041525" h="1211579">
                <a:moveTo>
                  <a:pt x="2041525" y="1206500"/>
                </a:moveTo>
                <a:lnTo>
                  <a:pt x="2032000" y="1206500"/>
                </a:lnTo>
                <a:lnTo>
                  <a:pt x="2036762" y="1201737"/>
                </a:lnTo>
                <a:lnTo>
                  <a:pt x="2041525" y="1201737"/>
                </a:lnTo>
                <a:lnTo>
                  <a:pt x="2041525" y="12065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976812" y="5481637"/>
            <a:ext cx="2040255" cy="1209675"/>
          </a:xfrm>
          <a:custGeom>
            <a:avLst/>
            <a:gdLst/>
            <a:ahLst/>
            <a:cxnLst/>
            <a:rect l="l" t="t" r="r" b="b"/>
            <a:pathLst>
              <a:path w="2040254" h="1209675">
                <a:moveTo>
                  <a:pt x="2039937" y="1209675"/>
                </a:moveTo>
                <a:lnTo>
                  <a:pt x="0" y="1209675"/>
                </a:lnTo>
                <a:lnTo>
                  <a:pt x="0" y="0"/>
                </a:lnTo>
                <a:lnTo>
                  <a:pt x="2039937" y="0"/>
                </a:lnTo>
                <a:lnTo>
                  <a:pt x="20399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00150"/>
                </a:lnTo>
                <a:lnTo>
                  <a:pt x="4762" y="1200150"/>
                </a:lnTo>
                <a:lnTo>
                  <a:pt x="9525" y="1204912"/>
                </a:lnTo>
                <a:lnTo>
                  <a:pt x="2039937" y="1204912"/>
                </a:lnTo>
                <a:lnTo>
                  <a:pt x="2039937" y="1209675"/>
                </a:lnTo>
                <a:close/>
              </a:path>
              <a:path w="2040254" h="120967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040254" h="1209675">
                <a:moveTo>
                  <a:pt x="20304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030412" y="4762"/>
                </a:lnTo>
                <a:lnTo>
                  <a:pt x="2030412" y="9525"/>
                </a:lnTo>
                <a:close/>
              </a:path>
              <a:path w="2040254" h="1209675">
                <a:moveTo>
                  <a:pt x="2030412" y="1204912"/>
                </a:moveTo>
                <a:lnTo>
                  <a:pt x="2030412" y="4762"/>
                </a:lnTo>
                <a:lnTo>
                  <a:pt x="2035175" y="9525"/>
                </a:lnTo>
                <a:lnTo>
                  <a:pt x="2039937" y="9525"/>
                </a:lnTo>
                <a:lnTo>
                  <a:pt x="2039937" y="1200150"/>
                </a:lnTo>
                <a:lnTo>
                  <a:pt x="2035175" y="1200150"/>
                </a:lnTo>
                <a:lnTo>
                  <a:pt x="2030412" y="1204912"/>
                </a:lnTo>
                <a:close/>
              </a:path>
              <a:path w="2040254" h="1209675">
                <a:moveTo>
                  <a:pt x="2039937" y="9525"/>
                </a:moveTo>
                <a:lnTo>
                  <a:pt x="2035175" y="9525"/>
                </a:lnTo>
                <a:lnTo>
                  <a:pt x="2030412" y="4762"/>
                </a:lnTo>
                <a:lnTo>
                  <a:pt x="2039937" y="4762"/>
                </a:lnTo>
                <a:lnTo>
                  <a:pt x="2039937" y="9525"/>
                </a:lnTo>
                <a:close/>
              </a:path>
              <a:path w="2040254" h="1209675">
                <a:moveTo>
                  <a:pt x="9525" y="1204912"/>
                </a:moveTo>
                <a:lnTo>
                  <a:pt x="4762" y="1200150"/>
                </a:lnTo>
                <a:lnTo>
                  <a:pt x="9525" y="1200150"/>
                </a:lnTo>
                <a:lnTo>
                  <a:pt x="9525" y="1204912"/>
                </a:lnTo>
                <a:close/>
              </a:path>
              <a:path w="2040254" h="1209675">
                <a:moveTo>
                  <a:pt x="2030412" y="1204912"/>
                </a:moveTo>
                <a:lnTo>
                  <a:pt x="9525" y="1204912"/>
                </a:lnTo>
                <a:lnTo>
                  <a:pt x="9525" y="1200150"/>
                </a:lnTo>
                <a:lnTo>
                  <a:pt x="2030412" y="1200150"/>
                </a:lnTo>
                <a:lnTo>
                  <a:pt x="2030412" y="1204912"/>
                </a:lnTo>
                <a:close/>
              </a:path>
              <a:path w="2040254" h="1209675">
                <a:moveTo>
                  <a:pt x="2039937" y="1204912"/>
                </a:moveTo>
                <a:lnTo>
                  <a:pt x="2030412" y="1204912"/>
                </a:lnTo>
                <a:lnTo>
                  <a:pt x="2035175" y="1200150"/>
                </a:lnTo>
                <a:lnTo>
                  <a:pt x="2039937" y="1200150"/>
                </a:lnTo>
                <a:lnTo>
                  <a:pt x="2039937" y="120491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8102600" y="5467350"/>
            <a:ext cx="2040255" cy="1211580"/>
          </a:xfrm>
          <a:custGeom>
            <a:avLst/>
            <a:gdLst/>
            <a:ahLst/>
            <a:cxnLst/>
            <a:rect l="l" t="t" r="r" b="b"/>
            <a:pathLst>
              <a:path w="2040254" h="1211579">
                <a:moveTo>
                  <a:pt x="2039937" y="1211262"/>
                </a:moveTo>
                <a:lnTo>
                  <a:pt x="0" y="1211262"/>
                </a:lnTo>
                <a:lnTo>
                  <a:pt x="0" y="0"/>
                </a:lnTo>
                <a:lnTo>
                  <a:pt x="2039937" y="0"/>
                </a:lnTo>
                <a:lnTo>
                  <a:pt x="20399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01737"/>
                </a:lnTo>
                <a:lnTo>
                  <a:pt x="4762" y="1201737"/>
                </a:lnTo>
                <a:lnTo>
                  <a:pt x="9525" y="1206500"/>
                </a:lnTo>
                <a:lnTo>
                  <a:pt x="2039937" y="1206500"/>
                </a:lnTo>
                <a:lnTo>
                  <a:pt x="2039937" y="1211262"/>
                </a:lnTo>
                <a:close/>
              </a:path>
              <a:path w="2040254" h="121157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040254" h="1211579">
                <a:moveTo>
                  <a:pt x="20304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030412" y="4762"/>
                </a:lnTo>
                <a:lnTo>
                  <a:pt x="2030412" y="9525"/>
                </a:lnTo>
                <a:close/>
              </a:path>
              <a:path w="2040254" h="1211579">
                <a:moveTo>
                  <a:pt x="2030412" y="1206500"/>
                </a:moveTo>
                <a:lnTo>
                  <a:pt x="2030412" y="4762"/>
                </a:lnTo>
                <a:lnTo>
                  <a:pt x="2035175" y="9525"/>
                </a:lnTo>
                <a:lnTo>
                  <a:pt x="2039937" y="9525"/>
                </a:lnTo>
                <a:lnTo>
                  <a:pt x="2039937" y="1201737"/>
                </a:lnTo>
                <a:lnTo>
                  <a:pt x="2035175" y="1201737"/>
                </a:lnTo>
                <a:lnTo>
                  <a:pt x="2030412" y="1206500"/>
                </a:lnTo>
                <a:close/>
              </a:path>
              <a:path w="2040254" h="1211579">
                <a:moveTo>
                  <a:pt x="2039937" y="9525"/>
                </a:moveTo>
                <a:lnTo>
                  <a:pt x="2035175" y="9525"/>
                </a:lnTo>
                <a:lnTo>
                  <a:pt x="2030412" y="4762"/>
                </a:lnTo>
                <a:lnTo>
                  <a:pt x="2039937" y="4762"/>
                </a:lnTo>
                <a:lnTo>
                  <a:pt x="2039937" y="9525"/>
                </a:lnTo>
                <a:close/>
              </a:path>
              <a:path w="2040254" h="1211579">
                <a:moveTo>
                  <a:pt x="9525" y="1206500"/>
                </a:moveTo>
                <a:lnTo>
                  <a:pt x="4762" y="1201737"/>
                </a:lnTo>
                <a:lnTo>
                  <a:pt x="9525" y="1201737"/>
                </a:lnTo>
                <a:lnTo>
                  <a:pt x="9525" y="1206500"/>
                </a:lnTo>
                <a:close/>
              </a:path>
              <a:path w="2040254" h="1211579">
                <a:moveTo>
                  <a:pt x="2030412" y="1206500"/>
                </a:moveTo>
                <a:lnTo>
                  <a:pt x="9525" y="1206500"/>
                </a:lnTo>
                <a:lnTo>
                  <a:pt x="9525" y="1201737"/>
                </a:lnTo>
                <a:lnTo>
                  <a:pt x="2030412" y="1201737"/>
                </a:lnTo>
                <a:lnTo>
                  <a:pt x="2030412" y="1206500"/>
                </a:lnTo>
                <a:close/>
              </a:path>
              <a:path w="2040254" h="1211579">
                <a:moveTo>
                  <a:pt x="2039937" y="1206500"/>
                </a:moveTo>
                <a:lnTo>
                  <a:pt x="2030412" y="1206500"/>
                </a:lnTo>
                <a:lnTo>
                  <a:pt x="2035175" y="1201737"/>
                </a:lnTo>
                <a:lnTo>
                  <a:pt x="2039937" y="1201737"/>
                </a:lnTo>
                <a:lnTo>
                  <a:pt x="2039937" y="12065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2739389" y="5500052"/>
            <a:ext cx="1854200" cy="1073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发电厂输出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电压、电流、功率</a:t>
            </a:r>
            <a:endParaRPr sz="18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dirty="0" sz="2850" spc="-285" i="1">
                <a:latin typeface="Times New Roman"/>
                <a:cs typeface="Times New Roman"/>
              </a:rPr>
              <a:t>P</a:t>
            </a:r>
            <a:r>
              <a:rPr dirty="0" baseline="-23569" sz="2475" spc="-427">
                <a:latin typeface="Times New Roman"/>
                <a:cs typeface="Times New Roman"/>
              </a:rPr>
              <a:t>1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-395">
                <a:latin typeface="Times New Roman"/>
                <a:cs typeface="Times New Roman"/>
              </a:rPr>
              <a:t> </a:t>
            </a:r>
            <a:r>
              <a:rPr dirty="0" sz="2850" spc="65" i="1">
                <a:latin typeface="Times New Roman"/>
                <a:cs typeface="Times New Roman"/>
              </a:rPr>
              <a:t>U</a:t>
            </a:r>
            <a:r>
              <a:rPr dirty="0" baseline="-23569" sz="2475" spc="97">
                <a:latin typeface="Times New Roman"/>
                <a:cs typeface="Times New Roman"/>
              </a:rPr>
              <a:t>1</a:t>
            </a:r>
            <a:r>
              <a:rPr dirty="0" sz="2850" spc="65" i="1">
                <a:latin typeface="Times New Roman"/>
                <a:cs typeface="Times New Roman"/>
              </a:rPr>
              <a:t>I</a:t>
            </a:r>
            <a:r>
              <a:rPr dirty="0" baseline="-23569" sz="2475" spc="97">
                <a:latin typeface="Times New Roman"/>
                <a:cs typeface="Times New Roman"/>
              </a:rPr>
              <a:t>1</a:t>
            </a:r>
            <a:endParaRPr baseline="-23569" sz="2475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060315" y="5514340"/>
            <a:ext cx="1854200" cy="108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输送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电压、电流、功率</a:t>
            </a:r>
            <a:endParaRPr sz="1800">
              <a:latin typeface="微软雅黑"/>
              <a:cs typeface="微软雅黑"/>
            </a:endParaRPr>
          </a:p>
          <a:p>
            <a:pPr algn="ctr" marR="38100">
              <a:lnSpc>
                <a:spcPct val="100000"/>
              </a:lnSpc>
              <a:spcBef>
                <a:spcPts val="610"/>
              </a:spcBef>
            </a:pPr>
            <a:r>
              <a:rPr dirty="0" sz="2850" spc="-190" i="1">
                <a:latin typeface="Times New Roman"/>
                <a:cs typeface="Times New Roman"/>
              </a:rPr>
              <a:t>P</a:t>
            </a:r>
            <a:r>
              <a:rPr dirty="0" baseline="-23569" sz="2475" spc="-284">
                <a:latin typeface="Times New Roman"/>
                <a:cs typeface="Times New Roman"/>
              </a:rPr>
              <a:t>2</a:t>
            </a:r>
            <a:r>
              <a:rPr dirty="0" baseline="-23569" sz="2475" spc="-217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-315">
                <a:latin typeface="Times New Roman"/>
                <a:cs typeface="Times New Roman"/>
              </a:rPr>
              <a:t> </a:t>
            </a:r>
            <a:r>
              <a:rPr dirty="0" sz="2850" spc="20" i="1">
                <a:latin typeface="Times New Roman"/>
                <a:cs typeface="Times New Roman"/>
              </a:rPr>
              <a:t>U</a:t>
            </a:r>
            <a:r>
              <a:rPr dirty="0" sz="2850" spc="-450" i="1">
                <a:latin typeface="Times New Roman"/>
                <a:cs typeface="Times New Roman"/>
              </a:rPr>
              <a:t> </a:t>
            </a:r>
            <a:r>
              <a:rPr dirty="0" baseline="-23569" sz="2475" spc="22">
                <a:latin typeface="Times New Roman"/>
                <a:cs typeface="Times New Roman"/>
              </a:rPr>
              <a:t>2</a:t>
            </a:r>
            <a:r>
              <a:rPr dirty="0" baseline="-23569" sz="2475" spc="-270">
                <a:latin typeface="Times New Roman"/>
                <a:cs typeface="Times New Roman"/>
              </a:rPr>
              <a:t> </a:t>
            </a:r>
            <a:r>
              <a:rPr dirty="0" sz="2850" spc="120" i="1">
                <a:latin typeface="Times New Roman"/>
                <a:cs typeface="Times New Roman"/>
              </a:rPr>
              <a:t>I</a:t>
            </a:r>
            <a:r>
              <a:rPr dirty="0" baseline="-23569" sz="2475" spc="179">
                <a:latin typeface="Times New Roman"/>
                <a:cs typeface="Times New Roman"/>
              </a:rPr>
              <a:t>2</a:t>
            </a:r>
            <a:endParaRPr baseline="-23569" sz="2475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186102" y="5500052"/>
            <a:ext cx="1854200" cy="1087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用户得到的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电压、电流、功率</a:t>
            </a:r>
            <a:endParaRPr sz="1800">
              <a:latin typeface="微软雅黑"/>
              <a:cs typeface="微软雅黑"/>
            </a:endParaRPr>
          </a:p>
          <a:p>
            <a:pPr algn="ctr" marR="11430">
              <a:lnSpc>
                <a:spcPct val="100000"/>
              </a:lnSpc>
              <a:spcBef>
                <a:spcPts val="615"/>
              </a:spcBef>
            </a:pPr>
            <a:r>
              <a:rPr dirty="0" sz="2850" spc="-190" i="1">
                <a:latin typeface="Times New Roman"/>
                <a:cs typeface="Times New Roman"/>
              </a:rPr>
              <a:t>P</a:t>
            </a:r>
            <a:r>
              <a:rPr dirty="0" baseline="-23569" sz="2475" spc="-284">
                <a:latin typeface="Times New Roman"/>
                <a:cs typeface="Times New Roman"/>
              </a:rPr>
              <a:t>4</a:t>
            </a:r>
            <a:r>
              <a:rPr dirty="0" baseline="-23569" sz="2475" spc="-217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-315">
                <a:latin typeface="Times New Roman"/>
                <a:cs typeface="Times New Roman"/>
              </a:rPr>
              <a:t> </a:t>
            </a:r>
            <a:r>
              <a:rPr dirty="0" sz="2850" spc="20" i="1">
                <a:latin typeface="Times New Roman"/>
                <a:cs typeface="Times New Roman"/>
              </a:rPr>
              <a:t>U</a:t>
            </a:r>
            <a:r>
              <a:rPr dirty="0" sz="2850" spc="-450" i="1">
                <a:latin typeface="Times New Roman"/>
                <a:cs typeface="Times New Roman"/>
              </a:rPr>
              <a:t> </a:t>
            </a:r>
            <a:r>
              <a:rPr dirty="0" baseline="-23569" sz="2475" spc="22">
                <a:latin typeface="Times New Roman"/>
                <a:cs typeface="Times New Roman"/>
              </a:rPr>
              <a:t>4</a:t>
            </a:r>
            <a:r>
              <a:rPr dirty="0" baseline="-23569" sz="2475" spc="-270">
                <a:latin typeface="Times New Roman"/>
                <a:cs typeface="Times New Roman"/>
              </a:rPr>
              <a:t> </a:t>
            </a:r>
            <a:r>
              <a:rPr dirty="0" sz="2850" spc="120" i="1">
                <a:latin typeface="Times New Roman"/>
                <a:cs typeface="Times New Roman"/>
              </a:rPr>
              <a:t>I</a:t>
            </a:r>
            <a:r>
              <a:rPr dirty="0" baseline="-23569" sz="2475" spc="179">
                <a:latin typeface="Times New Roman"/>
                <a:cs typeface="Times New Roman"/>
              </a:rPr>
              <a:t>4</a:t>
            </a:r>
            <a:endParaRPr baseline="-23569" sz="247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1786127" y="1231391"/>
            <a:ext cx="6467856" cy="2508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007107" y="1979676"/>
            <a:ext cx="394970" cy="1015365"/>
          </a:xfrm>
          <a:custGeom>
            <a:avLst/>
            <a:gdLst/>
            <a:ahLst/>
            <a:cxnLst/>
            <a:rect l="l" t="t" r="r" b="b"/>
            <a:pathLst>
              <a:path w="394969" h="1015364">
                <a:moveTo>
                  <a:pt x="0" y="0"/>
                </a:moveTo>
                <a:lnTo>
                  <a:pt x="394716" y="0"/>
                </a:lnTo>
                <a:lnTo>
                  <a:pt x="394716" y="1014984"/>
                </a:lnTo>
                <a:lnTo>
                  <a:pt x="0" y="10149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007107" y="1979676"/>
            <a:ext cx="394970" cy="3441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7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dirty="0" sz="2000" spc="5">
                <a:latin typeface="微软雅黑"/>
                <a:cs typeface="微软雅黑"/>
              </a:rPr>
              <a:t>发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07107" y="2323518"/>
            <a:ext cx="394970" cy="3048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90805">
              <a:lnSpc>
                <a:spcPts val="2400"/>
              </a:lnSpc>
            </a:pPr>
            <a:r>
              <a:rPr dirty="0" sz="2000" spc="5">
                <a:latin typeface="微软雅黑"/>
                <a:cs typeface="微软雅黑"/>
              </a:rPr>
              <a:t>电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07107" y="2628318"/>
            <a:ext cx="394970" cy="366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90805">
              <a:lnSpc>
                <a:spcPts val="2400"/>
              </a:lnSpc>
            </a:pPr>
            <a:r>
              <a:rPr dirty="0" sz="2000" spc="5">
                <a:latin typeface="微软雅黑"/>
                <a:cs typeface="微软雅黑"/>
              </a:rPr>
              <a:t>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96200" y="2183892"/>
            <a:ext cx="396240" cy="708660"/>
          </a:xfrm>
          <a:custGeom>
            <a:avLst/>
            <a:gdLst/>
            <a:ahLst/>
            <a:cxnLst/>
            <a:rect l="l" t="t" r="r" b="b"/>
            <a:pathLst>
              <a:path w="396240" h="708660">
                <a:moveTo>
                  <a:pt x="0" y="0"/>
                </a:moveTo>
                <a:lnTo>
                  <a:pt x="396240" y="0"/>
                </a:lnTo>
                <a:lnTo>
                  <a:pt x="396240" y="708659"/>
                </a:lnTo>
                <a:lnTo>
                  <a:pt x="0" y="7086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696200" y="2209952"/>
            <a:ext cx="39624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5"/>
              </a:spcBef>
            </a:pPr>
            <a:r>
              <a:rPr dirty="0" sz="2000" spc="5">
                <a:latin typeface="微软雅黑"/>
                <a:cs typeface="微软雅黑"/>
              </a:rPr>
              <a:t>用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96200" y="2514752"/>
            <a:ext cx="39624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5"/>
              </a:spcBef>
            </a:pPr>
            <a:r>
              <a:rPr dirty="0" sz="2000" spc="5">
                <a:latin typeface="微软雅黑"/>
                <a:cs typeface="微软雅黑"/>
              </a:rPr>
              <a:t>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11675" y="1878012"/>
            <a:ext cx="1186180" cy="449580"/>
          </a:xfrm>
          <a:custGeom>
            <a:avLst/>
            <a:gdLst/>
            <a:ahLst/>
            <a:cxnLst/>
            <a:rect l="l" t="t" r="r" b="b"/>
            <a:pathLst>
              <a:path w="1186179" h="449580">
                <a:moveTo>
                  <a:pt x="1185862" y="449262"/>
                </a:moveTo>
                <a:lnTo>
                  <a:pt x="0" y="449262"/>
                </a:lnTo>
                <a:lnTo>
                  <a:pt x="0" y="0"/>
                </a:lnTo>
                <a:lnTo>
                  <a:pt x="1185862" y="0"/>
                </a:lnTo>
                <a:lnTo>
                  <a:pt x="1185862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36562"/>
                </a:lnTo>
                <a:lnTo>
                  <a:pt x="6350" y="436562"/>
                </a:lnTo>
                <a:lnTo>
                  <a:pt x="12700" y="442912"/>
                </a:lnTo>
                <a:lnTo>
                  <a:pt x="1185862" y="442912"/>
                </a:lnTo>
                <a:lnTo>
                  <a:pt x="1185862" y="449262"/>
                </a:lnTo>
                <a:close/>
              </a:path>
              <a:path w="1186179" h="44958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186179" h="449580">
                <a:moveTo>
                  <a:pt x="1173162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173162" y="6350"/>
                </a:lnTo>
                <a:lnTo>
                  <a:pt x="1173162" y="12700"/>
                </a:lnTo>
                <a:close/>
              </a:path>
              <a:path w="1186179" h="449580">
                <a:moveTo>
                  <a:pt x="1173162" y="442912"/>
                </a:moveTo>
                <a:lnTo>
                  <a:pt x="1173162" y="6350"/>
                </a:lnTo>
                <a:lnTo>
                  <a:pt x="1179512" y="12700"/>
                </a:lnTo>
                <a:lnTo>
                  <a:pt x="1185862" y="12700"/>
                </a:lnTo>
                <a:lnTo>
                  <a:pt x="1185862" y="436562"/>
                </a:lnTo>
                <a:lnTo>
                  <a:pt x="1179512" y="436562"/>
                </a:lnTo>
                <a:lnTo>
                  <a:pt x="1173162" y="442912"/>
                </a:lnTo>
                <a:close/>
              </a:path>
              <a:path w="1186179" h="449580">
                <a:moveTo>
                  <a:pt x="1185862" y="12700"/>
                </a:moveTo>
                <a:lnTo>
                  <a:pt x="1179512" y="12700"/>
                </a:lnTo>
                <a:lnTo>
                  <a:pt x="1173162" y="6350"/>
                </a:lnTo>
                <a:lnTo>
                  <a:pt x="1185862" y="6350"/>
                </a:lnTo>
                <a:lnTo>
                  <a:pt x="1185862" y="12700"/>
                </a:lnTo>
                <a:close/>
              </a:path>
              <a:path w="1186179" h="449580">
                <a:moveTo>
                  <a:pt x="12700" y="442912"/>
                </a:moveTo>
                <a:lnTo>
                  <a:pt x="6350" y="436562"/>
                </a:lnTo>
                <a:lnTo>
                  <a:pt x="12700" y="436562"/>
                </a:lnTo>
                <a:lnTo>
                  <a:pt x="12700" y="442912"/>
                </a:lnTo>
                <a:close/>
              </a:path>
              <a:path w="1186179" h="449580">
                <a:moveTo>
                  <a:pt x="1173162" y="442912"/>
                </a:moveTo>
                <a:lnTo>
                  <a:pt x="12700" y="442912"/>
                </a:lnTo>
                <a:lnTo>
                  <a:pt x="12700" y="436562"/>
                </a:lnTo>
                <a:lnTo>
                  <a:pt x="1173162" y="436562"/>
                </a:lnTo>
                <a:lnTo>
                  <a:pt x="1173162" y="442912"/>
                </a:lnTo>
                <a:close/>
              </a:path>
              <a:path w="1186179" h="449580">
                <a:moveTo>
                  <a:pt x="1185862" y="442912"/>
                </a:moveTo>
                <a:lnTo>
                  <a:pt x="1173162" y="442912"/>
                </a:lnTo>
                <a:lnTo>
                  <a:pt x="1179512" y="436562"/>
                </a:lnTo>
                <a:lnTo>
                  <a:pt x="1185862" y="436562"/>
                </a:lnTo>
                <a:lnTo>
                  <a:pt x="1185862" y="442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986464" y="1710029"/>
            <a:ext cx="16827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0" i="1">
                <a:latin typeface="Times New Roman"/>
                <a:cs typeface="Times New Roman"/>
              </a:rPr>
              <a:t>r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702051" y="2033016"/>
            <a:ext cx="341630" cy="982980"/>
          </a:xfrm>
          <a:custGeom>
            <a:avLst/>
            <a:gdLst/>
            <a:ahLst/>
            <a:cxnLst/>
            <a:rect l="l" t="t" r="r" b="b"/>
            <a:pathLst>
              <a:path w="341630" h="982980">
                <a:moveTo>
                  <a:pt x="0" y="0"/>
                </a:moveTo>
                <a:lnTo>
                  <a:pt x="341375" y="0"/>
                </a:lnTo>
                <a:lnTo>
                  <a:pt x="341375" y="982979"/>
                </a:lnTo>
                <a:lnTo>
                  <a:pt x="0" y="9829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695575" y="2027237"/>
            <a:ext cx="354330" cy="995680"/>
          </a:xfrm>
          <a:custGeom>
            <a:avLst/>
            <a:gdLst/>
            <a:ahLst/>
            <a:cxnLst/>
            <a:rect l="l" t="t" r="r" b="b"/>
            <a:pathLst>
              <a:path w="354330" h="995680">
                <a:moveTo>
                  <a:pt x="354012" y="995362"/>
                </a:moveTo>
                <a:lnTo>
                  <a:pt x="0" y="995362"/>
                </a:lnTo>
                <a:lnTo>
                  <a:pt x="0" y="0"/>
                </a:lnTo>
                <a:lnTo>
                  <a:pt x="354012" y="0"/>
                </a:lnTo>
                <a:lnTo>
                  <a:pt x="354012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982662"/>
                </a:lnTo>
                <a:lnTo>
                  <a:pt x="6350" y="982662"/>
                </a:lnTo>
                <a:lnTo>
                  <a:pt x="12700" y="989012"/>
                </a:lnTo>
                <a:lnTo>
                  <a:pt x="354012" y="989012"/>
                </a:lnTo>
                <a:lnTo>
                  <a:pt x="354012" y="995362"/>
                </a:lnTo>
                <a:close/>
              </a:path>
              <a:path w="354330" h="99568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354330" h="995680">
                <a:moveTo>
                  <a:pt x="341312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341312" y="6350"/>
                </a:lnTo>
                <a:lnTo>
                  <a:pt x="341312" y="12700"/>
                </a:lnTo>
                <a:close/>
              </a:path>
              <a:path w="354330" h="995680">
                <a:moveTo>
                  <a:pt x="341312" y="989012"/>
                </a:moveTo>
                <a:lnTo>
                  <a:pt x="341312" y="6350"/>
                </a:lnTo>
                <a:lnTo>
                  <a:pt x="347662" y="12700"/>
                </a:lnTo>
                <a:lnTo>
                  <a:pt x="354012" y="12700"/>
                </a:lnTo>
                <a:lnTo>
                  <a:pt x="354012" y="982662"/>
                </a:lnTo>
                <a:lnTo>
                  <a:pt x="347662" y="982662"/>
                </a:lnTo>
                <a:lnTo>
                  <a:pt x="341312" y="989012"/>
                </a:lnTo>
                <a:close/>
              </a:path>
              <a:path w="354330" h="995680">
                <a:moveTo>
                  <a:pt x="354012" y="12700"/>
                </a:moveTo>
                <a:lnTo>
                  <a:pt x="347662" y="12700"/>
                </a:lnTo>
                <a:lnTo>
                  <a:pt x="341312" y="6350"/>
                </a:lnTo>
                <a:lnTo>
                  <a:pt x="354012" y="6350"/>
                </a:lnTo>
                <a:lnTo>
                  <a:pt x="354012" y="12700"/>
                </a:lnTo>
                <a:close/>
              </a:path>
              <a:path w="354330" h="995680">
                <a:moveTo>
                  <a:pt x="12700" y="989012"/>
                </a:moveTo>
                <a:lnTo>
                  <a:pt x="6350" y="982662"/>
                </a:lnTo>
                <a:lnTo>
                  <a:pt x="12700" y="982662"/>
                </a:lnTo>
                <a:lnTo>
                  <a:pt x="12700" y="989012"/>
                </a:lnTo>
                <a:close/>
              </a:path>
              <a:path w="354330" h="995680">
                <a:moveTo>
                  <a:pt x="341312" y="989012"/>
                </a:moveTo>
                <a:lnTo>
                  <a:pt x="12700" y="989012"/>
                </a:lnTo>
                <a:lnTo>
                  <a:pt x="12700" y="982662"/>
                </a:lnTo>
                <a:lnTo>
                  <a:pt x="341312" y="982662"/>
                </a:lnTo>
                <a:lnTo>
                  <a:pt x="341312" y="989012"/>
                </a:lnTo>
                <a:close/>
              </a:path>
              <a:path w="354330" h="995680">
                <a:moveTo>
                  <a:pt x="354012" y="989012"/>
                </a:moveTo>
                <a:lnTo>
                  <a:pt x="341312" y="989012"/>
                </a:lnTo>
                <a:lnTo>
                  <a:pt x="347662" y="982662"/>
                </a:lnTo>
                <a:lnTo>
                  <a:pt x="354012" y="982662"/>
                </a:lnTo>
                <a:lnTo>
                  <a:pt x="354012" y="989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767926" y="1973109"/>
            <a:ext cx="28130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-585" i="1">
                <a:latin typeface="Times New Roman"/>
                <a:cs typeface="Times New Roman"/>
              </a:rPr>
              <a:t>P</a:t>
            </a:r>
            <a:r>
              <a:rPr dirty="0" baseline="-23569" sz="2475" spc="37">
                <a:latin typeface="Times New Roman"/>
                <a:cs typeface="Times New Roman"/>
              </a:rPr>
              <a:t>1</a:t>
            </a:r>
            <a:endParaRPr baseline="-23569" sz="2475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76779" y="2546413"/>
            <a:ext cx="40640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95" i="1">
                <a:latin typeface="Times New Roman"/>
                <a:cs typeface="Times New Roman"/>
              </a:rPr>
              <a:t>U</a:t>
            </a:r>
            <a:r>
              <a:rPr dirty="0" baseline="-23569" sz="2475" spc="22">
                <a:latin typeface="Times New Roman"/>
                <a:cs typeface="Times New Roman"/>
              </a:rPr>
              <a:t>1</a:t>
            </a:r>
            <a:endParaRPr baseline="-23569" sz="2475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965575" y="2012950"/>
            <a:ext cx="354330" cy="996950"/>
          </a:xfrm>
          <a:custGeom>
            <a:avLst/>
            <a:gdLst/>
            <a:ahLst/>
            <a:cxnLst/>
            <a:rect l="l" t="t" r="r" b="b"/>
            <a:pathLst>
              <a:path w="354329" h="996950">
                <a:moveTo>
                  <a:pt x="354012" y="996950"/>
                </a:moveTo>
                <a:lnTo>
                  <a:pt x="0" y="996950"/>
                </a:lnTo>
                <a:lnTo>
                  <a:pt x="0" y="0"/>
                </a:lnTo>
                <a:lnTo>
                  <a:pt x="354012" y="0"/>
                </a:lnTo>
                <a:lnTo>
                  <a:pt x="354012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984250"/>
                </a:lnTo>
                <a:lnTo>
                  <a:pt x="6350" y="984250"/>
                </a:lnTo>
                <a:lnTo>
                  <a:pt x="12700" y="990600"/>
                </a:lnTo>
                <a:lnTo>
                  <a:pt x="354012" y="990600"/>
                </a:lnTo>
                <a:lnTo>
                  <a:pt x="354012" y="996950"/>
                </a:lnTo>
                <a:close/>
              </a:path>
              <a:path w="354329" h="99695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354329" h="996950">
                <a:moveTo>
                  <a:pt x="341312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341312" y="6350"/>
                </a:lnTo>
                <a:lnTo>
                  <a:pt x="341312" y="12700"/>
                </a:lnTo>
                <a:close/>
              </a:path>
              <a:path w="354329" h="996950">
                <a:moveTo>
                  <a:pt x="341312" y="990600"/>
                </a:moveTo>
                <a:lnTo>
                  <a:pt x="341312" y="6350"/>
                </a:lnTo>
                <a:lnTo>
                  <a:pt x="347662" y="12700"/>
                </a:lnTo>
                <a:lnTo>
                  <a:pt x="354012" y="12700"/>
                </a:lnTo>
                <a:lnTo>
                  <a:pt x="354012" y="984250"/>
                </a:lnTo>
                <a:lnTo>
                  <a:pt x="347662" y="984250"/>
                </a:lnTo>
                <a:lnTo>
                  <a:pt x="341312" y="990600"/>
                </a:lnTo>
                <a:close/>
              </a:path>
              <a:path w="354329" h="996950">
                <a:moveTo>
                  <a:pt x="354012" y="12700"/>
                </a:moveTo>
                <a:lnTo>
                  <a:pt x="347662" y="12700"/>
                </a:lnTo>
                <a:lnTo>
                  <a:pt x="341312" y="6350"/>
                </a:lnTo>
                <a:lnTo>
                  <a:pt x="354012" y="6350"/>
                </a:lnTo>
                <a:lnTo>
                  <a:pt x="354012" y="12700"/>
                </a:lnTo>
                <a:close/>
              </a:path>
              <a:path w="354329" h="996950">
                <a:moveTo>
                  <a:pt x="12700" y="990600"/>
                </a:moveTo>
                <a:lnTo>
                  <a:pt x="6350" y="984250"/>
                </a:lnTo>
                <a:lnTo>
                  <a:pt x="12700" y="984250"/>
                </a:lnTo>
                <a:lnTo>
                  <a:pt x="12700" y="990600"/>
                </a:lnTo>
                <a:close/>
              </a:path>
              <a:path w="354329" h="996950">
                <a:moveTo>
                  <a:pt x="341312" y="990600"/>
                </a:moveTo>
                <a:lnTo>
                  <a:pt x="12700" y="990600"/>
                </a:lnTo>
                <a:lnTo>
                  <a:pt x="12700" y="984250"/>
                </a:lnTo>
                <a:lnTo>
                  <a:pt x="341312" y="984250"/>
                </a:lnTo>
                <a:lnTo>
                  <a:pt x="341312" y="990600"/>
                </a:lnTo>
                <a:close/>
              </a:path>
              <a:path w="354329" h="996950">
                <a:moveTo>
                  <a:pt x="354012" y="990600"/>
                </a:moveTo>
                <a:lnTo>
                  <a:pt x="341312" y="990600"/>
                </a:lnTo>
                <a:lnTo>
                  <a:pt x="347662" y="984250"/>
                </a:lnTo>
                <a:lnTo>
                  <a:pt x="354012" y="984250"/>
                </a:lnTo>
                <a:lnTo>
                  <a:pt x="354012" y="990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931107" y="1798421"/>
            <a:ext cx="431165" cy="12261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92710">
              <a:lnSpc>
                <a:spcPct val="138200"/>
              </a:lnSpc>
              <a:spcBef>
                <a:spcPts val="90"/>
              </a:spcBef>
            </a:pPr>
            <a:r>
              <a:rPr dirty="0" sz="2850" spc="-185" i="1">
                <a:latin typeface="Times New Roman"/>
                <a:cs typeface="Times New Roman"/>
              </a:rPr>
              <a:t>P</a:t>
            </a:r>
            <a:r>
              <a:rPr dirty="0" baseline="-23569" sz="2475" spc="-277">
                <a:latin typeface="Times New Roman"/>
                <a:cs typeface="Times New Roman"/>
              </a:rPr>
              <a:t>2  </a:t>
            </a:r>
            <a:r>
              <a:rPr dirty="0" sz="2850" spc="275" i="1">
                <a:latin typeface="Times New Roman"/>
                <a:cs typeface="Times New Roman"/>
              </a:rPr>
              <a:t>U</a:t>
            </a:r>
            <a:r>
              <a:rPr dirty="0" baseline="-23569" sz="2475" spc="37">
                <a:latin typeface="Times New Roman"/>
                <a:cs typeface="Times New Roman"/>
              </a:rPr>
              <a:t>2</a:t>
            </a:r>
            <a:endParaRPr baseline="-23569" sz="2475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327392" y="2048255"/>
            <a:ext cx="341630" cy="982980"/>
          </a:xfrm>
          <a:custGeom>
            <a:avLst/>
            <a:gdLst/>
            <a:ahLst/>
            <a:cxnLst/>
            <a:rect l="l" t="t" r="r" b="b"/>
            <a:pathLst>
              <a:path w="341629" h="982980">
                <a:moveTo>
                  <a:pt x="0" y="0"/>
                </a:moveTo>
                <a:lnTo>
                  <a:pt x="341375" y="0"/>
                </a:lnTo>
                <a:lnTo>
                  <a:pt x="341375" y="982980"/>
                </a:lnTo>
                <a:lnTo>
                  <a:pt x="0" y="982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321550" y="2041525"/>
            <a:ext cx="354330" cy="995680"/>
          </a:xfrm>
          <a:custGeom>
            <a:avLst/>
            <a:gdLst/>
            <a:ahLst/>
            <a:cxnLst/>
            <a:rect l="l" t="t" r="r" b="b"/>
            <a:pathLst>
              <a:path w="354329" h="995680">
                <a:moveTo>
                  <a:pt x="354012" y="995362"/>
                </a:moveTo>
                <a:lnTo>
                  <a:pt x="0" y="995362"/>
                </a:lnTo>
                <a:lnTo>
                  <a:pt x="0" y="0"/>
                </a:lnTo>
                <a:lnTo>
                  <a:pt x="354012" y="0"/>
                </a:lnTo>
                <a:lnTo>
                  <a:pt x="354012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982662"/>
                </a:lnTo>
                <a:lnTo>
                  <a:pt x="6350" y="982662"/>
                </a:lnTo>
                <a:lnTo>
                  <a:pt x="12700" y="989012"/>
                </a:lnTo>
                <a:lnTo>
                  <a:pt x="354012" y="989012"/>
                </a:lnTo>
                <a:lnTo>
                  <a:pt x="354012" y="995362"/>
                </a:lnTo>
                <a:close/>
              </a:path>
              <a:path w="354329" h="99568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354329" h="995680">
                <a:moveTo>
                  <a:pt x="341312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341312" y="6350"/>
                </a:lnTo>
                <a:lnTo>
                  <a:pt x="341312" y="12700"/>
                </a:lnTo>
                <a:close/>
              </a:path>
              <a:path w="354329" h="995680">
                <a:moveTo>
                  <a:pt x="341312" y="989012"/>
                </a:moveTo>
                <a:lnTo>
                  <a:pt x="341312" y="6350"/>
                </a:lnTo>
                <a:lnTo>
                  <a:pt x="347662" y="12700"/>
                </a:lnTo>
                <a:lnTo>
                  <a:pt x="354012" y="12700"/>
                </a:lnTo>
                <a:lnTo>
                  <a:pt x="354012" y="982662"/>
                </a:lnTo>
                <a:lnTo>
                  <a:pt x="347662" y="982662"/>
                </a:lnTo>
                <a:lnTo>
                  <a:pt x="341312" y="989012"/>
                </a:lnTo>
                <a:close/>
              </a:path>
              <a:path w="354329" h="995680">
                <a:moveTo>
                  <a:pt x="354012" y="12700"/>
                </a:moveTo>
                <a:lnTo>
                  <a:pt x="347662" y="12700"/>
                </a:lnTo>
                <a:lnTo>
                  <a:pt x="341312" y="6350"/>
                </a:lnTo>
                <a:lnTo>
                  <a:pt x="354012" y="6350"/>
                </a:lnTo>
                <a:lnTo>
                  <a:pt x="354012" y="12700"/>
                </a:lnTo>
                <a:close/>
              </a:path>
              <a:path w="354329" h="995680">
                <a:moveTo>
                  <a:pt x="12700" y="989012"/>
                </a:moveTo>
                <a:lnTo>
                  <a:pt x="6350" y="982662"/>
                </a:lnTo>
                <a:lnTo>
                  <a:pt x="12700" y="982662"/>
                </a:lnTo>
                <a:lnTo>
                  <a:pt x="12700" y="989012"/>
                </a:lnTo>
                <a:close/>
              </a:path>
              <a:path w="354329" h="995680">
                <a:moveTo>
                  <a:pt x="341312" y="989012"/>
                </a:moveTo>
                <a:lnTo>
                  <a:pt x="12700" y="989012"/>
                </a:lnTo>
                <a:lnTo>
                  <a:pt x="12700" y="982662"/>
                </a:lnTo>
                <a:lnTo>
                  <a:pt x="341312" y="982662"/>
                </a:lnTo>
                <a:lnTo>
                  <a:pt x="341312" y="989012"/>
                </a:lnTo>
                <a:close/>
              </a:path>
              <a:path w="354329" h="995680">
                <a:moveTo>
                  <a:pt x="354012" y="989012"/>
                </a:moveTo>
                <a:lnTo>
                  <a:pt x="341312" y="989012"/>
                </a:lnTo>
                <a:lnTo>
                  <a:pt x="347662" y="982662"/>
                </a:lnTo>
                <a:lnTo>
                  <a:pt x="354012" y="982662"/>
                </a:lnTo>
                <a:lnTo>
                  <a:pt x="354012" y="989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957887" y="2041525"/>
            <a:ext cx="354330" cy="995680"/>
          </a:xfrm>
          <a:custGeom>
            <a:avLst/>
            <a:gdLst/>
            <a:ahLst/>
            <a:cxnLst/>
            <a:rect l="l" t="t" r="r" b="b"/>
            <a:pathLst>
              <a:path w="354329" h="995680">
                <a:moveTo>
                  <a:pt x="354012" y="995362"/>
                </a:moveTo>
                <a:lnTo>
                  <a:pt x="0" y="995362"/>
                </a:lnTo>
                <a:lnTo>
                  <a:pt x="0" y="0"/>
                </a:lnTo>
                <a:lnTo>
                  <a:pt x="354012" y="0"/>
                </a:lnTo>
                <a:lnTo>
                  <a:pt x="354012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982662"/>
                </a:lnTo>
                <a:lnTo>
                  <a:pt x="6350" y="982662"/>
                </a:lnTo>
                <a:lnTo>
                  <a:pt x="12700" y="989012"/>
                </a:lnTo>
                <a:lnTo>
                  <a:pt x="354012" y="989012"/>
                </a:lnTo>
                <a:lnTo>
                  <a:pt x="354012" y="995362"/>
                </a:lnTo>
                <a:close/>
              </a:path>
              <a:path w="354329" h="99568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354329" h="995680">
                <a:moveTo>
                  <a:pt x="341312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341312" y="6350"/>
                </a:lnTo>
                <a:lnTo>
                  <a:pt x="341312" y="12700"/>
                </a:lnTo>
                <a:close/>
              </a:path>
              <a:path w="354329" h="995680">
                <a:moveTo>
                  <a:pt x="341312" y="989012"/>
                </a:moveTo>
                <a:lnTo>
                  <a:pt x="341312" y="6350"/>
                </a:lnTo>
                <a:lnTo>
                  <a:pt x="347662" y="12700"/>
                </a:lnTo>
                <a:lnTo>
                  <a:pt x="354012" y="12700"/>
                </a:lnTo>
                <a:lnTo>
                  <a:pt x="354012" y="982662"/>
                </a:lnTo>
                <a:lnTo>
                  <a:pt x="347662" y="982662"/>
                </a:lnTo>
                <a:lnTo>
                  <a:pt x="341312" y="989012"/>
                </a:lnTo>
                <a:close/>
              </a:path>
              <a:path w="354329" h="995680">
                <a:moveTo>
                  <a:pt x="354012" y="12700"/>
                </a:moveTo>
                <a:lnTo>
                  <a:pt x="347662" y="12700"/>
                </a:lnTo>
                <a:lnTo>
                  <a:pt x="341312" y="6350"/>
                </a:lnTo>
                <a:lnTo>
                  <a:pt x="354012" y="6350"/>
                </a:lnTo>
                <a:lnTo>
                  <a:pt x="354012" y="12700"/>
                </a:lnTo>
                <a:close/>
              </a:path>
              <a:path w="354329" h="995680">
                <a:moveTo>
                  <a:pt x="12700" y="989012"/>
                </a:moveTo>
                <a:lnTo>
                  <a:pt x="6350" y="982662"/>
                </a:lnTo>
                <a:lnTo>
                  <a:pt x="12700" y="982662"/>
                </a:lnTo>
                <a:lnTo>
                  <a:pt x="12700" y="989012"/>
                </a:lnTo>
                <a:close/>
              </a:path>
              <a:path w="354329" h="995680">
                <a:moveTo>
                  <a:pt x="341312" y="989012"/>
                </a:moveTo>
                <a:lnTo>
                  <a:pt x="12700" y="989012"/>
                </a:lnTo>
                <a:lnTo>
                  <a:pt x="12700" y="982662"/>
                </a:lnTo>
                <a:lnTo>
                  <a:pt x="341312" y="982662"/>
                </a:lnTo>
                <a:lnTo>
                  <a:pt x="341312" y="989012"/>
                </a:lnTo>
                <a:close/>
              </a:path>
              <a:path w="354329" h="995680">
                <a:moveTo>
                  <a:pt x="354012" y="989012"/>
                </a:moveTo>
                <a:lnTo>
                  <a:pt x="341312" y="989012"/>
                </a:lnTo>
                <a:lnTo>
                  <a:pt x="347662" y="982662"/>
                </a:lnTo>
                <a:lnTo>
                  <a:pt x="354012" y="982662"/>
                </a:lnTo>
                <a:lnTo>
                  <a:pt x="354012" y="989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965507" y="1812582"/>
            <a:ext cx="422909" cy="11950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91440">
              <a:lnSpc>
                <a:spcPct val="134600"/>
              </a:lnSpc>
              <a:spcBef>
                <a:spcPts val="95"/>
              </a:spcBef>
            </a:pPr>
            <a:r>
              <a:rPr dirty="0" sz="2850" spc="-220" i="1">
                <a:latin typeface="Times New Roman"/>
                <a:cs typeface="Times New Roman"/>
              </a:rPr>
              <a:t>P</a:t>
            </a:r>
            <a:r>
              <a:rPr dirty="0" baseline="-23569" sz="2475" spc="-330">
                <a:latin typeface="Times New Roman"/>
                <a:cs typeface="Times New Roman"/>
              </a:rPr>
              <a:t>3  </a:t>
            </a:r>
            <a:r>
              <a:rPr dirty="0" sz="2850" spc="225" i="1">
                <a:latin typeface="Times New Roman"/>
                <a:cs typeface="Times New Roman"/>
              </a:rPr>
              <a:t>U</a:t>
            </a:r>
            <a:r>
              <a:rPr dirty="0" baseline="-23569" sz="2475" spc="22">
                <a:latin typeface="Times New Roman"/>
                <a:cs typeface="Times New Roman"/>
              </a:rPr>
              <a:t>3</a:t>
            </a:r>
            <a:endParaRPr baseline="-23569" sz="2475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12913" y="2804413"/>
            <a:ext cx="13398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25">
                <a:latin typeface="Times New Roman"/>
                <a:cs typeface="Times New Roman"/>
              </a:rPr>
              <a:t>4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27392" y="1907641"/>
            <a:ext cx="372745" cy="1116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35" indent="91440">
              <a:lnSpc>
                <a:spcPct val="125600"/>
              </a:lnSpc>
              <a:spcBef>
                <a:spcPts val="95"/>
              </a:spcBef>
            </a:pPr>
            <a:r>
              <a:rPr dirty="0" sz="2850" spc="-395" i="1">
                <a:latin typeface="Times New Roman"/>
                <a:cs typeface="Times New Roman"/>
              </a:rPr>
              <a:t>P</a:t>
            </a:r>
            <a:r>
              <a:rPr dirty="0" baseline="-23569" sz="2475" spc="22">
                <a:latin typeface="Times New Roman"/>
                <a:cs typeface="Times New Roman"/>
              </a:rPr>
              <a:t>4  </a:t>
            </a:r>
            <a:r>
              <a:rPr dirty="0" sz="2850" spc="45" i="1">
                <a:latin typeface="Times New Roman"/>
                <a:cs typeface="Times New Roman"/>
              </a:rPr>
              <a:t>U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11834" y="2221229"/>
            <a:ext cx="330200" cy="36830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输电过程各物理量间的关系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381250" y="1276350"/>
            <a:ext cx="2197100" cy="2456180"/>
          </a:xfrm>
          <a:custGeom>
            <a:avLst/>
            <a:gdLst/>
            <a:ahLst/>
            <a:cxnLst/>
            <a:rect l="l" t="t" r="r" b="b"/>
            <a:pathLst>
              <a:path w="2197100" h="2456179">
                <a:moveTo>
                  <a:pt x="6350" y="2449512"/>
                </a:moveTo>
                <a:lnTo>
                  <a:pt x="0" y="2449512"/>
                </a:lnTo>
                <a:lnTo>
                  <a:pt x="0" y="2398712"/>
                </a:lnTo>
                <a:lnTo>
                  <a:pt x="12700" y="2398712"/>
                </a:lnTo>
                <a:lnTo>
                  <a:pt x="12700" y="2443162"/>
                </a:lnTo>
                <a:lnTo>
                  <a:pt x="6350" y="2443162"/>
                </a:lnTo>
                <a:lnTo>
                  <a:pt x="6350" y="2449512"/>
                </a:lnTo>
                <a:close/>
              </a:path>
              <a:path w="2197100" h="2456179">
                <a:moveTo>
                  <a:pt x="15875" y="2455862"/>
                </a:moveTo>
                <a:lnTo>
                  <a:pt x="6350" y="2455862"/>
                </a:lnTo>
                <a:lnTo>
                  <a:pt x="6350" y="2443162"/>
                </a:lnTo>
                <a:lnTo>
                  <a:pt x="12700" y="2443162"/>
                </a:lnTo>
                <a:lnTo>
                  <a:pt x="12700" y="2449512"/>
                </a:lnTo>
                <a:lnTo>
                  <a:pt x="15875" y="2449512"/>
                </a:lnTo>
                <a:lnTo>
                  <a:pt x="15875" y="2455862"/>
                </a:lnTo>
                <a:close/>
              </a:path>
              <a:path w="2197100" h="2456179">
                <a:moveTo>
                  <a:pt x="15875" y="2449512"/>
                </a:moveTo>
                <a:lnTo>
                  <a:pt x="12700" y="2449512"/>
                </a:lnTo>
                <a:lnTo>
                  <a:pt x="12700" y="2443162"/>
                </a:lnTo>
                <a:lnTo>
                  <a:pt x="15875" y="2443162"/>
                </a:lnTo>
                <a:lnTo>
                  <a:pt x="15875" y="2449512"/>
                </a:lnTo>
                <a:close/>
              </a:path>
              <a:path w="2197100" h="2456179">
                <a:moveTo>
                  <a:pt x="12700" y="2360612"/>
                </a:moveTo>
                <a:lnTo>
                  <a:pt x="0" y="2360612"/>
                </a:lnTo>
                <a:lnTo>
                  <a:pt x="0" y="2309812"/>
                </a:lnTo>
                <a:lnTo>
                  <a:pt x="12700" y="2309812"/>
                </a:lnTo>
                <a:lnTo>
                  <a:pt x="12700" y="2360612"/>
                </a:lnTo>
                <a:close/>
              </a:path>
              <a:path w="2197100" h="2456179">
                <a:moveTo>
                  <a:pt x="12700" y="2271712"/>
                </a:moveTo>
                <a:lnTo>
                  <a:pt x="0" y="2271712"/>
                </a:lnTo>
                <a:lnTo>
                  <a:pt x="0" y="2220912"/>
                </a:lnTo>
                <a:lnTo>
                  <a:pt x="12700" y="2220912"/>
                </a:lnTo>
                <a:lnTo>
                  <a:pt x="12700" y="2271712"/>
                </a:lnTo>
                <a:close/>
              </a:path>
              <a:path w="2197100" h="2456179">
                <a:moveTo>
                  <a:pt x="12700" y="2182812"/>
                </a:moveTo>
                <a:lnTo>
                  <a:pt x="0" y="2182812"/>
                </a:lnTo>
                <a:lnTo>
                  <a:pt x="0" y="2132012"/>
                </a:lnTo>
                <a:lnTo>
                  <a:pt x="12700" y="2132012"/>
                </a:lnTo>
                <a:lnTo>
                  <a:pt x="12700" y="2182812"/>
                </a:lnTo>
                <a:close/>
              </a:path>
              <a:path w="2197100" h="2456179">
                <a:moveTo>
                  <a:pt x="12700" y="2093912"/>
                </a:moveTo>
                <a:lnTo>
                  <a:pt x="0" y="2093912"/>
                </a:lnTo>
                <a:lnTo>
                  <a:pt x="0" y="2043112"/>
                </a:lnTo>
                <a:lnTo>
                  <a:pt x="12700" y="2043112"/>
                </a:lnTo>
                <a:lnTo>
                  <a:pt x="12700" y="2093912"/>
                </a:lnTo>
                <a:close/>
              </a:path>
              <a:path w="2197100" h="2456179">
                <a:moveTo>
                  <a:pt x="12700" y="2005012"/>
                </a:moveTo>
                <a:lnTo>
                  <a:pt x="0" y="2005012"/>
                </a:lnTo>
                <a:lnTo>
                  <a:pt x="0" y="1954212"/>
                </a:lnTo>
                <a:lnTo>
                  <a:pt x="12700" y="1954212"/>
                </a:lnTo>
                <a:lnTo>
                  <a:pt x="12700" y="2005012"/>
                </a:lnTo>
                <a:close/>
              </a:path>
              <a:path w="2197100" h="2456179">
                <a:moveTo>
                  <a:pt x="12700" y="1916112"/>
                </a:moveTo>
                <a:lnTo>
                  <a:pt x="0" y="1916112"/>
                </a:lnTo>
                <a:lnTo>
                  <a:pt x="0" y="1865312"/>
                </a:lnTo>
                <a:lnTo>
                  <a:pt x="12700" y="1865312"/>
                </a:lnTo>
                <a:lnTo>
                  <a:pt x="12700" y="1916112"/>
                </a:lnTo>
                <a:close/>
              </a:path>
              <a:path w="2197100" h="2456179">
                <a:moveTo>
                  <a:pt x="12700" y="1827212"/>
                </a:moveTo>
                <a:lnTo>
                  <a:pt x="0" y="1827212"/>
                </a:lnTo>
                <a:lnTo>
                  <a:pt x="0" y="1776412"/>
                </a:lnTo>
                <a:lnTo>
                  <a:pt x="12700" y="1776412"/>
                </a:lnTo>
                <a:lnTo>
                  <a:pt x="12700" y="1827212"/>
                </a:lnTo>
                <a:close/>
              </a:path>
              <a:path w="2197100" h="2456179">
                <a:moveTo>
                  <a:pt x="12700" y="1738312"/>
                </a:moveTo>
                <a:lnTo>
                  <a:pt x="0" y="1738312"/>
                </a:lnTo>
                <a:lnTo>
                  <a:pt x="0" y="1687512"/>
                </a:lnTo>
                <a:lnTo>
                  <a:pt x="12700" y="1687512"/>
                </a:lnTo>
                <a:lnTo>
                  <a:pt x="12700" y="1738312"/>
                </a:lnTo>
                <a:close/>
              </a:path>
              <a:path w="2197100" h="2456179">
                <a:moveTo>
                  <a:pt x="12700" y="1649412"/>
                </a:moveTo>
                <a:lnTo>
                  <a:pt x="0" y="1649412"/>
                </a:lnTo>
                <a:lnTo>
                  <a:pt x="0" y="1598612"/>
                </a:lnTo>
                <a:lnTo>
                  <a:pt x="12700" y="1598612"/>
                </a:lnTo>
                <a:lnTo>
                  <a:pt x="12700" y="1649412"/>
                </a:lnTo>
                <a:close/>
              </a:path>
              <a:path w="2197100" h="2456179">
                <a:moveTo>
                  <a:pt x="12700" y="1560512"/>
                </a:moveTo>
                <a:lnTo>
                  <a:pt x="0" y="1560512"/>
                </a:lnTo>
                <a:lnTo>
                  <a:pt x="0" y="1509712"/>
                </a:lnTo>
                <a:lnTo>
                  <a:pt x="12700" y="1509712"/>
                </a:lnTo>
                <a:lnTo>
                  <a:pt x="12700" y="1560512"/>
                </a:lnTo>
                <a:close/>
              </a:path>
              <a:path w="2197100" h="2456179">
                <a:moveTo>
                  <a:pt x="12700" y="1471612"/>
                </a:moveTo>
                <a:lnTo>
                  <a:pt x="0" y="1471612"/>
                </a:lnTo>
                <a:lnTo>
                  <a:pt x="0" y="1420812"/>
                </a:lnTo>
                <a:lnTo>
                  <a:pt x="12700" y="1420812"/>
                </a:lnTo>
                <a:lnTo>
                  <a:pt x="12700" y="1471612"/>
                </a:lnTo>
                <a:close/>
              </a:path>
              <a:path w="2197100" h="2456179">
                <a:moveTo>
                  <a:pt x="12700" y="1382712"/>
                </a:moveTo>
                <a:lnTo>
                  <a:pt x="0" y="1382712"/>
                </a:lnTo>
                <a:lnTo>
                  <a:pt x="0" y="1331912"/>
                </a:lnTo>
                <a:lnTo>
                  <a:pt x="12700" y="1331912"/>
                </a:lnTo>
                <a:lnTo>
                  <a:pt x="12700" y="1382712"/>
                </a:lnTo>
                <a:close/>
              </a:path>
              <a:path w="2197100" h="2456179">
                <a:moveTo>
                  <a:pt x="12700" y="1293812"/>
                </a:moveTo>
                <a:lnTo>
                  <a:pt x="0" y="1293812"/>
                </a:lnTo>
                <a:lnTo>
                  <a:pt x="0" y="1243012"/>
                </a:lnTo>
                <a:lnTo>
                  <a:pt x="12700" y="1243012"/>
                </a:lnTo>
                <a:lnTo>
                  <a:pt x="12700" y="1293812"/>
                </a:lnTo>
                <a:close/>
              </a:path>
              <a:path w="2197100" h="2456179">
                <a:moveTo>
                  <a:pt x="12700" y="1204912"/>
                </a:moveTo>
                <a:lnTo>
                  <a:pt x="0" y="1204912"/>
                </a:lnTo>
                <a:lnTo>
                  <a:pt x="0" y="1154112"/>
                </a:lnTo>
                <a:lnTo>
                  <a:pt x="12700" y="1154112"/>
                </a:lnTo>
                <a:lnTo>
                  <a:pt x="12700" y="1204912"/>
                </a:lnTo>
                <a:close/>
              </a:path>
              <a:path w="2197100" h="2456179">
                <a:moveTo>
                  <a:pt x="12700" y="1116012"/>
                </a:moveTo>
                <a:lnTo>
                  <a:pt x="0" y="1116012"/>
                </a:lnTo>
                <a:lnTo>
                  <a:pt x="0" y="1065212"/>
                </a:lnTo>
                <a:lnTo>
                  <a:pt x="12700" y="1065212"/>
                </a:lnTo>
                <a:lnTo>
                  <a:pt x="12700" y="1116012"/>
                </a:lnTo>
                <a:close/>
              </a:path>
              <a:path w="2197100" h="2456179">
                <a:moveTo>
                  <a:pt x="12700" y="1027112"/>
                </a:moveTo>
                <a:lnTo>
                  <a:pt x="0" y="1027112"/>
                </a:lnTo>
                <a:lnTo>
                  <a:pt x="0" y="976312"/>
                </a:lnTo>
                <a:lnTo>
                  <a:pt x="12700" y="976312"/>
                </a:lnTo>
                <a:lnTo>
                  <a:pt x="12700" y="1027112"/>
                </a:lnTo>
                <a:close/>
              </a:path>
              <a:path w="2197100" h="2456179">
                <a:moveTo>
                  <a:pt x="12700" y="938212"/>
                </a:moveTo>
                <a:lnTo>
                  <a:pt x="0" y="938212"/>
                </a:lnTo>
                <a:lnTo>
                  <a:pt x="0" y="887412"/>
                </a:lnTo>
                <a:lnTo>
                  <a:pt x="12700" y="887412"/>
                </a:lnTo>
                <a:lnTo>
                  <a:pt x="12700" y="938212"/>
                </a:lnTo>
                <a:close/>
              </a:path>
              <a:path w="2197100" h="2456179">
                <a:moveTo>
                  <a:pt x="12700" y="849312"/>
                </a:moveTo>
                <a:lnTo>
                  <a:pt x="0" y="849312"/>
                </a:lnTo>
                <a:lnTo>
                  <a:pt x="0" y="798512"/>
                </a:lnTo>
                <a:lnTo>
                  <a:pt x="12700" y="798512"/>
                </a:lnTo>
                <a:lnTo>
                  <a:pt x="12700" y="849312"/>
                </a:lnTo>
                <a:close/>
              </a:path>
              <a:path w="2197100" h="2456179">
                <a:moveTo>
                  <a:pt x="12700" y="760412"/>
                </a:moveTo>
                <a:lnTo>
                  <a:pt x="0" y="760412"/>
                </a:lnTo>
                <a:lnTo>
                  <a:pt x="0" y="709612"/>
                </a:lnTo>
                <a:lnTo>
                  <a:pt x="12700" y="709612"/>
                </a:lnTo>
                <a:lnTo>
                  <a:pt x="12700" y="760412"/>
                </a:lnTo>
                <a:close/>
              </a:path>
              <a:path w="2197100" h="2456179">
                <a:moveTo>
                  <a:pt x="12700" y="671512"/>
                </a:moveTo>
                <a:lnTo>
                  <a:pt x="0" y="671512"/>
                </a:lnTo>
                <a:lnTo>
                  <a:pt x="0" y="620712"/>
                </a:lnTo>
                <a:lnTo>
                  <a:pt x="12700" y="620712"/>
                </a:lnTo>
                <a:lnTo>
                  <a:pt x="12700" y="671512"/>
                </a:lnTo>
                <a:close/>
              </a:path>
              <a:path w="2197100" h="2456179">
                <a:moveTo>
                  <a:pt x="12700" y="582612"/>
                </a:moveTo>
                <a:lnTo>
                  <a:pt x="0" y="582612"/>
                </a:lnTo>
                <a:lnTo>
                  <a:pt x="0" y="531812"/>
                </a:lnTo>
                <a:lnTo>
                  <a:pt x="12700" y="531812"/>
                </a:lnTo>
                <a:lnTo>
                  <a:pt x="12700" y="582612"/>
                </a:lnTo>
                <a:close/>
              </a:path>
              <a:path w="2197100" h="2456179">
                <a:moveTo>
                  <a:pt x="12700" y="493712"/>
                </a:moveTo>
                <a:lnTo>
                  <a:pt x="0" y="493712"/>
                </a:lnTo>
                <a:lnTo>
                  <a:pt x="0" y="442912"/>
                </a:lnTo>
                <a:lnTo>
                  <a:pt x="12700" y="442912"/>
                </a:lnTo>
                <a:lnTo>
                  <a:pt x="12700" y="493712"/>
                </a:lnTo>
                <a:close/>
              </a:path>
              <a:path w="2197100" h="2456179">
                <a:moveTo>
                  <a:pt x="12700" y="404812"/>
                </a:moveTo>
                <a:lnTo>
                  <a:pt x="0" y="404812"/>
                </a:lnTo>
                <a:lnTo>
                  <a:pt x="0" y="354012"/>
                </a:lnTo>
                <a:lnTo>
                  <a:pt x="12700" y="354012"/>
                </a:lnTo>
                <a:lnTo>
                  <a:pt x="12700" y="404812"/>
                </a:lnTo>
                <a:close/>
              </a:path>
              <a:path w="2197100" h="2456179">
                <a:moveTo>
                  <a:pt x="12700" y="315912"/>
                </a:moveTo>
                <a:lnTo>
                  <a:pt x="0" y="315912"/>
                </a:lnTo>
                <a:lnTo>
                  <a:pt x="0" y="265112"/>
                </a:lnTo>
                <a:lnTo>
                  <a:pt x="12700" y="265112"/>
                </a:lnTo>
                <a:lnTo>
                  <a:pt x="12700" y="315912"/>
                </a:lnTo>
                <a:close/>
              </a:path>
              <a:path w="2197100" h="2456179">
                <a:moveTo>
                  <a:pt x="12700" y="227012"/>
                </a:moveTo>
                <a:lnTo>
                  <a:pt x="0" y="227012"/>
                </a:lnTo>
                <a:lnTo>
                  <a:pt x="0" y="176212"/>
                </a:lnTo>
                <a:lnTo>
                  <a:pt x="12700" y="176212"/>
                </a:lnTo>
                <a:lnTo>
                  <a:pt x="12700" y="227012"/>
                </a:lnTo>
                <a:close/>
              </a:path>
              <a:path w="2197100" h="2456179">
                <a:moveTo>
                  <a:pt x="12700" y="138112"/>
                </a:moveTo>
                <a:lnTo>
                  <a:pt x="0" y="138112"/>
                </a:lnTo>
                <a:lnTo>
                  <a:pt x="0" y="87312"/>
                </a:lnTo>
                <a:lnTo>
                  <a:pt x="12700" y="87312"/>
                </a:lnTo>
                <a:lnTo>
                  <a:pt x="12700" y="138112"/>
                </a:lnTo>
                <a:close/>
              </a:path>
              <a:path w="2197100" h="2456179">
                <a:moveTo>
                  <a:pt x="12700" y="49212"/>
                </a:moveTo>
                <a:lnTo>
                  <a:pt x="0" y="49212"/>
                </a:lnTo>
                <a:lnTo>
                  <a:pt x="0" y="0"/>
                </a:lnTo>
                <a:lnTo>
                  <a:pt x="14287" y="0"/>
                </a:lnTo>
                <a:lnTo>
                  <a:pt x="14287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9212"/>
                </a:lnTo>
                <a:close/>
              </a:path>
              <a:path w="2197100" h="245617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197100" h="2456179">
                <a:moveTo>
                  <a:pt x="14287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4287" y="6350"/>
                </a:lnTo>
                <a:lnTo>
                  <a:pt x="14287" y="12700"/>
                </a:lnTo>
                <a:close/>
              </a:path>
              <a:path w="2197100" h="2456179">
                <a:moveTo>
                  <a:pt x="103187" y="12700"/>
                </a:moveTo>
                <a:lnTo>
                  <a:pt x="52387" y="12700"/>
                </a:lnTo>
                <a:lnTo>
                  <a:pt x="52387" y="0"/>
                </a:lnTo>
                <a:lnTo>
                  <a:pt x="103187" y="0"/>
                </a:lnTo>
                <a:lnTo>
                  <a:pt x="103187" y="12700"/>
                </a:lnTo>
                <a:close/>
              </a:path>
              <a:path w="2197100" h="2456179">
                <a:moveTo>
                  <a:pt x="192087" y="12700"/>
                </a:moveTo>
                <a:lnTo>
                  <a:pt x="141287" y="12700"/>
                </a:lnTo>
                <a:lnTo>
                  <a:pt x="141287" y="0"/>
                </a:lnTo>
                <a:lnTo>
                  <a:pt x="192087" y="0"/>
                </a:lnTo>
                <a:lnTo>
                  <a:pt x="192087" y="12700"/>
                </a:lnTo>
                <a:close/>
              </a:path>
              <a:path w="2197100" h="2456179">
                <a:moveTo>
                  <a:pt x="280987" y="12700"/>
                </a:moveTo>
                <a:lnTo>
                  <a:pt x="230187" y="12700"/>
                </a:lnTo>
                <a:lnTo>
                  <a:pt x="230187" y="0"/>
                </a:lnTo>
                <a:lnTo>
                  <a:pt x="280987" y="0"/>
                </a:lnTo>
                <a:lnTo>
                  <a:pt x="280987" y="12700"/>
                </a:lnTo>
                <a:close/>
              </a:path>
              <a:path w="2197100" h="2456179">
                <a:moveTo>
                  <a:pt x="369887" y="12700"/>
                </a:moveTo>
                <a:lnTo>
                  <a:pt x="319087" y="12700"/>
                </a:lnTo>
                <a:lnTo>
                  <a:pt x="319087" y="0"/>
                </a:lnTo>
                <a:lnTo>
                  <a:pt x="369887" y="0"/>
                </a:lnTo>
                <a:lnTo>
                  <a:pt x="369887" y="12700"/>
                </a:lnTo>
                <a:close/>
              </a:path>
              <a:path w="2197100" h="2456179">
                <a:moveTo>
                  <a:pt x="458787" y="12700"/>
                </a:moveTo>
                <a:lnTo>
                  <a:pt x="407987" y="12700"/>
                </a:lnTo>
                <a:lnTo>
                  <a:pt x="407987" y="0"/>
                </a:lnTo>
                <a:lnTo>
                  <a:pt x="458787" y="0"/>
                </a:lnTo>
                <a:lnTo>
                  <a:pt x="458787" y="12700"/>
                </a:lnTo>
                <a:close/>
              </a:path>
              <a:path w="2197100" h="2456179">
                <a:moveTo>
                  <a:pt x="547687" y="12700"/>
                </a:moveTo>
                <a:lnTo>
                  <a:pt x="496887" y="12700"/>
                </a:lnTo>
                <a:lnTo>
                  <a:pt x="496887" y="0"/>
                </a:lnTo>
                <a:lnTo>
                  <a:pt x="547687" y="0"/>
                </a:lnTo>
                <a:lnTo>
                  <a:pt x="547687" y="12700"/>
                </a:lnTo>
                <a:close/>
              </a:path>
              <a:path w="2197100" h="2456179">
                <a:moveTo>
                  <a:pt x="636587" y="12700"/>
                </a:moveTo>
                <a:lnTo>
                  <a:pt x="585787" y="12700"/>
                </a:lnTo>
                <a:lnTo>
                  <a:pt x="585787" y="0"/>
                </a:lnTo>
                <a:lnTo>
                  <a:pt x="636587" y="0"/>
                </a:lnTo>
                <a:lnTo>
                  <a:pt x="636587" y="12700"/>
                </a:lnTo>
                <a:close/>
              </a:path>
              <a:path w="2197100" h="2456179">
                <a:moveTo>
                  <a:pt x="725487" y="12700"/>
                </a:moveTo>
                <a:lnTo>
                  <a:pt x="674687" y="12700"/>
                </a:lnTo>
                <a:lnTo>
                  <a:pt x="674687" y="0"/>
                </a:lnTo>
                <a:lnTo>
                  <a:pt x="725487" y="0"/>
                </a:lnTo>
                <a:lnTo>
                  <a:pt x="725487" y="12700"/>
                </a:lnTo>
                <a:close/>
              </a:path>
              <a:path w="2197100" h="2456179">
                <a:moveTo>
                  <a:pt x="814387" y="12700"/>
                </a:moveTo>
                <a:lnTo>
                  <a:pt x="763587" y="12700"/>
                </a:lnTo>
                <a:lnTo>
                  <a:pt x="763587" y="0"/>
                </a:lnTo>
                <a:lnTo>
                  <a:pt x="814387" y="0"/>
                </a:lnTo>
                <a:lnTo>
                  <a:pt x="814387" y="12700"/>
                </a:lnTo>
                <a:close/>
              </a:path>
              <a:path w="2197100" h="2456179">
                <a:moveTo>
                  <a:pt x="903287" y="12700"/>
                </a:moveTo>
                <a:lnTo>
                  <a:pt x="852487" y="12700"/>
                </a:lnTo>
                <a:lnTo>
                  <a:pt x="852487" y="0"/>
                </a:lnTo>
                <a:lnTo>
                  <a:pt x="903287" y="0"/>
                </a:lnTo>
                <a:lnTo>
                  <a:pt x="903287" y="12700"/>
                </a:lnTo>
                <a:close/>
              </a:path>
              <a:path w="2197100" h="2456179">
                <a:moveTo>
                  <a:pt x="992187" y="12700"/>
                </a:moveTo>
                <a:lnTo>
                  <a:pt x="941387" y="12700"/>
                </a:lnTo>
                <a:lnTo>
                  <a:pt x="941387" y="0"/>
                </a:lnTo>
                <a:lnTo>
                  <a:pt x="992187" y="0"/>
                </a:lnTo>
                <a:lnTo>
                  <a:pt x="992187" y="12700"/>
                </a:lnTo>
                <a:close/>
              </a:path>
              <a:path w="2197100" h="2456179">
                <a:moveTo>
                  <a:pt x="1081087" y="12700"/>
                </a:moveTo>
                <a:lnTo>
                  <a:pt x="1030287" y="12700"/>
                </a:lnTo>
                <a:lnTo>
                  <a:pt x="1030287" y="0"/>
                </a:lnTo>
                <a:lnTo>
                  <a:pt x="1081087" y="0"/>
                </a:lnTo>
                <a:lnTo>
                  <a:pt x="1081087" y="12700"/>
                </a:lnTo>
                <a:close/>
              </a:path>
              <a:path w="2197100" h="2456179">
                <a:moveTo>
                  <a:pt x="1169987" y="12700"/>
                </a:moveTo>
                <a:lnTo>
                  <a:pt x="1119187" y="12700"/>
                </a:lnTo>
                <a:lnTo>
                  <a:pt x="1119187" y="0"/>
                </a:lnTo>
                <a:lnTo>
                  <a:pt x="1169987" y="0"/>
                </a:lnTo>
                <a:lnTo>
                  <a:pt x="1169987" y="12700"/>
                </a:lnTo>
                <a:close/>
              </a:path>
              <a:path w="2197100" h="2456179">
                <a:moveTo>
                  <a:pt x="1258887" y="12700"/>
                </a:moveTo>
                <a:lnTo>
                  <a:pt x="1208087" y="12700"/>
                </a:lnTo>
                <a:lnTo>
                  <a:pt x="1208087" y="0"/>
                </a:lnTo>
                <a:lnTo>
                  <a:pt x="1258887" y="0"/>
                </a:lnTo>
                <a:lnTo>
                  <a:pt x="1258887" y="12700"/>
                </a:lnTo>
                <a:close/>
              </a:path>
              <a:path w="2197100" h="2456179">
                <a:moveTo>
                  <a:pt x="1347787" y="12700"/>
                </a:moveTo>
                <a:lnTo>
                  <a:pt x="1296987" y="12700"/>
                </a:lnTo>
                <a:lnTo>
                  <a:pt x="1296987" y="0"/>
                </a:lnTo>
                <a:lnTo>
                  <a:pt x="1347787" y="0"/>
                </a:lnTo>
                <a:lnTo>
                  <a:pt x="1347787" y="12700"/>
                </a:lnTo>
                <a:close/>
              </a:path>
              <a:path w="2197100" h="2456179">
                <a:moveTo>
                  <a:pt x="1436687" y="12700"/>
                </a:moveTo>
                <a:lnTo>
                  <a:pt x="1385887" y="12700"/>
                </a:lnTo>
                <a:lnTo>
                  <a:pt x="1385887" y="0"/>
                </a:lnTo>
                <a:lnTo>
                  <a:pt x="1436687" y="0"/>
                </a:lnTo>
                <a:lnTo>
                  <a:pt x="1436687" y="12700"/>
                </a:lnTo>
                <a:close/>
              </a:path>
              <a:path w="2197100" h="2456179">
                <a:moveTo>
                  <a:pt x="1525587" y="12700"/>
                </a:moveTo>
                <a:lnTo>
                  <a:pt x="1474787" y="12700"/>
                </a:lnTo>
                <a:lnTo>
                  <a:pt x="1474787" y="0"/>
                </a:lnTo>
                <a:lnTo>
                  <a:pt x="1525587" y="0"/>
                </a:lnTo>
                <a:lnTo>
                  <a:pt x="1525587" y="12700"/>
                </a:lnTo>
                <a:close/>
              </a:path>
              <a:path w="2197100" h="2456179">
                <a:moveTo>
                  <a:pt x="1614487" y="12700"/>
                </a:moveTo>
                <a:lnTo>
                  <a:pt x="1563687" y="12700"/>
                </a:lnTo>
                <a:lnTo>
                  <a:pt x="1563687" y="0"/>
                </a:lnTo>
                <a:lnTo>
                  <a:pt x="1614487" y="0"/>
                </a:lnTo>
                <a:lnTo>
                  <a:pt x="1614487" y="12700"/>
                </a:lnTo>
                <a:close/>
              </a:path>
              <a:path w="2197100" h="2456179">
                <a:moveTo>
                  <a:pt x="1703387" y="12700"/>
                </a:moveTo>
                <a:lnTo>
                  <a:pt x="1652587" y="12700"/>
                </a:lnTo>
                <a:lnTo>
                  <a:pt x="1652587" y="0"/>
                </a:lnTo>
                <a:lnTo>
                  <a:pt x="1703387" y="0"/>
                </a:lnTo>
                <a:lnTo>
                  <a:pt x="1703387" y="12700"/>
                </a:lnTo>
                <a:close/>
              </a:path>
              <a:path w="2197100" h="2456179">
                <a:moveTo>
                  <a:pt x="1792287" y="12700"/>
                </a:moveTo>
                <a:lnTo>
                  <a:pt x="1741487" y="12700"/>
                </a:lnTo>
                <a:lnTo>
                  <a:pt x="1741487" y="0"/>
                </a:lnTo>
                <a:lnTo>
                  <a:pt x="1792287" y="0"/>
                </a:lnTo>
                <a:lnTo>
                  <a:pt x="1792287" y="12700"/>
                </a:lnTo>
                <a:close/>
              </a:path>
              <a:path w="2197100" h="2456179">
                <a:moveTo>
                  <a:pt x="1881187" y="12700"/>
                </a:moveTo>
                <a:lnTo>
                  <a:pt x="1830387" y="12700"/>
                </a:lnTo>
                <a:lnTo>
                  <a:pt x="1830387" y="0"/>
                </a:lnTo>
                <a:lnTo>
                  <a:pt x="1881187" y="0"/>
                </a:lnTo>
                <a:lnTo>
                  <a:pt x="1881187" y="12700"/>
                </a:lnTo>
                <a:close/>
              </a:path>
              <a:path w="2197100" h="2456179">
                <a:moveTo>
                  <a:pt x="1970087" y="12700"/>
                </a:moveTo>
                <a:lnTo>
                  <a:pt x="1919287" y="12700"/>
                </a:lnTo>
                <a:lnTo>
                  <a:pt x="1919287" y="0"/>
                </a:lnTo>
                <a:lnTo>
                  <a:pt x="1970087" y="0"/>
                </a:lnTo>
                <a:lnTo>
                  <a:pt x="1970087" y="12700"/>
                </a:lnTo>
                <a:close/>
              </a:path>
              <a:path w="2197100" h="2456179">
                <a:moveTo>
                  <a:pt x="2058987" y="12700"/>
                </a:moveTo>
                <a:lnTo>
                  <a:pt x="2008187" y="12700"/>
                </a:lnTo>
                <a:lnTo>
                  <a:pt x="2008187" y="0"/>
                </a:lnTo>
                <a:lnTo>
                  <a:pt x="2058987" y="0"/>
                </a:lnTo>
                <a:lnTo>
                  <a:pt x="2058987" y="12700"/>
                </a:lnTo>
                <a:close/>
              </a:path>
              <a:path w="2197100" h="2456179">
                <a:moveTo>
                  <a:pt x="2147887" y="12700"/>
                </a:moveTo>
                <a:lnTo>
                  <a:pt x="2097087" y="12700"/>
                </a:lnTo>
                <a:lnTo>
                  <a:pt x="2097087" y="0"/>
                </a:lnTo>
                <a:lnTo>
                  <a:pt x="2147887" y="0"/>
                </a:lnTo>
                <a:lnTo>
                  <a:pt x="2147887" y="12700"/>
                </a:lnTo>
                <a:close/>
              </a:path>
              <a:path w="2197100" h="2456179">
                <a:moveTo>
                  <a:pt x="2197100" y="12700"/>
                </a:moveTo>
                <a:lnTo>
                  <a:pt x="2190750" y="12700"/>
                </a:lnTo>
                <a:lnTo>
                  <a:pt x="2185987" y="7937"/>
                </a:lnTo>
                <a:lnTo>
                  <a:pt x="2185987" y="0"/>
                </a:lnTo>
                <a:lnTo>
                  <a:pt x="2197100" y="0"/>
                </a:lnTo>
                <a:lnTo>
                  <a:pt x="2197100" y="12700"/>
                </a:lnTo>
                <a:close/>
              </a:path>
              <a:path w="2197100" h="2456179">
                <a:moveTo>
                  <a:pt x="2197100" y="52387"/>
                </a:moveTo>
                <a:lnTo>
                  <a:pt x="2184400" y="52387"/>
                </a:lnTo>
                <a:lnTo>
                  <a:pt x="2184400" y="6350"/>
                </a:lnTo>
                <a:lnTo>
                  <a:pt x="2185987" y="7937"/>
                </a:lnTo>
                <a:lnTo>
                  <a:pt x="2185987" y="12700"/>
                </a:lnTo>
                <a:lnTo>
                  <a:pt x="2197100" y="12700"/>
                </a:lnTo>
                <a:lnTo>
                  <a:pt x="2197100" y="52387"/>
                </a:lnTo>
                <a:close/>
              </a:path>
              <a:path w="2197100" h="2456179">
                <a:moveTo>
                  <a:pt x="2190750" y="12700"/>
                </a:moveTo>
                <a:lnTo>
                  <a:pt x="2185987" y="12700"/>
                </a:lnTo>
                <a:lnTo>
                  <a:pt x="2185987" y="7937"/>
                </a:lnTo>
                <a:lnTo>
                  <a:pt x="2190750" y="12700"/>
                </a:lnTo>
                <a:close/>
              </a:path>
              <a:path w="2197100" h="2456179">
                <a:moveTo>
                  <a:pt x="2197100" y="141287"/>
                </a:moveTo>
                <a:lnTo>
                  <a:pt x="2184400" y="141287"/>
                </a:lnTo>
                <a:lnTo>
                  <a:pt x="2184400" y="90487"/>
                </a:lnTo>
                <a:lnTo>
                  <a:pt x="2197100" y="90487"/>
                </a:lnTo>
                <a:lnTo>
                  <a:pt x="2197100" y="141287"/>
                </a:lnTo>
                <a:close/>
              </a:path>
              <a:path w="2197100" h="2456179">
                <a:moveTo>
                  <a:pt x="2197100" y="230187"/>
                </a:moveTo>
                <a:lnTo>
                  <a:pt x="2184400" y="230187"/>
                </a:lnTo>
                <a:lnTo>
                  <a:pt x="2184400" y="179387"/>
                </a:lnTo>
                <a:lnTo>
                  <a:pt x="2197100" y="179387"/>
                </a:lnTo>
                <a:lnTo>
                  <a:pt x="2197100" y="230187"/>
                </a:lnTo>
                <a:close/>
              </a:path>
              <a:path w="2197100" h="2456179">
                <a:moveTo>
                  <a:pt x="2197100" y="319087"/>
                </a:moveTo>
                <a:lnTo>
                  <a:pt x="2184400" y="319087"/>
                </a:lnTo>
                <a:lnTo>
                  <a:pt x="2184400" y="268287"/>
                </a:lnTo>
                <a:lnTo>
                  <a:pt x="2197100" y="268287"/>
                </a:lnTo>
                <a:lnTo>
                  <a:pt x="2197100" y="319087"/>
                </a:lnTo>
                <a:close/>
              </a:path>
              <a:path w="2197100" h="2456179">
                <a:moveTo>
                  <a:pt x="2197100" y="407987"/>
                </a:moveTo>
                <a:lnTo>
                  <a:pt x="2184400" y="407987"/>
                </a:lnTo>
                <a:lnTo>
                  <a:pt x="2184400" y="357187"/>
                </a:lnTo>
                <a:lnTo>
                  <a:pt x="2197100" y="357187"/>
                </a:lnTo>
                <a:lnTo>
                  <a:pt x="2197100" y="407987"/>
                </a:lnTo>
                <a:close/>
              </a:path>
              <a:path w="2197100" h="2456179">
                <a:moveTo>
                  <a:pt x="2197100" y="496887"/>
                </a:moveTo>
                <a:lnTo>
                  <a:pt x="2184400" y="496887"/>
                </a:lnTo>
                <a:lnTo>
                  <a:pt x="2184400" y="446087"/>
                </a:lnTo>
                <a:lnTo>
                  <a:pt x="2197100" y="446087"/>
                </a:lnTo>
                <a:lnTo>
                  <a:pt x="2197100" y="496887"/>
                </a:lnTo>
                <a:close/>
              </a:path>
              <a:path w="2197100" h="2456179">
                <a:moveTo>
                  <a:pt x="2197100" y="585787"/>
                </a:moveTo>
                <a:lnTo>
                  <a:pt x="2184400" y="585787"/>
                </a:lnTo>
                <a:lnTo>
                  <a:pt x="2184400" y="534987"/>
                </a:lnTo>
                <a:lnTo>
                  <a:pt x="2197100" y="534987"/>
                </a:lnTo>
                <a:lnTo>
                  <a:pt x="2197100" y="585787"/>
                </a:lnTo>
                <a:close/>
              </a:path>
              <a:path w="2197100" h="2456179">
                <a:moveTo>
                  <a:pt x="2197100" y="674687"/>
                </a:moveTo>
                <a:lnTo>
                  <a:pt x="2184400" y="674687"/>
                </a:lnTo>
                <a:lnTo>
                  <a:pt x="2184400" y="623887"/>
                </a:lnTo>
                <a:lnTo>
                  <a:pt x="2197100" y="623887"/>
                </a:lnTo>
                <a:lnTo>
                  <a:pt x="2197100" y="674687"/>
                </a:lnTo>
                <a:close/>
              </a:path>
              <a:path w="2197100" h="2456179">
                <a:moveTo>
                  <a:pt x="2197100" y="763587"/>
                </a:moveTo>
                <a:lnTo>
                  <a:pt x="2184400" y="763587"/>
                </a:lnTo>
                <a:lnTo>
                  <a:pt x="2184400" y="712787"/>
                </a:lnTo>
                <a:lnTo>
                  <a:pt x="2197100" y="712787"/>
                </a:lnTo>
                <a:lnTo>
                  <a:pt x="2197100" y="763587"/>
                </a:lnTo>
                <a:close/>
              </a:path>
              <a:path w="2197100" h="2456179">
                <a:moveTo>
                  <a:pt x="2197100" y="852487"/>
                </a:moveTo>
                <a:lnTo>
                  <a:pt x="2184400" y="852487"/>
                </a:lnTo>
                <a:lnTo>
                  <a:pt x="2184400" y="801687"/>
                </a:lnTo>
                <a:lnTo>
                  <a:pt x="2197100" y="801687"/>
                </a:lnTo>
                <a:lnTo>
                  <a:pt x="2197100" y="852487"/>
                </a:lnTo>
                <a:close/>
              </a:path>
              <a:path w="2197100" h="2456179">
                <a:moveTo>
                  <a:pt x="2197100" y="941387"/>
                </a:moveTo>
                <a:lnTo>
                  <a:pt x="2184400" y="941387"/>
                </a:lnTo>
                <a:lnTo>
                  <a:pt x="2184400" y="890587"/>
                </a:lnTo>
                <a:lnTo>
                  <a:pt x="2197100" y="890587"/>
                </a:lnTo>
                <a:lnTo>
                  <a:pt x="2197100" y="941387"/>
                </a:lnTo>
                <a:close/>
              </a:path>
              <a:path w="2197100" h="2456179">
                <a:moveTo>
                  <a:pt x="2197100" y="1030287"/>
                </a:moveTo>
                <a:lnTo>
                  <a:pt x="2184400" y="1030287"/>
                </a:lnTo>
                <a:lnTo>
                  <a:pt x="2184400" y="979487"/>
                </a:lnTo>
                <a:lnTo>
                  <a:pt x="2197100" y="979487"/>
                </a:lnTo>
                <a:lnTo>
                  <a:pt x="2197100" y="1030287"/>
                </a:lnTo>
                <a:close/>
              </a:path>
              <a:path w="2197100" h="2456179">
                <a:moveTo>
                  <a:pt x="2197100" y="1119187"/>
                </a:moveTo>
                <a:lnTo>
                  <a:pt x="2184400" y="1119187"/>
                </a:lnTo>
                <a:lnTo>
                  <a:pt x="2184400" y="1068387"/>
                </a:lnTo>
                <a:lnTo>
                  <a:pt x="2197100" y="1068387"/>
                </a:lnTo>
                <a:lnTo>
                  <a:pt x="2197100" y="1119187"/>
                </a:lnTo>
                <a:close/>
              </a:path>
              <a:path w="2197100" h="2456179">
                <a:moveTo>
                  <a:pt x="2197100" y="1208087"/>
                </a:moveTo>
                <a:lnTo>
                  <a:pt x="2184400" y="1208087"/>
                </a:lnTo>
                <a:lnTo>
                  <a:pt x="2184400" y="1157287"/>
                </a:lnTo>
                <a:lnTo>
                  <a:pt x="2197100" y="1157287"/>
                </a:lnTo>
                <a:lnTo>
                  <a:pt x="2197100" y="1208087"/>
                </a:lnTo>
                <a:close/>
              </a:path>
              <a:path w="2197100" h="2456179">
                <a:moveTo>
                  <a:pt x="2197100" y="1296987"/>
                </a:moveTo>
                <a:lnTo>
                  <a:pt x="2184400" y="1296987"/>
                </a:lnTo>
                <a:lnTo>
                  <a:pt x="2184400" y="1246187"/>
                </a:lnTo>
                <a:lnTo>
                  <a:pt x="2197100" y="1246187"/>
                </a:lnTo>
                <a:lnTo>
                  <a:pt x="2197100" y="1296987"/>
                </a:lnTo>
                <a:close/>
              </a:path>
              <a:path w="2197100" h="2456179">
                <a:moveTo>
                  <a:pt x="2197100" y="1385887"/>
                </a:moveTo>
                <a:lnTo>
                  <a:pt x="2184400" y="1385887"/>
                </a:lnTo>
                <a:lnTo>
                  <a:pt x="2184400" y="1335087"/>
                </a:lnTo>
                <a:lnTo>
                  <a:pt x="2197100" y="1335087"/>
                </a:lnTo>
                <a:lnTo>
                  <a:pt x="2197100" y="1385887"/>
                </a:lnTo>
                <a:close/>
              </a:path>
              <a:path w="2197100" h="2456179">
                <a:moveTo>
                  <a:pt x="2197100" y="1474787"/>
                </a:moveTo>
                <a:lnTo>
                  <a:pt x="2184400" y="1474787"/>
                </a:lnTo>
                <a:lnTo>
                  <a:pt x="2184400" y="1423987"/>
                </a:lnTo>
                <a:lnTo>
                  <a:pt x="2197100" y="1423987"/>
                </a:lnTo>
                <a:lnTo>
                  <a:pt x="2197100" y="1474787"/>
                </a:lnTo>
                <a:close/>
              </a:path>
              <a:path w="2197100" h="2456179">
                <a:moveTo>
                  <a:pt x="2197100" y="1563687"/>
                </a:moveTo>
                <a:lnTo>
                  <a:pt x="2184400" y="1563687"/>
                </a:lnTo>
                <a:lnTo>
                  <a:pt x="2184400" y="1512887"/>
                </a:lnTo>
                <a:lnTo>
                  <a:pt x="2197100" y="1512887"/>
                </a:lnTo>
                <a:lnTo>
                  <a:pt x="2197100" y="1563687"/>
                </a:lnTo>
                <a:close/>
              </a:path>
              <a:path w="2197100" h="2456179">
                <a:moveTo>
                  <a:pt x="2197100" y="1652587"/>
                </a:moveTo>
                <a:lnTo>
                  <a:pt x="2184400" y="1652587"/>
                </a:lnTo>
                <a:lnTo>
                  <a:pt x="2184400" y="1601787"/>
                </a:lnTo>
                <a:lnTo>
                  <a:pt x="2197100" y="1601787"/>
                </a:lnTo>
                <a:lnTo>
                  <a:pt x="2197100" y="1652587"/>
                </a:lnTo>
                <a:close/>
              </a:path>
              <a:path w="2197100" h="2456179">
                <a:moveTo>
                  <a:pt x="2197100" y="1741487"/>
                </a:moveTo>
                <a:lnTo>
                  <a:pt x="2184400" y="1741487"/>
                </a:lnTo>
                <a:lnTo>
                  <a:pt x="2184400" y="1690687"/>
                </a:lnTo>
                <a:lnTo>
                  <a:pt x="2197100" y="1690687"/>
                </a:lnTo>
                <a:lnTo>
                  <a:pt x="2197100" y="1741487"/>
                </a:lnTo>
                <a:close/>
              </a:path>
              <a:path w="2197100" h="2456179">
                <a:moveTo>
                  <a:pt x="2197100" y="1830387"/>
                </a:moveTo>
                <a:lnTo>
                  <a:pt x="2184400" y="1830387"/>
                </a:lnTo>
                <a:lnTo>
                  <a:pt x="2184400" y="1779587"/>
                </a:lnTo>
                <a:lnTo>
                  <a:pt x="2197100" y="1779587"/>
                </a:lnTo>
                <a:lnTo>
                  <a:pt x="2197100" y="1830387"/>
                </a:lnTo>
                <a:close/>
              </a:path>
              <a:path w="2197100" h="2456179">
                <a:moveTo>
                  <a:pt x="2197100" y="1919287"/>
                </a:moveTo>
                <a:lnTo>
                  <a:pt x="2184400" y="1919287"/>
                </a:lnTo>
                <a:lnTo>
                  <a:pt x="2184400" y="1868487"/>
                </a:lnTo>
                <a:lnTo>
                  <a:pt x="2197100" y="1868487"/>
                </a:lnTo>
                <a:lnTo>
                  <a:pt x="2197100" y="1919287"/>
                </a:lnTo>
                <a:close/>
              </a:path>
              <a:path w="2197100" h="2456179">
                <a:moveTo>
                  <a:pt x="2197100" y="2008187"/>
                </a:moveTo>
                <a:lnTo>
                  <a:pt x="2184400" y="2008187"/>
                </a:lnTo>
                <a:lnTo>
                  <a:pt x="2184400" y="1957387"/>
                </a:lnTo>
                <a:lnTo>
                  <a:pt x="2197100" y="1957387"/>
                </a:lnTo>
                <a:lnTo>
                  <a:pt x="2197100" y="2008187"/>
                </a:lnTo>
                <a:close/>
              </a:path>
              <a:path w="2197100" h="2456179">
                <a:moveTo>
                  <a:pt x="2197100" y="2097087"/>
                </a:moveTo>
                <a:lnTo>
                  <a:pt x="2184400" y="2097087"/>
                </a:lnTo>
                <a:lnTo>
                  <a:pt x="2184400" y="2046287"/>
                </a:lnTo>
                <a:lnTo>
                  <a:pt x="2197100" y="2046287"/>
                </a:lnTo>
                <a:lnTo>
                  <a:pt x="2197100" y="2097087"/>
                </a:lnTo>
                <a:close/>
              </a:path>
              <a:path w="2197100" h="2456179">
                <a:moveTo>
                  <a:pt x="2197100" y="2185987"/>
                </a:moveTo>
                <a:lnTo>
                  <a:pt x="2184400" y="2185987"/>
                </a:lnTo>
                <a:lnTo>
                  <a:pt x="2184400" y="2135187"/>
                </a:lnTo>
                <a:lnTo>
                  <a:pt x="2197100" y="2135187"/>
                </a:lnTo>
                <a:lnTo>
                  <a:pt x="2197100" y="2185987"/>
                </a:lnTo>
                <a:close/>
              </a:path>
              <a:path w="2197100" h="2456179">
                <a:moveTo>
                  <a:pt x="2197100" y="2274887"/>
                </a:moveTo>
                <a:lnTo>
                  <a:pt x="2184400" y="2274887"/>
                </a:lnTo>
                <a:lnTo>
                  <a:pt x="2184400" y="2224087"/>
                </a:lnTo>
                <a:lnTo>
                  <a:pt x="2197100" y="2224087"/>
                </a:lnTo>
                <a:lnTo>
                  <a:pt x="2197100" y="2274887"/>
                </a:lnTo>
                <a:close/>
              </a:path>
              <a:path w="2197100" h="2456179">
                <a:moveTo>
                  <a:pt x="2197100" y="2363787"/>
                </a:moveTo>
                <a:lnTo>
                  <a:pt x="2184400" y="2363787"/>
                </a:lnTo>
                <a:lnTo>
                  <a:pt x="2184400" y="2312987"/>
                </a:lnTo>
                <a:lnTo>
                  <a:pt x="2197100" y="2312987"/>
                </a:lnTo>
                <a:lnTo>
                  <a:pt x="2197100" y="2363787"/>
                </a:lnTo>
                <a:close/>
              </a:path>
              <a:path w="2197100" h="2456179">
                <a:moveTo>
                  <a:pt x="2184400" y="2449512"/>
                </a:moveTo>
                <a:lnTo>
                  <a:pt x="2184400" y="2401887"/>
                </a:lnTo>
                <a:lnTo>
                  <a:pt x="2197100" y="2401887"/>
                </a:lnTo>
                <a:lnTo>
                  <a:pt x="2197100" y="2443162"/>
                </a:lnTo>
                <a:lnTo>
                  <a:pt x="2187575" y="2443162"/>
                </a:lnTo>
                <a:lnTo>
                  <a:pt x="2187575" y="2446337"/>
                </a:lnTo>
                <a:lnTo>
                  <a:pt x="2184400" y="2449512"/>
                </a:lnTo>
                <a:close/>
              </a:path>
              <a:path w="2197100" h="2456179">
                <a:moveTo>
                  <a:pt x="2187575" y="2446337"/>
                </a:moveTo>
                <a:lnTo>
                  <a:pt x="2187575" y="2443162"/>
                </a:lnTo>
                <a:lnTo>
                  <a:pt x="2190750" y="2443162"/>
                </a:lnTo>
                <a:lnTo>
                  <a:pt x="2187575" y="2446337"/>
                </a:lnTo>
                <a:close/>
              </a:path>
              <a:path w="2197100" h="2456179">
                <a:moveTo>
                  <a:pt x="2197100" y="2455862"/>
                </a:moveTo>
                <a:lnTo>
                  <a:pt x="2187575" y="2455862"/>
                </a:lnTo>
                <a:lnTo>
                  <a:pt x="2187575" y="2446337"/>
                </a:lnTo>
                <a:lnTo>
                  <a:pt x="2190750" y="2443162"/>
                </a:lnTo>
                <a:lnTo>
                  <a:pt x="2197100" y="2443162"/>
                </a:lnTo>
                <a:lnTo>
                  <a:pt x="2197100" y="2455862"/>
                </a:lnTo>
                <a:close/>
              </a:path>
              <a:path w="2197100" h="2456179">
                <a:moveTo>
                  <a:pt x="2149475" y="2455862"/>
                </a:moveTo>
                <a:lnTo>
                  <a:pt x="2098675" y="2455862"/>
                </a:lnTo>
                <a:lnTo>
                  <a:pt x="2098675" y="2443162"/>
                </a:lnTo>
                <a:lnTo>
                  <a:pt x="2149475" y="2443162"/>
                </a:lnTo>
                <a:lnTo>
                  <a:pt x="2149475" y="2455862"/>
                </a:lnTo>
                <a:close/>
              </a:path>
              <a:path w="2197100" h="2456179">
                <a:moveTo>
                  <a:pt x="2060575" y="2455862"/>
                </a:moveTo>
                <a:lnTo>
                  <a:pt x="2009775" y="2455862"/>
                </a:lnTo>
                <a:lnTo>
                  <a:pt x="2009775" y="2443162"/>
                </a:lnTo>
                <a:lnTo>
                  <a:pt x="2060575" y="2443162"/>
                </a:lnTo>
                <a:lnTo>
                  <a:pt x="2060575" y="2455862"/>
                </a:lnTo>
                <a:close/>
              </a:path>
              <a:path w="2197100" h="2456179">
                <a:moveTo>
                  <a:pt x="1971675" y="2455862"/>
                </a:moveTo>
                <a:lnTo>
                  <a:pt x="1920875" y="2455862"/>
                </a:lnTo>
                <a:lnTo>
                  <a:pt x="1920875" y="2443162"/>
                </a:lnTo>
                <a:lnTo>
                  <a:pt x="1971675" y="2443162"/>
                </a:lnTo>
                <a:lnTo>
                  <a:pt x="1971675" y="2455862"/>
                </a:lnTo>
                <a:close/>
              </a:path>
              <a:path w="2197100" h="2456179">
                <a:moveTo>
                  <a:pt x="1882775" y="2455862"/>
                </a:moveTo>
                <a:lnTo>
                  <a:pt x="1831975" y="2455862"/>
                </a:lnTo>
                <a:lnTo>
                  <a:pt x="1831975" y="2443162"/>
                </a:lnTo>
                <a:lnTo>
                  <a:pt x="1882775" y="2443162"/>
                </a:lnTo>
                <a:lnTo>
                  <a:pt x="1882775" y="2455862"/>
                </a:lnTo>
                <a:close/>
              </a:path>
              <a:path w="2197100" h="2456179">
                <a:moveTo>
                  <a:pt x="1793875" y="2455862"/>
                </a:moveTo>
                <a:lnTo>
                  <a:pt x="1743075" y="2455862"/>
                </a:lnTo>
                <a:lnTo>
                  <a:pt x="1743075" y="2443162"/>
                </a:lnTo>
                <a:lnTo>
                  <a:pt x="1793875" y="2443162"/>
                </a:lnTo>
                <a:lnTo>
                  <a:pt x="1793875" y="2455862"/>
                </a:lnTo>
                <a:close/>
              </a:path>
              <a:path w="2197100" h="2456179">
                <a:moveTo>
                  <a:pt x="1704975" y="2455862"/>
                </a:moveTo>
                <a:lnTo>
                  <a:pt x="1654175" y="2455862"/>
                </a:lnTo>
                <a:lnTo>
                  <a:pt x="1654175" y="2443162"/>
                </a:lnTo>
                <a:lnTo>
                  <a:pt x="1704975" y="2443162"/>
                </a:lnTo>
                <a:lnTo>
                  <a:pt x="1704975" y="2455862"/>
                </a:lnTo>
                <a:close/>
              </a:path>
              <a:path w="2197100" h="2456179">
                <a:moveTo>
                  <a:pt x="1616075" y="2455862"/>
                </a:moveTo>
                <a:lnTo>
                  <a:pt x="1565275" y="2455862"/>
                </a:lnTo>
                <a:lnTo>
                  <a:pt x="1565275" y="2443162"/>
                </a:lnTo>
                <a:lnTo>
                  <a:pt x="1616075" y="2443162"/>
                </a:lnTo>
                <a:lnTo>
                  <a:pt x="1616075" y="2455862"/>
                </a:lnTo>
                <a:close/>
              </a:path>
              <a:path w="2197100" h="2456179">
                <a:moveTo>
                  <a:pt x="1527175" y="2455862"/>
                </a:moveTo>
                <a:lnTo>
                  <a:pt x="1476375" y="2455862"/>
                </a:lnTo>
                <a:lnTo>
                  <a:pt x="1476375" y="2443162"/>
                </a:lnTo>
                <a:lnTo>
                  <a:pt x="1527175" y="2443162"/>
                </a:lnTo>
                <a:lnTo>
                  <a:pt x="1527175" y="2455862"/>
                </a:lnTo>
                <a:close/>
              </a:path>
              <a:path w="2197100" h="2456179">
                <a:moveTo>
                  <a:pt x="1438275" y="2455862"/>
                </a:moveTo>
                <a:lnTo>
                  <a:pt x="1387475" y="2455862"/>
                </a:lnTo>
                <a:lnTo>
                  <a:pt x="1387475" y="2443162"/>
                </a:lnTo>
                <a:lnTo>
                  <a:pt x="1438275" y="2443162"/>
                </a:lnTo>
                <a:lnTo>
                  <a:pt x="1438275" y="2455862"/>
                </a:lnTo>
                <a:close/>
              </a:path>
              <a:path w="2197100" h="2456179">
                <a:moveTo>
                  <a:pt x="1349375" y="2455862"/>
                </a:moveTo>
                <a:lnTo>
                  <a:pt x="1298575" y="2455862"/>
                </a:lnTo>
                <a:lnTo>
                  <a:pt x="1298575" y="2443162"/>
                </a:lnTo>
                <a:lnTo>
                  <a:pt x="1349375" y="2443162"/>
                </a:lnTo>
                <a:lnTo>
                  <a:pt x="1349375" y="2455862"/>
                </a:lnTo>
                <a:close/>
              </a:path>
              <a:path w="2197100" h="2456179">
                <a:moveTo>
                  <a:pt x="1260475" y="2455862"/>
                </a:moveTo>
                <a:lnTo>
                  <a:pt x="1209675" y="2455862"/>
                </a:lnTo>
                <a:lnTo>
                  <a:pt x="1209675" y="2443162"/>
                </a:lnTo>
                <a:lnTo>
                  <a:pt x="1260475" y="2443162"/>
                </a:lnTo>
                <a:lnTo>
                  <a:pt x="1260475" y="2455862"/>
                </a:lnTo>
                <a:close/>
              </a:path>
              <a:path w="2197100" h="2456179">
                <a:moveTo>
                  <a:pt x="1171575" y="2455862"/>
                </a:moveTo>
                <a:lnTo>
                  <a:pt x="1120775" y="2455862"/>
                </a:lnTo>
                <a:lnTo>
                  <a:pt x="1120775" y="2443162"/>
                </a:lnTo>
                <a:lnTo>
                  <a:pt x="1171575" y="2443162"/>
                </a:lnTo>
                <a:lnTo>
                  <a:pt x="1171575" y="2455862"/>
                </a:lnTo>
                <a:close/>
              </a:path>
              <a:path w="2197100" h="2456179">
                <a:moveTo>
                  <a:pt x="1082675" y="2455862"/>
                </a:moveTo>
                <a:lnTo>
                  <a:pt x="1031875" y="2455862"/>
                </a:lnTo>
                <a:lnTo>
                  <a:pt x="1031875" y="2443162"/>
                </a:lnTo>
                <a:lnTo>
                  <a:pt x="1082675" y="2443162"/>
                </a:lnTo>
                <a:lnTo>
                  <a:pt x="1082675" y="2455862"/>
                </a:lnTo>
                <a:close/>
              </a:path>
              <a:path w="2197100" h="2456179">
                <a:moveTo>
                  <a:pt x="993775" y="2455862"/>
                </a:moveTo>
                <a:lnTo>
                  <a:pt x="942975" y="2455862"/>
                </a:lnTo>
                <a:lnTo>
                  <a:pt x="942975" y="2443162"/>
                </a:lnTo>
                <a:lnTo>
                  <a:pt x="993775" y="2443162"/>
                </a:lnTo>
                <a:lnTo>
                  <a:pt x="993775" y="2455862"/>
                </a:lnTo>
                <a:close/>
              </a:path>
              <a:path w="2197100" h="2456179">
                <a:moveTo>
                  <a:pt x="904875" y="2455862"/>
                </a:moveTo>
                <a:lnTo>
                  <a:pt x="854075" y="2455862"/>
                </a:lnTo>
                <a:lnTo>
                  <a:pt x="854075" y="2443162"/>
                </a:lnTo>
                <a:lnTo>
                  <a:pt x="904875" y="2443162"/>
                </a:lnTo>
                <a:lnTo>
                  <a:pt x="904875" y="2455862"/>
                </a:lnTo>
                <a:close/>
              </a:path>
              <a:path w="2197100" h="2456179">
                <a:moveTo>
                  <a:pt x="815975" y="2455862"/>
                </a:moveTo>
                <a:lnTo>
                  <a:pt x="765175" y="2455862"/>
                </a:lnTo>
                <a:lnTo>
                  <a:pt x="765175" y="2443162"/>
                </a:lnTo>
                <a:lnTo>
                  <a:pt x="815975" y="2443162"/>
                </a:lnTo>
                <a:lnTo>
                  <a:pt x="815975" y="2455862"/>
                </a:lnTo>
                <a:close/>
              </a:path>
              <a:path w="2197100" h="2456179">
                <a:moveTo>
                  <a:pt x="727075" y="2455862"/>
                </a:moveTo>
                <a:lnTo>
                  <a:pt x="676275" y="2455862"/>
                </a:lnTo>
                <a:lnTo>
                  <a:pt x="676275" y="2443162"/>
                </a:lnTo>
                <a:lnTo>
                  <a:pt x="727075" y="2443162"/>
                </a:lnTo>
                <a:lnTo>
                  <a:pt x="727075" y="2455862"/>
                </a:lnTo>
                <a:close/>
              </a:path>
              <a:path w="2197100" h="2456179">
                <a:moveTo>
                  <a:pt x="638175" y="2455862"/>
                </a:moveTo>
                <a:lnTo>
                  <a:pt x="587375" y="2455862"/>
                </a:lnTo>
                <a:lnTo>
                  <a:pt x="587375" y="2443162"/>
                </a:lnTo>
                <a:lnTo>
                  <a:pt x="638175" y="2443162"/>
                </a:lnTo>
                <a:lnTo>
                  <a:pt x="638175" y="2455862"/>
                </a:lnTo>
                <a:close/>
              </a:path>
              <a:path w="2197100" h="2456179">
                <a:moveTo>
                  <a:pt x="549275" y="2455862"/>
                </a:moveTo>
                <a:lnTo>
                  <a:pt x="498475" y="2455862"/>
                </a:lnTo>
                <a:lnTo>
                  <a:pt x="498475" y="2443162"/>
                </a:lnTo>
                <a:lnTo>
                  <a:pt x="549275" y="2443162"/>
                </a:lnTo>
                <a:lnTo>
                  <a:pt x="549275" y="2455862"/>
                </a:lnTo>
                <a:close/>
              </a:path>
              <a:path w="2197100" h="2456179">
                <a:moveTo>
                  <a:pt x="460375" y="2455862"/>
                </a:moveTo>
                <a:lnTo>
                  <a:pt x="409575" y="2455862"/>
                </a:lnTo>
                <a:lnTo>
                  <a:pt x="409575" y="2443162"/>
                </a:lnTo>
                <a:lnTo>
                  <a:pt x="460375" y="2443162"/>
                </a:lnTo>
                <a:lnTo>
                  <a:pt x="460375" y="2455862"/>
                </a:lnTo>
                <a:close/>
              </a:path>
              <a:path w="2197100" h="2456179">
                <a:moveTo>
                  <a:pt x="371475" y="2455862"/>
                </a:moveTo>
                <a:lnTo>
                  <a:pt x="320675" y="2455862"/>
                </a:lnTo>
                <a:lnTo>
                  <a:pt x="320675" y="2443162"/>
                </a:lnTo>
                <a:lnTo>
                  <a:pt x="371475" y="2443162"/>
                </a:lnTo>
                <a:lnTo>
                  <a:pt x="371475" y="2455862"/>
                </a:lnTo>
                <a:close/>
              </a:path>
              <a:path w="2197100" h="2456179">
                <a:moveTo>
                  <a:pt x="282575" y="2455862"/>
                </a:moveTo>
                <a:lnTo>
                  <a:pt x="231775" y="2455862"/>
                </a:lnTo>
                <a:lnTo>
                  <a:pt x="231775" y="2443162"/>
                </a:lnTo>
                <a:lnTo>
                  <a:pt x="282575" y="2443162"/>
                </a:lnTo>
                <a:lnTo>
                  <a:pt x="282575" y="2455862"/>
                </a:lnTo>
                <a:close/>
              </a:path>
              <a:path w="2197100" h="2456179">
                <a:moveTo>
                  <a:pt x="193675" y="2455862"/>
                </a:moveTo>
                <a:lnTo>
                  <a:pt x="142875" y="2455862"/>
                </a:lnTo>
                <a:lnTo>
                  <a:pt x="142875" y="2443162"/>
                </a:lnTo>
                <a:lnTo>
                  <a:pt x="193675" y="2443162"/>
                </a:lnTo>
                <a:lnTo>
                  <a:pt x="193675" y="2455862"/>
                </a:lnTo>
                <a:close/>
              </a:path>
              <a:path w="2197100" h="2456179">
                <a:moveTo>
                  <a:pt x="104775" y="2455862"/>
                </a:moveTo>
                <a:lnTo>
                  <a:pt x="53975" y="2455862"/>
                </a:lnTo>
                <a:lnTo>
                  <a:pt x="53975" y="2443162"/>
                </a:lnTo>
                <a:lnTo>
                  <a:pt x="104775" y="2443162"/>
                </a:lnTo>
                <a:lnTo>
                  <a:pt x="104775" y="24558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848350" y="1290637"/>
            <a:ext cx="1882775" cy="2456180"/>
          </a:xfrm>
          <a:custGeom>
            <a:avLst/>
            <a:gdLst/>
            <a:ahLst/>
            <a:cxnLst/>
            <a:rect l="l" t="t" r="r" b="b"/>
            <a:pathLst>
              <a:path w="1882775" h="2456179">
                <a:moveTo>
                  <a:pt x="6350" y="2449512"/>
                </a:moveTo>
                <a:lnTo>
                  <a:pt x="0" y="2449512"/>
                </a:lnTo>
                <a:lnTo>
                  <a:pt x="0" y="2398712"/>
                </a:lnTo>
                <a:lnTo>
                  <a:pt x="12700" y="2398712"/>
                </a:lnTo>
                <a:lnTo>
                  <a:pt x="12700" y="2443162"/>
                </a:lnTo>
                <a:lnTo>
                  <a:pt x="6350" y="2443162"/>
                </a:lnTo>
                <a:lnTo>
                  <a:pt x="6350" y="2449512"/>
                </a:lnTo>
                <a:close/>
              </a:path>
              <a:path w="1882775" h="2456179">
                <a:moveTo>
                  <a:pt x="9525" y="2455862"/>
                </a:moveTo>
                <a:lnTo>
                  <a:pt x="6350" y="2455862"/>
                </a:lnTo>
                <a:lnTo>
                  <a:pt x="6350" y="2443162"/>
                </a:lnTo>
                <a:lnTo>
                  <a:pt x="9525" y="2443162"/>
                </a:lnTo>
                <a:lnTo>
                  <a:pt x="9525" y="2455862"/>
                </a:lnTo>
                <a:close/>
              </a:path>
              <a:path w="1882775" h="2456179">
                <a:moveTo>
                  <a:pt x="12700" y="2449512"/>
                </a:moveTo>
                <a:lnTo>
                  <a:pt x="9525" y="2449512"/>
                </a:lnTo>
                <a:lnTo>
                  <a:pt x="9525" y="2443162"/>
                </a:lnTo>
                <a:lnTo>
                  <a:pt x="12700" y="2443162"/>
                </a:lnTo>
                <a:lnTo>
                  <a:pt x="12700" y="2449512"/>
                </a:lnTo>
                <a:close/>
              </a:path>
              <a:path w="1882775" h="2456179">
                <a:moveTo>
                  <a:pt x="12700" y="2360612"/>
                </a:moveTo>
                <a:lnTo>
                  <a:pt x="0" y="2360612"/>
                </a:lnTo>
                <a:lnTo>
                  <a:pt x="0" y="2309812"/>
                </a:lnTo>
                <a:lnTo>
                  <a:pt x="12700" y="2309812"/>
                </a:lnTo>
                <a:lnTo>
                  <a:pt x="12700" y="2360612"/>
                </a:lnTo>
                <a:close/>
              </a:path>
              <a:path w="1882775" h="2456179">
                <a:moveTo>
                  <a:pt x="12700" y="2271712"/>
                </a:moveTo>
                <a:lnTo>
                  <a:pt x="0" y="2271712"/>
                </a:lnTo>
                <a:lnTo>
                  <a:pt x="0" y="2220912"/>
                </a:lnTo>
                <a:lnTo>
                  <a:pt x="12700" y="2220912"/>
                </a:lnTo>
                <a:lnTo>
                  <a:pt x="12700" y="2271712"/>
                </a:lnTo>
                <a:close/>
              </a:path>
              <a:path w="1882775" h="2456179">
                <a:moveTo>
                  <a:pt x="12700" y="2182812"/>
                </a:moveTo>
                <a:lnTo>
                  <a:pt x="0" y="2182812"/>
                </a:lnTo>
                <a:lnTo>
                  <a:pt x="0" y="2132012"/>
                </a:lnTo>
                <a:lnTo>
                  <a:pt x="12700" y="2132012"/>
                </a:lnTo>
                <a:lnTo>
                  <a:pt x="12700" y="2182812"/>
                </a:lnTo>
                <a:close/>
              </a:path>
              <a:path w="1882775" h="2456179">
                <a:moveTo>
                  <a:pt x="12700" y="2093912"/>
                </a:moveTo>
                <a:lnTo>
                  <a:pt x="0" y="2093912"/>
                </a:lnTo>
                <a:lnTo>
                  <a:pt x="0" y="2043112"/>
                </a:lnTo>
                <a:lnTo>
                  <a:pt x="12700" y="2043112"/>
                </a:lnTo>
                <a:lnTo>
                  <a:pt x="12700" y="2093912"/>
                </a:lnTo>
                <a:close/>
              </a:path>
              <a:path w="1882775" h="2456179">
                <a:moveTo>
                  <a:pt x="12700" y="2005012"/>
                </a:moveTo>
                <a:lnTo>
                  <a:pt x="0" y="2005012"/>
                </a:lnTo>
                <a:lnTo>
                  <a:pt x="0" y="1954212"/>
                </a:lnTo>
                <a:lnTo>
                  <a:pt x="12700" y="1954212"/>
                </a:lnTo>
                <a:lnTo>
                  <a:pt x="12700" y="2005012"/>
                </a:lnTo>
                <a:close/>
              </a:path>
              <a:path w="1882775" h="2456179">
                <a:moveTo>
                  <a:pt x="12700" y="1916112"/>
                </a:moveTo>
                <a:lnTo>
                  <a:pt x="0" y="1916112"/>
                </a:lnTo>
                <a:lnTo>
                  <a:pt x="0" y="1865312"/>
                </a:lnTo>
                <a:lnTo>
                  <a:pt x="12700" y="1865312"/>
                </a:lnTo>
                <a:lnTo>
                  <a:pt x="12700" y="1916112"/>
                </a:lnTo>
                <a:close/>
              </a:path>
              <a:path w="1882775" h="2456179">
                <a:moveTo>
                  <a:pt x="12700" y="1827212"/>
                </a:moveTo>
                <a:lnTo>
                  <a:pt x="0" y="1827212"/>
                </a:lnTo>
                <a:lnTo>
                  <a:pt x="0" y="1776412"/>
                </a:lnTo>
                <a:lnTo>
                  <a:pt x="12700" y="1776412"/>
                </a:lnTo>
                <a:lnTo>
                  <a:pt x="12700" y="1827212"/>
                </a:lnTo>
                <a:close/>
              </a:path>
              <a:path w="1882775" h="2456179">
                <a:moveTo>
                  <a:pt x="12700" y="1738312"/>
                </a:moveTo>
                <a:lnTo>
                  <a:pt x="0" y="1738312"/>
                </a:lnTo>
                <a:lnTo>
                  <a:pt x="0" y="1687512"/>
                </a:lnTo>
                <a:lnTo>
                  <a:pt x="12700" y="1687512"/>
                </a:lnTo>
                <a:lnTo>
                  <a:pt x="12700" y="1738312"/>
                </a:lnTo>
                <a:close/>
              </a:path>
              <a:path w="1882775" h="2456179">
                <a:moveTo>
                  <a:pt x="12700" y="1649412"/>
                </a:moveTo>
                <a:lnTo>
                  <a:pt x="0" y="1649412"/>
                </a:lnTo>
                <a:lnTo>
                  <a:pt x="0" y="1598612"/>
                </a:lnTo>
                <a:lnTo>
                  <a:pt x="12700" y="1598612"/>
                </a:lnTo>
                <a:lnTo>
                  <a:pt x="12700" y="1649412"/>
                </a:lnTo>
                <a:close/>
              </a:path>
              <a:path w="1882775" h="2456179">
                <a:moveTo>
                  <a:pt x="12700" y="1560512"/>
                </a:moveTo>
                <a:lnTo>
                  <a:pt x="0" y="1560512"/>
                </a:lnTo>
                <a:lnTo>
                  <a:pt x="0" y="1509712"/>
                </a:lnTo>
                <a:lnTo>
                  <a:pt x="12700" y="1509712"/>
                </a:lnTo>
                <a:lnTo>
                  <a:pt x="12700" y="1560512"/>
                </a:lnTo>
                <a:close/>
              </a:path>
              <a:path w="1882775" h="2456179">
                <a:moveTo>
                  <a:pt x="12700" y="1471612"/>
                </a:moveTo>
                <a:lnTo>
                  <a:pt x="0" y="1471612"/>
                </a:lnTo>
                <a:lnTo>
                  <a:pt x="0" y="1420812"/>
                </a:lnTo>
                <a:lnTo>
                  <a:pt x="12700" y="1420812"/>
                </a:lnTo>
                <a:lnTo>
                  <a:pt x="12700" y="1471612"/>
                </a:lnTo>
                <a:close/>
              </a:path>
              <a:path w="1882775" h="2456179">
                <a:moveTo>
                  <a:pt x="12700" y="1382712"/>
                </a:moveTo>
                <a:lnTo>
                  <a:pt x="0" y="1382712"/>
                </a:lnTo>
                <a:lnTo>
                  <a:pt x="0" y="1331912"/>
                </a:lnTo>
                <a:lnTo>
                  <a:pt x="12700" y="1331912"/>
                </a:lnTo>
                <a:lnTo>
                  <a:pt x="12700" y="1382712"/>
                </a:lnTo>
                <a:close/>
              </a:path>
              <a:path w="1882775" h="2456179">
                <a:moveTo>
                  <a:pt x="12700" y="1293812"/>
                </a:moveTo>
                <a:lnTo>
                  <a:pt x="0" y="1293812"/>
                </a:lnTo>
                <a:lnTo>
                  <a:pt x="0" y="1243012"/>
                </a:lnTo>
                <a:lnTo>
                  <a:pt x="12700" y="1243012"/>
                </a:lnTo>
                <a:lnTo>
                  <a:pt x="12700" y="1293812"/>
                </a:lnTo>
                <a:close/>
              </a:path>
              <a:path w="1882775" h="2456179">
                <a:moveTo>
                  <a:pt x="12700" y="1204912"/>
                </a:moveTo>
                <a:lnTo>
                  <a:pt x="0" y="1204912"/>
                </a:lnTo>
                <a:lnTo>
                  <a:pt x="0" y="1154112"/>
                </a:lnTo>
                <a:lnTo>
                  <a:pt x="12700" y="1154112"/>
                </a:lnTo>
                <a:lnTo>
                  <a:pt x="12700" y="1204912"/>
                </a:lnTo>
                <a:close/>
              </a:path>
              <a:path w="1882775" h="2456179">
                <a:moveTo>
                  <a:pt x="12700" y="1116012"/>
                </a:moveTo>
                <a:lnTo>
                  <a:pt x="0" y="1116012"/>
                </a:lnTo>
                <a:lnTo>
                  <a:pt x="0" y="1065212"/>
                </a:lnTo>
                <a:lnTo>
                  <a:pt x="12700" y="1065212"/>
                </a:lnTo>
                <a:lnTo>
                  <a:pt x="12700" y="1116012"/>
                </a:lnTo>
                <a:close/>
              </a:path>
              <a:path w="1882775" h="2456179">
                <a:moveTo>
                  <a:pt x="12700" y="1027112"/>
                </a:moveTo>
                <a:lnTo>
                  <a:pt x="0" y="1027112"/>
                </a:lnTo>
                <a:lnTo>
                  <a:pt x="0" y="976312"/>
                </a:lnTo>
                <a:lnTo>
                  <a:pt x="12700" y="976312"/>
                </a:lnTo>
                <a:lnTo>
                  <a:pt x="12700" y="1027112"/>
                </a:lnTo>
                <a:close/>
              </a:path>
              <a:path w="1882775" h="2456179">
                <a:moveTo>
                  <a:pt x="12700" y="938212"/>
                </a:moveTo>
                <a:lnTo>
                  <a:pt x="0" y="938212"/>
                </a:lnTo>
                <a:lnTo>
                  <a:pt x="0" y="887412"/>
                </a:lnTo>
                <a:lnTo>
                  <a:pt x="12700" y="887412"/>
                </a:lnTo>
                <a:lnTo>
                  <a:pt x="12700" y="938212"/>
                </a:lnTo>
                <a:close/>
              </a:path>
              <a:path w="1882775" h="2456179">
                <a:moveTo>
                  <a:pt x="12700" y="849312"/>
                </a:moveTo>
                <a:lnTo>
                  <a:pt x="0" y="849312"/>
                </a:lnTo>
                <a:lnTo>
                  <a:pt x="0" y="798512"/>
                </a:lnTo>
                <a:lnTo>
                  <a:pt x="12700" y="798512"/>
                </a:lnTo>
                <a:lnTo>
                  <a:pt x="12700" y="849312"/>
                </a:lnTo>
                <a:close/>
              </a:path>
              <a:path w="1882775" h="2456179">
                <a:moveTo>
                  <a:pt x="12700" y="760412"/>
                </a:moveTo>
                <a:lnTo>
                  <a:pt x="0" y="760412"/>
                </a:lnTo>
                <a:lnTo>
                  <a:pt x="0" y="709612"/>
                </a:lnTo>
                <a:lnTo>
                  <a:pt x="12700" y="709612"/>
                </a:lnTo>
                <a:lnTo>
                  <a:pt x="12700" y="760412"/>
                </a:lnTo>
                <a:close/>
              </a:path>
              <a:path w="1882775" h="2456179">
                <a:moveTo>
                  <a:pt x="12700" y="671512"/>
                </a:moveTo>
                <a:lnTo>
                  <a:pt x="0" y="671512"/>
                </a:lnTo>
                <a:lnTo>
                  <a:pt x="0" y="620712"/>
                </a:lnTo>
                <a:lnTo>
                  <a:pt x="12700" y="620712"/>
                </a:lnTo>
                <a:lnTo>
                  <a:pt x="12700" y="671512"/>
                </a:lnTo>
                <a:close/>
              </a:path>
              <a:path w="1882775" h="2456179">
                <a:moveTo>
                  <a:pt x="12700" y="582612"/>
                </a:moveTo>
                <a:lnTo>
                  <a:pt x="0" y="582612"/>
                </a:lnTo>
                <a:lnTo>
                  <a:pt x="0" y="531812"/>
                </a:lnTo>
                <a:lnTo>
                  <a:pt x="12700" y="531812"/>
                </a:lnTo>
                <a:lnTo>
                  <a:pt x="12700" y="582612"/>
                </a:lnTo>
                <a:close/>
              </a:path>
              <a:path w="1882775" h="2456179">
                <a:moveTo>
                  <a:pt x="12700" y="493712"/>
                </a:moveTo>
                <a:lnTo>
                  <a:pt x="0" y="493712"/>
                </a:lnTo>
                <a:lnTo>
                  <a:pt x="0" y="442912"/>
                </a:lnTo>
                <a:lnTo>
                  <a:pt x="12700" y="442912"/>
                </a:lnTo>
                <a:lnTo>
                  <a:pt x="12700" y="493712"/>
                </a:lnTo>
                <a:close/>
              </a:path>
              <a:path w="1882775" h="2456179">
                <a:moveTo>
                  <a:pt x="12700" y="404812"/>
                </a:moveTo>
                <a:lnTo>
                  <a:pt x="0" y="404812"/>
                </a:lnTo>
                <a:lnTo>
                  <a:pt x="0" y="354012"/>
                </a:lnTo>
                <a:lnTo>
                  <a:pt x="12700" y="354012"/>
                </a:lnTo>
                <a:lnTo>
                  <a:pt x="12700" y="404812"/>
                </a:lnTo>
                <a:close/>
              </a:path>
              <a:path w="1882775" h="2456179">
                <a:moveTo>
                  <a:pt x="12700" y="315912"/>
                </a:moveTo>
                <a:lnTo>
                  <a:pt x="0" y="315912"/>
                </a:lnTo>
                <a:lnTo>
                  <a:pt x="0" y="265112"/>
                </a:lnTo>
                <a:lnTo>
                  <a:pt x="12700" y="265112"/>
                </a:lnTo>
                <a:lnTo>
                  <a:pt x="12700" y="315912"/>
                </a:lnTo>
                <a:close/>
              </a:path>
              <a:path w="1882775" h="2456179">
                <a:moveTo>
                  <a:pt x="12700" y="227012"/>
                </a:moveTo>
                <a:lnTo>
                  <a:pt x="0" y="227012"/>
                </a:lnTo>
                <a:lnTo>
                  <a:pt x="0" y="176212"/>
                </a:lnTo>
                <a:lnTo>
                  <a:pt x="12700" y="176212"/>
                </a:lnTo>
                <a:lnTo>
                  <a:pt x="12700" y="227012"/>
                </a:lnTo>
                <a:close/>
              </a:path>
              <a:path w="1882775" h="2456179">
                <a:moveTo>
                  <a:pt x="12700" y="138112"/>
                </a:moveTo>
                <a:lnTo>
                  <a:pt x="0" y="138112"/>
                </a:lnTo>
                <a:lnTo>
                  <a:pt x="0" y="87312"/>
                </a:lnTo>
                <a:lnTo>
                  <a:pt x="12700" y="87312"/>
                </a:lnTo>
                <a:lnTo>
                  <a:pt x="12700" y="138112"/>
                </a:lnTo>
                <a:close/>
              </a:path>
              <a:path w="1882775" h="2456179">
                <a:moveTo>
                  <a:pt x="12700" y="49212"/>
                </a:moveTo>
                <a:lnTo>
                  <a:pt x="0" y="49212"/>
                </a:lnTo>
                <a:lnTo>
                  <a:pt x="0" y="0"/>
                </a:lnTo>
                <a:lnTo>
                  <a:pt x="14287" y="0"/>
                </a:lnTo>
                <a:lnTo>
                  <a:pt x="14287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9212"/>
                </a:lnTo>
                <a:close/>
              </a:path>
              <a:path w="1882775" h="245617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882775" h="2456179">
                <a:moveTo>
                  <a:pt x="14287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4287" y="6350"/>
                </a:lnTo>
                <a:lnTo>
                  <a:pt x="14287" y="12700"/>
                </a:lnTo>
                <a:close/>
              </a:path>
              <a:path w="1882775" h="2456179">
                <a:moveTo>
                  <a:pt x="103187" y="12700"/>
                </a:moveTo>
                <a:lnTo>
                  <a:pt x="52387" y="12700"/>
                </a:lnTo>
                <a:lnTo>
                  <a:pt x="52387" y="0"/>
                </a:lnTo>
                <a:lnTo>
                  <a:pt x="103187" y="0"/>
                </a:lnTo>
                <a:lnTo>
                  <a:pt x="103187" y="12700"/>
                </a:lnTo>
                <a:close/>
              </a:path>
              <a:path w="1882775" h="2456179">
                <a:moveTo>
                  <a:pt x="192087" y="12700"/>
                </a:moveTo>
                <a:lnTo>
                  <a:pt x="141287" y="12700"/>
                </a:lnTo>
                <a:lnTo>
                  <a:pt x="141287" y="0"/>
                </a:lnTo>
                <a:lnTo>
                  <a:pt x="192087" y="0"/>
                </a:lnTo>
                <a:lnTo>
                  <a:pt x="192087" y="12700"/>
                </a:lnTo>
                <a:close/>
              </a:path>
              <a:path w="1882775" h="2456179">
                <a:moveTo>
                  <a:pt x="280987" y="12700"/>
                </a:moveTo>
                <a:lnTo>
                  <a:pt x="230187" y="12700"/>
                </a:lnTo>
                <a:lnTo>
                  <a:pt x="230187" y="0"/>
                </a:lnTo>
                <a:lnTo>
                  <a:pt x="280987" y="0"/>
                </a:lnTo>
                <a:lnTo>
                  <a:pt x="280987" y="12700"/>
                </a:lnTo>
                <a:close/>
              </a:path>
              <a:path w="1882775" h="2456179">
                <a:moveTo>
                  <a:pt x="369887" y="12700"/>
                </a:moveTo>
                <a:lnTo>
                  <a:pt x="319087" y="12700"/>
                </a:lnTo>
                <a:lnTo>
                  <a:pt x="319087" y="0"/>
                </a:lnTo>
                <a:lnTo>
                  <a:pt x="369887" y="0"/>
                </a:lnTo>
                <a:lnTo>
                  <a:pt x="369887" y="12700"/>
                </a:lnTo>
                <a:close/>
              </a:path>
              <a:path w="1882775" h="2456179">
                <a:moveTo>
                  <a:pt x="458787" y="12700"/>
                </a:moveTo>
                <a:lnTo>
                  <a:pt x="407987" y="12700"/>
                </a:lnTo>
                <a:lnTo>
                  <a:pt x="407987" y="0"/>
                </a:lnTo>
                <a:lnTo>
                  <a:pt x="458787" y="0"/>
                </a:lnTo>
                <a:lnTo>
                  <a:pt x="458787" y="12700"/>
                </a:lnTo>
                <a:close/>
              </a:path>
              <a:path w="1882775" h="2456179">
                <a:moveTo>
                  <a:pt x="547687" y="12700"/>
                </a:moveTo>
                <a:lnTo>
                  <a:pt x="496887" y="12700"/>
                </a:lnTo>
                <a:lnTo>
                  <a:pt x="496887" y="0"/>
                </a:lnTo>
                <a:lnTo>
                  <a:pt x="547687" y="0"/>
                </a:lnTo>
                <a:lnTo>
                  <a:pt x="547687" y="12700"/>
                </a:lnTo>
                <a:close/>
              </a:path>
              <a:path w="1882775" h="2456179">
                <a:moveTo>
                  <a:pt x="636587" y="12700"/>
                </a:moveTo>
                <a:lnTo>
                  <a:pt x="585787" y="12700"/>
                </a:lnTo>
                <a:lnTo>
                  <a:pt x="585787" y="0"/>
                </a:lnTo>
                <a:lnTo>
                  <a:pt x="636587" y="0"/>
                </a:lnTo>
                <a:lnTo>
                  <a:pt x="636587" y="12700"/>
                </a:lnTo>
                <a:close/>
              </a:path>
              <a:path w="1882775" h="2456179">
                <a:moveTo>
                  <a:pt x="725487" y="12700"/>
                </a:moveTo>
                <a:lnTo>
                  <a:pt x="674687" y="12700"/>
                </a:lnTo>
                <a:lnTo>
                  <a:pt x="674687" y="0"/>
                </a:lnTo>
                <a:lnTo>
                  <a:pt x="725487" y="0"/>
                </a:lnTo>
                <a:lnTo>
                  <a:pt x="725487" y="12700"/>
                </a:lnTo>
                <a:close/>
              </a:path>
              <a:path w="1882775" h="2456179">
                <a:moveTo>
                  <a:pt x="814387" y="12700"/>
                </a:moveTo>
                <a:lnTo>
                  <a:pt x="763587" y="12700"/>
                </a:lnTo>
                <a:lnTo>
                  <a:pt x="763587" y="0"/>
                </a:lnTo>
                <a:lnTo>
                  <a:pt x="814387" y="0"/>
                </a:lnTo>
                <a:lnTo>
                  <a:pt x="814387" y="12700"/>
                </a:lnTo>
                <a:close/>
              </a:path>
              <a:path w="1882775" h="2456179">
                <a:moveTo>
                  <a:pt x="903287" y="12700"/>
                </a:moveTo>
                <a:lnTo>
                  <a:pt x="852487" y="12700"/>
                </a:lnTo>
                <a:lnTo>
                  <a:pt x="852487" y="0"/>
                </a:lnTo>
                <a:lnTo>
                  <a:pt x="903287" y="0"/>
                </a:lnTo>
                <a:lnTo>
                  <a:pt x="903287" y="12700"/>
                </a:lnTo>
                <a:close/>
              </a:path>
              <a:path w="1882775" h="2456179">
                <a:moveTo>
                  <a:pt x="992187" y="12700"/>
                </a:moveTo>
                <a:lnTo>
                  <a:pt x="941387" y="12700"/>
                </a:lnTo>
                <a:lnTo>
                  <a:pt x="941387" y="0"/>
                </a:lnTo>
                <a:lnTo>
                  <a:pt x="992187" y="0"/>
                </a:lnTo>
                <a:lnTo>
                  <a:pt x="992187" y="12700"/>
                </a:lnTo>
                <a:close/>
              </a:path>
              <a:path w="1882775" h="2456179">
                <a:moveTo>
                  <a:pt x="1081087" y="12700"/>
                </a:moveTo>
                <a:lnTo>
                  <a:pt x="1030287" y="12700"/>
                </a:lnTo>
                <a:lnTo>
                  <a:pt x="1030287" y="0"/>
                </a:lnTo>
                <a:lnTo>
                  <a:pt x="1081087" y="0"/>
                </a:lnTo>
                <a:lnTo>
                  <a:pt x="1081087" y="12700"/>
                </a:lnTo>
                <a:close/>
              </a:path>
              <a:path w="1882775" h="2456179">
                <a:moveTo>
                  <a:pt x="1169987" y="12700"/>
                </a:moveTo>
                <a:lnTo>
                  <a:pt x="1119187" y="12700"/>
                </a:lnTo>
                <a:lnTo>
                  <a:pt x="1119187" y="0"/>
                </a:lnTo>
                <a:lnTo>
                  <a:pt x="1169987" y="0"/>
                </a:lnTo>
                <a:lnTo>
                  <a:pt x="1169987" y="12700"/>
                </a:lnTo>
                <a:close/>
              </a:path>
              <a:path w="1882775" h="2456179">
                <a:moveTo>
                  <a:pt x="1258887" y="12700"/>
                </a:moveTo>
                <a:lnTo>
                  <a:pt x="1208087" y="12700"/>
                </a:lnTo>
                <a:lnTo>
                  <a:pt x="1208087" y="0"/>
                </a:lnTo>
                <a:lnTo>
                  <a:pt x="1258887" y="0"/>
                </a:lnTo>
                <a:lnTo>
                  <a:pt x="1258887" y="12700"/>
                </a:lnTo>
                <a:close/>
              </a:path>
              <a:path w="1882775" h="2456179">
                <a:moveTo>
                  <a:pt x="1347787" y="12700"/>
                </a:moveTo>
                <a:lnTo>
                  <a:pt x="1296987" y="12700"/>
                </a:lnTo>
                <a:lnTo>
                  <a:pt x="1296987" y="0"/>
                </a:lnTo>
                <a:lnTo>
                  <a:pt x="1347787" y="0"/>
                </a:lnTo>
                <a:lnTo>
                  <a:pt x="1347787" y="12700"/>
                </a:lnTo>
                <a:close/>
              </a:path>
              <a:path w="1882775" h="2456179">
                <a:moveTo>
                  <a:pt x="1436687" y="12700"/>
                </a:moveTo>
                <a:lnTo>
                  <a:pt x="1385887" y="12700"/>
                </a:lnTo>
                <a:lnTo>
                  <a:pt x="1385887" y="0"/>
                </a:lnTo>
                <a:lnTo>
                  <a:pt x="1436687" y="0"/>
                </a:lnTo>
                <a:lnTo>
                  <a:pt x="1436687" y="12700"/>
                </a:lnTo>
                <a:close/>
              </a:path>
              <a:path w="1882775" h="2456179">
                <a:moveTo>
                  <a:pt x="1525587" y="12700"/>
                </a:moveTo>
                <a:lnTo>
                  <a:pt x="1474787" y="12700"/>
                </a:lnTo>
                <a:lnTo>
                  <a:pt x="1474787" y="0"/>
                </a:lnTo>
                <a:lnTo>
                  <a:pt x="1525587" y="0"/>
                </a:lnTo>
                <a:lnTo>
                  <a:pt x="1525587" y="12700"/>
                </a:lnTo>
                <a:close/>
              </a:path>
              <a:path w="1882775" h="2456179">
                <a:moveTo>
                  <a:pt x="1614487" y="12700"/>
                </a:moveTo>
                <a:lnTo>
                  <a:pt x="1563687" y="12700"/>
                </a:lnTo>
                <a:lnTo>
                  <a:pt x="1563687" y="0"/>
                </a:lnTo>
                <a:lnTo>
                  <a:pt x="1614487" y="0"/>
                </a:lnTo>
                <a:lnTo>
                  <a:pt x="1614487" y="12700"/>
                </a:lnTo>
                <a:close/>
              </a:path>
              <a:path w="1882775" h="2456179">
                <a:moveTo>
                  <a:pt x="1703387" y="12700"/>
                </a:moveTo>
                <a:lnTo>
                  <a:pt x="1652587" y="12700"/>
                </a:lnTo>
                <a:lnTo>
                  <a:pt x="1652587" y="0"/>
                </a:lnTo>
                <a:lnTo>
                  <a:pt x="1703387" y="0"/>
                </a:lnTo>
                <a:lnTo>
                  <a:pt x="1703387" y="12700"/>
                </a:lnTo>
                <a:close/>
              </a:path>
              <a:path w="1882775" h="2456179">
                <a:moveTo>
                  <a:pt x="1792287" y="12700"/>
                </a:moveTo>
                <a:lnTo>
                  <a:pt x="1741487" y="12700"/>
                </a:lnTo>
                <a:lnTo>
                  <a:pt x="1741487" y="0"/>
                </a:lnTo>
                <a:lnTo>
                  <a:pt x="1792287" y="0"/>
                </a:lnTo>
                <a:lnTo>
                  <a:pt x="1792287" y="12700"/>
                </a:lnTo>
                <a:close/>
              </a:path>
              <a:path w="1882775" h="2456179">
                <a:moveTo>
                  <a:pt x="1870075" y="12700"/>
                </a:moveTo>
                <a:lnTo>
                  <a:pt x="1830387" y="12700"/>
                </a:lnTo>
                <a:lnTo>
                  <a:pt x="1830387" y="0"/>
                </a:lnTo>
                <a:lnTo>
                  <a:pt x="1882775" y="0"/>
                </a:lnTo>
                <a:lnTo>
                  <a:pt x="1882775" y="6350"/>
                </a:lnTo>
                <a:lnTo>
                  <a:pt x="1870075" y="6350"/>
                </a:lnTo>
                <a:lnTo>
                  <a:pt x="1870075" y="12700"/>
                </a:lnTo>
                <a:close/>
              </a:path>
              <a:path w="1882775" h="2456179">
                <a:moveTo>
                  <a:pt x="1876425" y="12700"/>
                </a:moveTo>
                <a:lnTo>
                  <a:pt x="1870075" y="12700"/>
                </a:lnTo>
                <a:lnTo>
                  <a:pt x="1870075" y="6350"/>
                </a:lnTo>
                <a:lnTo>
                  <a:pt x="1876425" y="12700"/>
                </a:lnTo>
                <a:close/>
              </a:path>
              <a:path w="1882775" h="2456179">
                <a:moveTo>
                  <a:pt x="1882775" y="11112"/>
                </a:moveTo>
                <a:lnTo>
                  <a:pt x="1874837" y="11112"/>
                </a:lnTo>
                <a:lnTo>
                  <a:pt x="1870075" y="6350"/>
                </a:lnTo>
                <a:lnTo>
                  <a:pt x="1882775" y="6350"/>
                </a:lnTo>
                <a:lnTo>
                  <a:pt x="1882775" y="11112"/>
                </a:lnTo>
                <a:close/>
              </a:path>
              <a:path w="1882775" h="2456179">
                <a:moveTo>
                  <a:pt x="1882775" y="100012"/>
                </a:moveTo>
                <a:lnTo>
                  <a:pt x="1870075" y="100012"/>
                </a:lnTo>
                <a:lnTo>
                  <a:pt x="1870075" y="49212"/>
                </a:lnTo>
                <a:lnTo>
                  <a:pt x="1882775" y="49212"/>
                </a:lnTo>
                <a:lnTo>
                  <a:pt x="1882775" y="100012"/>
                </a:lnTo>
                <a:close/>
              </a:path>
              <a:path w="1882775" h="2456179">
                <a:moveTo>
                  <a:pt x="1882775" y="188912"/>
                </a:moveTo>
                <a:lnTo>
                  <a:pt x="1870075" y="188912"/>
                </a:lnTo>
                <a:lnTo>
                  <a:pt x="1870075" y="138112"/>
                </a:lnTo>
                <a:lnTo>
                  <a:pt x="1882775" y="138112"/>
                </a:lnTo>
                <a:lnTo>
                  <a:pt x="1882775" y="188912"/>
                </a:lnTo>
                <a:close/>
              </a:path>
              <a:path w="1882775" h="2456179">
                <a:moveTo>
                  <a:pt x="1882775" y="277812"/>
                </a:moveTo>
                <a:lnTo>
                  <a:pt x="1870075" y="277812"/>
                </a:lnTo>
                <a:lnTo>
                  <a:pt x="1870075" y="227012"/>
                </a:lnTo>
                <a:lnTo>
                  <a:pt x="1882775" y="227012"/>
                </a:lnTo>
                <a:lnTo>
                  <a:pt x="1882775" y="277812"/>
                </a:lnTo>
                <a:close/>
              </a:path>
              <a:path w="1882775" h="2456179">
                <a:moveTo>
                  <a:pt x="1882775" y="366712"/>
                </a:moveTo>
                <a:lnTo>
                  <a:pt x="1870075" y="366712"/>
                </a:lnTo>
                <a:lnTo>
                  <a:pt x="1870075" y="315912"/>
                </a:lnTo>
                <a:lnTo>
                  <a:pt x="1882775" y="315912"/>
                </a:lnTo>
                <a:lnTo>
                  <a:pt x="1882775" y="366712"/>
                </a:lnTo>
                <a:close/>
              </a:path>
              <a:path w="1882775" h="2456179">
                <a:moveTo>
                  <a:pt x="1882775" y="455612"/>
                </a:moveTo>
                <a:lnTo>
                  <a:pt x="1870075" y="455612"/>
                </a:lnTo>
                <a:lnTo>
                  <a:pt x="1870075" y="404812"/>
                </a:lnTo>
                <a:lnTo>
                  <a:pt x="1882775" y="404812"/>
                </a:lnTo>
                <a:lnTo>
                  <a:pt x="1882775" y="455612"/>
                </a:lnTo>
                <a:close/>
              </a:path>
              <a:path w="1882775" h="2456179">
                <a:moveTo>
                  <a:pt x="1882775" y="544512"/>
                </a:moveTo>
                <a:lnTo>
                  <a:pt x="1870075" y="544512"/>
                </a:lnTo>
                <a:lnTo>
                  <a:pt x="1870075" y="493712"/>
                </a:lnTo>
                <a:lnTo>
                  <a:pt x="1882775" y="493712"/>
                </a:lnTo>
                <a:lnTo>
                  <a:pt x="1882775" y="544512"/>
                </a:lnTo>
                <a:close/>
              </a:path>
              <a:path w="1882775" h="2456179">
                <a:moveTo>
                  <a:pt x="1882775" y="633412"/>
                </a:moveTo>
                <a:lnTo>
                  <a:pt x="1870075" y="633412"/>
                </a:lnTo>
                <a:lnTo>
                  <a:pt x="1870075" y="582612"/>
                </a:lnTo>
                <a:lnTo>
                  <a:pt x="1882775" y="582612"/>
                </a:lnTo>
                <a:lnTo>
                  <a:pt x="1882775" y="633412"/>
                </a:lnTo>
                <a:close/>
              </a:path>
              <a:path w="1882775" h="2456179">
                <a:moveTo>
                  <a:pt x="1882775" y="722312"/>
                </a:moveTo>
                <a:lnTo>
                  <a:pt x="1870075" y="722312"/>
                </a:lnTo>
                <a:lnTo>
                  <a:pt x="1870075" y="671512"/>
                </a:lnTo>
                <a:lnTo>
                  <a:pt x="1882775" y="671512"/>
                </a:lnTo>
                <a:lnTo>
                  <a:pt x="1882775" y="722312"/>
                </a:lnTo>
                <a:close/>
              </a:path>
              <a:path w="1882775" h="2456179">
                <a:moveTo>
                  <a:pt x="1882775" y="811212"/>
                </a:moveTo>
                <a:lnTo>
                  <a:pt x="1870075" y="811212"/>
                </a:lnTo>
                <a:lnTo>
                  <a:pt x="1870075" y="760412"/>
                </a:lnTo>
                <a:lnTo>
                  <a:pt x="1882775" y="760412"/>
                </a:lnTo>
                <a:lnTo>
                  <a:pt x="1882775" y="811212"/>
                </a:lnTo>
                <a:close/>
              </a:path>
              <a:path w="1882775" h="2456179">
                <a:moveTo>
                  <a:pt x="1882775" y="900112"/>
                </a:moveTo>
                <a:lnTo>
                  <a:pt x="1870075" y="900112"/>
                </a:lnTo>
                <a:lnTo>
                  <a:pt x="1870075" y="849312"/>
                </a:lnTo>
                <a:lnTo>
                  <a:pt x="1882775" y="849312"/>
                </a:lnTo>
                <a:lnTo>
                  <a:pt x="1882775" y="900112"/>
                </a:lnTo>
                <a:close/>
              </a:path>
              <a:path w="1882775" h="2456179">
                <a:moveTo>
                  <a:pt x="1882775" y="989012"/>
                </a:moveTo>
                <a:lnTo>
                  <a:pt x="1870075" y="989012"/>
                </a:lnTo>
                <a:lnTo>
                  <a:pt x="1870075" y="938212"/>
                </a:lnTo>
                <a:lnTo>
                  <a:pt x="1882775" y="938212"/>
                </a:lnTo>
                <a:lnTo>
                  <a:pt x="1882775" y="989012"/>
                </a:lnTo>
                <a:close/>
              </a:path>
              <a:path w="1882775" h="2456179">
                <a:moveTo>
                  <a:pt x="1882775" y="1077912"/>
                </a:moveTo>
                <a:lnTo>
                  <a:pt x="1870075" y="1077912"/>
                </a:lnTo>
                <a:lnTo>
                  <a:pt x="1870075" y="1027112"/>
                </a:lnTo>
                <a:lnTo>
                  <a:pt x="1882775" y="1027112"/>
                </a:lnTo>
                <a:lnTo>
                  <a:pt x="1882775" y="1077912"/>
                </a:lnTo>
                <a:close/>
              </a:path>
              <a:path w="1882775" h="2456179">
                <a:moveTo>
                  <a:pt x="1882775" y="1166812"/>
                </a:moveTo>
                <a:lnTo>
                  <a:pt x="1870075" y="1166812"/>
                </a:lnTo>
                <a:lnTo>
                  <a:pt x="1870075" y="1116012"/>
                </a:lnTo>
                <a:lnTo>
                  <a:pt x="1882775" y="1116012"/>
                </a:lnTo>
                <a:lnTo>
                  <a:pt x="1882775" y="1166812"/>
                </a:lnTo>
                <a:close/>
              </a:path>
              <a:path w="1882775" h="2456179">
                <a:moveTo>
                  <a:pt x="1882775" y="1255712"/>
                </a:moveTo>
                <a:lnTo>
                  <a:pt x="1870075" y="1255712"/>
                </a:lnTo>
                <a:lnTo>
                  <a:pt x="1870075" y="1204912"/>
                </a:lnTo>
                <a:lnTo>
                  <a:pt x="1882775" y="1204912"/>
                </a:lnTo>
                <a:lnTo>
                  <a:pt x="1882775" y="1255712"/>
                </a:lnTo>
                <a:close/>
              </a:path>
              <a:path w="1882775" h="2456179">
                <a:moveTo>
                  <a:pt x="1882775" y="1344612"/>
                </a:moveTo>
                <a:lnTo>
                  <a:pt x="1870075" y="1344612"/>
                </a:lnTo>
                <a:lnTo>
                  <a:pt x="1870075" y="1293812"/>
                </a:lnTo>
                <a:lnTo>
                  <a:pt x="1882775" y="1293812"/>
                </a:lnTo>
                <a:lnTo>
                  <a:pt x="1882775" y="1344612"/>
                </a:lnTo>
                <a:close/>
              </a:path>
              <a:path w="1882775" h="2456179">
                <a:moveTo>
                  <a:pt x="1882775" y="1433512"/>
                </a:moveTo>
                <a:lnTo>
                  <a:pt x="1870075" y="1433512"/>
                </a:lnTo>
                <a:lnTo>
                  <a:pt x="1870075" y="1382712"/>
                </a:lnTo>
                <a:lnTo>
                  <a:pt x="1882775" y="1382712"/>
                </a:lnTo>
                <a:lnTo>
                  <a:pt x="1882775" y="1433512"/>
                </a:lnTo>
                <a:close/>
              </a:path>
              <a:path w="1882775" h="2456179">
                <a:moveTo>
                  <a:pt x="1882775" y="1522412"/>
                </a:moveTo>
                <a:lnTo>
                  <a:pt x="1870075" y="1522412"/>
                </a:lnTo>
                <a:lnTo>
                  <a:pt x="1870075" y="1471612"/>
                </a:lnTo>
                <a:lnTo>
                  <a:pt x="1882775" y="1471612"/>
                </a:lnTo>
                <a:lnTo>
                  <a:pt x="1882775" y="1522412"/>
                </a:lnTo>
                <a:close/>
              </a:path>
              <a:path w="1882775" h="2456179">
                <a:moveTo>
                  <a:pt x="1882775" y="1611312"/>
                </a:moveTo>
                <a:lnTo>
                  <a:pt x="1870075" y="1611312"/>
                </a:lnTo>
                <a:lnTo>
                  <a:pt x="1870075" y="1560512"/>
                </a:lnTo>
                <a:lnTo>
                  <a:pt x="1882775" y="1560512"/>
                </a:lnTo>
                <a:lnTo>
                  <a:pt x="1882775" y="1611312"/>
                </a:lnTo>
                <a:close/>
              </a:path>
              <a:path w="1882775" h="2456179">
                <a:moveTo>
                  <a:pt x="1882775" y="1700212"/>
                </a:moveTo>
                <a:lnTo>
                  <a:pt x="1870075" y="1700212"/>
                </a:lnTo>
                <a:lnTo>
                  <a:pt x="1870075" y="1649412"/>
                </a:lnTo>
                <a:lnTo>
                  <a:pt x="1882775" y="1649412"/>
                </a:lnTo>
                <a:lnTo>
                  <a:pt x="1882775" y="1700212"/>
                </a:lnTo>
                <a:close/>
              </a:path>
              <a:path w="1882775" h="2456179">
                <a:moveTo>
                  <a:pt x="1882775" y="1789112"/>
                </a:moveTo>
                <a:lnTo>
                  <a:pt x="1870075" y="1789112"/>
                </a:lnTo>
                <a:lnTo>
                  <a:pt x="1870075" y="1738312"/>
                </a:lnTo>
                <a:lnTo>
                  <a:pt x="1882775" y="1738312"/>
                </a:lnTo>
                <a:lnTo>
                  <a:pt x="1882775" y="1789112"/>
                </a:lnTo>
                <a:close/>
              </a:path>
              <a:path w="1882775" h="2456179">
                <a:moveTo>
                  <a:pt x="1882775" y="1878012"/>
                </a:moveTo>
                <a:lnTo>
                  <a:pt x="1870075" y="1878012"/>
                </a:lnTo>
                <a:lnTo>
                  <a:pt x="1870075" y="1827212"/>
                </a:lnTo>
                <a:lnTo>
                  <a:pt x="1882775" y="1827212"/>
                </a:lnTo>
                <a:lnTo>
                  <a:pt x="1882775" y="1878012"/>
                </a:lnTo>
                <a:close/>
              </a:path>
              <a:path w="1882775" h="2456179">
                <a:moveTo>
                  <a:pt x="1882775" y="1966912"/>
                </a:moveTo>
                <a:lnTo>
                  <a:pt x="1870075" y="1966912"/>
                </a:lnTo>
                <a:lnTo>
                  <a:pt x="1870075" y="1916112"/>
                </a:lnTo>
                <a:lnTo>
                  <a:pt x="1882775" y="1916112"/>
                </a:lnTo>
                <a:lnTo>
                  <a:pt x="1882775" y="1966912"/>
                </a:lnTo>
                <a:close/>
              </a:path>
              <a:path w="1882775" h="2456179">
                <a:moveTo>
                  <a:pt x="1882775" y="2055812"/>
                </a:moveTo>
                <a:lnTo>
                  <a:pt x="1870075" y="2055812"/>
                </a:lnTo>
                <a:lnTo>
                  <a:pt x="1870075" y="2005012"/>
                </a:lnTo>
                <a:lnTo>
                  <a:pt x="1882775" y="2005012"/>
                </a:lnTo>
                <a:lnTo>
                  <a:pt x="1882775" y="2055812"/>
                </a:lnTo>
                <a:close/>
              </a:path>
              <a:path w="1882775" h="2456179">
                <a:moveTo>
                  <a:pt x="1882775" y="2144712"/>
                </a:moveTo>
                <a:lnTo>
                  <a:pt x="1870075" y="2144712"/>
                </a:lnTo>
                <a:lnTo>
                  <a:pt x="1870075" y="2093912"/>
                </a:lnTo>
                <a:lnTo>
                  <a:pt x="1882775" y="2093912"/>
                </a:lnTo>
                <a:lnTo>
                  <a:pt x="1882775" y="2144712"/>
                </a:lnTo>
                <a:close/>
              </a:path>
              <a:path w="1882775" h="2456179">
                <a:moveTo>
                  <a:pt x="1882775" y="2233612"/>
                </a:moveTo>
                <a:lnTo>
                  <a:pt x="1870075" y="2233612"/>
                </a:lnTo>
                <a:lnTo>
                  <a:pt x="1870075" y="2182812"/>
                </a:lnTo>
                <a:lnTo>
                  <a:pt x="1882775" y="2182812"/>
                </a:lnTo>
                <a:lnTo>
                  <a:pt x="1882775" y="2233612"/>
                </a:lnTo>
                <a:close/>
              </a:path>
              <a:path w="1882775" h="2456179">
                <a:moveTo>
                  <a:pt x="1882775" y="2322512"/>
                </a:moveTo>
                <a:lnTo>
                  <a:pt x="1870075" y="2322512"/>
                </a:lnTo>
                <a:lnTo>
                  <a:pt x="1870075" y="2271712"/>
                </a:lnTo>
                <a:lnTo>
                  <a:pt x="1882775" y="2271712"/>
                </a:lnTo>
                <a:lnTo>
                  <a:pt x="1882775" y="2322512"/>
                </a:lnTo>
                <a:close/>
              </a:path>
              <a:path w="1882775" h="2456179">
                <a:moveTo>
                  <a:pt x="1882775" y="2411412"/>
                </a:moveTo>
                <a:lnTo>
                  <a:pt x="1870075" y="2411412"/>
                </a:lnTo>
                <a:lnTo>
                  <a:pt x="1870075" y="2360612"/>
                </a:lnTo>
                <a:lnTo>
                  <a:pt x="1882775" y="2360612"/>
                </a:lnTo>
                <a:lnTo>
                  <a:pt x="1882775" y="2411412"/>
                </a:lnTo>
                <a:close/>
              </a:path>
              <a:path w="1882775" h="2456179">
                <a:moveTo>
                  <a:pt x="1876425" y="2455862"/>
                </a:moveTo>
                <a:lnTo>
                  <a:pt x="1825625" y="2455862"/>
                </a:lnTo>
                <a:lnTo>
                  <a:pt x="1825625" y="2443162"/>
                </a:lnTo>
                <a:lnTo>
                  <a:pt x="1876425" y="2443162"/>
                </a:lnTo>
                <a:lnTo>
                  <a:pt x="1876425" y="2455862"/>
                </a:lnTo>
                <a:close/>
              </a:path>
              <a:path w="1882775" h="2456179">
                <a:moveTo>
                  <a:pt x="1787525" y="2455862"/>
                </a:moveTo>
                <a:lnTo>
                  <a:pt x="1736725" y="2455862"/>
                </a:lnTo>
                <a:lnTo>
                  <a:pt x="1736725" y="2443162"/>
                </a:lnTo>
                <a:lnTo>
                  <a:pt x="1787525" y="2443162"/>
                </a:lnTo>
                <a:lnTo>
                  <a:pt x="1787525" y="2455862"/>
                </a:lnTo>
                <a:close/>
              </a:path>
              <a:path w="1882775" h="2456179">
                <a:moveTo>
                  <a:pt x="1698625" y="2455862"/>
                </a:moveTo>
                <a:lnTo>
                  <a:pt x="1647825" y="2455862"/>
                </a:lnTo>
                <a:lnTo>
                  <a:pt x="1647825" y="2443162"/>
                </a:lnTo>
                <a:lnTo>
                  <a:pt x="1698625" y="2443162"/>
                </a:lnTo>
                <a:lnTo>
                  <a:pt x="1698625" y="2455862"/>
                </a:lnTo>
                <a:close/>
              </a:path>
              <a:path w="1882775" h="2456179">
                <a:moveTo>
                  <a:pt x="1609725" y="2455862"/>
                </a:moveTo>
                <a:lnTo>
                  <a:pt x="1558925" y="2455862"/>
                </a:lnTo>
                <a:lnTo>
                  <a:pt x="1558925" y="2443162"/>
                </a:lnTo>
                <a:lnTo>
                  <a:pt x="1609725" y="2443162"/>
                </a:lnTo>
                <a:lnTo>
                  <a:pt x="1609725" y="2455862"/>
                </a:lnTo>
                <a:close/>
              </a:path>
              <a:path w="1882775" h="2456179">
                <a:moveTo>
                  <a:pt x="1520825" y="2455862"/>
                </a:moveTo>
                <a:lnTo>
                  <a:pt x="1470025" y="2455862"/>
                </a:lnTo>
                <a:lnTo>
                  <a:pt x="1470025" y="2443162"/>
                </a:lnTo>
                <a:lnTo>
                  <a:pt x="1520825" y="2443162"/>
                </a:lnTo>
                <a:lnTo>
                  <a:pt x="1520825" y="2455862"/>
                </a:lnTo>
                <a:close/>
              </a:path>
              <a:path w="1882775" h="2456179">
                <a:moveTo>
                  <a:pt x="1431925" y="2455862"/>
                </a:moveTo>
                <a:lnTo>
                  <a:pt x="1381125" y="2455862"/>
                </a:lnTo>
                <a:lnTo>
                  <a:pt x="1381125" y="2443162"/>
                </a:lnTo>
                <a:lnTo>
                  <a:pt x="1431925" y="2443162"/>
                </a:lnTo>
                <a:lnTo>
                  <a:pt x="1431925" y="2455862"/>
                </a:lnTo>
                <a:close/>
              </a:path>
              <a:path w="1882775" h="2456179">
                <a:moveTo>
                  <a:pt x="1343025" y="2455862"/>
                </a:moveTo>
                <a:lnTo>
                  <a:pt x="1292225" y="2455862"/>
                </a:lnTo>
                <a:lnTo>
                  <a:pt x="1292225" y="2443162"/>
                </a:lnTo>
                <a:lnTo>
                  <a:pt x="1343025" y="2443162"/>
                </a:lnTo>
                <a:lnTo>
                  <a:pt x="1343025" y="2455862"/>
                </a:lnTo>
                <a:close/>
              </a:path>
              <a:path w="1882775" h="2456179">
                <a:moveTo>
                  <a:pt x="1254125" y="2455862"/>
                </a:moveTo>
                <a:lnTo>
                  <a:pt x="1203325" y="2455862"/>
                </a:lnTo>
                <a:lnTo>
                  <a:pt x="1203325" y="2443162"/>
                </a:lnTo>
                <a:lnTo>
                  <a:pt x="1254125" y="2443162"/>
                </a:lnTo>
                <a:lnTo>
                  <a:pt x="1254125" y="2455862"/>
                </a:lnTo>
                <a:close/>
              </a:path>
              <a:path w="1882775" h="2456179">
                <a:moveTo>
                  <a:pt x="1165225" y="2455862"/>
                </a:moveTo>
                <a:lnTo>
                  <a:pt x="1114425" y="2455862"/>
                </a:lnTo>
                <a:lnTo>
                  <a:pt x="1114425" y="2443162"/>
                </a:lnTo>
                <a:lnTo>
                  <a:pt x="1165225" y="2443162"/>
                </a:lnTo>
                <a:lnTo>
                  <a:pt x="1165225" y="2455862"/>
                </a:lnTo>
                <a:close/>
              </a:path>
              <a:path w="1882775" h="2456179">
                <a:moveTo>
                  <a:pt x="1076325" y="2455862"/>
                </a:moveTo>
                <a:lnTo>
                  <a:pt x="1025525" y="2455862"/>
                </a:lnTo>
                <a:lnTo>
                  <a:pt x="1025525" y="2443162"/>
                </a:lnTo>
                <a:lnTo>
                  <a:pt x="1076325" y="2443162"/>
                </a:lnTo>
                <a:lnTo>
                  <a:pt x="1076325" y="2455862"/>
                </a:lnTo>
                <a:close/>
              </a:path>
              <a:path w="1882775" h="2456179">
                <a:moveTo>
                  <a:pt x="987425" y="2455862"/>
                </a:moveTo>
                <a:lnTo>
                  <a:pt x="936625" y="2455862"/>
                </a:lnTo>
                <a:lnTo>
                  <a:pt x="936625" y="2443162"/>
                </a:lnTo>
                <a:lnTo>
                  <a:pt x="987425" y="2443162"/>
                </a:lnTo>
                <a:lnTo>
                  <a:pt x="987425" y="2455862"/>
                </a:lnTo>
                <a:close/>
              </a:path>
              <a:path w="1882775" h="2456179">
                <a:moveTo>
                  <a:pt x="898525" y="2455862"/>
                </a:moveTo>
                <a:lnTo>
                  <a:pt x="847725" y="2455862"/>
                </a:lnTo>
                <a:lnTo>
                  <a:pt x="847725" y="2443162"/>
                </a:lnTo>
                <a:lnTo>
                  <a:pt x="898525" y="2443162"/>
                </a:lnTo>
                <a:lnTo>
                  <a:pt x="898525" y="2455862"/>
                </a:lnTo>
                <a:close/>
              </a:path>
              <a:path w="1882775" h="2456179">
                <a:moveTo>
                  <a:pt x="809625" y="2455862"/>
                </a:moveTo>
                <a:lnTo>
                  <a:pt x="758825" y="2455862"/>
                </a:lnTo>
                <a:lnTo>
                  <a:pt x="758825" y="2443162"/>
                </a:lnTo>
                <a:lnTo>
                  <a:pt x="809625" y="2443162"/>
                </a:lnTo>
                <a:lnTo>
                  <a:pt x="809625" y="2455862"/>
                </a:lnTo>
                <a:close/>
              </a:path>
              <a:path w="1882775" h="2456179">
                <a:moveTo>
                  <a:pt x="720725" y="2455862"/>
                </a:moveTo>
                <a:lnTo>
                  <a:pt x="669925" y="2455862"/>
                </a:lnTo>
                <a:lnTo>
                  <a:pt x="669925" y="2443162"/>
                </a:lnTo>
                <a:lnTo>
                  <a:pt x="720725" y="2443162"/>
                </a:lnTo>
                <a:lnTo>
                  <a:pt x="720725" y="2455862"/>
                </a:lnTo>
                <a:close/>
              </a:path>
              <a:path w="1882775" h="2456179">
                <a:moveTo>
                  <a:pt x="631825" y="2455862"/>
                </a:moveTo>
                <a:lnTo>
                  <a:pt x="581025" y="2455862"/>
                </a:lnTo>
                <a:lnTo>
                  <a:pt x="581025" y="2443162"/>
                </a:lnTo>
                <a:lnTo>
                  <a:pt x="631825" y="2443162"/>
                </a:lnTo>
                <a:lnTo>
                  <a:pt x="631825" y="2455862"/>
                </a:lnTo>
                <a:close/>
              </a:path>
              <a:path w="1882775" h="2456179">
                <a:moveTo>
                  <a:pt x="542925" y="2455862"/>
                </a:moveTo>
                <a:lnTo>
                  <a:pt x="492125" y="2455862"/>
                </a:lnTo>
                <a:lnTo>
                  <a:pt x="492125" y="2443162"/>
                </a:lnTo>
                <a:lnTo>
                  <a:pt x="542925" y="2443162"/>
                </a:lnTo>
                <a:lnTo>
                  <a:pt x="542925" y="2455862"/>
                </a:lnTo>
                <a:close/>
              </a:path>
              <a:path w="1882775" h="2456179">
                <a:moveTo>
                  <a:pt x="454025" y="2455862"/>
                </a:moveTo>
                <a:lnTo>
                  <a:pt x="403225" y="2455862"/>
                </a:lnTo>
                <a:lnTo>
                  <a:pt x="403225" y="2443162"/>
                </a:lnTo>
                <a:lnTo>
                  <a:pt x="454025" y="2443162"/>
                </a:lnTo>
                <a:lnTo>
                  <a:pt x="454025" y="2455862"/>
                </a:lnTo>
                <a:close/>
              </a:path>
              <a:path w="1882775" h="2456179">
                <a:moveTo>
                  <a:pt x="365125" y="2455862"/>
                </a:moveTo>
                <a:lnTo>
                  <a:pt x="314325" y="2455862"/>
                </a:lnTo>
                <a:lnTo>
                  <a:pt x="314325" y="2443162"/>
                </a:lnTo>
                <a:lnTo>
                  <a:pt x="365125" y="2443162"/>
                </a:lnTo>
                <a:lnTo>
                  <a:pt x="365125" y="2455862"/>
                </a:lnTo>
                <a:close/>
              </a:path>
              <a:path w="1882775" h="2456179">
                <a:moveTo>
                  <a:pt x="276225" y="2455862"/>
                </a:moveTo>
                <a:lnTo>
                  <a:pt x="225425" y="2455862"/>
                </a:lnTo>
                <a:lnTo>
                  <a:pt x="225425" y="2443162"/>
                </a:lnTo>
                <a:lnTo>
                  <a:pt x="276225" y="2443162"/>
                </a:lnTo>
                <a:lnTo>
                  <a:pt x="276225" y="2455862"/>
                </a:lnTo>
                <a:close/>
              </a:path>
              <a:path w="1882775" h="2456179">
                <a:moveTo>
                  <a:pt x="187325" y="2455862"/>
                </a:moveTo>
                <a:lnTo>
                  <a:pt x="136525" y="2455862"/>
                </a:lnTo>
                <a:lnTo>
                  <a:pt x="136525" y="2443162"/>
                </a:lnTo>
                <a:lnTo>
                  <a:pt x="187325" y="2443162"/>
                </a:lnTo>
                <a:lnTo>
                  <a:pt x="187325" y="2455862"/>
                </a:lnTo>
                <a:close/>
              </a:path>
              <a:path w="1882775" h="2456179">
                <a:moveTo>
                  <a:pt x="98425" y="2455862"/>
                </a:moveTo>
                <a:lnTo>
                  <a:pt x="47625" y="2455862"/>
                </a:lnTo>
                <a:lnTo>
                  <a:pt x="47625" y="2443162"/>
                </a:lnTo>
                <a:lnTo>
                  <a:pt x="98425" y="2443162"/>
                </a:lnTo>
                <a:lnTo>
                  <a:pt x="98425" y="24558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2346096" y="3717956"/>
            <a:ext cx="2216150" cy="2473325"/>
          </a:xfrm>
          <a:prstGeom prst="rect">
            <a:avLst/>
          </a:prstGeom>
        </p:spPr>
        <p:txBody>
          <a:bodyPr wrap="square" lIns="0" tIns="157480" rIns="0" bIns="0" rtlCol="0" vert="horz">
            <a:spAutoFit/>
          </a:bodyPr>
          <a:lstStyle/>
          <a:p>
            <a:pPr algn="ctr" marR="52705">
              <a:lnSpc>
                <a:spcPct val="100000"/>
              </a:lnSpc>
              <a:spcBef>
                <a:spcPts val="1240"/>
              </a:spcBef>
            </a:pPr>
            <a:r>
              <a:rPr dirty="0" sz="2400">
                <a:latin typeface="微软雅黑"/>
                <a:cs typeface="微软雅黑"/>
              </a:rPr>
              <a:t>升压变压器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850" spc="55" i="1">
                <a:latin typeface="Times New Roman"/>
                <a:cs typeface="Times New Roman"/>
              </a:rPr>
              <a:t>U</a:t>
            </a:r>
            <a:r>
              <a:rPr dirty="0" baseline="-23569" sz="2475" spc="82">
                <a:latin typeface="Times New Roman"/>
                <a:cs typeface="Times New Roman"/>
              </a:rPr>
              <a:t>1 </a:t>
            </a:r>
            <a:r>
              <a:rPr dirty="0" sz="2850" spc="110">
                <a:latin typeface="Times New Roman"/>
                <a:cs typeface="Times New Roman"/>
              </a:rPr>
              <a:t>:</a:t>
            </a:r>
            <a:r>
              <a:rPr dirty="0" sz="2850" spc="110" i="1">
                <a:latin typeface="Times New Roman"/>
                <a:cs typeface="Times New Roman"/>
              </a:rPr>
              <a:t>U </a:t>
            </a:r>
            <a:r>
              <a:rPr dirty="0" baseline="-23569" sz="2475" spc="22">
                <a:latin typeface="Times New Roman"/>
                <a:cs typeface="Times New Roman"/>
              </a:rPr>
              <a:t>2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15">
                <a:latin typeface="Times New Roman"/>
                <a:cs typeface="Times New Roman"/>
              </a:rPr>
              <a:t> </a:t>
            </a:r>
            <a:r>
              <a:rPr dirty="0" sz="2850" spc="-85" i="1">
                <a:latin typeface="Times New Roman"/>
                <a:cs typeface="Times New Roman"/>
              </a:rPr>
              <a:t>n</a:t>
            </a:r>
            <a:r>
              <a:rPr dirty="0" baseline="-23569" sz="2475" spc="-127">
                <a:latin typeface="Times New Roman"/>
                <a:cs typeface="Times New Roman"/>
              </a:rPr>
              <a:t>1 </a:t>
            </a:r>
            <a:r>
              <a:rPr dirty="0" sz="2850" spc="5">
                <a:latin typeface="Times New Roman"/>
                <a:cs typeface="Times New Roman"/>
              </a:rPr>
              <a:t>:</a:t>
            </a:r>
            <a:r>
              <a:rPr dirty="0" sz="2850" spc="-425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n</a:t>
            </a:r>
            <a:r>
              <a:rPr dirty="0" baseline="-23569" sz="2475" spc="15">
                <a:latin typeface="Times New Roman"/>
                <a:cs typeface="Times New Roman"/>
              </a:rPr>
              <a:t>2</a:t>
            </a:r>
            <a:endParaRPr baseline="-23569" sz="2475">
              <a:latin typeface="Times New Roman"/>
              <a:cs typeface="Times New Roman"/>
            </a:endParaRPr>
          </a:p>
          <a:p>
            <a:pPr marL="58419">
              <a:lnSpc>
                <a:spcPct val="100000"/>
              </a:lnSpc>
              <a:spcBef>
                <a:spcPts val="1575"/>
              </a:spcBef>
            </a:pPr>
            <a:r>
              <a:rPr dirty="0" sz="2850" spc="25" i="1">
                <a:latin typeface="Times New Roman"/>
                <a:cs typeface="Times New Roman"/>
              </a:rPr>
              <a:t>I</a:t>
            </a:r>
            <a:r>
              <a:rPr dirty="0" baseline="-23569" sz="2475" spc="37">
                <a:latin typeface="Times New Roman"/>
                <a:cs typeface="Times New Roman"/>
              </a:rPr>
              <a:t>1 </a:t>
            </a:r>
            <a:r>
              <a:rPr dirty="0" sz="2850" spc="5">
                <a:latin typeface="Times New Roman"/>
                <a:cs typeface="Times New Roman"/>
              </a:rPr>
              <a:t>: </a:t>
            </a:r>
            <a:r>
              <a:rPr dirty="0" sz="2850" spc="120" i="1">
                <a:latin typeface="Times New Roman"/>
                <a:cs typeface="Times New Roman"/>
              </a:rPr>
              <a:t>I</a:t>
            </a:r>
            <a:r>
              <a:rPr dirty="0" baseline="-23569" sz="2475" spc="179">
                <a:latin typeface="Times New Roman"/>
                <a:cs typeface="Times New Roman"/>
              </a:rPr>
              <a:t>2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15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n</a:t>
            </a:r>
            <a:r>
              <a:rPr dirty="0" baseline="-23569" sz="2475" spc="15">
                <a:latin typeface="Times New Roman"/>
                <a:cs typeface="Times New Roman"/>
              </a:rPr>
              <a:t>2 </a:t>
            </a:r>
            <a:r>
              <a:rPr dirty="0" sz="2850" spc="5">
                <a:latin typeface="Times New Roman"/>
                <a:cs typeface="Times New Roman"/>
              </a:rPr>
              <a:t>:</a:t>
            </a:r>
            <a:r>
              <a:rPr dirty="0" sz="2850" spc="-165">
                <a:latin typeface="Times New Roman"/>
                <a:cs typeface="Times New Roman"/>
              </a:rPr>
              <a:t> </a:t>
            </a:r>
            <a:r>
              <a:rPr dirty="0" sz="2850" spc="-85" i="1">
                <a:latin typeface="Times New Roman"/>
                <a:cs typeface="Times New Roman"/>
              </a:rPr>
              <a:t>n</a:t>
            </a:r>
            <a:r>
              <a:rPr dirty="0" baseline="-23569" sz="2475" spc="-127">
                <a:latin typeface="Times New Roman"/>
                <a:cs typeface="Times New Roman"/>
              </a:rPr>
              <a:t>1</a:t>
            </a:r>
            <a:endParaRPr baseline="-23569" sz="2475">
              <a:latin typeface="Times New Roman"/>
              <a:cs typeface="Times New Roman"/>
            </a:endParaRPr>
          </a:p>
          <a:p>
            <a:pPr marL="58419">
              <a:lnSpc>
                <a:spcPct val="100000"/>
              </a:lnSpc>
              <a:spcBef>
                <a:spcPts val="2014"/>
              </a:spcBef>
            </a:pPr>
            <a:r>
              <a:rPr dirty="0" sz="2850" spc="-285" i="1">
                <a:latin typeface="Times New Roman"/>
                <a:cs typeface="Times New Roman"/>
              </a:rPr>
              <a:t>P</a:t>
            </a:r>
            <a:r>
              <a:rPr dirty="0" baseline="-23569" sz="2475" spc="-427">
                <a:latin typeface="Times New Roman"/>
                <a:cs typeface="Times New Roman"/>
              </a:rPr>
              <a:t>1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-20">
                <a:latin typeface="Times New Roman"/>
                <a:cs typeface="Times New Roman"/>
              </a:rPr>
              <a:t> </a:t>
            </a:r>
            <a:r>
              <a:rPr dirty="0" sz="2850" spc="-190" i="1">
                <a:latin typeface="Times New Roman"/>
                <a:cs typeface="Times New Roman"/>
              </a:rPr>
              <a:t>P</a:t>
            </a:r>
            <a:r>
              <a:rPr dirty="0" baseline="-23569" sz="2475" spc="-284">
                <a:latin typeface="Times New Roman"/>
                <a:cs typeface="Times New Roman"/>
              </a:rPr>
              <a:t>2</a:t>
            </a:r>
            <a:endParaRPr baseline="-23569" sz="2475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25566" y="3777434"/>
            <a:ext cx="2269490" cy="239776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algn="ctr" marR="187960">
              <a:lnSpc>
                <a:spcPct val="100000"/>
              </a:lnSpc>
              <a:spcBef>
                <a:spcPts val="875"/>
              </a:spcBef>
            </a:pPr>
            <a:r>
              <a:rPr dirty="0" sz="2400">
                <a:latin typeface="微软雅黑"/>
                <a:cs typeface="微软雅黑"/>
              </a:rPr>
              <a:t>降压变压器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850" spc="125" i="1">
                <a:latin typeface="Times New Roman"/>
                <a:cs typeface="Times New Roman"/>
              </a:rPr>
              <a:t>U</a:t>
            </a:r>
            <a:r>
              <a:rPr dirty="0" baseline="-23569" sz="2475" spc="187">
                <a:latin typeface="Times New Roman"/>
                <a:cs typeface="Times New Roman"/>
              </a:rPr>
              <a:t>3 </a:t>
            </a:r>
            <a:r>
              <a:rPr dirty="0" sz="2850" spc="110">
                <a:latin typeface="Times New Roman"/>
                <a:cs typeface="Times New Roman"/>
              </a:rPr>
              <a:t>:</a:t>
            </a:r>
            <a:r>
              <a:rPr dirty="0" sz="2850" spc="110" i="1">
                <a:latin typeface="Times New Roman"/>
                <a:cs typeface="Times New Roman"/>
              </a:rPr>
              <a:t>U </a:t>
            </a:r>
            <a:r>
              <a:rPr dirty="0" baseline="-23569" sz="2475" spc="22">
                <a:latin typeface="Times New Roman"/>
                <a:cs typeface="Times New Roman"/>
              </a:rPr>
              <a:t>4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15">
                <a:latin typeface="Times New Roman"/>
                <a:cs typeface="Times New Roman"/>
              </a:rPr>
              <a:t> </a:t>
            </a:r>
            <a:r>
              <a:rPr dirty="0" sz="2850" spc="-15" i="1">
                <a:latin typeface="Times New Roman"/>
                <a:cs typeface="Times New Roman"/>
              </a:rPr>
              <a:t>n</a:t>
            </a:r>
            <a:r>
              <a:rPr dirty="0" baseline="-23569" sz="2475" spc="-22">
                <a:latin typeface="Times New Roman"/>
                <a:cs typeface="Times New Roman"/>
              </a:rPr>
              <a:t>3 </a:t>
            </a:r>
            <a:r>
              <a:rPr dirty="0" sz="2850" spc="5">
                <a:latin typeface="Times New Roman"/>
                <a:cs typeface="Times New Roman"/>
              </a:rPr>
              <a:t>:</a:t>
            </a:r>
            <a:r>
              <a:rPr dirty="0" sz="2850" spc="-415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n</a:t>
            </a:r>
            <a:r>
              <a:rPr dirty="0" baseline="-23569" sz="2475" spc="15">
                <a:latin typeface="Times New Roman"/>
                <a:cs typeface="Times New Roman"/>
              </a:rPr>
              <a:t>4</a:t>
            </a:r>
            <a:endParaRPr baseline="-23569" sz="2475">
              <a:latin typeface="Times New Roman"/>
              <a:cs typeface="Times New Roman"/>
            </a:endParaRPr>
          </a:p>
          <a:p>
            <a:pPr marL="73660">
              <a:lnSpc>
                <a:spcPct val="100000"/>
              </a:lnSpc>
              <a:spcBef>
                <a:spcPts val="1570"/>
              </a:spcBef>
            </a:pPr>
            <a:r>
              <a:rPr dirty="0" sz="2850" spc="90" i="1">
                <a:latin typeface="Times New Roman"/>
                <a:cs typeface="Times New Roman"/>
              </a:rPr>
              <a:t>I</a:t>
            </a:r>
            <a:r>
              <a:rPr dirty="0" baseline="-23569" sz="2475" spc="135">
                <a:latin typeface="Times New Roman"/>
                <a:cs typeface="Times New Roman"/>
              </a:rPr>
              <a:t>3 </a:t>
            </a:r>
            <a:r>
              <a:rPr dirty="0" sz="2850" spc="5">
                <a:latin typeface="Times New Roman"/>
                <a:cs typeface="Times New Roman"/>
              </a:rPr>
              <a:t>: </a:t>
            </a:r>
            <a:r>
              <a:rPr dirty="0" sz="2850" spc="120" i="1">
                <a:latin typeface="Times New Roman"/>
                <a:cs typeface="Times New Roman"/>
              </a:rPr>
              <a:t>I</a:t>
            </a:r>
            <a:r>
              <a:rPr dirty="0" baseline="-23569" sz="2475" spc="179">
                <a:latin typeface="Times New Roman"/>
                <a:cs typeface="Times New Roman"/>
              </a:rPr>
              <a:t>4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15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n</a:t>
            </a:r>
            <a:r>
              <a:rPr dirty="0" baseline="-23569" sz="2475" spc="15">
                <a:latin typeface="Times New Roman"/>
                <a:cs typeface="Times New Roman"/>
              </a:rPr>
              <a:t>4 </a:t>
            </a:r>
            <a:r>
              <a:rPr dirty="0" sz="2850" spc="5">
                <a:latin typeface="Times New Roman"/>
                <a:cs typeface="Times New Roman"/>
              </a:rPr>
              <a:t>:</a:t>
            </a:r>
            <a:r>
              <a:rPr dirty="0" sz="2850" spc="-575">
                <a:latin typeface="Times New Roman"/>
                <a:cs typeface="Times New Roman"/>
              </a:rPr>
              <a:t> </a:t>
            </a:r>
            <a:r>
              <a:rPr dirty="0" sz="2850" spc="-15" i="1">
                <a:latin typeface="Times New Roman"/>
                <a:cs typeface="Times New Roman"/>
              </a:rPr>
              <a:t>n</a:t>
            </a:r>
            <a:r>
              <a:rPr dirty="0" baseline="-23569" sz="2475" spc="-22">
                <a:latin typeface="Times New Roman"/>
                <a:cs typeface="Times New Roman"/>
              </a:rPr>
              <a:t>3</a:t>
            </a:r>
            <a:endParaRPr baseline="-23569" sz="2475">
              <a:latin typeface="Times New Roman"/>
              <a:cs typeface="Times New Roman"/>
            </a:endParaRPr>
          </a:p>
          <a:p>
            <a:pPr marL="73660">
              <a:lnSpc>
                <a:spcPct val="100000"/>
              </a:lnSpc>
              <a:spcBef>
                <a:spcPts val="2225"/>
              </a:spcBef>
            </a:pPr>
            <a:r>
              <a:rPr dirty="0" sz="2850" spc="-215" i="1">
                <a:latin typeface="Times New Roman"/>
                <a:cs typeface="Times New Roman"/>
              </a:rPr>
              <a:t>P</a:t>
            </a:r>
            <a:r>
              <a:rPr dirty="0" baseline="-23569" sz="2475" spc="-322">
                <a:latin typeface="Times New Roman"/>
                <a:cs typeface="Times New Roman"/>
              </a:rPr>
              <a:t>3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-45">
                <a:latin typeface="Times New Roman"/>
                <a:cs typeface="Times New Roman"/>
              </a:rPr>
              <a:t> </a:t>
            </a:r>
            <a:r>
              <a:rPr dirty="0" sz="2850" spc="-190" i="1">
                <a:latin typeface="Times New Roman"/>
                <a:cs typeface="Times New Roman"/>
              </a:rPr>
              <a:t>P</a:t>
            </a:r>
            <a:r>
              <a:rPr dirty="0" baseline="-23569" sz="2475" spc="-284">
                <a:latin typeface="Times New Roman"/>
                <a:cs typeface="Times New Roman"/>
              </a:rPr>
              <a:t>4</a:t>
            </a:r>
            <a:endParaRPr baseline="-23569" sz="2475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67583" y="1595653"/>
            <a:ext cx="2049145" cy="19335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72390">
              <a:lnSpc>
                <a:spcPct val="100000"/>
              </a:lnSpc>
              <a:spcBef>
                <a:spcPts val="130"/>
              </a:spcBef>
            </a:pPr>
            <a:r>
              <a:rPr dirty="0" sz="2850" spc="114" i="1">
                <a:latin typeface="Times New Roman"/>
                <a:cs typeface="Times New Roman"/>
              </a:rPr>
              <a:t>I</a:t>
            </a:r>
            <a:r>
              <a:rPr dirty="0" baseline="-23569" sz="2475" spc="172">
                <a:latin typeface="Times New Roman"/>
                <a:cs typeface="Times New Roman"/>
              </a:rPr>
              <a:t>2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-70">
                <a:latin typeface="Times New Roman"/>
                <a:cs typeface="Times New Roman"/>
              </a:rPr>
              <a:t> </a:t>
            </a:r>
            <a:r>
              <a:rPr dirty="0" sz="2850" spc="90" i="1">
                <a:latin typeface="Times New Roman"/>
                <a:cs typeface="Times New Roman"/>
              </a:rPr>
              <a:t>I</a:t>
            </a:r>
            <a:r>
              <a:rPr dirty="0" baseline="-23569" sz="2475" spc="135">
                <a:latin typeface="Times New Roman"/>
                <a:cs typeface="Times New Roman"/>
              </a:rPr>
              <a:t>3</a:t>
            </a:r>
            <a:endParaRPr baseline="-23569" sz="24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60"/>
              </a:spcBef>
            </a:pPr>
            <a:r>
              <a:rPr dirty="0" sz="2850" spc="235" i="1">
                <a:latin typeface="Times New Roman"/>
                <a:cs typeface="Times New Roman"/>
              </a:rPr>
              <a:t>U</a:t>
            </a:r>
            <a:r>
              <a:rPr dirty="0" baseline="-26936" sz="2475" spc="44">
                <a:latin typeface="宋体"/>
                <a:cs typeface="宋体"/>
              </a:rPr>
              <a:t>损</a:t>
            </a:r>
            <a:r>
              <a:rPr dirty="0" baseline="-26936" sz="2475" spc="104">
                <a:latin typeface="宋体"/>
                <a:cs typeface="宋体"/>
              </a:rPr>
              <a:t>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45">
                <a:latin typeface="Times New Roman"/>
                <a:cs typeface="Times New Roman"/>
              </a:rPr>
              <a:t> </a:t>
            </a:r>
            <a:r>
              <a:rPr dirty="0" sz="2850" spc="120" i="1">
                <a:latin typeface="Times New Roman"/>
                <a:cs typeface="Times New Roman"/>
              </a:rPr>
              <a:t>I</a:t>
            </a:r>
            <a:r>
              <a:rPr dirty="0" baseline="-23569" sz="2475" spc="179">
                <a:latin typeface="Times New Roman"/>
                <a:cs typeface="Times New Roman"/>
              </a:rPr>
              <a:t>2</a:t>
            </a:r>
            <a:r>
              <a:rPr dirty="0" baseline="-23569" sz="2475" spc="-405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r</a:t>
            </a:r>
            <a:endParaRPr sz="2850">
              <a:latin typeface="Times New Roman"/>
              <a:cs typeface="Times New Roman"/>
            </a:endParaRPr>
          </a:p>
          <a:p>
            <a:pPr marL="26034">
              <a:lnSpc>
                <a:spcPct val="100000"/>
              </a:lnSpc>
              <a:spcBef>
                <a:spcPts val="2365"/>
              </a:spcBef>
            </a:pPr>
            <a:r>
              <a:rPr dirty="0" sz="2850" spc="20" i="1">
                <a:latin typeface="Times New Roman"/>
                <a:cs typeface="Times New Roman"/>
              </a:rPr>
              <a:t>U</a:t>
            </a:r>
            <a:r>
              <a:rPr dirty="0" sz="2850" spc="-455" i="1">
                <a:latin typeface="Times New Roman"/>
                <a:cs typeface="Times New Roman"/>
              </a:rPr>
              <a:t> </a:t>
            </a:r>
            <a:r>
              <a:rPr dirty="0" baseline="-23569" sz="2475" spc="22">
                <a:latin typeface="Times New Roman"/>
                <a:cs typeface="Times New Roman"/>
              </a:rPr>
              <a:t>2</a:t>
            </a:r>
            <a:r>
              <a:rPr dirty="0" baseline="-23569" sz="2475" spc="120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-320">
                <a:latin typeface="Times New Roman"/>
                <a:cs typeface="Times New Roman"/>
              </a:rPr>
              <a:t> </a:t>
            </a:r>
            <a:r>
              <a:rPr dirty="0" sz="2850" spc="125" i="1">
                <a:latin typeface="Times New Roman"/>
                <a:cs typeface="Times New Roman"/>
              </a:rPr>
              <a:t>U</a:t>
            </a:r>
            <a:r>
              <a:rPr dirty="0" baseline="-23569" sz="2475" spc="187">
                <a:latin typeface="Times New Roman"/>
                <a:cs typeface="Times New Roman"/>
              </a:rPr>
              <a:t>3</a:t>
            </a:r>
            <a:r>
              <a:rPr dirty="0" baseline="-23569" sz="2475" spc="427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Symbol"/>
                <a:cs typeface="Symbol"/>
              </a:rPr>
              <a:t></a:t>
            </a:r>
            <a:r>
              <a:rPr dirty="0" sz="2850" spc="-455">
                <a:latin typeface="Times New Roman"/>
                <a:cs typeface="Times New Roman"/>
              </a:rPr>
              <a:t> </a:t>
            </a:r>
            <a:r>
              <a:rPr dirty="0" sz="2850" spc="235" i="1">
                <a:latin typeface="Times New Roman"/>
                <a:cs typeface="Times New Roman"/>
              </a:rPr>
              <a:t>U</a:t>
            </a:r>
            <a:r>
              <a:rPr dirty="0" baseline="-26936" sz="2475" spc="44">
                <a:latin typeface="宋体"/>
                <a:cs typeface="宋体"/>
              </a:rPr>
              <a:t>损</a:t>
            </a:r>
            <a:endParaRPr baseline="-26936" sz="2475">
              <a:latin typeface="宋体"/>
              <a:cs typeface="宋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227464" y="4592853"/>
            <a:ext cx="174942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-190" i="1">
                <a:latin typeface="Times New Roman"/>
                <a:cs typeface="Times New Roman"/>
              </a:rPr>
              <a:t>P</a:t>
            </a:r>
            <a:r>
              <a:rPr dirty="0" baseline="-23569" sz="2475" spc="-284">
                <a:latin typeface="Times New Roman"/>
                <a:cs typeface="Times New Roman"/>
              </a:rPr>
              <a:t>2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15">
                <a:latin typeface="Times New Roman"/>
                <a:cs typeface="Times New Roman"/>
              </a:rPr>
              <a:t> </a:t>
            </a:r>
            <a:r>
              <a:rPr dirty="0" sz="2850" spc="-215" i="1">
                <a:latin typeface="Times New Roman"/>
                <a:cs typeface="Times New Roman"/>
              </a:rPr>
              <a:t>P</a:t>
            </a:r>
            <a:r>
              <a:rPr dirty="0" baseline="-23569" sz="2475" spc="-322">
                <a:latin typeface="Times New Roman"/>
                <a:cs typeface="Times New Roman"/>
              </a:rPr>
              <a:t>3 </a:t>
            </a:r>
            <a:r>
              <a:rPr dirty="0" sz="2850" spc="15">
                <a:latin typeface="Symbol"/>
                <a:cs typeface="Symbol"/>
              </a:rPr>
              <a:t></a:t>
            </a:r>
            <a:r>
              <a:rPr dirty="0" sz="2850" spc="-385">
                <a:latin typeface="Times New Roman"/>
                <a:cs typeface="Times New Roman"/>
              </a:rPr>
              <a:t> </a:t>
            </a:r>
            <a:r>
              <a:rPr dirty="0" sz="2850" spc="-445" i="1">
                <a:latin typeface="Times New Roman"/>
                <a:cs typeface="Times New Roman"/>
              </a:rPr>
              <a:t>P </a:t>
            </a:r>
            <a:r>
              <a:rPr dirty="0" baseline="-26936" sz="2475" spc="44">
                <a:latin typeface="宋体"/>
                <a:cs typeface="宋体"/>
              </a:rPr>
              <a:t>损</a:t>
            </a:r>
            <a:endParaRPr baseline="-26936" sz="2475">
              <a:latin typeface="宋体"/>
              <a:cs typeface="宋体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231244" y="3667620"/>
            <a:ext cx="29337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15">
                <a:latin typeface="Times New Roman"/>
                <a:cs typeface="Times New Roman"/>
              </a:rPr>
              <a:t>2</a:t>
            </a:r>
            <a:r>
              <a:rPr dirty="0" sz="1650" spc="-330">
                <a:latin typeface="Times New Roman"/>
                <a:cs typeface="Times New Roman"/>
              </a:rPr>
              <a:t> </a:t>
            </a:r>
            <a:r>
              <a:rPr dirty="0" baseline="-29239" sz="4275" spc="15" i="1">
                <a:latin typeface="Times New Roman"/>
                <a:cs typeface="Times New Roman"/>
              </a:rPr>
              <a:t>r</a:t>
            </a:r>
            <a:endParaRPr baseline="-29239" sz="4275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109832" y="4102544"/>
            <a:ext cx="13208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15">
                <a:latin typeface="Times New Roman"/>
                <a:cs typeface="Times New Roman"/>
              </a:rPr>
              <a:t>3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227425" y="3858514"/>
            <a:ext cx="1887220" cy="5365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2710"/>
              </a:lnSpc>
              <a:spcBef>
                <a:spcPts val="130"/>
              </a:spcBef>
              <a:tabLst>
                <a:tab pos="506730" algn="l"/>
                <a:tab pos="1082040" algn="l"/>
              </a:tabLst>
            </a:pPr>
            <a:r>
              <a:rPr dirty="0" sz="2850" spc="15" i="1">
                <a:latin typeface="Times New Roman"/>
                <a:cs typeface="Times New Roman"/>
              </a:rPr>
              <a:t>P	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55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I	</a:t>
            </a:r>
            <a:r>
              <a:rPr dirty="0" baseline="50505" sz="2475" spc="22">
                <a:latin typeface="Times New Roman"/>
                <a:cs typeface="Times New Roman"/>
              </a:rPr>
              <a:t>2 </a:t>
            </a:r>
            <a:r>
              <a:rPr dirty="0" sz="2850" spc="10" i="1">
                <a:latin typeface="Times New Roman"/>
                <a:cs typeface="Times New Roman"/>
              </a:rPr>
              <a:t>r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-229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I</a:t>
            </a:r>
            <a:endParaRPr sz="2850">
              <a:latin typeface="Times New Roman"/>
              <a:cs typeface="Times New Roman"/>
            </a:endParaRPr>
          </a:p>
          <a:p>
            <a:pPr marL="177800">
              <a:lnSpc>
                <a:spcPts val="1270"/>
              </a:lnSpc>
              <a:tabLst>
                <a:tab pos="953769" algn="l"/>
              </a:tabLst>
            </a:pPr>
            <a:r>
              <a:rPr dirty="0" sz="1650" spc="30">
                <a:latin typeface="宋体"/>
                <a:cs typeface="宋体"/>
              </a:rPr>
              <a:t>损	</a:t>
            </a:r>
            <a:r>
              <a:rPr dirty="0" baseline="3367" sz="2475" spc="22">
                <a:latin typeface="Times New Roman"/>
                <a:cs typeface="Times New Roman"/>
              </a:rPr>
              <a:t>2</a:t>
            </a:r>
            <a:endParaRPr baseline="3367" sz="2475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823325" y="1439862"/>
            <a:ext cx="2865755" cy="3889375"/>
          </a:xfrm>
          <a:custGeom>
            <a:avLst/>
            <a:gdLst/>
            <a:ahLst/>
            <a:cxnLst/>
            <a:rect l="l" t="t" r="r" b="b"/>
            <a:pathLst>
              <a:path w="2865754" h="3889375">
                <a:moveTo>
                  <a:pt x="2865437" y="3889375"/>
                </a:moveTo>
                <a:lnTo>
                  <a:pt x="0" y="3889375"/>
                </a:lnTo>
                <a:lnTo>
                  <a:pt x="0" y="0"/>
                </a:lnTo>
                <a:lnTo>
                  <a:pt x="2865437" y="0"/>
                </a:lnTo>
                <a:lnTo>
                  <a:pt x="2865437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3876675"/>
                </a:lnTo>
                <a:lnTo>
                  <a:pt x="6350" y="3876675"/>
                </a:lnTo>
                <a:lnTo>
                  <a:pt x="12700" y="3883025"/>
                </a:lnTo>
                <a:lnTo>
                  <a:pt x="2865437" y="3883025"/>
                </a:lnTo>
                <a:lnTo>
                  <a:pt x="2865437" y="3889375"/>
                </a:lnTo>
                <a:close/>
              </a:path>
              <a:path w="2865754" h="388937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865754" h="3889375">
                <a:moveTo>
                  <a:pt x="2852737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852737" y="6350"/>
                </a:lnTo>
                <a:lnTo>
                  <a:pt x="2852737" y="12700"/>
                </a:lnTo>
                <a:close/>
              </a:path>
              <a:path w="2865754" h="3889375">
                <a:moveTo>
                  <a:pt x="2852737" y="3883025"/>
                </a:moveTo>
                <a:lnTo>
                  <a:pt x="2852737" y="6350"/>
                </a:lnTo>
                <a:lnTo>
                  <a:pt x="2859087" y="12700"/>
                </a:lnTo>
                <a:lnTo>
                  <a:pt x="2865437" y="12700"/>
                </a:lnTo>
                <a:lnTo>
                  <a:pt x="2865437" y="3876675"/>
                </a:lnTo>
                <a:lnTo>
                  <a:pt x="2859087" y="3876675"/>
                </a:lnTo>
                <a:lnTo>
                  <a:pt x="2852737" y="3883025"/>
                </a:lnTo>
                <a:close/>
              </a:path>
              <a:path w="2865754" h="3889375">
                <a:moveTo>
                  <a:pt x="2865437" y="12700"/>
                </a:moveTo>
                <a:lnTo>
                  <a:pt x="2859087" y="12700"/>
                </a:lnTo>
                <a:lnTo>
                  <a:pt x="2852737" y="6350"/>
                </a:lnTo>
                <a:lnTo>
                  <a:pt x="2865437" y="6350"/>
                </a:lnTo>
                <a:lnTo>
                  <a:pt x="2865437" y="12700"/>
                </a:lnTo>
                <a:close/>
              </a:path>
              <a:path w="2865754" h="3889375">
                <a:moveTo>
                  <a:pt x="12700" y="3883025"/>
                </a:moveTo>
                <a:lnTo>
                  <a:pt x="6350" y="3876675"/>
                </a:lnTo>
                <a:lnTo>
                  <a:pt x="12700" y="3876675"/>
                </a:lnTo>
                <a:lnTo>
                  <a:pt x="12700" y="3883025"/>
                </a:lnTo>
                <a:close/>
              </a:path>
              <a:path w="2865754" h="3889375">
                <a:moveTo>
                  <a:pt x="2852737" y="3883025"/>
                </a:moveTo>
                <a:lnTo>
                  <a:pt x="12700" y="3883025"/>
                </a:lnTo>
                <a:lnTo>
                  <a:pt x="12700" y="3876675"/>
                </a:lnTo>
                <a:lnTo>
                  <a:pt x="2852737" y="3876675"/>
                </a:lnTo>
                <a:lnTo>
                  <a:pt x="2852737" y="3883025"/>
                </a:lnTo>
                <a:close/>
              </a:path>
              <a:path w="2865754" h="3889375">
                <a:moveTo>
                  <a:pt x="2865437" y="3883025"/>
                </a:moveTo>
                <a:lnTo>
                  <a:pt x="2852737" y="3883025"/>
                </a:lnTo>
                <a:lnTo>
                  <a:pt x="2859087" y="3876675"/>
                </a:lnTo>
                <a:lnTo>
                  <a:pt x="2865437" y="3876675"/>
                </a:lnTo>
                <a:lnTo>
                  <a:pt x="2865437" y="38830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095500" y="4360862"/>
            <a:ext cx="2660650" cy="1978025"/>
          </a:xfrm>
          <a:custGeom>
            <a:avLst/>
            <a:gdLst/>
            <a:ahLst/>
            <a:cxnLst/>
            <a:rect l="l" t="t" r="r" b="b"/>
            <a:pathLst>
              <a:path w="2660650" h="1978025">
                <a:moveTo>
                  <a:pt x="2660650" y="1978025"/>
                </a:moveTo>
                <a:lnTo>
                  <a:pt x="0" y="1978025"/>
                </a:lnTo>
                <a:lnTo>
                  <a:pt x="0" y="0"/>
                </a:lnTo>
                <a:lnTo>
                  <a:pt x="2660650" y="0"/>
                </a:lnTo>
                <a:lnTo>
                  <a:pt x="266065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1965325"/>
                </a:lnTo>
                <a:lnTo>
                  <a:pt x="6350" y="1965325"/>
                </a:lnTo>
                <a:lnTo>
                  <a:pt x="12700" y="1971675"/>
                </a:lnTo>
                <a:lnTo>
                  <a:pt x="2660650" y="1971675"/>
                </a:lnTo>
                <a:lnTo>
                  <a:pt x="2660650" y="1978025"/>
                </a:lnTo>
                <a:close/>
              </a:path>
              <a:path w="2660650" h="197802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660650" h="1978025">
                <a:moveTo>
                  <a:pt x="264795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647950" y="6350"/>
                </a:lnTo>
                <a:lnTo>
                  <a:pt x="2647950" y="12700"/>
                </a:lnTo>
                <a:close/>
              </a:path>
              <a:path w="2660650" h="1978025">
                <a:moveTo>
                  <a:pt x="2647950" y="1971675"/>
                </a:moveTo>
                <a:lnTo>
                  <a:pt x="2647950" y="6350"/>
                </a:lnTo>
                <a:lnTo>
                  <a:pt x="2654300" y="12700"/>
                </a:lnTo>
                <a:lnTo>
                  <a:pt x="2660650" y="12700"/>
                </a:lnTo>
                <a:lnTo>
                  <a:pt x="2660650" y="1965325"/>
                </a:lnTo>
                <a:lnTo>
                  <a:pt x="2654300" y="1965325"/>
                </a:lnTo>
                <a:lnTo>
                  <a:pt x="2647950" y="1971675"/>
                </a:lnTo>
                <a:close/>
              </a:path>
              <a:path w="2660650" h="1978025">
                <a:moveTo>
                  <a:pt x="2660650" y="12700"/>
                </a:moveTo>
                <a:lnTo>
                  <a:pt x="2654300" y="12700"/>
                </a:lnTo>
                <a:lnTo>
                  <a:pt x="2647950" y="6350"/>
                </a:lnTo>
                <a:lnTo>
                  <a:pt x="2660650" y="6350"/>
                </a:lnTo>
                <a:lnTo>
                  <a:pt x="2660650" y="12700"/>
                </a:lnTo>
                <a:close/>
              </a:path>
              <a:path w="2660650" h="1978025">
                <a:moveTo>
                  <a:pt x="12700" y="1971675"/>
                </a:moveTo>
                <a:lnTo>
                  <a:pt x="6350" y="1965325"/>
                </a:lnTo>
                <a:lnTo>
                  <a:pt x="12700" y="1965325"/>
                </a:lnTo>
                <a:lnTo>
                  <a:pt x="12700" y="1971675"/>
                </a:lnTo>
                <a:close/>
              </a:path>
              <a:path w="2660650" h="1978025">
                <a:moveTo>
                  <a:pt x="2647950" y="1971675"/>
                </a:moveTo>
                <a:lnTo>
                  <a:pt x="12700" y="1971675"/>
                </a:lnTo>
                <a:lnTo>
                  <a:pt x="12700" y="1965325"/>
                </a:lnTo>
                <a:lnTo>
                  <a:pt x="2647950" y="1965325"/>
                </a:lnTo>
                <a:lnTo>
                  <a:pt x="2647950" y="1971675"/>
                </a:lnTo>
                <a:close/>
              </a:path>
              <a:path w="2660650" h="1978025">
                <a:moveTo>
                  <a:pt x="2660650" y="1971675"/>
                </a:moveTo>
                <a:lnTo>
                  <a:pt x="2647950" y="1971675"/>
                </a:lnTo>
                <a:lnTo>
                  <a:pt x="2654300" y="1965325"/>
                </a:lnTo>
                <a:lnTo>
                  <a:pt x="2660650" y="1965325"/>
                </a:lnTo>
                <a:lnTo>
                  <a:pt x="2660650" y="19716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643562" y="4360862"/>
            <a:ext cx="2633980" cy="1951355"/>
          </a:xfrm>
          <a:custGeom>
            <a:avLst/>
            <a:gdLst/>
            <a:ahLst/>
            <a:cxnLst/>
            <a:rect l="l" t="t" r="r" b="b"/>
            <a:pathLst>
              <a:path w="2633979" h="1951354">
                <a:moveTo>
                  <a:pt x="2633662" y="1951037"/>
                </a:moveTo>
                <a:lnTo>
                  <a:pt x="0" y="1951037"/>
                </a:lnTo>
                <a:lnTo>
                  <a:pt x="0" y="0"/>
                </a:lnTo>
                <a:lnTo>
                  <a:pt x="2633662" y="0"/>
                </a:lnTo>
                <a:lnTo>
                  <a:pt x="2633662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1938337"/>
                </a:lnTo>
                <a:lnTo>
                  <a:pt x="6350" y="1938337"/>
                </a:lnTo>
                <a:lnTo>
                  <a:pt x="12700" y="1944687"/>
                </a:lnTo>
                <a:lnTo>
                  <a:pt x="2633662" y="1944687"/>
                </a:lnTo>
                <a:lnTo>
                  <a:pt x="2633662" y="1951037"/>
                </a:lnTo>
                <a:close/>
              </a:path>
              <a:path w="2633979" h="1951354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633979" h="1951354">
                <a:moveTo>
                  <a:pt x="2620962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620962" y="6350"/>
                </a:lnTo>
                <a:lnTo>
                  <a:pt x="2620962" y="12700"/>
                </a:lnTo>
                <a:close/>
              </a:path>
              <a:path w="2633979" h="1951354">
                <a:moveTo>
                  <a:pt x="2620962" y="1944687"/>
                </a:moveTo>
                <a:lnTo>
                  <a:pt x="2620962" y="6350"/>
                </a:lnTo>
                <a:lnTo>
                  <a:pt x="2627312" y="12700"/>
                </a:lnTo>
                <a:lnTo>
                  <a:pt x="2633662" y="12700"/>
                </a:lnTo>
                <a:lnTo>
                  <a:pt x="2633662" y="1938337"/>
                </a:lnTo>
                <a:lnTo>
                  <a:pt x="2627312" y="1938337"/>
                </a:lnTo>
                <a:lnTo>
                  <a:pt x="2620962" y="1944687"/>
                </a:lnTo>
                <a:close/>
              </a:path>
              <a:path w="2633979" h="1951354">
                <a:moveTo>
                  <a:pt x="2633662" y="12700"/>
                </a:moveTo>
                <a:lnTo>
                  <a:pt x="2627312" y="12700"/>
                </a:lnTo>
                <a:lnTo>
                  <a:pt x="2620962" y="6350"/>
                </a:lnTo>
                <a:lnTo>
                  <a:pt x="2633662" y="6350"/>
                </a:lnTo>
                <a:lnTo>
                  <a:pt x="2633662" y="12700"/>
                </a:lnTo>
                <a:close/>
              </a:path>
              <a:path w="2633979" h="1951354">
                <a:moveTo>
                  <a:pt x="12700" y="1944687"/>
                </a:moveTo>
                <a:lnTo>
                  <a:pt x="6350" y="1938337"/>
                </a:lnTo>
                <a:lnTo>
                  <a:pt x="12700" y="1938337"/>
                </a:lnTo>
                <a:lnTo>
                  <a:pt x="12700" y="1944687"/>
                </a:lnTo>
                <a:close/>
              </a:path>
              <a:path w="2633979" h="1951354">
                <a:moveTo>
                  <a:pt x="2620962" y="1944687"/>
                </a:moveTo>
                <a:lnTo>
                  <a:pt x="12700" y="1944687"/>
                </a:lnTo>
                <a:lnTo>
                  <a:pt x="12700" y="1938337"/>
                </a:lnTo>
                <a:lnTo>
                  <a:pt x="2620962" y="1938337"/>
                </a:lnTo>
                <a:lnTo>
                  <a:pt x="2620962" y="1944687"/>
                </a:lnTo>
                <a:close/>
              </a:path>
              <a:path w="2633979" h="1951354">
                <a:moveTo>
                  <a:pt x="2633662" y="1944687"/>
                </a:moveTo>
                <a:lnTo>
                  <a:pt x="2620962" y="1944687"/>
                </a:lnTo>
                <a:lnTo>
                  <a:pt x="2627312" y="1938337"/>
                </a:lnTo>
                <a:lnTo>
                  <a:pt x="2633662" y="1938337"/>
                </a:lnTo>
                <a:lnTo>
                  <a:pt x="2633662" y="194468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0552" y="1175385"/>
            <a:ext cx="9701530" cy="441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3340" indent="532130">
              <a:lnSpc>
                <a:spcPct val="15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某个小水电站发电机的输出功率为</a:t>
            </a:r>
            <a:r>
              <a:rPr dirty="0" sz="2400" spc="-5">
                <a:latin typeface="微软雅黑"/>
                <a:cs typeface="微软雅黑"/>
              </a:rPr>
              <a:t>100</a:t>
            </a:r>
            <a:r>
              <a:rPr dirty="0" sz="2400">
                <a:latin typeface="微软雅黑"/>
                <a:cs typeface="微软雅黑"/>
              </a:rPr>
              <a:t>K</a:t>
            </a:r>
            <a:r>
              <a:rPr dirty="0" sz="2400" spc="-5">
                <a:latin typeface="微软雅黑"/>
                <a:cs typeface="微软雅黑"/>
              </a:rPr>
              <a:t>W</a:t>
            </a:r>
            <a:r>
              <a:rPr dirty="0" sz="2400">
                <a:latin typeface="微软雅黑"/>
                <a:cs typeface="微软雅黑"/>
              </a:rPr>
              <a:t>，发电机的电压为</a:t>
            </a:r>
            <a:r>
              <a:rPr dirty="0" sz="2400" spc="-5">
                <a:latin typeface="微软雅黑"/>
                <a:cs typeface="微软雅黑"/>
              </a:rPr>
              <a:t>250</a:t>
            </a:r>
            <a:r>
              <a:rPr dirty="0" sz="2400">
                <a:latin typeface="微软雅黑"/>
                <a:cs typeface="微软雅黑"/>
              </a:rPr>
              <a:t>V， 从水电站到远处用户端的输电线总电阻为</a:t>
            </a:r>
            <a:r>
              <a:rPr dirty="0" sz="2400" spc="-5">
                <a:latin typeface="微软雅黑"/>
                <a:cs typeface="微软雅黑"/>
              </a:rPr>
              <a:t>8Ω</a:t>
            </a:r>
            <a:r>
              <a:rPr dirty="0" sz="240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 algn="just" marL="12700" marR="5080" indent="532130">
              <a:lnSpc>
                <a:spcPct val="150000"/>
              </a:lnSpc>
            </a:pPr>
            <a:r>
              <a:rPr dirty="0" sz="2400">
                <a:latin typeface="微软雅黑"/>
                <a:cs typeface="微软雅黑"/>
              </a:rPr>
              <a:t>若通过升压变压器升高电压后向用户端输电，在用户端用降压变压器 把电压降为</a:t>
            </a:r>
            <a:r>
              <a:rPr dirty="0" sz="2400" spc="-5">
                <a:latin typeface="微软雅黑"/>
                <a:cs typeface="微软雅黑"/>
              </a:rPr>
              <a:t>220V，</a:t>
            </a:r>
            <a:r>
              <a:rPr dirty="0" sz="2400">
                <a:latin typeface="微软雅黑"/>
                <a:cs typeface="微软雅黑"/>
              </a:rPr>
              <a:t>要求在输电线上损失的功率控制为</a:t>
            </a:r>
            <a:r>
              <a:rPr dirty="0" sz="2400" spc="-5">
                <a:latin typeface="微软雅黑"/>
                <a:cs typeface="微软雅黑"/>
              </a:rPr>
              <a:t>5KW（</a:t>
            </a:r>
            <a:r>
              <a:rPr dirty="0" sz="2400">
                <a:latin typeface="微软雅黑"/>
                <a:cs typeface="微软雅黑"/>
              </a:rPr>
              <a:t>即用户得到 的功率为</a:t>
            </a:r>
            <a:r>
              <a:rPr dirty="0" sz="2400" spc="-5">
                <a:latin typeface="微软雅黑"/>
                <a:cs typeface="微软雅黑"/>
              </a:rPr>
              <a:t>95KW）</a:t>
            </a:r>
            <a:r>
              <a:rPr dirty="0" sz="2400">
                <a:latin typeface="微软雅黑"/>
                <a:cs typeface="微软雅黑"/>
              </a:rPr>
              <a:t>。为此，请你计算：</a:t>
            </a:r>
            <a:endParaRPr sz="2400">
              <a:latin typeface="微软雅黑"/>
              <a:cs typeface="微软雅黑"/>
            </a:endParaRPr>
          </a:p>
          <a:p>
            <a:pPr marL="928369" indent="-788670">
              <a:lnSpc>
                <a:spcPct val="100000"/>
              </a:lnSpc>
              <a:spcBef>
                <a:spcPts val="1440"/>
              </a:spcBef>
              <a:buSzPct val="95833"/>
              <a:buAutoNum type="arabicPlain"/>
              <a:tabLst>
                <a:tab pos="928369" algn="l"/>
              </a:tabLst>
            </a:pPr>
            <a:r>
              <a:rPr dirty="0" sz="2400">
                <a:latin typeface="微软雅黑"/>
                <a:cs typeface="微软雅黑"/>
              </a:rPr>
              <a:t>降压变压器输出的电流是多少？输电线上通过的电流又是多少？</a:t>
            </a:r>
            <a:endParaRPr sz="2400">
              <a:latin typeface="微软雅黑"/>
              <a:cs typeface="微软雅黑"/>
            </a:endParaRPr>
          </a:p>
          <a:p>
            <a:pPr marL="928369" indent="-788670">
              <a:lnSpc>
                <a:spcPct val="100000"/>
              </a:lnSpc>
              <a:spcBef>
                <a:spcPts val="1440"/>
              </a:spcBef>
              <a:buSzPct val="95833"/>
              <a:buAutoNum type="arabicPlain"/>
              <a:tabLst>
                <a:tab pos="928369" algn="l"/>
              </a:tabLst>
            </a:pPr>
            <a:r>
              <a:rPr dirty="0" sz="2400">
                <a:latin typeface="微软雅黑"/>
                <a:cs typeface="微软雅黑"/>
              </a:rPr>
              <a:t>输电线上损失的电压是多少？升压变压器输出的电压是多少？</a:t>
            </a:r>
            <a:endParaRPr sz="2400">
              <a:latin typeface="微软雅黑"/>
              <a:cs typeface="微软雅黑"/>
            </a:endParaRPr>
          </a:p>
          <a:p>
            <a:pPr marL="928369" indent="-788670">
              <a:lnSpc>
                <a:spcPct val="100000"/>
              </a:lnSpc>
              <a:spcBef>
                <a:spcPts val="1440"/>
              </a:spcBef>
              <a:buSzPct val="95833"/>
              <a:buAutoNum type="arabicPlain"/>
              <a:tabLst>
                <a:tab pos="928369" algn="l"/>
              </a:tabLst>
            </a:pPr>
            <a:r>
              <a:rPr dirty="0" sz="2400">
                <a:latin typeface="微软雅黑"/>
                <a:cs typeface="微软雅黑"/>
              </a:rPr>
              <a:t>两个变压器的匝数比各应等于多少？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11834" y="2221229"/>
            <a:ext cx="330200" cy="6350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例题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244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例题解答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58540" y="3921252"/>
            <a:ext cx="6469379" cy="25069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779520" y="4668011"/>
            <a:ext cx="396240" cy="1015365"/>
          </a:xfrm>
          <a:custGeom>
            <a:avLst/>
            <a:gdLst/>
            <a:ahLst/>
            <a:cxnLst/>
            <a:rect l="l" t="t" r="r" b="b"/>
            <a:pathLst>
              <a:path w="396239" h="1015364">
                <a:moveTo>
                  <a:pt x="0" y="0"/>
                </a:moveTo>
                <a:lnTo>
                  <a:pt x="396239" y="0"/>
                </a:lnTo>
                <a:lnTo>
                  <a:pt x="396239" y="1014984"/>
                </a:lnTo>
                <a:lnTo>
                  <a:pt x="0" y="10149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779520" y="4668011"/>
            <a:ext cx="396240" cy="3441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73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5"/>
              </a:spcBef>
            </a:pPr>
            <a:r>
              <a:rPr dirty="0" sz="2000" spc="5">
                <a:latin typeface="微软雅黑"/>
                <a:cs typeface="微软雅黑"/>
              </a:rPr>
              <a:t>发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79520" y="5012019"/>
            <a:ext cx="396240" cy="3048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2400"/>
              </a:lnSpc>
            </a:pPr>
            <a:r>
              <a:rPr dirty="0" sz="2000" spc="5">
                <a:latin typeface="微软雅黑"/>
                <a:cs typeface="微软雅黑"/>
              </a:rPr>
              <a:t>电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79520" y="5316819"/>
            <a:ext cx="396240" cy="366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2400"/>
              </a:lnSpc>
            </a:pPr>
            <a:r>
              <a:rPr dirty="0" sz="2000" spc="5">
                <a:latin typeface="微软雅黑"/>
                <a:cs typeface="微软雅黑"/>
              </a:rPr>
              <a:t>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912338" y="4729162"/>
            <a:ext cx="955560" cy="10982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621451" y="4516437"/>
            <a:ext cx="1849323" cy="11811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761746" y="4397959"/>
            <a:ext cx="16827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0" i="1">
                <a:latin typeface="Times New Roman"/>
                <a:cs typeface="Times New Roman"/>
              </a:rPr>
              <a:t>r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243501" y="4667250"/>
            <a:ext cx="779348" cy="11061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689665" y="4904320"/>
            <a:ext cx="13208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15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42028" y="4660252"/>
            <a:ext cx="24892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latin typeface="Times New Roman"/>
                <a:cs typeface="Times New Roman"/>
              </a:rPr>
              <a:t>P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50867" y="5233276"/>
            <a:ext cx="40640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95" i="1">
                <a:latin typeface="Times New Roman"/>
                <a:cs typeface="Times New Roman"/>
              </a:rPr>
              <a:t>U</a:t>
            </a:r>
            <a:r>
              <a:rPr dirty="0" baseline="-23569" sz="2475" spc="22">
                <a:latin typeface="Times New Roman"/>
                <a:cs typeface="Times New Roman"/>
              </a:rPr>
              <a:t>1</a:t>
            </a:r>
            <a:endParaRPr baseline="-23569" sz="2475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69343" y="4890351"/>
            <a:ext cx="13208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15">
                <a:latin typeface="Times New Roman"/>
                <a:cs typeface="Times New Roman"/>
              </a:rPr>
              <a:t>2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97893" y="4646282"/>
            <a:ext cx="24892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latin typeface="Times New Roman"/>
                <a:cs typeface="Times New Roman"/>
              </a:rPr>
              <a:t>P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04928" y="5246878"/>
            <a:ext cx="43053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20" i="1">
                <a:latin typeface="Times New Roman"/>
                <a:cs typeface="Times New Roman"/>
              </a:rPr>
              <a:t>U</a:t>
            </a:r>
            <a:r>
              <a:rPr dirty="0" sz="2850" spc="-520" i="1">
                <a:latin typeface="Times New Roman"/>
                <a:cs typeface="Times New Roman"/>
              </a:rPr>
              <a:t> </a:t>
            </a:r>
            <a:r>
              <a:rPr dirty="0" baseline="-23569" sz="2475" spc="22">
                <a:latin typeface="Times New Roman"/>
                <a:cs typeface="Times New Roman"/>
              </a:rPr>
              <a:t>2</a:t>
            </a:r>
            <a:endParaRPr baseline="-23569" sz="2475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601063" y="4652962"/>
            <a:ext cx="723785" cy="107156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995678" y="4890274"/>
            <a:ext cx="13208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15">
                <a:latin typeface="Times New Roman"/>
                <a:cs typeface="Times New Roman"/>
              </a:rPr>
              <a:t>3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30896" y="4646231"/>
            <a:ext cx="24892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latin typeface="Times New Roman"/>
                <a:cs typeface="Times New Roman"/>
              </a:rPr>
              <a:t>P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39824" y="5231904"/>
            <a:ext cx="42354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229" i="1">
                <a:latin typeface="Times New Roman"/>
                <a:cs typeface="Times New Roman"/>
              </a:rPr>
              <a:t>U</a:t>
            </a:r>
            <a:r>
              <a:rPr dirty="0" baseline="-23569" sz="2475" spc="22">
                <a:latin typeface="Times New Roman"/>
                <a:cs typeface="Times New Roman"/>
              </a:rPr>
              <a:t>3</a:t>
            </a:r>
            <a:endParaRPr baseline="-23569" sz="2475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354172" y="4904282"/>
            <a:ext cx="47625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15">
                <a:latin typeface="Times New Roman"/>
                <a:cs typeface="Times New Roman"/>
              </a:rPr>
              <a:t>4</a:t>
            </a:r>
            <a:r>
              <a:rPr dirty="0" sz="1650" spc="200">
                <a:latin typeface="Times New Roman"/>
                <a:cs typeface="Times New Roman"/>
              </a:rPr>
              <a:t> </a:t>
            </a:r>
            <a:r>
              <a:rPr dirty="0" baseline="1388" sz="3000" spc="7">
                <a:latin typeface="微软雅黑"/>
                <a:cs typeface="微软雅黑"/>
              </a:rPr>
              <a:t>用</a:t>
            </a:r>
            <a:endParaRPr baseline="1388" sz="30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182722" y="4701489"/>
            <a:ext cx="24892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latin typeface="Times New Roman"/>
                <a:cs typeface="Times New Roman"/>
              </a:rPr>
              <a:t>P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089745" y="5092014"/>
            <a:ext cx="74041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baseline="-23391" sz="4275" spc="30" i="1">
                <a:latin typeface="Times New Roman"/>
                <a:cs typeface="Times New Roman"/>
              </a:rPr>
              <a:t>U</a:t>
            </a:r>
            <a:r>
              <a:rPr dirty="0" baseline="-23391" sz="4275" spc="-794" i="1">
                <a:latin typeface="Times New Roman"/>
                <a:cs typeface="Times New Roman"/>
              </a:rPr>
              <a:t> </a:t>
            </a:r>
            <a:r>
              <a:rPr dirty="0" baseline="-65656" sz="2475" spc="22">
                <a:latin typeface="Times New Roman"/>
                <a:cs typeface="Times New Roman"/>
              </a:rPr>
              <a:t>4 </a:t>
            </a:r>
            <a:r>
              <a:rPr dirty="0" sz="2000" spc="5">
                <a:latin typeface="微软雅黑"/>
                <a:cs typeface="微软雅黑"/>
              </a:rPr>
              <a:t>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412706" y="4070273"/>
            <a:ext cx="0" cy="302260"/>
          </a:xfrm>
          <a:custGeom>
            <a:avLst/>
            <a:gdLst/>
            <a:ahLst/>
            <a:cxnLst/>
            <a:rect l="l" t="t" r="r" b="b"/>
            <a:pathLst>
              <a:path w="0" h="302260">
                <a:moveTo>
                  <a:pt x="0" y="0"/>
                </a:moveTo>
                <a:lnTo>
                  <a:pt x="0" y="301777"/>
                </a:lnTo>
              </a:path>
            </a:pathLst>
          </a:custGeom>
          <a:ln w="301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285831" y="4070273"/>
            <a:ext cx="0" cy="302260"/>
          </a:xfrm>
          <a:custGeom>
            <a:avLst/>
            <a:gdLst/>
            <a:ahLst/>
            <a:cxnLst/>
            <a:rect l="l" t="t" r="r" b="b"/>
            <a:pathLst>
              <a:path w="0" h="302260">
                <a:moveTo>
                  <a:pt x="0" y="0"/>
                </a:moveTo>
                <a:lnTo>
                  <a:pt x="0" y="301777"/>
                </a:lnTo>
              </a:path>
            </a:pathLst>
          </a:custGeom>
          <a:ln w="301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32410" rIns="0" bIns="0" rtlCol="0" vert="horz">
            <a:spAutoFit/>
          </a:bodyPr>
          <a:lstStyle/>
          <a:p>
            <a:pPr marL="134620">
              <a:lnSpc>
                <a:spcPct val="100000"/>
              </a:lnSpc>
              <a:spcBef>
                <a:spcPts val="1830"/>
              </a:spcBef>
            </a:pPr>
            <a:r>
              <a:rPr dirty="0"/>
              <a:t>解题思</a:t>
            </a:r>
            <a:r>
              <a:rPr dirty="0" spc="-5"/>
              <a:t>路</a:t>
            </a:r>
          </a:p>
          <a:p>
            <a:pPr marL="134620">
              <a:lnSpc>
                <a:spcPct val="100000"/>
              </a:lnSpc>
              <a:spcBef>
                <a:spcPts val="1490"/>
              </a:spcBef>
            </a:pPr>
            <a:r>
              <a:rPr dirty="0" sz="2400"/>
              <a:t>①画出供电电路图</a:t>
            </a:r>
            <a:endParaRPr sz="2400"/>
          </a:p>
          <a:p>
            <a:pPr marL="134620">
              <a:lnSpc>
                <a:spcPct val="100000"/>
              </a:lnSpc>
              <a:spcBef>
                <a:spcPts val="1440"/>
              </a:spcBef>
            </a:pPr>
            <a:r>
              <a:rPr dirty="0" sz="2400"/>
              <a:t>②明确题中各已知量、求解量在电路图中的对应物理量</a:t>
            </a:r>
            <a:endParaRPr sz="2400"/>
          </a:p>
          <a:p>
            <a:pPr marL="134620">
              <a:lnSpc>
                <a:spcPct val="100000"/>
              </a:lnSpc>
              <a:spcBef>
                <a:spcPts val="1440"/>
              </a:spcBef>
            </a:pPr>
            <a:r>
              <a:rPr dirty="0" sz="2400"/>
              <a:t>③根据各物理量间的关系进行电路计算</a:t>
            </a:r>
            <a:endParaRPr sz="2400"/>
          </a:p>
          <a:p>
            <a:pPr algn="ctr" marL="1497965">
              <a:lnSpc>
                <a:spcPct val="100000"/>
              </a:lnSpc>
              <a:spcBef>
                <a:spcPts val="1839"/>
              </a:spcBef>
            </a:pPr>
            <a:r>
              <a:rPr dirty="0" sz="2350" spc="-235" i="1">
                <a:latin typeface="Times New Roman"/>
                <a:cs typeface="Times New Roman"/>
              </a:rPr>
              <a:t>U</a:t>
            </a:r>
            <a:r>
              <a:rPr dirty="0" baseline="-26748" sz="2025" spc="-585">
                <a:latin typeface="宋体"/>
                <a:cs typeface="宋体"/>
              </a:rPr>
              <a:t>损</a:t>
            </a:r>
            <a:r>
              <a:rPr dirty="0" sz="2350" spc="-505">
                <a:latin typeface="宋体"/>
                <a:cs typeface="宋体"/>
              </a:rPr>
              <a:t>、</a:t>
            </a:r>
            <a:r>
              <a:rPr dirty="0" sz="2350" spc="-605" i="1">
                <a:latin typeface="Times New Roman"/>
                <a:cs typeface="Times New Roman"/>
              </a:rPr>
              <a:t>P</a:t>
            </a:r>
            <a:r>
              <a:rPr dirty="0" baseline="-26748" sz="2025" spc="22">
                <a:latin typeface="宋体"/>
                <a:cs typeface="宋体"/>
              </a:rPr>
              <a:t>损</a:t>
            </a:r>
            <a:endParaRPr baseline="-26748" sz="2025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442075" y="4043565"/>
            <a:ext cx="827405" cy="102870"/>
          </a:xfrm>
          <a:custGeom>
            <a:avLst/>
            <a:gdLst/>
            <a:ahLst/>
            <a:cxnLst/>
            <a:rect l="l" t="t" r="r" b="b"/>
            <a:pathLst>
              <a:path w="827404" h="102870">
                <a:moveTo>
                  <a:pt x="89344" y="101536"/>
                </a:moveTo>
                <a:lnTo>
                  <a:pt x="87350" y="101422"/>
                </a:lnTo>
                <a:lnTo>
                  <a:pt x="85509" y="100698"/>
                </a:lnTo>
                <a:lnTo>
                  <a:pt x="0" y="50596"/>
                </a:lnTo>
                <a:lnTo>
                  <a:pt x="85699" y="825"/>
                </a:lnTo>
                <a:lnTo>
                  <a:pt x="87553" y="114"/>
                </a:lnTo>
                <a:lnTo>
                  <a:pt x="89534" y="0"/>
                </a:lnTo>
                <a:lnTo>
                  <a:pt x="91452" y="507"/>
                </a:lnTo>
                <a:lnTo>
                  <a:pt x="93129" y="1587"/>
                </a:lnTo>
                <a:lnTo>
                  <a:pt x="94373" y="3124"/>
                </a:lnTo>
                <a:lnTo>
                  <a:pt x="95097" y="4978"/>
                </a:lnTo>
                <a:lnTo>
                  <a:pt x="95199" y="6959"/>
                </a:lnTo>
                <a:lnTo>
                  <a:pt x="94691" y="8889"/>
                </a:lnTo>
                <a:lnTo>
                  <a:pt x="93611" y="10553"/>
                </a:lnTo>
                <a:lnTo>
                  <a:pt x="92075" y="11811"/>
                </a:lnTo>
                <a:lnTo>
                  <a:pt x="36170" y="44272"/>
                </a:lnTo>
                <a:lnTo>
                  <a:pt x="12611" y="44272"/>
                </a:lnTo>
                <a:lnTo>
                  <a:pt x="12585" y="56972"/>
                </a:lnTo>
                <a:lnTo>
                  <a:pt x="91922" y="89738"/>
                </a:lnTo>
                <a:lnTo>
                  <a:pt x="95034" y="94589"/>
                </a:lnTo>
                <a:lnTo>
                  <a:pt x="94919" y="96583"/>
                </a:lnTo>
                <a:lnTo>
                  <a:pt x="94195" y="98425"/>
                </a:lnTo>
                <a:lnTo>
                  <a:pt x="92938" y="99961"/>
                </a:lnTo>
                <a:lnTo>
                  <a:pt x="91262" y="101028"/>
                </a:lnTo>
                <a:lnTo>
                  <a:pt x="89344" y="101536"/>
                </a:lnTo>
                <a:close/>
              </a:path>
              <a:path w="827404" h="102870">
                <a:moveTo>
                  <a:pt x="816197" y="58508"/>
                </a:moveTo>
                <a:lnTo>
                  <a:pt x="814476" y="58508"/>
                </a:lnTo>
                <a:lnTo>
                  <a:pt x="814501" y="45808"/>
                </a:lnTo>
                <a:lnTo>
                  <a:pt x="791001" y="45763"/>
                </a:lnTo>
                <a:lnTo>
                  <a:pt x="735164" y="13042"/>
                </a:lnTo>
                <a:lnTo>
                  <a:pt x="732167" y="6210"/>
                </a:lnTo>
                <a:lnTo>
                  <a:pt x="732891" y="4356"/>
                </a:lnTo>
                <a:lnTo>
                  <a:pt x="734148" y="2819"/>
                </a:lnTo>
                <a:lnTo>
                  <a:pt x="735825" y="1752"/>
                </a:lnTo>
                <a:lnTo>
                  <a:pt x="737743" y="1244"/>
                </a:lnTo>
                <a:lnTo>
                  <a:pt x="739736" y="1358"/>
                </a:lnTo>
                <a:lnTo>
                  <a:pt x="741578" y="2082"/>
                </a:lnTo>
                <a:lnTo>
                  <a:pt x="827087" y="52184"/>
                </a:lnTo>
                <a:lnTo>
                  <a:pt x="816197" y="58508"/>
                </a:lnTo>
                <a:close/>
              </a:path>
              <a:path w="827404" h="102870">
                <a:moveTo>
                  <a:pt x="36070" y="57017"/>
                </a:moveTo>
                <a:lnTo>
                  <a:pt x="12585" y="56972"/>
                </a:lnTo>
                <a:lnTo>
                  <a:pt x="12611" y="44272"/>
                </a:lnTo>
                <a:lnTo>
                  <a:pt x="36093" y="44317"/>
                </a:lnTo>
                <a:lnTo>
                  <a:pt x="34661" y="45148"/>
                </a:lnTo>
                <a:lnTo>
                  <a:pt x="15811" y="45148"/>
                </a:lnTo>
                <a:lnTo>
                  <a:pt x="15786" y="56108"/>
                </a:lnTo>
                <a:lnTo>
                  <a:pt x="34519" y="56108"/>
                </a:lnTo>
                <a:lnTo>
                  <a:pt x="36070" y="57017"/>
                </a:lnTo>
                <a:close/>
              </a:path>
              <a:path w="827404" h="102870">
                <a:moveTo>
                  <a:pt x="36093" y="44317"/>
                </a:moveTo>
                <a:lnTo>
                  <a:pt x="12611" y="44272"/>
                </a:lnTo>
                <a:lnTo>
                  <a:pt x="36170" y="44272"/>
                </a:lnTo>
                <a:close/>
              </a:path>
              <a:path w="827404" h="102870">
                <a:moveTo>
                  <a:pt x="790994" y="58463"/>
                </a:moveTo>
                <a:lnTo>
                  <a:pt x="36070" y="57017"/>
                </a:lnTo>
                <a:lnTo>
                  <a:pt x="25194" y="50645"/>
                </a:lnTo>
                <a:lnTo>
                  <a:pt x="36093" y="44317"/>
                </a:lnTo>
                <a:lnTo>
                  <a:pt x="791001" y="45763"/>
                </a:lnTo>
                <a:lnTo>
                  <a:pt x="801883" y="52141"/>
                </a:lnTo>
                <a:lnTo>
                  <a:pt x="790994" y="58463"/>
                </a:lnTo>
                <a:close/>
              </a:path>
              <a:path w="827404" h="102870">
                <a:moveTo>
                  <a:pt x="15786" y="56108"/>
                </a:moveTo>
                <a:lnTo>
                  <a:pt x="15811" y="45148"/>
                </a:lnTo>
                <a:lnTo>
                  <a:pt x="25194" y="50645"/>
                </a:lnTo>
                <a:lnTo>
                  <a:pt x="15786" y="56108"/>
                </a:lnTo>
                <a:close/>
              </a:path>
              <a:path w="827404" h="102870">
                <a:moveTo>
                  <a:pt x="25194" y="50645"/>
                </a:moveTo>
                <a:lnTo>
                  <a:pt x="15811" y="45148"/>
                </a:lnTo>
                <a:lnTo>
                  <a:pt x="34661" y="45148"/>
                </a:lnTo>
                <a:lnTo>
                  <a:pt x="25194" y="50645"/>
                </a:lnTo>
                <a:close/>
              </a:path>
              <a:path w="827404" h="102870">
                <a:moveTo>
                  <a:pt x="801883" y="52141"/>
                </a:moveTo>
                <a:lnTo>
                  <a:pt x="791001" y="45763"/>
                </a:lnTo>
                <a:lnTo>
                  <a:pt x="814501" y="45808"/>
                </a:lnTo>
                <a:lnTo>
                  <a:pt x="814500" y="46672"/>
                </a:lnTo>
                <a:lnTo>
                  <a:pt x="811301" y="46672"/>
                </a:lnTo>
                <a:lnTo>
                  <a:pt x="801883" y="52141"/>
                </a:lnTo>
                <a:close/>
              </a:path>
              <a:path w="827404" h="102870">
                <a:moveTo>
                  <a:pt x="811276" y="57645"/>
                </a:moveTo>
                <a:lnTo>
                  <a:pt x="801883" y="52141"/>
                </a:lnTo>
                <a:lnTo>
                  <a:pt x="811301" y="46672"/>
                </a:lnTo>
                <a:lnTo>
                  <a:pt x="811276" y="57645"/>
                </a:lnTo>
                <a:close/>
              </a:path>
              <a:path w="827404" h="102870">
                <a:moveTo>
                  <a:pt x="814478" y="57645"/>
                </a:moveTo>
                <a:lnTo>
                  <a:pt x="811276" y="57645"/>
                </a:lnTo>
                <a:lnTo>
                  <a:pt x="811301" y="46672"/>
                </a:lnTo>
                <a:lnTo>
                  <a:pt x="814500" y="46672"/>
                </a:lnTo>
                <a:lnTo>
                  <a:pt x="814478" y="57645"/>
                </a:lnTo>
                <a:close/>
              </a:path>
              <a:path w="827404" h="102870">
                <a:moveTo>
                  <a:pt x="34519" y="56108"/>
                </a:moveTo>
                <a:lnTo>
                  <a:pt x="15786" y="56108"/>
                </a:lnTo>
                <a:lnTo>
                  <a:pt x="25194" y="50645"/>
                </a:lnTo>
                <a:lnTo>
                  <a:pt x="34519" y="56108"/>
                </a:lnTo>
                <a:close/>
              </a:path>
              <a:path w="827404" h="102870">
                <a:moveTo>
                  <a:pt x="814476" y="58508"/>
                </a:moveTo>
                <a:lnTo>
                  <a:pt x="790994" y="58463"/>
                </a:lnTo>
                <a:lnTo>
                  <a:pt x="801883" y="52141"/>
                </a:lnTo>
                <a:lnTo>
                  <a:pt x="811276" y="57645"/>
                </a:lnTo>
                <a:lnTo>
                  <a:pt x="814478" y="57645"/>
                </a:lnTo>
                <a:lnTo>
                  <a:pt x="814476" y="58508"/>
                </a:lnTo>
                <a:close/>
              </a:path>
              <a:path w="827404" h="102870">
                <a:moveTo>
                  <a:pt x="737552" y="102781"/>
                </a:moveTo>
                <a:lnTo>
                  <a:pt x="731888" y="95821"/>
                </a:lnTo>
                <a:lnTo>
                  <a:pt x="732396" y="93891"/>
                </a:lnTo>
                <a:lnTo>
                  <a:pt x="733475" y="92227"/>
                </a:lnTo>
                <a:lnTo>
                  <a:pt x="735012" y="90970"/>
                </a:lnTo>
                <a:lnTo>
                  <a:pt x="790994" y="58463"/>
                </a:lnTo>
                <a:lnTo>
                  <a:pt x="816197" y="58508"/>
                </a:lnTo>
                <a:lnTo>
                  <a:pt x="741387" y="101955"/>
                </a:lnTo>
                <a:lnTo>
                  <a:pt x="739533" y="102666"/>
                </a:lnTo>
                <a:lnTo>
                  <a:pt x="737552" y="1027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891451" y="3616325"/>
            <a:ext cx="725805" cy="547370"/>
          </a:xfrm>
          <a:custGeom>
            <a:avLst/>
            <a:gdLst/>
            <a:ahLst/>
            <a:cxnLst/>
            <a:rect l="l" t="t" r="r" b="b"/>
            <a:pathLst>
              <a:path w="725804" h="547370">
                <a:moveTo>
                  <a:pt x="399338" y="1270"/>
                </a:moveTo>
                <a:lnTo>
                  <a:pt x="325920" y="1270"/>
                </a:lnTo>
                <a:lnTo>
                  <a:pt x="335013" y="0"/>
                </a:lnTo>
                <a:lnTo>
                  <a:pt x="390245" y="0"/>
                </a:lnTo>
                <a:lnTo>
                  <a:pt x="399338" y="1270"/>
                </a:lnTo>
                <a:close/>
              </a:path>
              <a:path w="725804" h="547370">
                <a:moveTo>
                  <a:pt x="399338" y="546100"/>
                </a:moveTo>
                <a:lnTo>
                  <a:pt x="325920" y="546100"/>
                </a:lnTo>
                <a:lnTo>
                  <a:pt x="264274" y="537210"/>
                </a:lnTo>
                <a:lnTo>
                  <a:pt x="255790" y="534670"/>
                </a:lnTo>
                <a:lnTo>
                  <a:pt x="247370" y="533400"/>
                </a:lnTo>
                <a:lnTo>
                  <a:pt x="230835" y="528320"/>
                </a:lnTo>
                <a:lnTo>
                  <a:pt x="198894" y="518160"/>
                </a:lnTo>
                <a:lnTo>
                  <a:pt x="191173" y="514350"/>
                </a:lnTo>
                <a:lnTo>
                  <a:pt x="183553" y="511810"/>
                </a:lnTo>
                <a:lnTo>
                  <a:pt x="168655" y="504189"/>
                </a:lnTo>
                <a:lnTo>
                  <a:pt x="161378" y="501650"/>
                </a:lnTo>
                <a:lnTo>
                  <a:pt x="154228" y="497839"/>
                </a:lnTo>
                <a:lnTo>
                  <a:pt x="140284" y="490220"/>
                </a:lnTo>
                <a:lnTo>
                  <a:pt x="133502" y="485139"/>
                </a:lnTo>
                <a:lnTo>
                  <a:pt x="126847" y="481329"/>
                </a:lnTo>
                <a:lnTo>
                  <a:pt x="120319" y="477520"/>
                </a:lnTo>
                <a:lnTo>
                  <a:pt x="113944" y="472439"/>
                </a:lnTo>
                <a:lnTo>
                  <a:pt x="107696" y="468629"/>
                </a:lnTo>
                <a:lnTo>
                  <a:pt x="78663" y="443229"/>
                </a:lnTo>
                <a:lnTo>
                  <a:pt x="53543" y="416560"/>
                </a:lnTo>
                <a:lnTo>
                  <a:pt x="49034" y="411479"/>
                </a:lnTo>
                <a:lnTo>
                  <a:pt x="44678" y="405129"/>
                </a:lnTo>
                <a:lnTo>
                  <a:pt x="40525" y="400050"/>
                </a:lnTo>
                <a:lnTo>
                  <a:pt x="36537" y="393700"/>
                </a:lnTo>
                <a:lnTo>
                  <a:pt x="16649" y="355600"/>
                </a:lnTo>
                <a:lnTo>
                  <a:pt x="7467" y="328929"/>
                </a:lnTo>
                <a:lnTo>
                  <a:pt x="5714" y="322579"/>
                </a:lnTo>
                <a:lnTo>
                  <a:pt x="0" y="280670"/>
                </a:lnTo>
                <a:lnTo>
                  <a:pt x="0" y="265429"/>
                </a:lnTo>
                <a:lnTo>
                  <a:pt x="4191" y="231139"/>
                </a:lnTo>
                <a:lnTo>
                  <a:pt x="5714" y="223520"/>
                </a:lnTo>
                <a:lnTo>
                  <a:pt x="7467" y="217170"/>
                </a:lnTo>
                <a:lnTo>
                  <a:pt x="9448" y="210820"/>
                </a:lnTo>
                <a:lnTo>
                  <a:pt x="11633" y="203200"/>
                </a:lnTo>
                <a:lnTo>
                  <a:pt x="29133" y="165100"/>
                </a:lnTo>
                <a:lnTo>
                  <a:pt x="40525" y="147320"/>
                </a:lnTo>
                <a:lnTo>
                  <a:pt x="44678" y="140970"/>
                </a:lnTo>
                <a:lnTo>
                  <a:pt x="49034" y="135889"/>
                </a:lnTo>
                <a:lnTo>
                  <a:pt x="53543" y="129539"/>
                </a:lnTo>
                <a:lnTo>
                  <a:pt x="58242" y="124460"/>
                </a:lnTo>
                <a:lnTo>
                  <a:pt x="89827" y="92710"/>
                </a:lnTo>
                <a:lnTo>
                  <a:pt x="107696" y="78739"/>
                </a:lnTo>
                <a:lnTo>
                  <a:pt x="113944" y="73660"/>
                </a:lnTo>
                <a:lnTo>
                  <a:pt x="120319" y="69850"/>
                </a:lnTo>
                <a:lnTo>
                  <a:pt x="126847" y="64770"/>
                </a:lnTo>
                <a:lnTo>
                  <a:pt x="133502" y="60960"/>
                </a:lnTo>
                <a:lnTo>
                  <a:pt x="168655" y="41910"/>
                </a:lnTo>
                <a:lnTo>
                  <a:pt x="198894" y="29210"/>
                </a:lnTo>
                <a:lnTo>
                  <a:pt x="206730" y="25400"/>
                </a:lnTo>
                <a:lnTo>
                  <a:pt x="239064" y="15239"/>
                </a:lnTo>
                <a:lnTo>
                  <a:pt x="247370" y="13970"/>
                </a:lnTo>
                <a:lnTo>
                  <a:pt x="255790" y="11429"/>
                </a:lnTo>
                <a:lnTo>
                  <a:pt x="264274" y="10160"/>
                </a:lnTo>
                <a:lnTo>
                  <a:pt x="272859" y="7620"/>
                </a:lnTo>
                <a:lnTo>
                  <a:pt x="316903" y="1270"/>
                </a:lnTo>
                <a:lnTo>
                  <a:pt x="408355" y="1270"/>
                </a:lnTo>
                <a:lnTo>
                  <a:pt x="452399" y="7620"/>
                </a:lnTo>
                <a:lnTo>
                  <a:pt x="460984" y="10160"/>
                </a:lnTo>
                <a:lnTo>
                  <a:pt x="469480" y="11429"/>
                </a:lnTo>
                <a:lnTo>
                  <a:pt x="477888" y="13970"/>
                </a:lnTo>
                <a:lnTo>
                  <a:pt x="486194" y="15239"/>
                </a:lnTo>
                <a:lnTo>
                  <a:pt x="518528" y="25400"/>
                </a:lnTo>
                <a:lnTo>
                  <a:pt x="523752" y="27939"/>
                </a:lnTo>
                <a:lnTo>
                  <a:pt x="345376" y="27939"/>
                </a:lnTo>
                <a:lnTo>
                  <a:pt x="336499" y="29210"/>
                </a:lnTo>
                <a:lnTo>
                  <a:pt x="328218" y="29210"/>
                </a:lnTo>
                <a:lnTo>
                  <a:pt x="319455" y="30479"/>
                </a:lnTo>
                <a:lnTo>
                  <a:pt x="311315" y="30479"/>
                </a:lnTo>
                <a:lnTo>
                  <a:pt x="302691" y="31750"/>
                </a:lnTo>
                <a:lnTo>
                  <a:pt x="302971" y="31750"/>
                </a:lnTo>
                <a:lnTo>
                  <a:pt x="294424" y="33020"/>
                </a:lnTo>
                <a:lnTo>
                  <a:pt x="294690" y="33020"/>
                </a:lnTo>
                <a:lnTo>
                  <a:pt x="286219" y="34289"/>
                </a:lnTo>
                <a:lnTo>
                  <a:pt x="286486" y="34289"/>
                </a:lnTo>
                <a:lnTo>
                  <a:pt x="278104" y="35560"/>
                </a:lnTo>
                <a:lnTo>
                  <a:pt x="278371" y="35560"/>
                </a:lnTo>
                <a:lnTo>
                  <a:pt x="274212" y="36829"/>
                </a:lnTo>
                <a:lnTo>
                  <a:pt x="270332" y="36829"/>
                </a:lnTo>
                <a:lnTo>
                  <a:pt x="262102" y="39370"/>
                </a:lnTo>
                <a:lnTo>
                  <a:pt x="262369" y="39370"/>
                </a:lnTo>
                <a:lnTo>
                  <a:pt x="254228" y="40639"/>
                </a:lnTo>
                <a:lnTo>
                  <a:pt x="254495" y="40639"/>
                </a:lnTo>
                <a:lnTo>
                  <a:pt x="246443" y="43179"/>
                </a:lnTo>
                <a:lnTo>
                  <a:pt x="246710" y="43179"/>
                </a:lnTo>
                <a:lnTo>
                  <a:pt x="238747" y="45720"/>
                </a:lnTo>
                <a:lnTo>
                  <a:pt x="239013" y="45720"/>
                </a:lnTo>
                <a:lnTo>
                  <a:pt x="231152" y="48260"/>
                </a:lnTo>
                <a:lnTo>
                  <a:pt x="231419" y="48260"/>
                </a:lnTo>
                <a:lnTo>
                  <a:pt x="227539" y="49529"/>
                </a:lnTo>
                <a:lnTo>
                  <a:pt x="223926" y="49529"/>
                </a:lnTo>
                <a:lnTo>
                  <a:pt x="218812" y="52070"/>
                </a:lnTo>
                <a:lnTo>
                  <a:pt x="216522" y="52070"/>
                </a:lnTo>
                <a:lnTo>
                  <a:pt x="208953" y="55879"/>
                </a:lnTo>
                <a:lnTo>
                  <a:pt x="209219" y="55879"/>
                </a:lnTo>
                <a:lnTo>
                  <a:pt x="201764" y="58420"/>
                </a:lnTo>
                <a:lnTo>
                  <a:pt x="202031" y="58420"/>
                </a:lnTo>
                <a:lnTo>
                  <a:pt x="194678" y="60960"/>
                </a:lnTo>
                <a:lnTo>
                  <a:pt x="194945" y="60960"/>
                </a:lnTo>
                <a:lnTo>
                  <a:pt x="187705" y="64770"/>
                </a:lnTo>
                <a:lnTo>
                  <a:pt x="187972" y="64770"/>
                </a:lnTo>
                <a:lnTo>
                  <a:pt x="180835" y="67310"/>
                </a:lnTo>
                <a:lnTo>
                  <a:pt x="181101" y="67310"/>
                </a:lnTo>
                <a:lnTo>
                  <a:pt x="174091" y="71120"/>
                </a:lnTo>
                <a:lnTo>
                  <a:pt x="174358" y="71120"/>
                </a:lnTo>
                <a:lnTo>
                  <a:pt x="167462" y="73660"/>
                </a:lnTo>
                <a:lnTo>
                  <a:pt x="167728" y="73660"/>
                </a:lnTo>
                <a:lnTo>
                  <a:pt x="160959" y="77470"/>
                </a:lnTo>
                <a:lnTo>
                  <a:pt x="161226" y="77470"/>
                </a:lnTo>
                <a:lnTo>
                  <a:pt x="154584" y="81279"/>
                </a:lnTo>
                <a:lnTo>
                  <a:pt x="154851" y="81279"/>
                </a:lnTo>
                <a:lnTo>
                  <a:pt x="148323" y="85089"/>
                </a:lnTo>
                <a:lnTo>
                  <a:pt x="148589" y="85089"/>
                </a:lnTo>
                <a:lnTo>
                  <a:pt x="142201" y="88900"/>
                </a:lnTo>
                <a:lnTo>
                  <a:pt x="142468" y="88900"/>
                </a:lnTo>
                <a:lnTo>
                  <a:pt x="136207" y="92710"/>
                </a:lnTo>
                <a:lnTo>
                  <a:pt x="136474" y="92710"/>
                </a:lnTo>
                <a:lnTo>
                  <a:pt x="130352" y="96520"/>
                </a:lnTo>
                <a:lnTo>
                  <a:pt x="130619" y="96520"/>
                </a:lnTo>
                <a:lnTo>
                  <a:pt x="124637" y="101600"/>
                </a:lnTo>
                <a:lnTo>
                  <a:pt x="124904" y="101600"/>
                </a:lnTo>
                <a:lnTo>
                  <a:pt x="119062" y="105410"/>
                </a:lnTo>
                <a:lnTo>
                  <a:pt x="119316" y="105410"/>
                </a:lnTo>
                <a:lnTo>
                  <a:pt x="113626" y="109220"/>
                </a:lnTo>
                <a:lnTo>
                  <a:pt x="113880" y="109220"/>
                </a:lnTo>
                <a:lnTo>
                  <a:pt x="108330" y="114300"/>
                </a:lnTo>
                <a:lnTo>
                  <a:pt x="108584" y="114300"/>
                </a:lnTo>
                <a:lnTo>
                  <a:pt x="104536" y="118110"/>
                </a:lnTo>
                <a:lnTo>
                  <a:pt x="103441" y="118110"/>
                </a:lnTo>
                <a:lnTo>
                  <a:pt x="98196" y="123189"/>
                </a:lnTo>
                <a:lnTo>
                  <a:pt x="98450" y="123189"/>
                </a:lnTo>
                <a:lnTo>
                  <a:pt x="93357" y="128270"/>
                </a:lnTo>
                <a:lnTo>
                  <a:pt x="93611" y="128270"/>
                </a:lnTo>
                <a:lnTo>
                  <a:pt x="89906" y="132079"/>
                </a:lnTo>
                <a:lnTo>
                  <a:pt x="88925" y="132079"/>
                </a:lnTo>
                <a:lnTo>
                  <a:pt x="85095" y="137160"/>
                </a:lnTo>
                <a:lnTo>
                  <a:pt x="84391" y="137160"/>
                </a:lnTo>
                <a:lnTo>
                  <a:pt x="79781" y="142239"/>
                </a:lnTo>
                <a:lnTo>
                  <a:pt x="80022" y="142239"/>
                </a:lnTo>
                <a:lnTo>
                  <a:pt x="75564" y="147320"/>
                </a:lnTo>
                <a:lnTo>
                  <a:pt x="75806" y="147320"/>
                </a:lnTo>
                <a:lnTo>
                  <a:pt x="71526" y="152400"/>
                </a:lnTo>
                <a:lnTo>
                  <a:pt x="71767" y="152400"/>
                </a:lnTo>
                <a:lnTo>
                  <a:pt x="67652" y="157479"/>
                </a:lnTo>
                <a:lnTo>
                  <a:pt x="67894" y="157479"/>
                </a:lnTo>
                <a:lnTo>
                  <a:pt x="64744" y="162560"/>
                </a:lnTo>
                <a:lnTo>
                  <a:pt x="64185" y="162560"/>
                </a:lnTo>
                <a:lnTo>
                  <a:pt x="61168" y="167639"/>
                </a:lnTo>
                <a:lnTo>
                  <a:pt x="60642" y="167639"/>
                </a:lnTo>
                <a:lnTo>
                  <a:pt x="57061" y="173989"/>
                </a:lnTo>
                <a:lnTo>
                  <a:pt x="57276" y="173989"/>
                </a:lnTo>
                <a:lnTo>
                  <a:pt x="53873" y="179070"/>
                </a:lnTo>
                <a:lnTo>
                  <a:pt x="54089" y="179070"/>
                </a:lnTo>
                <a:lnTo>
                  <a:pt x="51518" y="184150"/>
                </a:lnTo>
                <a:lnTo>
                  <a:pt x="51066" y="184150"/>
                </a:lnTo>
                <a:lnTo>
                  <a:pt x="48044" y="190500"/>
                </a:lnTo>
                <a:lnTo>
                  <a:pt x="48234" y="190500"/>
                </a:lnTo>
                <a:lnTo>
                  <a:pt x="45402" y="195579"/>
                </a:lnTo>
                <a:lnTo>
                  <a:pt x="45580" y="195579"/>
                </a:lnTo>
                <a:lnTo>
                  <a:pt x="42938" y="201929"/>
                </a:lnTo>
                <a:lnTo>
                  <a:pt x="43103" y="201929"/>
                </a:lnTo>
                <a:lnTo>
                  <a:pt x="40665" y="207010"/>
                </a:lnTo>
                <a:lnTo>
                  <a:pt x="40817" y="207010"/>
                </a:lnTo>
                <a:lnTo>
                  <a:pt x="38569" y="213360"/>
                </a:lnTo>
                <a:lnTo>
                  <a:pt x="38722" y="213360"/>
                </a:lnTo>
                <a:lnTo>
                  <a:pt x="36677" y="218439"/>
                </a:lnTo>
                <a:lnTo>
                  <a:pt x="34963" y="224789"/>
                </a:lnTo>
                <a:lnTo>
                  <a:pt x="35090" y="224789"/>
                </a:lnTo>
                <a:lnTo>
                  <a:pt x="33779" y="229870"/>
                </a:lnTo>
                <a:lnTo>
                  <a:pt x="33566" y="229870"/>
                </a:lnTo>
                <a:lnTo>
                  <a:pt x="32130" y="236220"/>
                </a:lnTo>
                <a:lnTo>
                  <a:pt x="31013" y="242570"/>
                </a:lnTo>
                <a:lnTo>
                  <a:pt x="30099" y="248920"/>
                </a:lnTo>
                <a:lnTo>
                  <a:pt x="29532" y="254000"/>
                </a:lnTo>
                <a:lnTo>
                  <a:pt x="28960" y="260350"/>
                </a:lnTo>
                <a:lnTo>
                  <a:pt x="28575" y="266700"/>
                </a:lnTo>
                <a:lnTo>
                  <a:pt x="28562" y="279400"/>
                </a:lnTo>
                <a:lnTo>
                  <a:pt x="28892" y="285750"/>
                </a:lnTo>
                <a:lnTo>
                  <a:pt x="29425" y="292100"/>
                </a:lnTo>
                <a:lnTo>
                  <a:pt x="30162" y="298450"/>
                </a:lnTo>
                <a:lnTo>
                  <a:pt x="30297" y="298450"/>
                </a:lnTo>
                <a:lnTo>
                  <a:pt x="31089" y="303529"/>
                </a:lnTo>
                <a:lnTo>
                  <a:pt x="32232" y="309879"/>
                </a:lnTo>
                <a:lnTo>
                  <a:pt x="33566" y="316229"/>
                </a:lnTo>
                <a:lnTo>
                  <a:pt x="33724" y="316229"/>
                </a:lnTo>
                <a:lnTo>
                  <a:pt x="35090" y="322579"/>
                </a:lnTo>
                <a:lnTo>
                  <a:pt x="35331" y="322579"/>
                </a:lnTo>
                <a:lnTo>
                  <a:pt x="36804" y="327660"/>
                </a:lnTo>
                <a:lnTo>
                  <a:pt x="38722" y="334010"/>
                </a:lnTo>
                <a:lnTo>
                  <a:pt x="39019" y="334010"/>
                </a:lnTo>
                <a:lnTo>
                  <a:pt x="40817" y="339089"/>
                </a:lnTo>
                <a:lnTo>
                  <a:pt x="40665" y="339089"/>
                </a:lnTo>
                <a:lnTo>
                  <a:pt x="43103" y="345439"/>
                </a:lnTo>
                <a:lnTo>
                  <a:pt x="43467" y="345439"/>
                </a:lnTo>
                <a:lnTo>
                  <a:pt x="45580" y="350520"/>
                </a:lnTo>
                <a:lnTo>
                  <a:pt x="45402" y="350520"/>
                </a:lnTo>
                <a:lnTo>
                  <a:pt x="48234" y="356870"/>
                </a:lnTo>
                <a:lnTo>
                  <a:pt x="48648" y="356870"/>
                </a:lnTo>
                <a:lnTo>
                  <a:pt x="51066" y="361950"/>
                </a:lnTo>
                <a:lnTo>
                  <a:pt x="50876" y="361950"/>
                </a:lnTo>
                <a:lnTo>
                  <a:pt x="54089" y="367029"/>
                </a:lnTo>
                <a:lnTo>
                  <a:pt x="53873" y="367029"/>
                </a:lnTo>
                <a:lnTo>
                  <a:pt x="57276" y="373379"/>
                </a:lnTo>
                <a:lnTo>
                  <a:pt x="57777" y="373379"/>
                </a:lnTo>
                <a:lnTo>
                  <a:pt x="60642" y="378460"/>
                </a:lnTo>
                <a:lnTo>
                  <a:pt x="61168" y="378460"/>
                </a:lnTo>
                <a:lnTo>
                  <a:pt x="64185" y="383539"/>
                </a:lnTo>
                <a:lnTo>
                  <a:pt x="63957" y="383539"/>
                </a:lnTo>
                <a:lnTo>
                  <a:pt x="67894" y="388620"/>
                </a:lnTo>
                <a:lnTo>
                  <a:pt x="67652" y="388620"/>
                </a:lnTo>
                <a:lnTo>
                  <a:pt x="71767" y="393700"/>
                </a:lnTo>
                <a:lnTo>
                  <a:pt x="71526" y="393700"/>
                </a:lnTo>
                <a:lnTo>
                  <a:pt x="75806" y="398779"/>
                </a:lnTo>
                <a:lnTo>
                  <a:pt x="75564" y="398779"/>
                </a:lnTo>
                <a:lnTo>
                  <a:pt x="80022" y="403860"/>
                </a:lnTo>
                <a:lnTo>
                  <a:pt x="79781" y="403860"/>
                </a:lnTo>
                <a:lnTo>
                  <a:pt x="84391" y="408939"/>
                </a:lnTo>
                <a:lnTo>
                  <a:pt x="84137" y="408939"/>
                </a:lnTo>
                <a:lnTo>
                  <a:pt x="88925" y="414020"/>
                </a:lnTo>
                <a:lnTo>
                  <a:pt x="88671" y="414020"/>
                </a:lnTo>
                <a:lnTo>
                  <a:pt x="93611" y="419100"/>
                </a:lnTo>
                <a:lnTo>
                  <a:pt x="94630" y="419100"/>
                </a:lnTo>
                <a:lnTo>
                  <a:pt x="98450" y="422910"/>
                </a:lnTo>
                <a:lnTo>
                  <a:pt x="98196" y="422910"/>
                </a:lnTo>
                <a:lnTo>
                  <a:pt x="103441" y="427989"/>
                </a:lnTo>
                <a:lnTo>
                  <a:pt x="103187" y="427989"/>
                </a:lnTo>
                <a:lnTo>
                  <a:pt x="108584" y="431800"/>
                </a:lnTo>
                <a:lnTo>
                  <a:pt x="108330" y="431800"/>
                </a:lnTo>
                <a:lnTo>
                  <a:pt x="113880" y="436879"/>
                </a:lnTo>
                <a:lnTo>
                  <a:pt x="113626" y="436879"/>
                </a:lnTo>
                <a:lnTo>
                  <a:pt x="119316" y="440689"/>
                </a:lnTo>
                <a:lnTo>
                  <a:pt x="119062" y="440689"/>
                </a:lnTo>
                <a:lnTo>
                  <a:pt x="124904" y="445770"/>
                </a:lnTo>
                <a:lnTo>
                  <a:pt x="124637" y="445770"/>
                </a:lnTo>
                <a:lnTo>
                  <a:pt x="130619" y="449579"/>
                </a:lnTo>
                <a:lnTo>
                  <a:pt x="130352" y="449579"/>
                </a:lnTo>
                <a:lnTo>
                  <a:pt x="136474" y="453389"/>
                </a:lnTo>
                <a:lnTo>
                  <a:pt x="136207" y="453389"/>
                </a:lnTo>
                <a:lnTo>
                  <a:pt x="142468" y="457200"/>
                </a:lnTo>
                <a:lnTo>
                  <a:pt x="142201" y="457200"/>
                </a:lnTo>
                <a:lnTo>
                  <a:pt x="148589" y="461010"/>
                </a:lnTo>
                <a:lnTo>
                  <a:pt x="148323" y="461010"/>
                </a:lnTo>
                <a:lnTo>
                  <a:pt x="154851" y="464820"/>
                </a:lnTo>
                <a:lnTo>
                  <a:pt x="154584" y="464820"/>
                </a:lnTo>
                <a:lnTo>
                  <a:pt x="161226" y="468629"/>
                </a:lnTo>
                <a:lnTo>
                  <a:pt x="160959" y="468629"/>
                </a:lnTo>
                <a:lnTo>
                  <a:pt x="167728" y="472439"/>
                </a:lnTo>
                <a:lnTo>
                  <a:pt x="167462" y="472439"/>
                </a:lnTo>
                <a:lnTo>
                  <a:pt x="174358" y="476250"/>
                </a:lnTo>
                <a:lnTo>
                  <a:pt x="176428" y="476250"/>
                </a:lnTo>
                <a:lnTo>
                  <a:pt x="181101" y="478789"/>
                </a:lnTo>
                <a:lnTo>
                  <a:pt x="180835" y="478789"/>
                </a:lnTo>
                <a:lnTo>
                  <a:pt x="187972" y="482600"/>
                </a:lnTo>
                <a:lnTo>
                  <a:pt x="187705" y="482600"/>
                </a:lnTo>
                <a:lnTo>
                  <a:pt x="194945" y="485139"/>
                </a:lnTo>
                <a:lnTo>
                  <a:pt x="194678" y="485139"/>
                </a:lnTo>
                <a:lnTo>
                  <a:pt x="202031" y="487679"/>
                </a:lnTo>
                <a:lnTo>
                  <a:pt x="201764" y="487679"/>
                </a:lnTo>
                <a:lnTo>
                  <a:pt x="209219" y="491489"/>
                </a:lnTo>
                <a:lnTo>
                  <a:pt x="208953" y="491489"/>
                </a:lnTo>
                <a:lnTo>
                  <a:pt x="216522" y="494029"/>
                </a:lnTo>
                <a:lnTo>
                  <a:pt x="216255" y="494029"/>
                </a:lnTo>
                <a:lnTo>
                  <a:pt x="223926" y="496570"/>
                </a:lnTo>
                <a:lnTo>
                  <a:pt x="223659" y="496570"/>
                </a:lnTo>
                <a:lnTo>
                  <a:pt x="231419" y="499110"/>
                </a:lnTo>
                <a:lnTo>
                  <a:pt x="231152" y="499110"/>
                </a:lnTo>
                <a:lnTo>
                  <a:pt x="239013" y="501650"/>
                </a:lnTo>
                <a:lnTo>
                  <a:pt x="238747" y="501650"/>
                </a:lnTo>
                <a:lnTo>
                  <a:pt x="246710" y="502920"/>
                </a:lnTo>
                <a:lnTo>
                  <a:pt x="246443" y="502920"/>
                </a:lnTo>
                <a:lnTo>
                  <a:pt x="254495" y="505460"/>
                </a:lnTo>
                <a:lnTo>
                  <a:pt x="254228" y="505460"/>
                </a:lnTo>
                <a:lnTo>
                  <a:pt x="262369" y="506729"/>
                </a:lnTo>
                <a:lnTo>
                  <a:pt x="262102" y="506729"/>
                </a:lnTo>
                <a:lnTo>
                  <a:pt x="270332" y="509270"/>
                </a:lnTo>
                <a:lnTo>
                  <a:pt x="270052" y="509270"/>
                </a:lnTo>
                <a:lnTo>
                  <a:pt x="278371" y="510539"/>
                </a:lnTo>
                <a:lnTo>
                  <a:pt x="278104" y="510539"/>
                </a:lnTo>
                <a:lnTo>
                  <a:pt x="286486" y="511810"/>
                </a:lnTo>
                <a:lnTo>
                  <a:pt x="286219" y="511810"/>
                </a:lnTo>
                <a:lnTo>
                  <a:pt x="294690" y="513079"/>
                </a:lnTo>
                <a:lnTo>
                  <a:pt x="294424" y="513079"/>
                </a:lnTo>
                <a:lnTo>
                  <a:pt x="302971" y="514350"/>
                </a:lnTo>
                <a:lnTo>
                  <a:pt x="302691" y="514350"/>
                </a:lnTo>
                <a:lnTo>
                  <a:pt x="311315" y="515620"/>
                </a:lnTo>
                <a:lnTo>
                  <a:pt x="311048" y="515620"/>
                </a:lnTo>
                <a:lnTo>
                  <a:pt x="319735" y="516889"/>
                </a:lnTo>
                <a:lnTo>
                  <a:pt x="327939" y="516889"/>
                </a:lnTo>
                <a:lnTo>
                  <a:pt x="336765" y="518160"/>
                </a:lnTo>
                <a:lnTo>
                  <a:pt x="526364" y="518160"/>
                </a:lnTo>
                <a:lnTo>
                  <a:pt x="494423" y="528320"/>
                </a:lnTo>
                <a:lnTo>
                  <a:pt x="477888" y="533400"/>
                </a:lnTo>
                <a:lnTo>
                  <a:pt x="469480" y="534670"/>
                </a:lnTo>
                <a:lnTo>
                  <a:pt x="460984" y="537210"/>
                </a:lnTo>
                <a:lnTo>
                  <a:pt x="399338" y="546100"/>
                </a:lnTo>
                <a:close/>
              </a:path>
              <a:path w="725804" h="547370">
                <a:moveTo>
                  <a:pt x="455206" y="38100"/>
                </a:moveTo>
                <a:lnTo>
                  <a:pt x="446887" y="35560"/>
                </a:lnTo>
                <a:lnTo>
                  <a:pt x="447154" y="35560"/>
                </a:lnTo>
                <a:lnTo>
                  <a:pt x="438772" y="34289"/>
                </a:lnTo>
                <a:lnTo>
                  <a:pt x="439038" y="34289"/>
                </a:lnTo>
                <a:lnTo>
                  <a:pt x="430568" y="33020"/>
                </a:lnTo>
                <a:lnTo>
                  <a:pt x="430834" y="33020"/>
                </a:lnTo>
                <a:lnTo>
                  <a:pt x="422287" y="31750"/>
                </a:lnTo>
                <a:lnTo>
                  <a:pt x="422567" y="31750"/>
                </a:lnTo>
                <a:lnTo>
                  <a:pt x="413943" y="30479"/>
                </a:lnTo>
                <a:lnTo>
                  <a:pt x="405803" y="30479"/>
                </a:lnTo>
                <a:lnTo>
                  <a:pt x="397040" y="29210"/>
                </a:lnTo>
                <a:lnTo>
                  <a:pt x="388772" y="29210"/>
                </a:lnTo>
                <a:lnTo>
                  <a:pt x="379882" y="27939"/>
                </a:lnTo>
                <a:lnTo>
                  <a:pt x="523752" y="27939"/>
                </a:lnTo>
                <a:lnTo>
                  <a:pt x="526364" y="29210"/>
                </a:lnTo>
                <a:lnTo>
                  <a:pt x="541705" y="34289"/>
                </a:lnTo>
                <a:lnTo>
                  <a:pt x="546709" y="36829"/>
                </a:lnTo>
                <a:lnTo>
                  <a:pt x="454939" y="36829"/>
                </a:lnTo>
                <a:lnTo>
                  <a:pt x="455206" y="38100"/>
                </a:lnTo>
                <a:close/>
              </a:path>
              <a:path w="725804" h="547370">
                <a:moveTo>
                  <a:pt x="270052" y="38100"/>
                </a:moveTo>
                <a:lnTo>
                  <a:pt x="270332" y="36829"/>
                </a:lnTo>
                <a:lnTo>
                  <a:pt x="274212" y="36829"/>
                </a:lnTo>
                <a:lnTo>
                  <a:pt x="270052" y="38100"/>
                </a:lnTo>
                <a:close/>
              </a:path>
              <a:path w="725804" h="547370">
                <a:moveTo>
                  <a:pt x="501599" y="50800"/>
                </a:moveTo>
                <a:lnTo>
                  <a:pt x="493839" y="48260"/>
                </a:lnTo>
                <a:lnTo>
                  <a:pt x="494106" y="48260"/>
                </a:lnTo>
                <a:lnTo>
                  <a:pt x="486244" y="45720"/>
                </a:lnTo>
                <a:lnTo>
                  <a:pt x="486511" y="45720"/>
                </a:lnTo>
                <a:lnTo>
                  <a:pt x="478548" y="43179"/>
                </a:lnTo>
                <a:lnTo>
                  <a:pt x="478815" y="43179"/>
                </a:lnTo>
                <a:lnTo>
                  <a:pt x="470763" y="40639"/>
                </a:lnTo>
                <a:lnTo>
                  <a:pt x="471030" y="40639"/>
                </a:lnTo>
                <a:lnTo>
                  <a:pt x="462889" y="39370"/>
                </a:lnTo>
                <a:lnTo>
                  <a:pt x="463156" y="39370"/>
                </a:lnTo>
                <a:lnTo>
                  <a:pt x="454939" y="36829"/>
                </a:lnTo>
                <a:lnTo>
                  <a:pt x="546709" y="36829"/>
                </a:lnTo>
                <a:lnTo>
                  <a:pt x="556602" y="41910"/>
                </a:lnTo>
                <a:lnTo>
                  <a:pt x="571030" y="49529"/>
                </a:lnTo>
                <a:lnTo>
                  <a:pt x="501332" y="49529"/>
                </a:lnTo>
                <a:lnTo>
                  <a:pt x="501599" y="50800"/>
                </a:lnTo>
                <a:close/>
              </a:path>
              <a:path w="725804" h="547370">
                <a:moveTo>
                  <a:pt x="223659" y="50800"/>
                </a:moveTo>
                <a:lnTo>
                  <a:pt x="223926" y="49529"/>
                </a:lnTo>
                <a:lnTo>
                  <a:pt x="227539" y="49529"/>
                </a:lnTo>
                <a:lnTo>
                  <a:pt x="223659" y="50800"/>
                </a:lnTo>
                <a:close/>
              </a:path>
              <a:path w="725804" h="547370">
                <a:moveTo>
                  <a:pt x="509003" y="53339"/>
                </a:moveTo>
                <a:lnTo>
                  <a:pt x="501332" y="49529"/>
                </a:lnTo>
                <a:lnTo>
                  <a:pt x="571030" y="49529"/>
                </a:lnTo>
                <a:lnTo>
                  <a:pt x="575720" y="52070"/>
                </a:lnTo>
                <a:lnTo>
                  <a:pt x="508736" y="52070"/>
                </a:lnTo>
                <a:lnTo>
                  <a:pt x="509003" y="53339"/>
                </a:lnTo>
                <a:close/>
              </a:path>
              <a:path w="725804" h="547370">
                <a:moveTo>
                  <a:pt x="216255" y="53339"/>
                </a:moveTo>
                <a:lnTo>
                  <a:pt x="216522" y="52070"/>
                </a:lnTo>
                <a:lnTo>
                  <a:pt x="218812" y="52070"/>
                </a:lnTo>
                <a:lnTo>
                  <a:pt x="216255" y="53339"/>
                </a:lnTo>
                <a:close/>
              </a:path>
              <a:path w="725804" h="547370">
                <a:moveTo>
                  <a:pt x="622071" y="119379"/>
                </a:moveTo>
                <a:lnTo>
                  <a:pt x="616673" y="114300"/>
                </a:lnTo>
                <a:lnTo>
                  <a:pt x="616927" y="114300"/>
                </a:lnTo>
                <a:lnTo>
                  <a:pt x="611377" y="109220"/>
                </a:lnTo>
                <a:lnTo>
                  <a:pt x="611631" y="109220"/>
                </a:lnTo>
                <a:lnTo>
                  <a:pt x="605942" y="105410"/>
                </a:lnTo>
                <a:lnTo>
                  <a:pt x="606196" y="105410"/>
                </a:lnTo>
                <a:lnTo>
                  <a:pt x="600354" y="101600"/>
                </a:lnTo>
                <a:lnTo>
                  <a:pt x="600621" y="101600"/>
                </a:lnTo>
                <a:lnTo>
                  <a:pt x="594639" y="96520"/>
                </a:lnTo>
                <a:lnTo>
                  <a:pt x="594906" y="96520"/>
                </a:lnTo>
                <a:lnTo>
                  <a:pt x="588784" y="92710"/>
                </a:lnTo>
                <a:lnTo>
                  <a:pt x="589051" y="92710"/>
                </a:lnTo>
                <a:lnTo>
                  <a:pt x="582790" y="88900"/>
                </a:lnTo>
                <a:lnTo>
                  <a:pt x="583056" y="88900"/>
                </a:lnTo>
                <a:lnTo>
                  <a:pt x="576668" y="85089"/>
                </a:lnTo>
                <a:lnTo>
                  <a:pt x="576935" y="85089"/>
                </a:lnTo>
                <a:lnTo>
                  <a:pt x="570407" y="81279"/>
                </a:lnTo>
                <a:lnTo>
                  <a:pt x="570674" y="81279"/>
                </a:lnTo>
                <a:lnTo>
                  <a:pt x="564032" y="77470"/>
                </a:lnTo>
                <a:lnTo>
                  <a:pt x="564299" y="77470"/>
                </a:lnTo>
                <a:lnTo>
                  <a:pt x="557529" y="73660"/>
                </a:lnTo>
                <a:lnTo>
                  <a:pt x="557796" y="73660"/>
                </a:lnTo>
                <a:lnTo>
                  <a:pt x="550900" y="71120"/>
                </a:lnTo>
                <a:lnTo>
                  <a:pt x="551167" y="71120"/>
                </a:lnTo>
                <a:lnTo>
                  <a:pt x="544156" y="67310"/>
                </a:lnTo>
                <a:lnTo>
                  <a:pt x="544423" y="67310"/>
                </a:lnTo>
                <a:lnTo>
                  <a:pt x="537298" y="64770"/>
                </a:lnTo>
                <a:lnTo>
                  <a:pt x="537552" y="64770"/>
                </a:lnTo>
                <a:lnTo>
                  <a:pt x="530313" y="60960"/>
                </a:lnTo>
                <a:lnTo>
                  <a:pt x="530580" y="60960"/>
                </a:lnTo>
                <a:lnTo>
                  <a:pt x="523227" y="58420"/>
                </a:lnTo>
                <a:lnTo>
                  <a:pt x="523494" y="58420"/>
                </a:lnTo>
                <a:lnTo>
                  <a:pt x="516039" y="55879"/>
                </a:lnTo>
                <a:lnTo>
                  <a:pt x="516305" y="55879"/>
                </a:lnTo>
                <a:lnTo>
                  <a:pt x="508736" y="52070"/>
                </a:lnTo>
                <a:lnTo>
                  <a:pt x="575720" y="52070"/>
                </a:lnTo>
                <a:lnTo>
                  <a:pt x="584974" y="57150"/>
                </a:lnTo>
                <a:lnTo>
                  <a:pt x="591769" y="60960"/>
                </a:lnTo>
                <a:lnTo>
                  <a:pt x="598411" y="64770"/>
                </a:lnTo>
                <a:lnTo>
                  <a:pt x="604939" y="69850"/>
                </a:lnTo>
                <a:lnTo>
                  <a:pt x="611314" y="73660"/>
                </a:lnTo>
                <a:lnTo>
                  <a:pt x="617562" y="78739"/>
                </a:lnTo>
                <a:lnTo>
                  <a:pt x="623658" y="82550"/>
                </a:lnTo>
                <a:lnTo>
                  <a:pt x="629615" y="87629"/>
                </a:lnTo>
                <a:lnTo>
                  <a:pt x="662165" y="118110"/>
                </a:lnTo>
                <a:lnTo>
                  <a:pt x="621817" y="118110"/>
                </a:lnTo>
                <a:lnTo>
                  <a:pt x="622071" y="119379"/>
                </a:lnTo>
                <a:close/>
              </a:path>
              <a:path w="725804" h="547370">
                <a:moveTo>
                  <a:pt x="103187" y="119379"/>
                </a:moveTo>
                <a:lnTo>
                  <a:pt x="103441" y="118110"/>
                </a:lnTo>
                <a:lnTo>
                  <a:pt x="104536" y="118110"/>
                </a:lnTo>
                <a:lnTo>
                  <a:pt x="103187" y="119379"/>
                </a:lnTo>
                <a:close/>
              </a:path>
              <a:path w="725804" h="547370">
                <a:moveTo>
                  <a:pt x="636587" y="133350"/>
                </a:moveTo>
                <a:lnTo>
                  <a:pt x="631647" y="128270"/>
                </a:lnTo>
                <a:lnTo>
                  <a:pt x="631901" y="128270"/>
                </a:lnTo>
                <a:lnTo>
                  <a:pt x="626808" y="123189"/>
                </a:lnTo>
                <a:lnTo>
                  <a:pt x="627062" y="123189"/>
                </a:lnTo>
                <a:lnTo>
                  <a:pt x="621817" y="118110"/>
                </a:lnTo>
                <a:lnTo>
                  <a:pt x="662165" y="118110"/>
                </a:lnTo>
                <a:lnTo>
                  <a:pt x="667016" y="124460"/>
                </a:lnTo>
                <a:lnTo>
                  <a:pt x="671715" y="129539"/>
                </a:lnTo>
                <a:lnTo>
                  <a:pt x="673519" y="132079"/>
                </a:lnTo>
                <a:lnTo>
                  <a:pt x="636333" y="132079"/>
                </a:lnTo>
                <a:lnTo>
                  <a:pt x="636587" y="133350"/>
                </a:lnTo>
                <a:close/>
              </a:path>
              <a:path w="725804" h="547370">
                <a:moveTo>
                  <a:pt x="88671" y="133350"/>
                </a:moveTo>
                <a:lnTo>
                  <a:pt x="88925" y="132079"/>
                </a:lnTo>
                <a:lnTo>
                  <a:pt x="89906" y="132079"/>
                </a:lnTo>
                <a:lnTo>
                  <a:pt x="88671" y="133350"/>
                </a:lnTo>
                <a:close/>
              </a:path>
              <a:path w="725804" h="547370">
                <a:moveTo>
                  <a:pt x="641121" y="138429"/>
                </a:moveTo>
                <a:lnTo>
                  <a:pt x="636333" y="132079"/>
                </a:lnTo>
                <a:lnTo>
                  <a:pt x="673519" y="132079"/>
                </a:lnTo>
                <a:lnTo>
                  <a:pt x="676224" y="135889"/>
                </a:lnTo>
                <a:lnTo>
                  <a:pt x="677313" y="137160"/>
                </a:lnTo>
                <a:lnTo>
                  <a:pt x="640867" y="137160"/>
                </a:lnTo>
                <a:lnTo>
                  <a:pt x="641121" y="138429"/>
                </a:lnTo>
                <a:close/>
              </a:path>
              <a:path w="725804" h="547370">
                <a:moveTo>
                  <a:pt x="84137" y="138429"/>
                </a:moveTo>
                <a:lnTo>
                  <a:pt x="84391" y="137160"/>
                </a:lnTo>
                <a:lnTo>
                  <a:pt x="85095" y="137160"/>
                </a:lnTo>
                <a:lnTo>
                  <a:pt x="84137" y="138429"/>
                </a:lnTo>
                <a:close/>
              </a:path>
              <a:path w="725804" h="547370">
                <a:moveTo>
                  <a:pt x="661301" y="163829"/>
                </a:moveTo>
                <a:lnTo>
                  <a:pt x="657364" y="157479"/>
                </a:lnTo>
                <a:lnTo>
                  <a:pt x="657605" y="157479"/>
                </a:lnTo>
                <a:lnTo>
                  <a:pt x="653491" y="152400"/>
                </a:lnTo>
                <a:lnTo>
                  <a:pt x="653732" y="152400"/>
                </a:lnTo>
                <a:lnTo>
                  <a:pt x="649452" y="147320"/>
                </a:lnTo>
                <a:lnTo>
                  <a:pt x="649693" y="147320"/>
                </a:lnTo>
                <a:lnTo>
                  <a:pt x="645236" y="142239"/>
                </a:lnTo>
                <a:lnTo>
                  <a:pt x="645477" y="142239"/>
                </a:lnTo>
                <a:lnTo>
                  <a:pt x="640867" y="137160"/>
                </a:lnTo>
                <a:lnTo>
                  <a:pt x="677313" y="137160"/>
                </a:lnTo>
                <a:lnTo>
                  <a:pt x="680580" y="140970"/>
                </a:lnTo>
                <a:lnTo>
                  <a:pt x="684733" y="147320"/>
                </a:lnTo>
                <a:lnTo>
                  <a:pt x="688721" y="152400"/>
                </a:lnTo>
                <a:lnTo>
                  <a:pt x="692518" y="158750"/>
                </a:lnTo>
                <a:lnTo>
                  <a:pt x="694682" y="162560"/>
                </a:lnTo>
                <a:lnTo>
                  <a:pt x="661085" y="162560"/>
                </a:lnTo>
                <a:lnTo>
                  <a:pt x="661301" y="163829"/>
                </a:lnTo>
                <a:close/>
              </a:path>
              <a:path w="725804" h="547370">
                <a:moveTo>
                  <a:pt x="63957" y="163829"/>
                </a:moveTo>
                <a:lnTo>
                  <a:pt x="64185" y="162560"/>
                </a:lnTo>
                <a:lnTo>
                  <a:pt x="64744" y="162560"/>
                </a:lnTo>
                <a:lnTo>
                  <a:pt x="63957" y="163829"/>
                </a:lnTo>
                <a:close/>
              </a:path>
              <a:path w="725804" h="547370">
                <a:moveTo>
                  <a:pt x="664845" y="168910"/>
                </a:moveTo>
                <a:lnTo>
                  <a:pt x="661085" y="162560"/>
                </a:lnTo>
                <a:lnTo>
                  <a:pt x="694682" y="162560"/>
                </a:lnTo>
                <a:lnTo>
                  <a:pt x="696125" y="165100"/>
                </a:lnTo>
                <a:lnTo>
                  <a:pt x="697491" y="167639"/>
                </a:lnTo>
                <a:lnTo>
                  <a:pt x="664616" y="167639"/>
                </a:lnTo>
                <a:lnTo>
                  <a:pt x="664845" y="168910"/>
                </a:lnTo>
                <a:close/>
              </a:path>
              <a:path w="725804" h="547370">
                <a:moveTo>
                  <a:pt x="60413" y="168910"/>
                </a:moveTo>
                <a:lnTo>
                  <a:pt x="60642" y="167639"/>
                </a:lnTo>
                <a:lnTo>
                  <a:pt x="61168" y="167639"/>
                </a:lnTo>
                <a:lnTo>
                  <a:pt x="60413" y="168910"/>
                </a:lnTo>
                <a:close/>
              </a:path>
              <a:path w="725804" h="547370">
                <a:moveTo>
                  <a:pt x="674395" y="185420"/>
                </a:moveTo>
                <a:lnTo>
                  <a:pt x="671169" y="179070"/>
                </a:lnTo>
                <a:lnTo>
                  <a:pt x="671385" y="179070"/>
                </a:lnTo>
                <a:lnTo>
                  <a:pt x="667981" y="173989"/>
                </a:lnTo>
                <a:lnTo>
                  <a:pt x="668197" y="173989"/>
                </a:lnTo>
                <a:lnTo>
                  <a:pt x="664616" y="167639"/>
                </a:lnTo>
                <a:lnTo>
                  <a:pt x="697491" y="167639"/>
                </a:lnTo>
                <a:lnTo>
                  <a:pt x="699541" y="171450"/>
                </a:lnTo>
                <a:lnTo>
                  <a:pt x="702767" y="177800"/>
                </a:lnTo>
                <a:lnTo>
                  <a:pt x="705789" y="184150"/>
                </a:lnTo>
                <a:lnTo>
                  <a:pt x="674192" y="184150"/>
                </a:lnTo>
                <a:lnTo>
                  <a:pt x="674395" y="185420"/>
                </a:lnTo>
                <a:close/>
              </a:path>
              <a:path w="725804" h="547370">
                <a:moveTo>
                  <a:pt x="50876" y="185420"/>
                </a:moveTo>
                <a:lnTo>
                  <a:pt x="51066" y="184150"/>
                </a:lnTo>
                <a:lnTo>
                  <a:pt x="51518" y="184150"/>
                </a:lnTo>
                <a:lnTo>
                  <a:pt x="50876" y="185420"/>
                </a:lnTo>
                <a:close/>
              </a:path>
              <a:path w="725804" h="547370">
                <a:moveTo>
                  <a:pt x="691807" y="231139"/>
                </a:moveTo>
                <a:lnTo>
                  <a:pt x="690168" y="224789"/>
                </a:lnTo>
                <a:lnTo>
                  <a:pt x="690295" y="224789"/>
                </a:lnTo>
                <a:lnTo>
                  <a:pt x="688454" y="218439"/>
                </a:lnTo>
                <a:lnTo>
                  <a:pt x="686536" y="213360"/>
                </a:lnTo>
                <a:lnTo>
                  <a:pt x="686688" y="213360"/>
                </a:lnTo>
                <a:lnTo>
                  <a:pt x="684441" y="207010"/>
                </a:lnTo>
                <a:lnTo>
                  <a:pt x="684593" y="207010"/>
                </a:lnTo>
                <a:lnTo>
                  <a:pt x="682155" y="201929"/>
                </a:lnTo>
                <a:lnTo>
                  <a:pt x="682320" y="201929"/>
                </a:lnTo>
                <a:lnTo>
                  <a:pt x="679678" y="195579"/>
                </a:lnTo>
                <a:lnTo>
                  <a:pt x="679856" y="195579"/>
                </a:lnTo>
                <a:lnTo>
                  <a:pt x="677024" y="190500"/>
                </a:lnTo>
                <a:lnTo>
                  <a:pt x="677214" y="190500"/>
                </a:lnTo>
                <a:lnTo>
                  <a:pt x="674192" y="184150"/>
                </a:lnTo>
                <a:lnTo>
                  <a:pt x="705789" y="184150"/>
                </a:lnTo>
                <a:lnTo>
                  <a:pt x="708609" y="190500"/>
                </a:lnTo>
                <a:lnTo>
                  <a:pt x="711212" y="196850"/>
                </a:lnTo>
                <a:lnTo>
                  <a:pt x="713625" y="203200"/>
                </a:lnTo>
                <a:lnTo>
                  <a:pt x="715810" y="210820"/>
                </a:lnTo>
                <a:lnTo>
                  <a:pt x="717791" y="217170"/>
                </a:lnTo>
                <a:lnTo>
                  <a:pt x="719543" y="223520"/>
                </a:lnTo>
                <a:lnTo>
                  <a:pt x="720813" y="229870"/>
                </a:lnTo>
                <a:lnTo>
                  <a:pt x="691692" y="229870"/>
                </a:lnTo>
                <a:lnTo>
                  <a:pt x="691807" y="231139"/>
                </a:lnTo>
                <a:close/>
              </a:path>
              <a:path w="725804" h="547370">
                <a:moveTo>
                  <a:pt x="33451" y="231139"/>
                </a:moveTo>
                <a:lnTo>
                  <a:pt x="33566" y="229870"/>
                </a:lnTo>
                <a:lnTo>
                  <a:pt x="33779" y="229870"/>
                </a:lnTo>
                <a:lnTo>
                  <a:pt x="33451" y="231139"/>
                </a:lnTo>
                <a:close/>
              </a:path>
              <a:path w="725804" h="547370">
                <a:moveTo>
                  <a:pt x="723861" y="298450"/>
                </a:moveTo>
                <a:lnTo>
                  <a:pt x="695096" y="298450"/>
                </a:lnTo>
                <a:lnTo>
                  <a:pt x="695883" y="292100"/>
                </a:lnTo>
                <a:lnTo>
                  <a:pt x="696391" y="285750"/>
                </a:lnTo>
                <a:lnTo>
                  <a:pt x="696709" y="279400"/>
                </a:lnTo>
                <a:lnTo>
                  <a:pt x="696683" y="266700"/>
                </a:lnTo>
                <a:lnTo>
                  <a:pt x="696640" y="265429"/>
                </a:lnTo>
                <a:lnTo>
                  <a:pt x="696366" y="260350"/>
                </a:lnTo>
                <a:lnTo>
                  <a:pt x="695832" y="254000"/>
                </a:lnTo>
                <a:lnTo>
                  <a:pt x="695096" y="248920"/>
                </a:lnTo>
                <a:lnTo>
                  <a:pt x="694169" y="242570"/>
                </a:lnTo>
                <a:lnTo>
                  <a:pt x="693026" y="236220"/>
                </a:lnTo>
                <a:lnTo>
                  <a:pt x="691692" y="229870"/>
                </a:lnTo>
                <a:lnTo>
                  <a:pt x="720813" y="229870"/>
                </a:lnTo>
                <a:lnTo>
                  <a:pt x="725258" y="265429"/>
                </a:lnTo>
                <a:lnTo>
                  <a:pt x="725258" y="280670"/>
                </a:lnTo>
                <a:lnTo>
                  <a:pt x="724890" y="287020"/>
                </a:lnTo>
                <a:lnTo>
                  <a:pt x="724280" y="294639"/>
                </a:lnTo>
                <a:lnTo>
                  <a:pt x="723861" y="298450"/>
                </a:lnTo>
                <a:close/>
              </a:path>
              <a:path w="725804" h="547370">
                <a:moveTo>
                  <a:pt x="29375" y="255270"/>
                </a:moveTo>
                <a:lnTo>
                  <a:pt x="29425" y="254000"/>
                </a:lnTo>
                <a:lnTo>
                  <a:pt x="29375" y="255270"/>
                </a:lnTo>
                <a:close/>
              </a:path>
              <a:path w="725804" h="547370">
                <a:moveTo>
                  <a:pt x="695883" y="255270"/>
                </a:moveTo>
                <a:lnTo>
                  <a:pt x="695726" y="254000"/>
                </a:lnTo>
                <a:lnTo>
                  <a:pt x="695883" y="255270"/>
                </a:lnTo>
                <a:close/>
              </a:path>
              <a:path w="725804" h="547370">
                <a:moveTo>
                  <a:pt x="28867" y="261620"/>
                </a:moveTo>
                <a:lnTo>
                  <a:pt x="28892" y="260350"/>
                </a:lnTo>
                <a:lnTo>
                  <a:pt x="28867" y="261620"/>
                </a:lnTo>
                <a:close/>
              </a:path>
              <a:path w="725804" h="547370">
                <a:moveTo>
                  <a:pt x="696391" y="261620"/>
                </a:moveTo>
                <a:lnTo>
                  <a:pt x="696298" y="260350"/>
                </a:lnTo>
                <a:lnTo>
                  <a:pt x="696391" y="261620"/>
                </a:lnTo>
                <a:close/>
              </a:path>
              <a:path w="725804" h="547370">
                <a:moveTo>
                  <a:pt x="30297" y="298450"/>
                </a:moveTo>
                <a:lnTo>
                  <a:pt x="30162" y="298450"/>
                </a:lnTo>
                <a:lnTo>
                  <a:pt x="30099" y="297179"/>
                </a:lnTo>
                <a:lnTo>
                  <a:pt x="30297" y="298450"/>
                </a:lnTo>
                <a:close/>
              </a:path>
              <a:path w="725804" h="547370">
                <a:moveTo>
                  <a:pt x="721067" y="316229"/>
                </a:moveTo>
                <a:lnTo>
                  <a:pt x="691692" y="316229"/>
                </a:lnTo>
                <a:lnTo>
                  <a:pt x="693127" y="309879"/>
                </a:lnTo>
                <a:lnTo>
                  <a:pt x="694245" y="303529"/>
                </a:lnTo>
                <a:lnTo>
                  <a:pt x="695159" y="297179"/>
                </a:lnTo>
                <a:lnTo>
                  <a:pt x="695096" y="298450"/>
                </a:lnTo>
                <a:lnTo>
                  <a:pt x="723861" y="298450"/>
                </a:lnTo>
                <a:lnTo>
                  <a:pt x="723442" y="302260"/>
                </a:lnTo>
                <a:lnTo>
                  <a:pt x="721067" y="316229"/>
                </a:lnTo>
                <a:close/>
              </a:path>
              <a:path w="725804" h="547370">
                <a:moveTo>
                  <a:pt x="33724" y="316229"/>
                </a:moveTo>
                <a:lnTo>
                  <a:pt x="33566" y="316229"/>
                </a:lnTo>
                <a:lnTo>
                  <a:pt x="33451" y="314960"/>
                </a:lnTo>
                <a:lnTo>
                  <a:pt x="33724" y="316229"/>
                </a:lnTo>
                <a:close/>
              </a:path>
              <a:path w="725804" h="547370">
                <a:moveTo>
                  <a:pt x="719543" y="322579"/>
                </a:moveTo>
                <a:lnTo>
                  <a:pt x="690168" y="322579"/>
                </a:lnTo>
                <a:lnTo>
                  <a:pt x="691807" y="314960"/>
                </a:lnTo>
                <a:lnTo>
                  <a:pt x="691692" y="316229"/>
                </a:lnTo>
                <a:lnTo>
                  <a:pt x="721067" y="316229"/>
                </a:lnTo>
                <a:lnTo>
                  <a:pt x="719543" y="322579"/>
                </a:lnTo>
                <a:close/>
              </a:path>
              <a:path w="725804" h="547370">
                <a:moveTo>
                  <a:pt x="35331" y="322579"/>
                </a:moveTo>
                <a:lnTo>
                  <a:pt x="35090" y="322579"/>
                </a:lnTo>
                <a:lnTo>
                  <a:pt x="34963" y="321310"/>
                </a:lnTo>
                <a:lnTo>
                  <a:pt x="35331" y="322579"/>
                </a:lnTo>
                <a:close/>
              </a:path>
              <a:path w="725804" h="547370">
                <a:moveTo>
                  <a:pt x="716470" y="334010"/>
                </a:moveTo>
                <a:lnTo>
                  <a:pt x="686536" y="334010"/>
                </a:lnTo>
                <a:lnTo>
                  <a:pt x="688581" y="327660"/>
                </a:lnTo>
                <a:lnTo>
                  <a:pt x="690295" y="321310"/>
                </a:lnTo>
                <a:lnTo>
                  <a:pt x="690168" y="322579"/>
                </a:lnTo>
                <a:lnTo>
                  <a:pt x="719543" y="322579"/>
                </a:lnTo>
                <a:lnTo>
                  <a:pt x="717791" y="328929"/>
                </a:lnTo>
                <a:lnTo>
                  <a:pt x="716470" y="334010"/>
                </a:lnTo>
                <a:close/>
              </a:path>
              <a:path w="725804" h="547370">
                <a:moveTo>
                  <a:pt x="39019" y="334010"/>
                </a:moveTo>
                <a:lnTo>
                  <a:pt x="38722" y="334010"/>
                </a:lnTo>
                <a:lnTo>
                  <a:pt x="38569" y="332739"/>
                </a:lnTo>
                <a:lnTo>
                  <a:pt x="39019" y="334010"/>
                </a:lnTo>
                <a:close/>
              </a:path>
              <a:path w="725804" h="547370">
                <a:moveTo>
                  <a:pt x="712660" y="345439"/>
                </a:moveTo>
                <a:lnTo>
                  <a:pt x="682155" y="345439"/>
                </a:lnTo>
                <a:lnTo>
                  <a:pt x="684593" y="339089"/>
                </a:lnTo>
                <a:lnTo>
                  <a:pt x="684441" y="339089"/>
                </a:lnTo>
                <a:lnTo>
                  <a:pt x="686688" y="332739"/>
                </a:lnTo>
                <a:lnTo>
                  <a:pt x="686536" y="334010"/>
                </a:lnTo>
                <a:lnTo>
                  <a:pt x="716470" y="334010"/>
                </a:lnTo>
                <a:lnTo>
                  <a:pt x="715810" y="336550"/>
                </a:lnTo>
                <a:lnTo>
                  <a:pt x="713625" y="342900"/>
                </a:lnTo>
                <a:lnTo>
                  <a:pt x="712660" y="345439"/>
                </a:lnTo>
                <a:close/>
              </a:path>
              <a:path w="725804" h="547370">
                <a:moveTo>
                  <a:pt x="43467" y="345439"/>
                </a:moveTo>
                <a:lnTo>
                  <a:pt x="43103" y="345439"/>
                </a:lnTo>
                <a:lnTo>
                  <a:pt x="42938" y="344170"/>
                </a:lnTo>
                <a:lnTo>
                  <a:pt x="43467" y="345439"/>
                </a:lnTo>
                <a:close/>
              </a:path>
              <a:path w="725804" h="547370">
                <a:moveTo>
                  <a:pt x="708045" y="356870"/>
                </a:moveTo>
                <a:lnTo>
                  <a:pt x="677024" y="356870"/>
                </a:lnTo>
                <a:lnTo>
                  <a:pt x="679856" y="350520"/>
                </a:lnTo>
                <a:lnTo>
                  <a:pt x="679678" y="350520"/>
                </a:lnTo>
                <a:lnTo>
                  <a:pt x="682320" y="344170"/>
                </a:lnTo>
                <a:lnTo>
                  <a:pt x="682155" y="345439"/>
                </a:lnTo>
                <a:lnTo>
                  <a:pt x="712660" y="345439"/>
                </a:lnTo>
                <a:lnTo>
                  <a:pt x="711212" y="349250"/>
                </a:lnTo>
                <a:lnTo>
                  <a:pt x="708609" y="355600"/>
                </a:lnTo>
                <a:lnTo>
                  <a:pt x="708045" y="356870"/>
                </a:lnTo>
                <a:close/>
              </a:path>
              <a:path w="725804" h="547370">
                <a:moveTo>
                  <a:pt x="48648" y="356870"/>
                </a:moveTo>
                <a:lnTo>
                  <a:pt x="48234" y="356870"/>
                </a:lnTo>
                <a:lnTo>
                  <a:pt x="48044" y="355600"/>
                </a:lnTo>
                <a:lnTo>
                  <a:pt x="48648" y="356870"/>
                </a:lnTo>
                <a:close/>
              </a:path>
              <a:path w="725804" h="547370">
                <a:moveTo>
                  <a:pt x="700186" y="373379"/>
                </a:moveTo>
                <a:lnTo>
                  <a:pt x="667981" y="373379"/>
                </a:lnTo>
                <a:lnTo>
                  <a:pt x="671385" y="367029"/>
                </a:lnTo>
                <a:lnTo>
                  <a:pt x="671169" y="367029"/>
                </a:lnTo>
                <a:lnTo>
                  <a:pt x="674395" y="361950"/>
                </a:lnTo>
                <a:lnTo>
                  <a:pt x="674192" y="361950"/>
                </a:lnTo>
                <a:lnTo>
                  <a:pt x="677214" y="355600"/>
                </a:lnTo>
                <a:lnTo>
                  <a:pt x="677024" y="356870"/>
                </a:lnTo>
                <a:lnTo>
                  <a:pt x="708045" y="356870"/>
                </a:lnTo>
                <a:lnTo>
                  <a:pt x="705789" y="361950"/>
                </a:lnTo>
                <a:lnTo>
                  <a:pt x="702767" y="368300"/>
                </a:lnTo>
                <a:lnTo>
                  <a:pt x="700186" y="373379"/>
                </a:lnTo>
                <a:close/>
              </a:path>
              <a:path w="725804" h="547370">
                <a:moveTo>
                  <a:pt x="57777" y="373379"/>
                </a:moveTo>
                <a:lnTo>
                  <a:pt x="57276" y="373379"/>
                </a:lnTo>
                <a:lnTo>
                  <a:pt x="57061" y="372110"/>
                </a:lnTo>
                <a:lnTo>
                  <a:pt x="57777" y="373379"/>
                </a:lnTo>
                <a:close/>
              </a:path>
              <a:path w="725804" h="547370">
                <a:moveTo>
                  <a:pt x="697491" y="378460"/>
                </a:moveTo>
                <a:lnTo>
                  <a:pt x="664616" y="378460"/>
                </a:lnTo>
                <a:lnTo>
                  <a:pt x="668197" y="372110"/>
                </a:lnTo>
                <a:lnTo>
                  <a:pt x="667981" y="373379"/>
                </a:lnTo>
                <a:lnTo>
                  <a:pt x="700186" y="373379"/>
                </a:lnTo>
                <a:lnTo>
                  <a:pt x="699541" y="374650"/>
                </a:lnTo>
                <a:lnTo>
                  <a:pt x="697491" y="378460"/>
                </a:lnTo>
                <a:close/>
              </a:path>
              <a:path w="725804" h="547370">
                <a:moveTo>
                  <a:pt x="61168" y="378460"/>
                </a:moveTo>
                <a:lnTo>
                  <a:pt x="60642" y="378460"/>
                </a:lnTo>
                <a:lnTo>
                  <a:pt x="60413" y="377189"/>
                </a:lnTo>
                <a:lnTo>
                  <a:pt x="61168" y="378460"/>
                </a:lnTo>
                <a:close/>
              </a:path>
              <a:path w="725804" h="547370">
                <a:moveTo>
                  <a:pt x="669836" y="419100"/>
                </a:moveTo>
                <a:lnTo>
                  <a:pt x="631647" y="419100"/>
                </a:lnTo>
                <a:lnTo>
                  <a:pt x="636587" y="414020"/>
                </a:lnTo>
                <a:lnTo>
                  <a:pt x="636333" y="414020"/>
                </a:lnTo>
                <a:lnTo>
                  <a:pt x="641121" y="408939"/>
                </a:lnTo>
                <a:lnTo>
                  <a:pt x="640867" y="408939"/>
                </a:lnTo>
                <a:lnTo>
                  <a:pt x="645477" y="403860"/>
                </a:lnTo>
                <a:lnTo>
                  <a:pt x="645236" y="403860"/>
                </a:lnTo>
                <a:lnTo>
                  <a:pt x="649693" y="398779"/>
                </a:lnTo>
                <a:lnTo>
                  <a:pt x="649452" y="398779"/>
                </a:lnTo>
                <a:lnTo>
                  <a:pt x="653732" y="393700"/>
                </a:lnTo>
                <a:lnTo>
                  <a:pt x="653491" y="393700"/>
                </a:lnTo>
                <a:lnTo>
                  <a:pt x="657605" y="388620"/>
                </a:lnTo>
                <a:lnTo>
                  <a:pt x="657364" y="388620"/>
                </a:lnTo>
                <a:lnTo>
                  <a:pt x="661301" y="383539"/>
                </a:lnTo>
                <a:lnTo>
                  <a:pt x="661085" y="383539"/>
                </a:lnTo>
                <a:lnTo>
                  <a:pt x="664845" y="377189"/>
                </a:lnTo>
                <a:lnTo>
                  <a:pt x="664616" y="378460"/>
                </a:lnTo>
                <a:lnTo>
                  <a:pt x="697491" y="378460"/>
                </a:lnTo>
                <a:lnTo>
                  <a:pt x="680580" y="405129"/>
                </a:lnTo>
                <a:lnTo>
                  <a:pt x="676224" y="411479"/>
                </a:lnTo>
                <a:lnTo>
                  <a:pt x="671715" y="416560"/>
                </a:lnTo>
                <a:lnTo>
                  <a:pt x="669836" y="419100"/>
                </a:lnTo>
                <a:close/>
              </a:path>
              <a:path w="725804" h="547370">
                <a:moveTo>
                  <a:pt x="94630" y="419100"/>
                </a:moveTo>
                <a:lnTo>
                  <a:pt x="93611" y="419100"/>
                </a:lnTo>
                <a:lnTo>
                  <a:pt x="93357" y="417829"/>
                </a:lnTo>
                <a:lnTo>
                  <a:pt x="94630" y="419100"/>
                </a:lnTo>
                <a:close/>
              </a:path>
              <a:path w="725804" h="547370">
                <a:moveTo>
                  <a:pt x="606532" y="476250"/>
                </a:moveTo>
                <a:lnTo>
                  <a:pt x="550900" y="476250"/>
                </a:lnTo>
                <a:lnTo>
                  <a:pt x="557796" y="472439"/>
                </a:lnTo>
                <a:lnTo>
                  <a:pt x="557529" y="472439"/>
                </a:lnTo>
                <a:lnTo>
                  <a:pt x="564299" y="468629"/>
                </a:lnTo>
                <a:lnTo>
                  <a:pt x="564032" y="468629"/>
                </a:lnTo>
                <a:lnTo>
                  <a:pt x="570674" y="464820"/>
                </a:lnTo>
                <a:lnTo>
                  <a:pt x="570407" y="464820"/>
                </a:lnTo>
                <a:lnTo>
                  <a:pt x="576935" y="461010"/>
                </a:lnTo>
                <a:lnTo>
                  <a:pt x="576668" y="461010"/>
                </a:lnTo>
                <a:lnTo>
                  <a:pt x="583056" y="457200"/>
                </a:lnTo>
                <a:lnTo>
                  <a:pt x="582790" y="457200"/>
                </a:lnTo>
                <a:lnTo>
                  <a:pt x="589051" y="453389"/>
                </a:lnTo>
                <a:lnTo>
                  <a:pt x="588784" y="453389"/>
                </a:lnTo>
                <a:lnTo>
                  <a:pt x="594906" y="449579"/>
                </a:lnTo>
                <a:lnTo>
                  <a:pt x="594639" y="449579"/>
                </a:lnTo>
                <a:lnTo>
                  <a:pt x="600621" y="445770"/>
                </a:lnTo>
                <a:lnTo>
                  <a:pt x="600354" y="445770"/>
                </a:lnTo>
                <a:lnTo>
                  <a:pt x="606196" y="440689"/>
                </a:lnTo>
                <a:lnTo>
                  <a:pt x="605942" y="440689"/>
                </a:lnTo>
                <a:lnTo>
                  <a:pt x="611631" y="436879"/>
                </a:lnTo>
                <a:lnTo>
                  <a:pt x="611377" y="436879"/>
                </a:lnTo>
                <a:lnTo>
                  <a:pt x="616927" y="431800"/>
                </a:lnTo>
                <a:lnTo>
                  <a:pt x="616673" y="431800"/>
                </a:lnTo>
                <a:lnTo>
                  <a:pt x="622071" y="427989"/>
                </a:lnTo>
                <a:lnTo>
                  <a:pt x="621817" y="427989"/>
                </a:lnTo>
                <a:lnTo>
                  <a:pt x="627062" y="422910"/>
                </a:lnTo>
                <a:lnTo>
                  <a:pt x="626808" y="422910"/>
                </a:lnTo>
                <a:lnTo>
                  <a:pt x="631901" y="417829"/>
                </a:lnTo>
                <a:lnTo>
                  <a:pt x="631647" y="419100"/>
                </a:lnTo>
                <a:lnTo>
                  <a:pt x="669836" y="419100"/>
                </a:lnTo>
                <a:lnTo>
                  <a:pt x="641096" y="448310"/>
                </a:lnTo>
                <a:lnTo>
                  <a:pt x="611314" y="472439"/>
                </a:lnTo>
                <a:lnTo>
                  <a:pt x="606532" y="476250"/>
                </a:lnTo>
                <a:close/>
              </a:path>
              <a:path w="725804" h="547370">
                <a:moveTo>
                  <a:pt x="176428" y="476250"/>
                </a:moveTo>
                <a:lnTo>
                  <a:pt x="174358" y="476250"/>
                </a:lnTo>
                <a:lnTo>
                  <a:pt x="174091" y="474979"/>
                </a:lnTo>
                <a:lnTo>
                  <a:pt x="176428" y="476250"/>
                </a:lnTo>
                <a:close/>
              </a:path>
              <a:path w="725804" h="547370">
                <a:moveTo>
                  <a:pt x="526364" y="518160"/>
                </a:moveTo>
                <a:lnTo>
                  <a:pt x="388493" y="518160"/>
                </a:lnTo>
                <a:lnTo>
                  <a:pt x="397319" y="516889"/>
                </a:lnTo>
                <a:lnTo>
                  <a:pt x="405523" y="516889"/>
                </a:lnTo>
                <a:lnTo>
                  <a:pt x="414210" y="515620"/>
                </a:lnTo>
                <a:lnTo>
                  <a:pt x="413943" y="515620"/>
                </a:lnTo>
                <a:lnTo>
                  <a:pt x="422567" y="514350"/>
                </a:lnTo>
                <a:lnTo>
                  <a:pt x="422287" y="514350"/>
                </a:lnTo>
                <a:lnTo>
                  <a:pt x="430834" y="513079"/>
                </a:lnTo>
                <a:lnTo>
                  <a:pt x="430568" y="513079"/>
                </a:lnTo>
                <a:lnTo>
                  <a:pt x="439038" y="511810"/>
                </a:lnTo>
                <a:lnTo>
                  <a:pt x="438772" y="511810"/>
                </a:lnTo>
                <a:lnTo>
                  <a:pt x="447154" y="510539"/>
                </a:lnTo>
                <a:lnTo>
                  <a:pt x="446887" y="510539"/>
                </a:lnTo>
                <a:lnTo>
                  <a:pt x="455206" y="509270"/>
                </a:lnTo>
                <a:lnTo>
                  <a:pt x="454939" y="509270"/>
                </a:lnTo>
                <a:lnTo>
                  <a:pt x="463156" y="506729"/>
                </a:lnTo>
                <a:lnTo>
                  <a:pt x="462889" y="506729"/>
                </a:lnTo>
                <a:lnTo>
                  <a:pt x="471030" y="505460"/>
                </a:lnTo>
                <a:lnTo>
                  <a:pt x="470763" y="505460"/>
                </a:lnTo>
                <a:lnTo>
                  <a:pt x="478815" y="502920"/>
                </a:lnTo>
                <a:lnTo>
                  <a:pt x="478548" y="502920"/>
                </a:lnTo>
                <a:lnTo>
                  <a:pt x="486511" y="501650"/>
                </a:lnTo>
                <a:lnTo>
                  <a:pt x="486244" y="501650"/>
                </a:lnTo>
                <a:lnTo>
                  <a:pt x="494106" y="499110"/>
                </a:lnTo>
                <a:lnTo>
                  <a:pt x="493839" y="499110"/>
                </a:lnTo>
                <a:lnTo>
                  <a:pt x="501599" y="496570"/>
                </a:lnTo>
                <a:lnTo>
                  <a:pt x="501332" y="496570"/>
                </a:lnTo>
                <a:lnTo>
                  <a:pt x="509003" y="494029"/>
                </a:lnTo>
                <a:lnTo>
                  <a:pt x="508736" y="494029"/>
                </a:lnTo>
                <a:lnTo>
                  <a:pt x="516305" y="491489"/>
                </a:lnTo>
                <a:lnTo>
                  <a:pt x="516039" y="491489"/>
                </a:lnTo>
                <a:lnTo>
                  <a:pt x="523494" y="487679"/>
                </a:lnTo>
                <a:lnTo>
                  <a:pt x="523227" y="487679"/>
                </a:lnTo>
                <a:lnTo>
                  <a:pt x="530580" y="485139"/>
                </a:lnTo>
                <a:lnTo>
                  <a:pt x="530313" y="485139"/>
                </a:lnTo>
                <a:lnTo>
                  <a:pt x="537552" y="482600"/>
                </a:lnTo>
                <a:lnTo>
                  <a:pt x="537298" y="482600"/>
                </a:lnTo>
                <a:lnTo>
                  <a:pt x="544423" y="478789"/>
                </a:lnTo>
                <a:lnTo>
                  <a:pt x="544156" y="478789"/>
                </a:lnTo>
                <a:lnTo>
                  <a:pt x="551167" y="474979"/>
                </a:lnTo>
                <a:lnTo>
                  <a:pt x="550900" y="476250"/>
                </a:lnTo>
                <a:lnTo>
                  <a:pt x="606532" y="476250"/>
                </a:lnTo>
                <a:lnTo>
                  <a:pt x="604939" y="477520"/>
                </a:lnTo>
                <a:lnTo>
                  <a:pt x="598411" y="481329"/>
                </a:lnTo>
                <a:lnTo>
                  <a:pt x="591769" y="485139"/>
                </a:lnTo>
                <a:lnTo>
                  <a:pt x="584974" y="490220"/>
                </a:lnTo>
                <a:lnTo>
                  <a:pt x="571030" y="497839"/>
                </a:lnTo>
                <a:lnTo>
                  <a:pt x="563879" y="501650"/>
                </a:lnTo>
                <a:lnTo>
                  <a:pt x="556602" y="504189"/>
                </a:lnTo>
                <a:lnTo>
                  <a:pt x="541705" y="511810"/>
                </a:lnTo>
                <a:lnTo>
                  <a:pt x="534085" y="514350"/>
                </a:lnTo>
                <a:lnTo>
                  <a:pt x="526364" y="518160"/>
                </a:lnTo>
                <a:close/>
              </a:path>
              <a:path w="725804" h="547370">
                <a:moveTo>
                  <a:pt x="371894" y="547370"/>
                </a:moveTo>
                <a:lnTo>
                  <a:pt x="353364" y="547370"/>
                </a:lnTo>
                <a:lnTo>
                  <a:pt x="344157" y="546100"/>
                </a:lnTo>
                <a:lnTo>
                  <a:pt x="381101" y="546100"/>
                </a:lnTo>
                <a:lnTo>
                  <a:pt x="371894" y="54737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244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例题解答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14472" y="1368552"/>
            <a:ext cx="6469380" cy="25069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235451" y="2115311"/>
            <a:ext cx="396240" cy="1015365"/>
          </a:xfrm>
          <a:custGeom>
            <a:avLst/>
            <a:gdLst/>
            <a:ahLst/>
            <a:cxnLst/>
            <a:rect l="l" t="t" r="r" b="b"/>
            <a:pathLst>
              <a:path w="396239" h="1015364">
                <a:moveTo>
                  <a:pt x="0" y="0"/>
                </a:moveTo>
                <a:lnTo>
                  <a:pt x="396239" y="0"/>
                </a:lnTo>
                <a:lnTo>
                  <a:pt x="396239" y="1014984"/>
                </a:lnTo>
                <a:lnTo>
                  <a:pt x="0" y="10149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235451" y="2115311"/>
            <a:ext cx="396240" cy="34480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7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dirty="0" sz="2000" spc="5">
                <a:latin typeface="微软雅黑"/>
                <a:cs typeface="微软雅黑"/>
              </a:rPr>
              <a:t>发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35451" y="2459510"/>
            <a:ext cx="396240" cy="3048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90805">
              <a:lnSpc>
                <a:spcPts val="2400"/>
              </a:lnSpc>
            </a:pPr>
            <a:r>
              <a:rPr dirty="0" sz="2000" spc="5">
                <a:latin typeface="微软雅黑"/>
                <a:cs typeface="微软雅黑"/>
              </a:rPr>
              <a:t>电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35451" y="2764310"/>
            <a:ext cx="396240" cy="366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90805">
              <a:lnSpc>
                <a:spcPts val="2400"/>
              </a:lnSpc>
            </a:pPr>
            <a:r>
              <a:rPr dirty="0" sz="2000" spc="5">
                <a:latin typeface="微软雅黑"/>
                <a:cs typeface="微软雅黑"/>
              </a:rPr>
              <a:t>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7826" y="2176462"/>
            <a:ext cx="954481" cy="10998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076939" y="1965325"/>
            <a:ext cx="1849323" cy="11795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215964" y="1845475"/>
            <a:ext cx="16827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0" i="1">
                <a:latin typeface="Times New Roman"/>
                <a:cs typeface="Times New Roman"/>
              </a:rPr>
              <a:t>r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698989" y="2114550"/>
            <a:ext cx="779233" cy="110775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145788" y="2351811"/>
            <a:ext cx="13208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15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98150" y="2107755"/>
            <a:ext cx="24892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latin typeface="Times New Roman"/>
                <a:cs typeface="Times New Roman"/>
              </a:rPr>
              <a:t>P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05084" y="2680703"/>
            <a:ext cx="40640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95" i="1">
                <a:latin typeface="Times New Roman"/>
                <a:cs typeface="Times New Roman"/>
              </a:rPr>
              <a:t>U</a:t>
            </a:r>
            <a:r>
              <a:rPr dirty="0" baseline="-23569" sz="2475" spc="22">
                <a:latin typeface="Times New Roman"/>
                <a:cs typeface="Times New Roman"/>
              </a:rPr>
              <a:t>1</a:t>
            </a:r>
            <a:endParaRPr baseline="-23569" sz="2475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423560" y="2337841"/>
            <a:ext cx="13208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15">
                <a:latin typeface="Times New Roman"/>
                <a:cs typeface="Times New Roman"/>
              </a:rPr>
              <a:t>2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52110" y="2093785"/>
            <a:ext cx="24892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latin typeface="Times New Roman"/>
                <a:cs typeface="Times New Roman"/>
              </a:rPr>
              <a:t>P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61051" y="2694305"/>
            <a:ext cx="43053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20" i="1">
                <a:latin typeface="Times New Roman"/>
                <a:cs typeface="Times New Roman"/>
              </a:rPr>
              <a:t>U</a:t>
            </a:r>
            <a:r>
              <a:rPr dirty="0" sz="2850" spc="-520" i="1">
                <a:latin typeface="Times New Roman"/>
                <a:cs typeface="Times New Roman"/>
              </a:rPr>
              <a:t> </a:t>
            </a:r>
            <a:r>
              <a:rPr dirty="0" baseline="-23569" sz="2475" spc="22">
                <a:latin typeface="Times New Roman"/>
                <a:cs typeface="Times New Roman"/>
              </a:rPr>
              <a:t>2</a:t>
            </a:r>
            <a:endParaRPr baseline="-23569" sz="2475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056551" y="2100262"/>
            <a:ext cx="723658" cy="107156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451788" y="2337778"/>
            <a:ext cx="13208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15">
                <a:latin typeface="Times New Roman"/>
                <a:cs typeface="Times New Roman"/>
              </a:rPr>
              <a:t>3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87018" y="2093722"/>
            <a:ext cx="24892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latin typeface="Times New Roman"/>
                <a:cs typeface="Times New Roman"/>
              </a:rPr>
              <a:t>P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94042" y="2678709"/>
            <a:ext cx="42354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229" i="1">
                <a:latin typeface="Times New Roman"/>
                <a:cs typeface="Times New Roman"/>
              </a:rPr>
              <a:t>U</a:t>
            </a:r>
            <a:r>
              <a:rPr dirty="0" baseline="-23569" sz="2475" spc="22">
                <a:latin typeface="Times New Roman"/>
                <a:cs typeface="Times New Roman"/>
              </a:rPr>
              <a:t>3</a:t>
            </a:r>
            <a:endParaRPr baseline="-23569" sz="2475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808389" y="2351138"/>
            <a:ext cx="47752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15">
                <a:latin typeface="Times New Roman"/>
                <a:cs typeface="Times New Roman"/>
              </a:rPr>
              <a:t>4</a:t>
            </a:r>
            <a:r>
              <a:rPr dirty="0" sz="1650" spc="210">
                <a:latin typeface="Times New Roman"/>
                <a:cs typeface="Times New Roman"/>
              </a:rPr>
              <a:t> </a:t>
            </a:r>
            <a:r>
              <a:rPr dirty="0" baseline="1388" sz="3000" spc="7">
                <a:latin typeface="微软雅黑"/>
                <a:cs typeface="微软雅黑"/>
              </a:rPr>
              <a:t>用</a:t>
            </a:r>
            <a:endParaRPr baseline="1388" sz="30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36939" y="2148357"/>
            <a:ext cx="24892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latin typeface="Times New Roman"/>
                <a:cs typeface="Times New Roman"/>
              </a:rPr>
              <a:t>P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45868" y="2539492"/>
            <a:ext cx="73977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baseline="-23391" sz="4275" spc="30" i="1">
                <a:latin typeface="Times New Roman"/>
                <a:cs typeface="Times New Roman"/>
              </a:rPr>
              <a:t>U</a:t>
            </a:r>
            <a:r>
              <a:rPr dirty="0" baseline="-23391" sz="4275" spc="-802" i="1">
                <a:latin typeface="Times New Roman"/>
                <a:cs typeface="Times New Roman"/>
              </a:rPr>
              <a:t> </a:t>
            </a:r>
            <a:r>
              <a:rPr dirty="0" baseline="-65656" sz="2475" spc="22">
                <a:latin typeface="Times New Roman"/>
                <a:cs typeface="Times New Roman"/>
              </a:rPr>
              <a:t>4 </a:t>
            </a:r>
            <a:r>
              <a:rPr dirty="0" sz="2000" spc="5">
                <a:latin typeface="微软雅黑"/>
                <a:cs typeface="微软雅黑"/>
              </a:rPr>
              <a:t>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853112" y="1063625"/>
            <a:ext cx="1863598" cy="78422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5877509" y="1097216"/>
            <a:ext cx="848360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50" spc="-235" i="1">
                <a:latin typeface="Times New Roman"/>
                <a:cs typeface="Times New Roman"/>
              </a:rPr>
              <a:t>U</a:t>
            </a:r>
            <a:r>
              <a:rPr dirty="0" baseline="-26748" sz="2025" spc="-585">
                <a:latin typeface="宋体"/>
                <a:cs typeface="宋体"/>
              </a:rPr>
              <a:t>损</a:t>
            </a:r>
            <a:r>
              <a:rPr dirty="0" sz="2350" spc="-505">
                <a:latin typeface="宋体"/>
                <a:cs typeface="宋体"/>
              </a:rPr>
              <a:t>、</a:t>
            </a:r>
            <a:r>
              <a:rPr dirty="0" sz="2350" spc="-605" i="1">
                <a:latin typeface="Times New Roman"/>
                <a:cs typeface="Times New Roman"/>
              </a:rPr>
              <a:t>P</a:t>
            </a:r>
            <a:r>
              <a:rPr dirty="0" baseline="-26748" sz="2025" spc="22">
                <a:latin typeface="宋体"/>
                <a:cs typeface="宋体"/>
              </a:rPr>
              <a:t>损</a:t>
            </a:r>
            <a:endParaRPr baseline="-26748" sz="2025">
              <a:latin typeface="宋体"/>
              <a:cs typeface="宋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967989" y="4160202"/>
            <a:ext cx="701738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（</a:t>
            </a:r>
            <a:r>
              <a:rPr dirty="0" sz="1800" spc="-5">
                <a:latin typeface="微软雅黑"/>
                <a:cs typeface="微软雅黑"/>
              </a:rPr>
              <a:t>1</a:t>
            </a:r>
            <a:r>
              <a:rPr dirty="0" sz="1800">
                <a:latin typeface="微软雅黑"/>
                <a:cs typeface="微软雅黑"/>
              </a:rPr>
              <a:t>）降压变压器输出的电流是多少？输电线上通过的电流又是多少？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788334" y="4514494"/>
            <a:ext cx="29337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15">
                <a:latin typeface="Times New Roman"/>
                <a:cs typeface="Times New Roman"/>
              </a:rPr>
              <a:t>2</a:t>
            </a:r>
            <a:r>
              <a:rPr dirty="0" sz="1650" spc="-325">
                <a:latin typeface="Times New Roman"/>
                <a:cs typeface="Times New Roman"/>
              </a:rPr>
              <a:t> </a:t>
            </a:r>
            <a:r>
              <a:rPr dirty="0" baseline="-29239" sz="4275" spc="15" i="1">
                <a:latin typeface="Times New Roman"/>
                <a:cs typeface="Times New Roman"/>
              </a:rPr>
              <a:t>r</a:t>
            </a:r>
            <a:endParaRPr baseline="-29239" sz="4275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659911" y="4950307"/>
            <a:ext cx="13208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15">
                <a:latin typeface="Times New Roman"/>
                <a:cs typeface="Times New Roman"/>
              </a:rPr>
              <a:t>2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881770" y="4960835"/>
            <a:ext cx="23876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30">
                <a:latin typeface="宋体"/>
                <a:cs typeface="宋体"/>
              </a:rPr>
              <a:t>损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347976" y="4705985"/>
            <a:ext cx="131000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75665" algn="l"/>
              </a:tabLst>
            </a:pPr>
            <a:r>
              <a:rPr dirty="0" sz="2850" spc="25">
                <a:latin typeface="MT Extra"/>
                <a:cs typeface="MT Extra"/>
              </a:rPr>
              <a:t></a:t>
            </a:r>
            <a:r>
              <a:rPr dirty="0" sz="2850" spc="-305">
                <a:latin typeface="Times New Roman"/>
                <a:cs typeface="Times New Roman"/>
              </a:rPr>
              <a:t> </a:t>
            </a:r>
            <a:r>
              <a:rPr dirty="0" sz="2850" spc="15" i="1">
                <a:latin typeface="Times New Roman"/>
                <a:cs typeface="Times New Roman"/>
              </a:rPr>
              <a:t>P	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-30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I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544557" y="5929541"/>
            <a:ext cx="13208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873883" y="5929541"/>
            <a:ext cx="13208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latin typeface="Times New Roman"/>
                <a:cs typeface="Times New Roman"/>
              </a:rPr>
              <a:t>3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773539" y="5682932"/>
            <a:ext cx="944880" cy="4705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15">
                <a:latin typeface="Symbol"/>
                <a:cs typeface="Symbol"/>
              </a:rPr>
              <a:t></a:t>
            </a:r>
            <a:r>
              <a:rPr dirty="0" sz="2900" spc="-12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25A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368969" y="5682932"/>
            <a:ext cx="1173480" cy="4705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739775" algn="l"/>
              </a:tabLst>
            </a:pPr>
            <a:r>
              <a:rPr dirty="0" sz="2900" spc="-20">
                <a:latin typeface="Symbol"/>
                <a:cs typeface="Symbol"/>
              </a:rPr>
              <a:t></a:t>
            </a:r>
            <a:r>
              <a:rPr dirty="0" sz="2900" spc="-360">
                <a:latin typeface="Times New Roman"/>
                <a:cs typeface="Times New Roman"/>
              </a:rPr>
              <a:t> </a:t>
            </a:r>
            <a:r>
              <a:rPr dirty="0" sz="2900" spc="-10" i="1">
                <a:latin typeface="Times New Roman"/>
                <a:cs typeface="Times New Roman"/>
              </a:rPr>
              <a:t>I	</a:t>
            </a:r>
            <a:r>
              <a:rPr dirty="0" sz="2900" spc="-15">
                <a:latin typeface="Symbol"/>
                <a:cs typeface="Symbol"/>
              </a:rPr>
              <a:t>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 spc="-10" i="1">
                <a:latin typeface="Times New Roman"/>
                <a:cs typeface="Times New Roman"/>
              </a:rPr>
              <a:t>I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090176" y="4661560"/>
            <a:ext cx="174053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25">
                <a:latin typeface="MT Extra"/>
                <a:cs typeface="MT Extra"/>
              </a:rPr>
              <a:t></a:t>
            </a:r>
            <a:r>
              <a:rPr dirty="0" sz="2850" spc="-320">
                <a:latin typeface="Times New Roman"/>
                <a:cs typeface="Times New Roman"/>
              </a:rPr>
              <a:t> </a:t>
            </a:r>
            <a:r>
              <a:rPr dirty="0" sz="2850" spc="-190" i="1">
                <a:latin typeface="Times New Roman"/>
                <a:cs typeface="Times New Roman"/>
              </a:rPr>
              <a:t>P</a:t>
            </a:r>
            <a:r>
              <a:rPr dirty="0" baseline="-23569" sz="2475" spc="-284">
                <a:latin typeface="Times New Roman"/>
                <a:cs typeface="Times New Roman"/>
              </a:rPr>
              <a:t>4</a:t>
            </a:r>
            <a:r>
              <a:rPr dirty="0" baseline="-23569" sz="2475" spc="-232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-320">
                <a:latin typeface="Times New Roman"/>
                <a:cs typeface="Times New Roman"/>
              </a:rPr>
              <a:t> </a:t>
            </a:r>
            <a:r>
              <a:rPr dirty="0" sz="2850" spc="20" i="1">
                <a:latin typeface="Times New Roman"/>
                <a:cs typeface="Times New Roman"/>
              </a:rPr>
              <a:t>U</a:t>
            </a:r>
            <a:r>
              <a:rPr dirty="0" sz="2850" spc="-450" i="1">
                <a:latin typeface="Times New Roman"/>
                <a:cs typeface="Times New Roman"/>
              </a:rPr>
              <a:t> </a:t>
            </a:r>
            <a:r>
              <a:rPr dirty="0" baseline="-23569" sz="2475" spc="22">
                <a:latin typeface="Times New Roman"/>
                <a:cs typeface="Times New Roman"/>
              </a:rPr>
              <a:t>4</a:t>
            </a:r>
            <a:r>
              <a:rPr dirty="0" baseline="-23569" sz="2475" spc="-277">
                <a:latin typeface="Times New Roman"/>
                <a:cs typeface="Times New Roman"/>
              </a:rPr>
              <a:t> </a:t>
            </a:r>
            <a:r>
              <a:rPr dirty="0" sz="2850" spc="120" i="1">
                <a:latin typeface="Times New Roman"/>
                <a:cs typeface="Times New Roman"/>
              </a:rPr>
              <a:t>I</a:t>
            </a:r>
            <a:r>
              <a:rPr dirty="0" baseline="-23569" sz="2475" spc="179">
                <a:latin typeface="Times New Roman"/>
                <a:cs typeface="Times New Roman"/>
              </a:rPr>
              <a:t>4</a:t>
            </a:r>
            <a:endParaRPr baseline="-23569" sz="2475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080954" y="5985967"/>
            <a:ext cx="774065" cy="0"/>
          </a:xfrm>
          <a:custGeom>
            <a:avLst/>
            <a:gdLst/>
            <a:ahLst/>
            <a:cxnLst/>
            <a:rect l="l" t="t" r="r" b="b"/>
            <a:pathLst>
              <a:path w="774064" h="0">
                <a:moveTo>
                  <a:pt x="0" y="0"/>
                </a:moveTo>
                <a:lnTo>
                  <a:pt x="773760" y="0"/>
                </a:lnTo>
              </a:path>
            </a:pathLst>
          </a:custGeom>
          <a:ln w="153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4271264" y="5984328"/>
            <a:ext cx="391160" cy="4705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10">
                <a:latin typeface="Times New Roman"/>
                <a:cs typeface="Times New Roman"/>
              </a:rPr>
              <a:t>11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546347" y="5942634"/>
            <a:ext cx="13208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latin typeface="Times New Roman"/>
                <a:cs typeface="Times New Roman"/>
              </a:rPr>
              <a:t>4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034969" y="5695899"/>
            <a:ext cx="3626485" cy="4705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752475" algn="l"/>
              </a:tabLst>
            </a:pPr>
            <a:r>
              <a:rPr dirty="0" sz="2900" spc="-20">
                <a:latin typeface="Symbol"/>
                <a:cs typeface="Symbol"/>
              </a:rPr>
              <a:t></a:t>
            </a:r>
            <a:r>
              <a:rPr dirty="0" sz="2900" spc="-360">
                <a:latin typeface="Times New Roman"/>
                <a:cs typeface="Times New Roman"/>
              </a:rPr>
              <a:t> </a:t>
            </a:r>
            <a:r>
              <a:rPr dirty="0" sz="2900" spc="-10" i="1">
                <a:latin typeface="Times New Roman"/>
                <a:cs typeface="Times New Roman"/>
              </a:rPr>
              <a:t>I	</a:t>
            </a:r>
            <a:r>
              <a:rPr dirty="0" sz="2900" spc="-15">
                <a:latin typeface="Symbol"/>
                <a:cs typeface="Symbol"/>
              </a:rPr>
              <a:t></a:t>
            </a:r>
            <a:r>
              <a:rPr dirty="0" sz="2900" spc="-15">
                <a:latin typeface="Times New Roman"/>
                <a:cs typeface="Times New Roman"/>
              </a:rPr>
              <a:t> </a:t>
            </a:r>
            <a:r>
              <a:rPr dirty="0" baseline="35440" sz="4350" spc="-15">
                <a:latin typeface="Times New Roman"/>
                <a:cs typeface="Times New Roman"/>
              </a:rPr>
              <a:t>4750 </a:t>
            </a:r>
            <a:r>
              <a:rPr dirty="0" sz="2900" spc="-15">
                <a:latin typeface="Times New Roman"/>
                <a:cs typeface="Times New Roman"/>
              </a:rPr>
              <a:t>A </a:t>
            </a:r>
            <a:r>
              <a:rPr dirty="0" sz="2900" spc="-15">
                <a:latin typeface="Symbol"/>
                <a:cs typeface="Symbol"/>
              </a:rPr>
              <a:t></a:t>
            </a:r>
            <a:r>
              <a:rPr dirty="0" sz="2900" spc="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431.8A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966202" y="1387475"/>
            <a:ext cx="774446" cy="5016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991227" y="1360487"/>
            <a:ext cx="774446" cy="5016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244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例题解答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18460" y="1368552"/>
            <a:ext cx="6469380" cy="25069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137916" y="2115311"/>
            <a:ext cx="396240" cy="1015365"/>
          </a:xfrm>
          <a:custGeom>
            <a:avLst/>
            <a:gdLst/>
            <a:ahLst/>
            <a:cxnLst/>
            <a:rect l="l" t="t" r="r" b="b"/>
            <a:pathLst>
              <a:path w="396239" h="1015364">
                <a:moveTo>
                  <a:pt x="0" y="0"/>
                </a:moveTo>
                <a:lnTo>
                  <a:pt x="396240" y="0"/>
                </a:lnTo>
                <a:lnTo>
                  <a:pt x="396240" y="1014984"/>
                </a:lnTo>
                <a:lnTo>
                  <a:pt x="0" y="10149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137916" y="2115311"/>
            <a:ext cx="396240" cy="34480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73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05"/>
              </a:spcBef>
            </a:pPr>
            <a:r>
              <a:rPr dirty="0" sz="2000" spc="5">
                <a:latin typeface="微软雅黑"/>
                <a:cs typeface="微软雅黑"/>
              </a:rPr>
              <a:t>发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37916" y="2459510"/>
            <a:ext cx="396240" cy="3048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92075">
              <a:lnSpc>
                <a:spcPts val="2400"/>
              </a:lnSpc>
            </a:pPr>
            <a:r>
              <a:rPr dirty="0" sz="2000" spc="5">
                <a:latin typeface="微软雅黑"/>
                <a:cs typeface="微软雅黑"/>
              </a:rPr>
              <a:t>电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37916" y="2764310"/>
            <a:ext cx="396240" cy="366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92075">
              <a:lnSpc>
                <a:spcPts val="2400"/>
              </a:lnSpc>
            </a:pPr>
            <a:r>
              <a:rPr dirty="0" sz="2000" spc="5">
                <a:latin typeface="微软雅黑"/>
                <a:cs typeface="微软雅黑"/>
              </a:rPr>
              <a:t>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270988" y="2176462"/>
            <a:ext cx="955306" cy="10998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899152" y="1965325"/>
            <a:ext cx="1930273" cy="12423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120396" y="1845475"/>
            <a:ext cx="16827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0" i="1">
                <a:latin typeface="Times New Roman"/>
                <a:cs typeface="Times New Roman"/>
              </a:rPr>
              <a:t>r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602151" y="2114550"/>
            <a:ext cx="779233" cy="110775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048315" y="2351811"/>
            <a:ext cx="13208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15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00678" y="2107755"/>
            <a:ext cx="24892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latin typeface="Times New Roman"/>
                <a:cs typeface="Times New Roman"/>
              </a:rPr>
              <a:t>P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08882" y="2680703"/>
            <a:ext cx="40640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95" i="1">
                <a:latin typeface="Times New Roman"/>
                <a:cs typeface="Times New Roman"/>
              </a:rPr>
              <a:t>U</a:t>
            </a:r>
            <a:r>
              <a:rPr dirty="0" baseline="-23569" sz="2475" spc="22">
                <a:latin typeface="Times New Roman"/>
                <a:cs typeface="Times New Roman"/>
              </a:rPr>
              <a:t>1</a:t>
            </a:r>
            <a:endParaRPr baseline="-23569" sz="2475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27993" y="2337841"/>
            <a:ext cx="13208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15">
                <a:latin typeface="Times New Roman"/>
                <a:cs typeface="Times New Roman"/>
              </a:rPr>
              <a:t>2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56543" y="2093785"/>
            <a:ext cx="24892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latin typeface="Times New Roman"/>
                <a:cs typeface="Times New Roman"/>
              </a:rPr>
              <a:t>P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64848" y="2694305"/>
            <a:ext cx="43053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20" i="1">
                <a:latin typeface="Times New Roman"/>
                <a:cs typeface="Times New Roman"/>
              </a:rPr>
              <a:t>U</a:t>
            </a:r>
            <a:r>
              <a:rPr dirty="0" sz="2850" spc="-520" i="1">
                <a:latin typeface="Times New Roman"/>
                <a:cs typeface="Times New Roman"/>
              </a:rPr>
              <a:t> </a:t>
            </a:r>
            <a:r>
              <a:rPr dirty="0" baseline="-23569" sz="2475" spc="22">
                <a:latin typeface="Times New Roman"/>
                <a:cs typeface="Times New Roman"/>
              </a:rPr>
              <a:t>2</a:t>
            </a:r>
            <a:endParaRPr baseline="-23569" sz="2475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959713" y="2100262"/>
            <a:ext cx="723671" cy="107156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354328" y="2337778"/>
            <a:ext cx="13208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15">
                <a:latin typeface="Times New Roman"/>
                <a:cs typeface="Times New Roman"/>
              </a:rPr>
              <a:t>3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89546" y="2093722"/>
            <a:ext cx="24892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latin typeface="Times New Roman"/>
                <a:cs typeface="Times New Roman"/>
              </a:rPr>
              <a:t>P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97839" y="2678709"/>
            <a:ext cx="42354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229" i="1">
                <a:latin typeface="Times New Roman"/>
                <a:cs typeface="Times New Roman"/>
              </a:rPr>
              <a:t>U</a:t>
            </a:r>
            <a:r>
              <a:rPr dirty="0" baseline="-23569" sz="2475" spc="22">
                <a:latin typeface="Times New Roman"/>
                <a:cs typeface="Times New Roman"/>
              </a:rPr>
              <a:t>3</a:t>
            </a:r>
            <a:endParaRPr baseline="-23569" sz="2475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712822" y="2351138"/>
            <a:ext cx="47625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15">
                <a:latin typeface="Times New Roman"/>
                <a:cs typeface="Times New Roman"/>
              </a:rPr>
              <a:t>4</a:t>
            </a:r>
            <a:r>
              <a:rPr dirty="0" sz="1650" spc="200">
                <a:latin typeface="Times New Roman"/>
                <a:cs typeface="Times New Roman"/>
              </a:rPr>
              <a:t> </a:t>
            </a:r>
            <a:r>
              <a:rPr dirty="0" baseline="1388" sz="3000" spc="7">
                <a:latin typeface="微软雅黑"/>
                <a:cs typeface="微软雅黑"/>
              </a:rPr>
              <a:t>用</a:t>
            </a:r>
            <a:endParaRPr baseline="1388" sz="30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41372" y="2148357"/>
            <a:ext cx="24892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latin typeface="Times New Roman"/>
                <a:cs typeface="Times New Roman"/>
              </a:rPr>
              <a:t>P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449665" y="2539492"/>
            <a:ext cx="73914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baseline="-23391" sz="4275" spc="30" i="1">
                <a:latin typeface="Times New Roman"/>
                <a:cs typeface="Times New Roman"/>
              </a:rPr>
              <a:t>U</a:t>
            </a:r>
            <a:r>
              <a:rPr dirty="0" baseline="-23391" sz="4275" spc="-810" i="1">
                <a:latin typeface="Times New Roman"/>
                <a:cs typeface="Times New Roman"/>
              </a:rPr>
              <a:t> </a:t>
            </a:r>
            <a:r>
              <a:rPr dirty="0" baseline="-65656" sz="2475" spc="22">
                <a:latin typeface="Times New Roman"/>
                <a:cs typeface="Times New Roman"/>
              </a:rPr>
              <a:t>4 </a:t>
            </a:r>
            <a:r>
              <a:rPr dirty="0" sz="2000" spc="5">
                <a:latin typeface="微软雅黑"/>
                <a:cs typeface="微软雅黑"/>
              </a:rPr>
              <a:t>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894389" y="1050925"/>
            <a:ext cx="2725483" cy="8112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5781306" y="1097216"/>
            <a:ext cx="848360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50" spc="-235" i="1">
                <a:latin typeface="Times New Roman"/>
                <a:cs typeface="Times New Roman"/>
              </a:rPr>
              <a:t>U</a:t>
            </a:r>
            <a:r>
              <a:rPr dirty="0" baseline="-26748" sz="2025" spc="-585">
                <a:latin typeface="宋体"/>
                <a:cs typeface="宋体"/>
              </a:rPr>
              <a:t>损</a:t>
            </a:r>
            <a:r>
              <a:rPr dirty="0" sz="2350" spc="-505">
                <a:latin typeface="宋体"/>
                <a:cs typeface="宋体"/>
              </a:rPr>
              <a:t>、</a:t>
            </a:r>
            <a:r>
              <a:rPr dirty="0" sz="2350" spc="-605" i="1">
                <a:latin typeface="Times New Roman"/>
                <a:cs typeface="Times New Roman"/>
              </a:rPr>
              <a:t>P</a:t>
            </a:r>
            <a:r>
              <a:rPr dirty="0" baseline="-26748" sz="2025" spc="22">
                <a:latin typeface="宋体"/>
                <a:cs typeface="宋体"/>
              </a:rPr>
              <a:t>损</a:t>
            </a:r>
            <a:endParaRPr baseline="-26748" sz="2025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869364" y="1387475"/>
            <a:ext cx="774446" cy="5016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967989" y="4160202"/>
            <a:ext cx="678878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（</a:t>
            </a:r>
            <a:r>
              <a:rPr dirty="0" sz="1800" spc="-5">
                <a:latin typeface="微软雅黑"/>
                <a:cs typeface="微软雅黑"/>
              </a:rPr>
              <a:t>2</a:t>
            </a:r>
            <a:r>
              <a:rPr dirty="0" sz="1800">
                <a:latin typeface="微软雅黑"/>
                <a:cs typeface="微软雅黑"/>
              </a:rPr>
              <a:t>）输电线上损失的电压是多少？升压变压器输出的电压是多少？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509289" y="4727156"/>
            <a:ext cx="168338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0">
                <a:latin typeface="MT Extra"/>
                <a:cs typeface="MT Extra"/>
              </a:rPr>
              <a:t></a:t>
            </a:r>
            <a:r>
              <a:rPr dirty="0" sz="2850" spc="150" i="1">
                <a:latin typeface="Times New Roman"/>
                <a:cs typeface="Times New Roman"/>
              </a:rPr>
              <a:t>U</a:t>
            </a:r>
            <a:r>
              <a:rPr dirty="0" baseline="-26936" sz="2475" spc="44">
                <a:latin typeface="宋体"/>
                <a:cs typeface="宋体"/>
              </a:rPr>
              <a:t>损</a:t>
            </a:r>
            <a:r>
              <a:rPr dirty="0" baseline="-26936" sz="2475" spc="60">
                <a:latin typeface="宋体"/>
                <a:cs typeface="宋体"/>
              </a:rPr>
              <a:t>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20">
                <a:latin typeface="Times New Roman"/>
                <a:cs typeface="Times New Roman"/>
              </a:rPr>
              <a:t> </a:t>
            </a:r>
            <a:r>
              <a:rPr dirty="0" sz="2850" spc="120" i="1">
                <a:latin typeface="Times New Roman"/>
                <a:cs typeface="Times New Roman"/>
              </a:rPr>
              <a:t>I</a:t>
            </a:r>
            <a:r>
              <a:rPr dirty="0" baseline="-23569" sz="2475" spc="179">
                <a:latin typeface="Times New Roman"/>
                <a:cs typeface="Times New Roman"/>
              </a:rPr>
              <a:t>2</a:t>
            </a:r>
            <a:r>
              <a:rPr dirty="0" baseline="-23569" sz="2475" spc="-412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r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122064" y="5969127"/>
            <a:ext cx="23876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30">
                <a:latin typeface="宋体"/>
                <a:cs typeface="宋体"/>
              </a:rPr>
              <a:t>损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515029" y="5714581"/>
            <a:ext cx="206883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948055" algn="l"/>
              </a:tabLst>
            </a:pPr>
            <a:r>
              <a:rPr dirty="0" sz="2850" spc="20">
                <a:latin typeface="Symbol"/>
                <a:cs typeface="Symbol"/>
              </a:rPr>
              <a:t></a:t>
            </a:r>
            <a:r>
              <a:rPr dirty="0" sz="2850" spc="20" i="1">
                <a:latin typeface="Times New Roman"/>
                <a:cs typeface="Times New Roman"/>
              </a:rPr>
              <a:t>U	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-114">
                <a:latin typeface="Times New Roman"/>
                <a:cs typeface="Times New Roman"/>
              </a:rPr>
              <a:t> </a:t>
            </a:r>
            <a:r>
              <a:rPr dirty="0" sz="2850" spc="30">
                <a:latin typeface="Times New Roman"/>
                <a:cs typeface="Times New Roman"/>
              </a:rPr>
              <a:t>200V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989978" y="4490554"/>
            <a:ext cx="3239770" cy="2055495"/>
          </a:xfrm>
          <a:prstGeom prst="rect">
            <a:avLst/>
          </a:prstGeom>
        </p:spPr>
        <p:txBody>
          <a:bodyPr wrap="square" lIns="0" tIns="254635" rIns="0" bIns="0" rtlCol="0" vert="horz">
            <a:spAutoFit/>
          </a:bodyPr>
          <a:lstStyle/>
          <a:p>
            <a:pPr marL="385445">
              <a:lnSpc>
                <a:spcPct val="100000"/>
              </a:lnSpc>
              <a:spcBef>
                <a:spcPts val="2005"/>
              </a:spcBef>
            </a:pPr>
            <a:r>
              <a:rPr dirty="0" sz="2850" spc="25">
                <a:latin typeface="MT Extra"/>
                <a:cs typeface="MT Extra"/>
              </a:rPr>
              <a:t></a:t>
            </a:r>
            <a:r>
              <a:rPr dirty="0" sz="2850" spc="25">
                <a:latin typeface="Times New Roman"/>
                <a:cs typeface="Times New Roman"/>
              </a:rPr>
              <a:t> </a:t>
            </a:r>
            <a:r>
              <a:rPr dirty="0" sz="2850" spc="-190" i="1">
                <a:latin typeface="Times New Roman"/>
                <a:cs typeface="Times New Roman"/>
              </a:rPr>
              <a:t>P</a:t>
            </a:r>
            <a:r>
              <a:rPr dirty="0" baseline="-23569" sz="2475" spc="-284">
                <a:latin typeface="Times New Roman"/>
                <a:cs typeface="Times New Roman"/>
              </a:rPr>
              <a:t>2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15">
                <a:latin typeface="Times New Roman"/>
                <a:cs typeface="Times New Roman"/>
              </a:rPr>
              <a:t> </a:t>
            </a:r>
            <a:r>
              <a:rPr dirty="0" sz="2850" spc="-285" i="1">
                <a:latin typeface="Times New Roman"/>
                <a:cs typeface="Times New Roman"/>
              </a:rPr>
              <a:t>P</a:t>
            </a:r>
            <a:r>
              <a:rPr dirty="0" baseline="-23569" sz="2475" spc="-427">
                <a:latin typeface="Times New Roman"/>
                <a:cs typeface="Times New Roman"/>
              </a:rPr>
              <a:t>1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-580">
                <a:latin typeface="Times New Roman"/>
                <a:cs typeface="Times New Roman"/>
              </a:rPr>
              <a:t> </a:t>
            </a:r>
            <a:r>
              <a:rPr dirty="0" sz="2850" spc="30">
                <a:latin typeface="Times New Roman"/>
                <a:cs typeface="Times New Roman"/>
              </a:rPr>
              <a:t>100KW</a:t>
            </a:r>
            <a:endParaRPr sz="2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10"/>
              </a:spcBef>
            </a:pPr>
            <a:r>
              <a:rPr dirty="0" sz="2850" spc="175">
                <a:latin typeface="宋体"/>
                <a:cs typeface="宋体"/>
              </a:rPr>
              <a:t>又</a:t>
            </a:r>
            <a:r>
              <a:rPr dirty="0" sz="2850" spc="25">
                <a:latin typeface="MT Extra"/>
                <a:cs typeface="MT Extra"/>
              </a:rPr>
              <a:t></a:t>
            </a:r>
            <a:r>
              <a:rPr dirty="0" sz="2850" spc="-310">
                <a:latin typeface="Times New Roman"/>
                <a:cs typeface="Times New Roman"/>
              </a:rPr>
              <a:t> </a:t>
            </a:r>
            <a:r>
              <a:rPr dirty="0" sz="2850" spc="-190" i="1">
                <a:latin typeface="Times New Roman"/>
                <a:cs typeface="Times New Roman"/>
              </a:rPr>
              <a:t>P</a:t>
            </a:r>
            <a:r>
              <a:rPr dirty="0" baseline="-23569" sz="2475" spc="-284">
                <a:latin typeface="Times New Roman"/>
                <a:cs typeface="Times New Roman"/>
              </a:rPr>
              <a:t>2</a:t>
            </a:r>
            <a:r>
              <a:rPr dirty="0" baseline="-23569" sz="2475" spc="-195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-305">
                <a:latin typeface="Times New Roman"/>
                <a:cs typeface="Times New Roman"/>
              </a:rPr>
              <a:t> </a:t>
            </a:r>
            <a:r>
              <a:rPr dirty="0" sz="2850" spc="20" i="1">
                <a:latin typeface="Times New Roman"/>
                <a:cs typeface="Times New Roman"/>
              </a:rPr>
              <a:t>U</a:t>
            </a:r>
            <a:r>
              <a:rPr dirty="0" sz="2850" spc="-450" i="1">
                <a:latin typeface="Times New Roman"/>
                <a:cs typeface="Times New Roman"/>
              </a:rPr>
              <a:t> </a:t>
            </a:r>
            <a:r>
              <a:rPr dirty="0" baseline="-23569" sz="2475" spc="22">
                <a:latin typeface="Times New Roman"/>
                <a:cs typeface="Times New Roman"/>
              </a:rPr>
              <a:t>2</a:t>
            </a:r>
            <a:r>
              <a:rPr dirty="0" baseline="-23569" sz="2475" spc="-262">
                <a:latin typeface="Times New Roman"/>
                <a:cs typeface="Times New Roman"/>
              </a:rPr>
              <a:t> </a:t>
            </a:r>
            <a:r>
              <a:rPr dirty="0" sz="2850" spc="120" i="1">
                <a:latin typeface="Times New Roman"/>
                <a:cs typeface="Times New Roman"/>
              </a:rPr>
              <a:t>I</a:t>
            </a:r>
            <a:r>
              <a:rPr dirty="0" baseline="-23569" sz="2475" spc="179">
                <a:latin typeface="Times New Roman"/>
                <a:cs typeface="Times New Roman"/>
              </a:rPr>
              <a:t>2</a:t>
            </a:r>
            <a:endParaRPr baseline="-23569" sz="2475">
              <a:latin typeface="Times New Roman"/>
              <a:cs typeface="Times New Roman"/>
            </a:endParaRPr>
          </a:p>
          <a:p>
            <a:pPr marL="402590">
              <a:lnSpc>
                <a:spcPct val="100000"/>
              </a:lnSpc>
              <a:spcBef>
                <a:spcPts val="1905"/>
              </a:spcBef>
            </a:pPr>
            <a:r>
              <a:rPr dirty="0" sz="2850" spc="20">
                <a:latin typeface="Symbol"/>
                <a:cs typeface="Symbol"/>
              </a:rPr>
              <a:t></a:t>
            </a:r>
            <a:r>
              <a:rPr dirty="0" sz="2850" spc="20" i="1">
                <a:latin typeface="Times New Roman"/>
                <a:cs typeface="Times New Roman"/>
              </a:rPr>
              <a:t>U </a:t>
            </a:r>
            <a:r>
              <a:rPr dirty="0" baseline="-23569" sz="2475" spc="22">
                <a:latin typeface="Times New Roman"/>
                <a:cs typeface="Times New Roman"/>
              </a:rPr>
              <a:t>2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-420">
                <a:latin typeface="Times New Roman"/>
                <a:cs typeface="Times New Roman"/>
              </a:rPr>
              <a:t> </a:t>
            </a:r>
            <a:r>
              <a:rPr dirty="0" sz="2850" spc="30">
                <a:latin typeface="Times New Roman"/>
                <a:cs typeface="Times New Roman"/>
              </a:rPr>
              <a:t>4000V</a:t>
            </a:r>
            <a:endParaRPr sz="2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244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例题解答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259835" y="1368552"/>
            <a:ext cx="6469379" cy="25054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79291" y="2115311"/>
            <a:ext cx="396240" cy="1015365"/>
          </a:xfrm>
          <a:custGeom>
            <a:avLst/>
            <a:gdLst/>
            <a:ahLst/>
            <a:cxnLst/>
            <a:rect l="l" t="t" r="r" b="b"/>
            <a:pathLst>
              <a:path w="396239" h="1015364">
                <a:moveTo>
                  <a:pt x="0" y="0"/>
                </a:moveTo>
                <a:lnTo>
                  <a:pt x="396239" y="0"/>
                </a:lnTo>
                <a:lnTo>
                  <a:pt x="396239" y="1014984"/>
                </a:lnTo>
                <a:lnTo>
                  <a:pt x="0" y="10149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479291" y="2115311"/>
            <a:ext cx="396240" cy="34480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937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10"/>
              </a:spcBef>
            </a:pPr>
            <a:r>
              <a:rPr dirty="0" sz="2000" spc="5">
                <a:latin typeface="微软雅黑"/>
                <a:cs typeface="微软雅黑"/>
              </a:rPr>
              <a:t>发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79291" y="2460107"/>
            <a:ext cx="396240" cy="3048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2400"/>
              </a:lnSpc>
            </a:pPr>
            <a:r>
              <a:rPr dirty="0" sz="2000" spc="5">
                <a:latin typeface="微软雅黑"/>
                <a:cs typeface="微软雅黑"/>
              </a:rPr>
              <a:t>电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79291" y="2764907"/>
            <a:ext cx="396240" cy="36576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2400"/>
              </a:lnSpc>
            </a:pPr>
            <a:r>
              <a:rPr dirty="0" sz="2000" spc="5">
                <a:latin typeface="微软雅黑"/>
                <a:cs typeface="微软雅黑"/>
              </a:rPr>
              <a:t>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612301" y="2178050"/>
            <a:ext cx="955370" cy="10982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240464" y="1965325"/>
            <a:ext cx="1930273" cy="12423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461709" y="1846745"/>
            <a:ext cx="16827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0" i="1">
                <a:latin typeface="Times New Roman"/>
                <a:cs typeface="Times New Roman"/>
              </a:rPr>
              <a:t>r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43464" y="2116137"/>
            <a:ext cx="779348" cy="11061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389628" y="2353043"/>
            <a:ext cx="13208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15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41990" y="2108974"/>
            <a:ext cx="24892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latin typeface="Times New Roman"/>
                <a:cs typeface="Times New Roman"/>
              </a:rPr>
              <a:t>P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50829" y="2680474"/>
            <a:ext cx="40640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95" i="1">
                <a:latin typeface="Times New Roman"/>
                <a:cs typeface="Times New Roman"/>
              </a:rPr>
              <a:t>U</a:t>
            </a:r>
            <a:r>
              <a:rPr dirty="0" baseline="-23569" sz="2475" spc="22">
                <a:latin typeface="Times New Roman"/>
                <a:cs typeface="Times New Roman"/>
              </a:rPr>
              <a:t>1</a:t>
            </a:r>
            <a:endParaRPr baseline="-23569" sz="2475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69305" y="2339073"/>
            <a:ext cx="13208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15">
                <a:latin typeface="Times New Roman"/>
                <a:cs typeface="Times New Roman"/>
              </a:rPr>
              <a:t>2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97855" y="2095017"/>
            <a:ext cx="24892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latin typeface="Times New Roman"/>
                <a:cs typeface="Times New Roman"/>
              </a:rPr>
              <a:t>P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04891" y="2694063"/>
            <a:ext cx="43053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20" i="1">
                <a:latin typeface="Times New Roman"/>
                <a:cs typeface="Times New Roman"/>
              </a:rPr>
              <a:t>U</a:t>
            </a:r>
            <a:r>
              <a:rPr dirty="0" sz="2850" spc="-520" i="1">
                <a:latin typeface="Times New Roman"/>
                <a:cs typeface="Times New Roman"/>
              </a:rPr>
              <a:t> </a:t>
            </a:r>
            <a:r>
              <a:rPr dirty="0" baseline="-23569" sz="2475" spc="22">
                <a:latin typeface="Times New Roman"/>
                <a:cs typeface="Times New Roman"/>
              </a:rPr>
              <a:t>2</a:t>
            </a:r>
            <a:endParaRPr baseline="-23569" sz="2475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301026" y="2101850"/>
            <a:ext cx="723785" cy="10699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695641" y="2337739"/>
            <a:ext cx="13208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15">
                <a:latin typeface="Times New Roman"/>
                <a:cs typeface="Times New Roman"/>
              </a:rPr>
              <a:t>3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530858" y="2093684"/>
            <a:ext cx="24892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latin typeface="Times New Roman"/>
                <a:cs typeface="Times New Roman"/>
              </a:rPr>
              <a:t>P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39152" y="2680373"/>
            <a:ext cx="42354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229" i="1">
                <a:latin typeface="Times New Roman"/>
                <a:cs typeface="Times New Roman"/>
              </a:rPr>
              <a:t>U</a:t>
            </a:r>
            <a:r>
              <a:rPr dirty="0" baseline="-23569" sz="2475" spc="22">
                <a:latin typeface="Times New Roman"/>
                <a:cs typeface="Times New Roman"/>
              </a:rPr>
              <a:t>3</a:t>
            </a:r>
            <a:endParaRPr baseline="-23569" sz="2475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054134" y="2352992"/>
            <a:ext cx="47625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15">
                <a:latin typeface="Times New Roman"/>
                <a:cs typeface="Times New Roman"/>
              </a:rPr>
              <a:t>4</a:t>
            </a:r>
            <a:r>
              <a:rPr dirty="0" sz="1650" spc="200">
                <a:latin typeface="Times New Roman"/>
                <a:cs typeface="Times New Roman"/>
              </a:rPr>
              <a:t> </a:t>
            </a:r>
            <a:r>
              <a:rPr dirty="0" baseline="1388" sz="3000" spc="7">
                <a:latin typeface="微软雅黑"/>
                <a:cs typeface="微软雅黑"/>
              </a:rPr>
              <a:t>用</a:t>
            </a:r>
            <a:endParaRPr baseline="1388" sz="30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882684" y="2150198"/>
            <a:ext cx="24892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latin typeface="Times New Roman"/>
                <a:cs typeface="Times New Roman"/>
              </a:rPr>
              <a:t>P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789708" y="2540012"/>
            <a:ext cx="74041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baseline="-23391" sz="4275" spc="30" i="1">
                <a:latin typeface="Times New Roman"/>
                <a:cs typeface="Times New Roman"/>
              </a:rPr>
              <a:t>U</a:t>
            </a:r>
            <a:r>
              <a:rPr dirty="0" baseline="-23391" sz="4275" spc="-794" i="1">
                <a:latin typeface="Times New Roman"/>
                <a:cs typeface="Times New Roman"/>
              </a:rPr>
              <a:t> </a:t>
            </a:r>
            <a:r>
              <a:rPr dirty="0" baseline="-65656" sz="2475" spc="22">
                <a:latin typeface="Times New Roman"/>
                <a:cs typeface="Times New Roman"/>
              </a:rPr>
              <a:t>4 </a:t>
            </a:r>
            <a:r>
              <a:rPr dirty="0" sz="2000" spc="5">
                <a:latin typeface="微软雅黑"/>
                <a:cs typeface="微软雅黑"/>
              </a:rPr>
              <a:t>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235702" y="1050925"/>
            <a:ext cx="2725483" cy="8112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122619" y="1097508"/>
            <a:ext cx="848360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50" spc="-235" i="1">
                <a:latin typeface="Times New Roman"/>
                <a:cs typeface="Times New Roman"/>
              </a:rPr>
              <a:t>U</a:t>
            </a:r>
            <a:r>
              <a:rPr dirty="0" baseline="-26748" sz="2025" spc="-585">
                <a:latin typeface="宋体"/>
                <a:cs typeface="宋体"/>
              </a:rPr>
              <a:t>损</a:t>
            </a:r>
            <a:r>
              <a:rPr dirty="0" sz="2350" spc="-505">
                <a:latin typeface="宋体"/>
                <a:cs typeface="宋体"/>
              </a:rPr>
              <a:t>、</a:t>
            </a:r>
            <a:r>
              <a:rPr dirty="0" sz="2350" spc="-605" i="1">
                <a:latin typeface="Times New Roman"/>
                <a:cs typeface="Times New Roman"/>
              </a:rPr>
              <a:t>P</a:t>
            </a:r>
            <a:r>
              <a:rPr dirty="0" baseline="-26748" sz="2025" spc="22">
                <a:latin typeface="宋体"/>
                <a:cs typeface="宋体"/>
              </a:rPr>
              <a:t>损</a:t>
            </a:r>
            <a:endParaRPr baseline="-26748" sz="2025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210677" y="1387475"/>
            <a:ext cx="774446" cy="5016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536315" y="4149090"/>
            <a:ext cx="42741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（</a:t>
            </a:r>
            <a:r>
              <a:rPr dirty="0" sz="1800" spc="-5">
                <a:latin typeface="微软雅黑"/>
                <a:cs typeface="微软雅黑"/>
              </a:rPr>
              <a:t>3</a:t>
            </a:r>
            <a:r>
              <a:rPr dirty="0" sz="1800">
                <a:latin typeface="微软雅黑"/>
                <a:cs typeface="微软雅黑"/>
              </a:rPr>
              <a:t>）两个变压器的匝数比各应等于多少？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585489" y="4688865"/>
            <a:ext cx="2539365" cy="14433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60">
                <a:latin typeface="MT Extra"/>
                <a:cs typeface="MT Extra"/>
              </a:rPr>
              <a:t></a:t>
            </a:r>
            <a:r>
              <a:rPr dirty="0" sz="2850" spc="60" i="1">
                <a:latin typeface="Times New Roman"/>
                <a:cs typeface="Times New Roman"/>
              </a:rPr>
              <a:t>U</a:t>
            </a:r>
            <a:r>
              <a:rPr dirty="0" baseline="-23569" sz="2475" spc="89">
                <a:latin typeface="Times New Roman"/>
                <a:cs typeface="Times New Roman"/>
              </a:rPr>
              <a:t>1 </a:t>
            </a:r>
            <a:r>
              <a:rPr dirty="0" sz="2850" spc="110">
                <a:latin typeface="Times New Roman"/>
                <a:cs typeface="Times New Roman"/>
              </a:rPr>
              <a:t>:</a:t>
            </a:r>
            <a:r>
              <a:rPr dirty="0" sz="2850" spc="110" i="1">
                <a:latin typeface="Times New Roman"/>
                <a:cs typeface="Times New Roman"/>
              </a:rPr>
              <a:t>U </a:t>
            </a:r>
            <a:r>
              <a:rPr dirty="0" baseline="-23569" sz="2475" spc="22">
                <a:latin typeface="Times New Roman"/>
                <a:cs typeface="Times New Roman"/>
              </a:rPr>
              <a:t>2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15">
                <a:latin typeface="Times New Roman"/>
                <a:cs typeface="Times New Roman"/>
              </a:rPr>
              <a:t> </a:t>
            </a:r>
            <a:r>
              <a:rPr dirty="0" sz="2850" spc="-80" i="1">
                <a:latin typeface="Times New Roman"/>
                <a:cs typeface="Times New Roman"/>
              </a:rPr>
              <a:t>n</a:t>
            </a:r>
            <a:r>
              <a:rPr dirty="0" baseline="-23569" sz="2475" spc="-120">
                <a:latin typeface="Times New Roman"/>
                <a:cs typeface="Times New Roman"/>
              </a:rPr>
              <a:t>1 </a:t>
            </a:r>
            <a:r>
              <a:rPr dirty="0" sz="2850" spc="5">
                <a:latin typeface="Times New Roman"/>
                <a:cs typeface="Times New Roman"/>
              </a:rPr>
              <a:t>:</a:t>
            </a:r>
            <a:r>
              <a:rPr dirty="0" sz="2850" spc="-430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n</a:t>
            </a:r>
            <a:r>
              <a:rPr dirty="0" baseline="-23569" sz="2475" spc="15">
                <a:latin typeface="Times New Roman"/>
                <a:cs typeface="Times New Roman"/>
              </a:rPr>
              <a:t>2</a:t>
            </a:r>
            <a:endParaRPr baseline="-23569" sz="24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7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</a:pPr>
            <a:r>
              <a:rPr dirty="0" sz="2850" spc="25">
                <a:latin typeface="Symbol"/>
                <a:cs typeface="Symbol"/>
              </a:rPr>
              <a:t></a:t>
            </a:r>
            <a:r>
              <a:rPr dirty="0" sz="2850" spc="-450">
                <a:latin typeface="Times New Roman"/>
                <a:cs typeface="Times New Roman"/>
              </a:rPr>
              <a:t> </a:t>
            </a:r>
            <a:r>
              <a:rPr dirty="0" sz="2850" spc="-85" i="1">
                <a:latin typeface="Times New Roman"/>
                <a:cs typeface="Times New Roman"/>
              </a:rPr>
              <a:t>n</a:t>
            </a:r>
            <a:r>
              <a:rPr dirty="0" baseline="-23569" sz="2475" spc="-127">
                <a:latin typeface="Times New Roman"/>
                <a:cs typeface="Times New Roman"/>
              </a:rPr>
              <a:t>1</a:t>
            </a:r>
            <a:r>
              <a:rPr dirty="0" baseline="-23569" sz="2475" spc="270">
                <a:latin typeface="Times New Roman"/>
                <a:cs typeface="Times New Roman"/>
              </a:rPr>
              <a:t> </a:t>
            </a:r>
            <a:r>
              <a:rPr dirty="0" sz="2850" spc="5">
                <a:latin typeface="Times New Roman"/>
                <a:cs typeface="Times New Roman"/>
              </a:rPr>
              <a:t>:</a:t>
            </a:r>
            <a:r>
              <a:rPr dirty="0" sz="2850" spc="-260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n</a:t>
            </a:r>
            <a:r>
              <a:rPr dirty="0" baseline="-23569" sz="2475" spc="15">
                <a:latin typeface="Times New Roman"/>
                <a:cs typeface="Times New Roman"/>
              </a:rPr>
              <a:t>2</a:t>
            </a:r>
            <a:r>
              <a:rPr dirty="0" baseline="-23569" sz="2475" spc="157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-360">
                <a:latin typeface="Times New Roman"/>
                <a:cs typeface="Times New Roman"/>
              </a:rPr>
              <a:t> </a:t>
            </a:r>
            <a:r>
              <a:rPr dirty="0" sz="2850" spc="95">
                <a:latin typeface="Times New Roman"/>
                <a:cs typeface="Times New Roman"/>
              </a:rPr>
              <a:t>1:16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174204" y="4687468"/>
            <a:ext cx="2659380" cy="1412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25">
                <a:latin typeface="MT Extra"/>
                <a:cs typeface="MT Extra"/>
              </a:rPr>
              <a:t></a:t>
            </a:r>
            <a:r>
              <a:rPr dirty="0" sz="2850" spc="25">
                <a:latin typeface="Times New Roman"/>
                <a:cs typeface="Times New Roman"/>
              </a:rPr>
              <a:t> </a:t>
            </a:r>
            <a:r>
              <a:rPr dirty="0" sz="2850" spc="90" i="1">
                <a:latin typeface="Times New Roman"/>
                <a:cs typeface="Times New Roman"/>
              </a:rPr>
              <a:t>I</a:t>
            </a:r>
            <a:r>
              <a:rPr dirty="0" baseline="-23569" sz="2475" spc="135">
                <a:latin typeface="Times New Roman"/>
                <a:cs typeface="Times New Roman"/>
              </a:rPr>
              <a:t>3 </a:t>
            </a:r>
            <a:r>
              <a:rPr dirty="0" sz="2850" spc="5">
                <a:latin typeface="Times New Roman"/>
                <a:cs typeface="Times New Roman"/>
              </a:rPr>
              <a:t>: </a:t>
            </a:r>
            <a:r>
              <a:rPr dirty="0" sz="2850" spc="120" i="1">
                <a:latin typeface="Times New Roman"/>
                <a:cs typeface="Times New Roman"/>
              </a:rPr>
              <a:t>I</a:t>
            </a:r>
            <a:r>
              <a:rPr dirty="0" baseline="-23569" sz="2475" spc="179">
                <a:latin typeface="Times New Roman"/>
                <a:cs typeface="Times New Roman"/>
              </a:rPr>
              <a:t>4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15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n</a:t>
            </a:r>
            <a:r>
              <a:rPr dirty="0" baseline="-23569" sz="2475" spc="15">
                <a:latin typeface="Times New Roman"/>
                <a:cs typeface="Times New Roman"/>
              </a:rPr>
              <a:t>4 </a:t>
            </a:r>
            <a:r>
              <a:rPr dirty="0" sz="2850" spc="5">
                <a:latin typeface="Times New Roman"/>
                <a:cs typeface="Times New Roman"/>
              </a:rPr>
              <a:t>:</a:t>
            </a:r>
            <a:r>
              <a:rPr dirty="0" sz="2850" spc="-480">
                <a:latin typeface="Times New Roman"/>
                <a:cs typeface="Times New Roman"/>
              </a:rPr>
              <a:t> </a:t>
            </a:r>
            <a:r>
              <a:rPr dirty="0" sz="2850" spc="-15" i="1">
                <a:latin typeface="Times New Roman"/>
                <a:cs typeface="Times New Roman"/>
              </a:rPr>
              <a:t>n</a:t>
            </a:r>
            <a:r>
              <a:rPr dirty="0" baseline="-23569" sz="2475" spc="-22">
                <a:latin typeface="Times New Roman"/>
                <a:cs typeface="Times New Roman"/>
              </a:rPr>
              <a:t>3</a:t>
            </a:r>
            <a:endParaRPr baseline="-23569" sz="24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</a:pPr>
            <a:r>
              <a:rPr dirty="0" sz="2850" spc="25">
                <a:latin typeface="Symbol"/>
                <a:cs typeface="Symbol"/>
              </a:rPr>
              <a:t></a:t>
            </a:r>
            <a:r>
              <a:rPr dirty="0" sz="2850" spc="-450">
                <a:latin typeface="Times New Roman"/>
                <a:cs typeface="Times New Roman"/>
              </a:rPr>
              <a:t> </a:t>
            </a:r>
            <a:r>
              <a:rPr dirty="0" sz="2850" spc="-15" i="1">
                <a:latin typeface="Times New Roman"/>
                <a:cs typeface="Times New Roman"/>
              </a:rPr>
              <a:t>n</a:t>
            </a:r>
            <a:r>
              <a:rPr dirty="0" baseline="-23569" sz="2475" spc="-22">
                <a:latin typeface="Times New Roman"/>
                <a:cs typeface="Times New Roman"/>
              </a:rPr>
              <a:t>3</a:t>
            </a:r>
            <a:r>
              <a:rPr dirty="0" baseline="-23569" sz="2475" spc="375">
                <a:latin typeface="Times New Roman"/>
                <a:cs typeface="Times New Roman"/>
              </a:rPr>
              <a:t> </a:t>
            </a:r>
            <a:r>
              <a:rPr dirty="0" sz="2850" spc="5">
                <a:latin typeface="Times New Roman"/>
                <a:cs typeface="Times New Roman"/>
              </a:rPr>
              <a:t>:</a:t>
            </a:r>
            <a:r>
              <a:rPr dirty="0" sz="2850" spc="-260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n</a:t>
            </a:r>
            <a:r>
              <a:rPr dirty="0" baseline="-23569" sz="2475" spc="15">
                <a:latin typeface="Times New Roman"/>
                <a:cs typeface="Times New Roman"/>
              </a:rPr>
              <a:t>4</a:t>
            </a:r>
            <a:r>
              <a:rPr dirty="0" baseline="-23569" sz="2475" spc="150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-355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Times New Roman"/>
                <a:cs typeface="Times New Roman"/>
              </a:rPr>
              <a:t>190</a:t>
            </a:r>
            <a:r>
              <a:rPr dirty="0" sz="2850" spc="-305">
                <a:latin typeface="Times New Roman"/>
                <a:cs typeface="Times New Roman"/>
              </a:rPr>
              <a:t> </a:t>
            </a:r>
            <a:r>
              <a:rPr dirty="0" sz="2850" spc="60">
                <a:latin typeface="Times New Roman"/>
                <a:cs typeface="Times New Roman"/>
              </a:rPr>
              <a:t>:11</a:t>
            </a:r>
            <a:endParaRPr sz="2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2058670" cy="68580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8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3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8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2768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课后阅读：科学漫步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627062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593848" y="1092708"/>
            <a:ext cx="7900416" cy="56982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2058670" cy="68580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8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3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8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627062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7716" y="2223516"/>
            <a:ext cx="10288523" cy="28529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11834" y="2221229"/>
            <a:ext cx="330200" cy="2768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课后阅读：科学漫步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2058670" cy="68580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8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3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8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627062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735579" y="1100327"/>
            <a:ext cx="8086343" cy="5647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11834" y="2221229"/>
            <a:ext cx="330200" cy="2768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课后阅读：科学漫步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244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课后思考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04060" y="1665732"/>
            <a:ext cx="9326880" cy="4352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20586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539997" y="4691062"/>
            <a:ext cx="6652259" cy="2167255"/>
          </a:xfrm>
          <a:custGeom>
            <a:avLst/>
            <a:gdLst/>
            <a:ahLst/>
            <a:cxnLst/>
            <a:rect l="l" t="t" r="r" b="b"/>
            <a:pathLst>
              <a:path w="6652259" h="2167254">
                <a:moveTo>
                  <a:pt x="6652002" y="2166937"/>
                </a:moveTo>
                <a:lnTo>
                  <a:pt x="0" y="2166937"/>
                </a:lnTo>
                <a:lnTo>
                  <a:pt x="3085" y="2153033"/>
                </a:lnTo>
                <a:lnTo>
                  <a:pt x="16095" y="2104205"/>
                </a:lnTo>
                <a:lnTo>
                  <a:pt x="31917" y="2055671"/>
                </a:lnTo>
                <a:lnTo>
                  <a:pt x="50521" y="2007442"/>
                </a:lnTo>
                <a:lnTo>
                  <a:pt x="71879" y="1959528"/>
                </a:lnTo>
                <a:lnTo>
                  <a:pt x="95960" y="1911940"/>
                </a:lnTo>
                <a:lnTo>
                  <a:pt x="122737" y="1864687"/>
                </a:lnTo>
                <a:lnTo>
                  <a:pt x="152179" y="1817780"/>
                </a:lnTo>
                <a:lnTo>
                  <a:pt x="184258" y="1771229"/>
                </a:lnTo>
                <a:lnTo>
                  <a:pt x="218945" y="1725044"/>
                </a:lnTo>
                <a:lnTo>
                  <a:pt x="256211" y="1679236"/>
                </a:lnTo>
                <a:lnTo>
                  <a:pt x="296026" y="1633815"/>
                </a:lnTo>
                <a:lnTo>
                  <a:pt x="338361" y="1588790"/>
                </a:lnTo>
                <a:lnTo>
                  <a:pt x="383188" y="1544173"/>
                </a:lnTo>
                <a:lnTo>
                  <a:pt x="430477" y="1499974"/>
                </a:lnTo>
                <a:lnTo>
                  <a:pt x="480198" y="1456203"/>
                </a:lnTo>
                <a:lnTo>
                  <a:pt x="532324" y="1412869"/>
                </a:lnTo>
                <a:lnTo>
                  <a:pt x="586825" y="1369984"/>
                </a:lnTo>
                <a:lnTo>
                  <a:pt x="643671" y="1327558"/>
                </a:lnTo>
                <a:lnTo>
                  <a:pt x="702834" y="1285600"/>
                </a:lnTo>
                <a:lnTo>
                  <a:pt x="764285" y="1244122"/>
                </a:lnTo>
                <a:lnTo>
                  <a:pt x="827994" y="1203133"/>
                </a:lnTo>
                <a:lnTo>
                  <a:pt x="860686" y="1182825"/>
                </a:lnTo>
                <a:lnTo>
                  <a:pt x="893932" y="1162644"/>
                </a:lnTo>
                <a:lnTo>
                  <a:pt x="927728" y="1142589"/>
                </a:lnTo>
                <a:lnTo>
                  <a:pt x="962071" y="1122664"/>
                </a:lnTo>
                <a:lnTo>
                  <a:pt x="996956" y="1102869"/>
                </a:lnTo>
                <a:lnTo>
                  <a:pt x="1032380" y="1083205"/>
                </a:lnTo>
                <a:lnTo>
                  <a:pt x="1068340" y="1063673"/>
                </a:lnTo>
                <a:lnTo>
                  <a:pt x="1104832" y="1044276"/>
                </a:lnTo>
                <a:lnTo>
                  <a:pt x="1141852" y="1025013"/>
                </a:lnTo>
                <a:lnTo>
                  <a:pt x="1179397" y="1005887"/>
                </a:lnTo>
                <a:lnTo>
                  <a:pt x="1217462" y="986899"/>
                </a:lnTo>
                <a:lnTo>
                  <a:pt x="1256045" y="968050"/>
                </a:lnTo>
                <a:lnTo>
                  <a:pt x="1334748" y="930773"/>
                </a:lnTo>
                <a:lnTo>
                  <a:pt x="1415477" y="894068"/>
                </a:lnTo>
                <a:lnTo>
                  <a:pt x="1498202" y="857945"/>
                </a:lnTo>
                <a:lnTo>
                  <a:pt x="1582894" y="822413"/>
                </a:lnTo>
                <a:lnTo>
                  <a:pt x="1669525" y="787484"/>
                </a:lnTo>
                <a:lnTo>
                  <a:pt x="1758065" y="753167"/>
                </a:lnTo>
                <a:lnTo>
                  <a:pt x="1848485" y="719473"/>
                </a:lnTo>
                <a:lnTo>
                  <a:pt x="1940756" y="686411"/>
                </a:lnTo>
                <a:lnTo>
                  <a:pt x="2034849" y="653993"/>
                </a:lnTo>
                <a:lnTo>
                  <a:pt x="2179340" y="606594"/>
                </a:lnTo>
                <a:lnTo>
                  <a:pt x="2327767" y="560699"/>
                </a:lnTo>
                <a:lnTo>
                  <a:pt x="2480031" y="516345"/>
                </a:lnTo>
                <a:lnTo>
                  <a:pt x="2636034" y="473564"/>
                </a:lnTo>
                <a:lnTo>
                  <a:pt x="2795678" y="432391"/>
                </a:lnTo>
                <a:lnTo>
                  <a:pt x="2958864" y="392862"/>
                </a:lnTo>
                <a:lnTo>
                  <a:pt x="3181787" y="342772"/>
                </a:lnTo>
                <a:lnTo>
                  <a:pt x="3410600" y="295747"/>
                </a:lnTo>
                <a:lnTo>
                  <a:pt x="3645071" y="251869"/>
                </a:lnTo>
                <a:lnTo>
                  <a:pt x="3884966" y="211220"/>
                </a:lnTo>
                <a:lnTo>
                  <a:pt x="4130053" y="173881"/>
                </a:lnTo>
                <a:lnTo>
                  <a:pt x="4380098" y="139935"/>
                </a:lnTo>
                <a:lnTo>
                  <a:pt x="4634870" y="109464"/>
                </a:lnTo>
                <a:lnTo>
                  <a:pt x="4959627" y="76387"/>
                </a:lnTo>
                <a:lnTo>
                  <a:pt x="5290949" y="49027"/>
                </a:lnTo>
                <a:lnTo>
                  <a:pt x="5628383" y="27546"/>
                </a:lnTo>
                <a:lnTo>
                  <a:pt x="5971473" y="12103"/>
                </a:lnTo>
                <a:lnTo>
                  <a:pt x="6652002" y="0"/>
                </a:lnTo>
                <a:lnTo>
                  <a:pt x="6652002" y="216693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201737"/>
            <a:ext cx="6572884" cy="5656580"/>
          </a:xfrm>
          <a:custGeom>
            <a:avLst/>
            <a:gdLst/>
            <a:ahLst/>
            <a:cxnLst/>
            <a:rect l="l" t="t" r="r" b="b"/>
            <a:pathLst>
              <a:path w="6572884" h="5656580">
                <a:moveTo>
                  <a:pt x="6572781" y="5656262"/>
                </a:moveTo>
                <a:lnTo>
                  <a:pt x="0" y="5656262"/>
                </a:lnTo>
                <a:lnTo>
                  <a:pt x="0" y="0"/>
                </a:lnTo>
                <a:lnTo>
                  <a:pt x="670648" y="29971"/>
                </a:lnTo>
                <a:lnTo>
                  <a:pt x="772466" y="39831"/>
                </a:lnTo>
                <a:lnTo>
                  <a:pt x="873812" y="51056"/>
                </a:lnTo>
                <a:lnTo>
                  <a:pt x="974675" y="63637"/>
                </a:lnTo>
                <a:lnTo>
                  <a:pt x="1075041" y="77562"/>
                </a:lnTo>
                <a:lnTo>
                  <a:pt x="1174899" y="92821"/>
                </a:lnTo>
                <a:lnTo>
                  <a:pt x="1274238" y="109404"/>
                </a:lnTo>
                <a:lnTo>
                  <a:pt x="1373044" y="127299"/>
                </a:lnTo>
                <a:lnTo>
                  <a:pt x="1471306" y="146496"/>
                </a:lnTo>
                <a:lnTo>
                  <a:pt x="1569013" y="166984"/>
                </a:lnTo>
                <a:lnTo>
                  <a:pt x="1666151" y="188753"/>
                </a:lnTo>
                <a:lnTo>
                  <a:pt x="1762709" y="211792"/>
                </a:lnTo>
                <a:lnTo>
                  <a:pt x="1858675" y="236091"/>
                </a:lnTo>
                <a:lnTo>
                  <a:pt x="1954036" y="261638"/>
                </a:lnTo>
                <a:lnTo>
                  <a:pt x="2048781" y="288423"/>
                </a:lnTo>
                <a:lnTo>
                  <a:pt x="2142898" y="316435"/>
                </a:lnTo>
                <a:lnTo>
                  <a:pt x="2236375" y="345665"/>
                </a:lnTo>
                <a:lnTo>
                  <a:pt x="2329199" y="376100"/>
                </a:lnTo>
                <a:lnTo>
                  <a:pt x="2421359" y="407731"/>
                </a:lnTo>
                <a:lnTo>
                  <a:pt x="2512842" y="440547"/>
                </a:lnTo>
                <a:lnTo>
                  <a:pt x="2603637" y="474536"/>
                </a:lnTo>
                <a:lnTo>
                  <a:pt x="2693731" y="509689"/>
                </a:lnTo>
                <a:lnTo>
                  <a:pt x="2783113" y="545995"/>
                </a:lnTo>
                <a:lnTo>
                  <a:pt x="2871770" y="583444"/>
                </a:lnTo>
                <a:lnTo>
                  <a:pt x="2959690" y="622023"/>
                </a:lnTo>
                <a:lnTo>
                  <a:pt x="3046862" y="661724"/>
                </a:lnTo>
                <a:lnTo>
                  <a:pt x="3133273" y="702534"/>
                </a:lnTo>
                <a:lnTo>
                  <a:pt x="3218911" y="744445"/>
                </a:lnTo>
                <a:lnTo>
                  <a:pt x="3303764" y="787444"/>
                </a:lnTo>
                <a:lnTo>
                  <a:pt x="3387820" y="831521"/>
                </a:lnTo>
                <a:lnTo>
                  <a:pt x="3471068" y="876666"/>
                </a:lnTo>
                <a:lnTo>
                  <a:pt x="3553494" y="922868"/>
                </a:lnTo>
                <a:lnTo>
                  <a:pt x="3635088" y="970116"/>
                </a:lnTo>
                <a:lnTo>
                  <a:pt x="3715836" y="1018399"/>
                </a:lnTo>
                <a:lnTo>
                  <a:pt x="3795728" y="1067708"/>
                </a:lnTo>
                <a:lnTo>
                  <a:pt x="3874750" y="1118031"/>
                </a:lnTo>
                <a:lnTo>
                  <a:pt x="3913932" y="1143569"/>
                </a:lnTo>
                <a:lnTo>
                  <a:pt x="3952892" y="1169357"/>
                </a:lnTo>
                <a:lnTo>
                  <a:pt x="3991628" y="1195394"/>
                </a:lnTo>
                <a:lnTo>
                  <a:pt x="4030140" y="1221677"/>
                </a:lnTo>
                <a:lnTo>
                  <a:pt x="4068425" y="1248206"/>
                </a:lnTo>
                <a:lnTo>
                  <a:pt x="4106483" y="1274979"/>
                </a:lnTo>
                <a:lnTo>
                  <a:pt x="4144311" y="1301995"/>
                </a:lnTo>
                <a:lnTo>
                  <a:pt x="4181908" y="1329252"/>
                </a:lnTo>
                <a:lnTo>
                  <a:pt x="4219274" y="1356750"/>
                </a:lnTo>
                <a:lnTo>
                  <a:pt x="4256405" y="1384487"/>
                </a:lnTo>
                <a:lnTo>
                  <a:pt x="4293301" y="1412461"/>
                </a:lnTo>
                <a:lnTo>
                  <a:pt x="4329960" y="1440672"/>
                </a:lnTo>
                <a:lnTo>
                  <a:pt x="4366381" y="1469117"/>
                </a:lnTo>
                <a:lnTo>
                  <a:pt x="4402562" y="1497796"/>
                </a:lnTo>
                <a:lnTo>
                  <a:pt x="4438501" y="1526708"/>
                </a:lnTo>
                <a:lnTo>
                  <a:pt x="4474198" y="1555850"/>
                </a:lnTo>
                <a:lnTo>
                  <a:pt x="4509650" y="1585222"/>
                </a:lnTo>
                <a:lnTo>
                  <a:pt x="4544857" y="1614822"/>
                </a:lnTo>
                <a:lnTo>
                  <a:pt x="4579816" y="1644649"/>
                </a:lnTo>
                <a:lnTo>
                  <a:pt x="4614526" y="1674702"/>
                </a:lnTo>
                <a:lnTo>
                  <a:pt x="4648986" y="1704979"/>
                </a:lnTo>
                <a:lnTo>
                  <a:pt x="4683194" y="1735479"/>
                </a:lnTo>
                <a:lnTo>
                  <a:pt x="4717148" y="1766200"/>
                </a:lnTo>
                <a:lnTo>
                  <a:pt x="4750848" y="1797142"/>
                </a:lnTo>
                <a:lnTo>
                  <a:pt x="4784291" y="1828303"/>
                </a:lnTo>
                <a:lnTo>
                  <a:pt x="4817477" y="1859681"/>
                </a:lnTo>
                <a:lnTo>
                  <a:pt x="4850403" y="1891276"/>
                </a:lnTo>
                <a:lnTo>
                  <a:pt x="4883068" y="1923085"/>
                </a:lnTo>
                <a:lnTo>
                  <a:pt x="4915471" y="1955109"/>
                </a:lnTo>
                <a:lnTo>
                  <a:pt x="4947609" y="1987344"/>
                </a:lnTo>
                <a:lnTo>
                  <a:pt x="4979483" y="2019790"/>
                </a:lnTo>
                <a:lnTo>
                  <a:pt x="5011089" y="2052447"/>
                </a:lnTo>
                <a:lnTo>
                  <a:pt x="5042427" y="2085311"/>
                </a:lnTo>
                <a:lnTo>
                  <a:pt x="5073495" y="2118382"/>
                </a:lnTo>
                <a:lnTo>
                  <a:pt x="5104291" y="2151659"/>
                </a:lnTo>
                <a:lnTo>
                  <a:pt x="5134815" y="2185140"/>
                </a:lnTo>
                <a:lnTo>
                  <a:pt x="5165064" y="2218825"/>
                </a:lnTo>
                <a:lnTo>
                  <a:pt x="5195037" y="2252710"/>
                </a:lnTo>
                <a:lnTo>
                  <a:pt x="5224733" y="2286796"/>
                </a:lnTo>
                <a:lnTo>
                  <a:pt x="5254150" y="2321082"/>
                </a:lnTo>
                <a:lnTo>
                  <a:pt x="5283286" y="2355564"/>
                </a:lnTo>
                <a:lnTo>
                  <a:pt x="5312140" y="2390243"/>
                </a:lnTo>
                <a:lnTo>
                  <a:pt x="5340711" y="2425117"/>
                </a:lnTo>
                <a:lnTo>
                  <a:pt x="5368997" y="2460185"/>
                </a:lnTo>
                <a:lnTo>
                  <a:pt x="5396996" y="2495445"/>
                </a:lnTo>
                <a:lnTo>
                  <a:pt x="5424707" y="2530896"/>
                </a:lnTo>
                <a:lnTo>
                  <a:pt x="5452129" y="2566536"/>
                </a:lnTo>
                <a:lnTo>
                  <a:pt x="5479260" y="2602365"/>
                </a:lnTo>
                <a:lnTo>
                  <a:pt x="5506098" y="2638381"/>
                </a:lnTo>
                <a:lnTo>
                  <a:pt x="5532643" y="2674583"/>
                </a:lnTo>
                <a:lnTo>
                  <a:pt x="5558891" y="2710968"/>
                </a:lnTo>
                <a:lnTo>
                  <a:pt x="5584843" y="2747537"/>
                </a:lnTo>
                <a:lnTo>
                  <a:pt x="5610496" y="2784288"/>
                </a:lnTo>
                <a:lnTo>
                  <a:pt x="5635849" y="2821218"/>
                </a:lnTo>
                <a:lnTo>
                  <a:pt x="5660901" y="2858328"/>
                </a:lnTo>
                <a:lnTo>
                  <a:pt x="5685649" y="2895615"/>
                </a:lnTo>
                <a:lnTo>
                  <a:pt x="5710093" y="2933079"/>
                </a:lnTo>
                <a:lnTo>
                  <a:pt x="5734231" y="2970718"/>
                </a:lnTo>
                <a:lnTo>
                  <a:pt x="5758062" y="3008530"/>
                </a:lnTo>
                <a:lnTo>
                  <a:pt x="5781583" y="3046515"/>
                </a:lnTo>
                <a:lnTo>
                  <a:pt x="5804793" y="3084671"/>
                </a:lnTo>
                <a:lnTo>
                  <a:pt x="5827692" y="3122996"/>
                </a:lnTo>
                <a:lnTo>
                  <a:pt x="5850277" y="3161490"/>
                </a:lnTo>
                <a:lnTo>
                  <a:pt x="5872547" y="3200151"/>
                </a:lnTo>
                <a:lnTo>
                  <a:pt x="5894500" y="3238977"/>
                </a:lnTo>
                <a:lnTo>
                  <a:pt x="5916136" y="3277968"/>
                </a:lnTo>
                <a:lnTo>
                  <a:pt x="5937451" y="3317121"/>
                </a:lnTo>
                <a:lnTo>
                  <a:pt x="5958446" y="3356437"/>
                </a:lnTo>
                <a:lnTo>
                  <a:pt x="5979118" y="3395912"/>
                </a:lnTo>
                <a:lnTo>
                  <a:pt x="5999466" y="3435547"/>
                </a:lnTo>
                <a:lnTo>
                  <a:pt x="6019488" y="3475340"/>
                </a:lnTo>
                <a:lnTo>
                  <a:pt x="6039183" y="3515288"/>
                </a:lnTo>
                <a:lnTo>
                  <a:pt x="6058549" y="3555392"/>
                </a:lnTo>
                <a:lnTo>
                  <a:pt x="6077586" y="3595650"/>
                </a:lnTo>
                <a:lnTo>
                  <a:pt x="6096290" y="3636059"/>
                </a:lnTo>
                <a:lnTo>
                  <a:pt x="6114662" y="3676620"/>
                </a:lnTo>
                <a:lnTo>
                  <a:pt x="6132699" y="3717331"/>
                </a:lnTo>
                <a:lnTo>
                  <a:pt x="6150400" y="3758190"/>
                </a:lnTo>
                <a:lnTo>
                  <a:pt x="6167763" y="3799196"/>
                </a:lnTo>
                <a:lnTo>
                  <a:pt x="6184786" y="3840347"/>
                </a:lnTo>
                <a:lnTo>
                  <a:pt x="6201470" y="3881643"/>
                </a:lnTo>
                <a:lnTo>
                  <a:pt x="6217811" y="3923082"/>
                </a:lnTo>
                <a:lnTo>
                  <a:pt x="6233808" y="3964663"/>
                </a:lnTo>
                <a:lnTo>
                  <a:pt x="6249460" y="4006384"/>
                </a:lnTo>
                <a:lnTo>
                  <a:pt x="6264766" y="4048244"/>
                </a:lnTo>
                <a:lnTo>
                  <a:pt x="6279723" y="4090242"/>
                </a:lnTo>
                <a:lnTo>
                  <a:pt x="6294331" y="4132376"/>
                </a:lnTo>
                <a:lnTo>
                  <a:pt x="6308587" y="4174645"/>
                </a:lnTo>
                <a:lnTo>
                  <a:pt x="6322491" y="4217048"/>
                </a:lnTo>
                <a:lnTo>
                  <a:pt x="6336040" y="4259583"/>
                </a:lnTo>
                <a:lnTo>
                  <a:pt x="6349234" y="4302249"/>
                </a:lnTo>
                <a:lnTo>
                  <a:pt x="6362071" y="4345045"/>
                </a:lnTo>
                <a:lnTo>
                  <a:pt x="6374548" y="4387970"/>
                </a:lnTo>
                <a:lnTo>
                  <a:pt x="6386666" y="4431021"/>
                </a:lnTo>
                <a:lnTo>
                  <a:pt x="6398422" y="4474198"/>
                </a:lnTo>
                <a:lnTo>
                  <a:pt x="6409814" y="4517500"/>
                </a:lnTo>
                <a:lnTo>
                  <a:pt x="6420842" y="4560924"/>
                </a:lnTo>
                <a:lnTo>
                  <a:pt x="6431504" y="4604470"/>
                </a:lnTo>
                <a:lnTo>
                  <a:pt x="6441798" y="4648137"/>
                </a:lnTo>
                <a:lnTo>
                  <a:pt x="6451722" y="4691923"/>
                </a:lnTo>
                <a:lnTo>
                  <a:pt x="6461276" y="4735826"/>
                </a:lnTo>
                <a:lnTo>
                  <a:pt x="6470457" y="4779846"/>
                </a:lnTo>
                <a:lnTo>
                  <a:pt x="6479265" y="4823981"/>
                </a:lnTo>
                <a:lnTo>
                  <a:pt x="6487698" y="4868230"/>
                </a:lnTo>
                <a:lnTo>
                  <a:pt x="6495753" y="4912591"/>
                </a:lnTo>
                <a:lnTo>
                  <a:pt x="6503431" y="4957063"/>
                </a:lnTo>
                <a:lnTo>
                  <a:pt x="6510728" y="5001644"/>
                </a:lnTo>
                <a:lnTo>
                  <a:pt x="6517645" y="5046335"/>
                </a:lnTo>
                <a:lnTo>
                  <a:pt x="6524178" y="5091132"/>
                </a:lnTo>
                <a:lnTo>
                  <a:pt x="6530327" y="5136035"/>
                </a:lnTo>
                <a:lnTo>
                  <a:pt x="6536091" y="5181042"/>
                </a:lnTo>
                <a:lnTo>
                  <a:pt x="6541467" y="5226153"/>
                </a:lnTo>
                <a:lnTo>
                  <a:pt x="6546454" y="5271365"/>
                </a:lnTo>
                <a:lnTo>
                  <a:pt x="6551051" y="5316677"/>
                </a:lnTo>
                <a:lnTo>
                  <a:pt x="6555256" y="5362089"/>
                </a:lnTo>
                <a:lnTo>
                  <a:pt x="6559068" y="5407599"/>
                </a:lnTo>
                <a:lnTo>
                  <a:pt x="6562484" y="5453204"/>
                </a:lnTo>
                <a:lnTo>
                  <a:pt x="6565505" y="5498905"/>
                </a:lnTo>
                <a:lnTo>
                  <a:pt x="6568128" y="5544700"/>
                </a:lnTo>
                <a:lnTo>
                  <a:pt x="6570351" y="5590587"/>
                </a:lnTo>
                <a:lnTo>
                  <a:pt x="6572173" y="5636565"/>
                </a:lnTo>
                <a:lnTo>
                  <a:pt x="6572781" y="5656262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609465" y="3116579"/>
            <a:ext cx="415544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2344" algn="l"/>
                <a:tab pos="1952625" algn="l"/>
                <a:tab pos="2922905" algn="l"/>
              </a:tabLst>
            </a:pPr>
            <a:r>
              <a:rPr dirty="0" sz="4800">
                <a:solidFill>
                  <a:srgbClr val="252525"/>
                </a:solidFill>
                <a:latin typeface="微软雅黑"/>
                <a:cs typeface="微软雅黑"/>
              </a:rPr>
              <a:t>感	谢	聆	听！</a:t>
            </a:r>
            <a:endParaRPr sz="48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91282" y="1368818"/>
            <a:ext cx="1545361" cy="15419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15132" y="5434406"/>
            <a:ext cx="703986" cy="7023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78444" y="2946793"/>
            <a:ext cx="1208811" cy="12088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38045" y="4439043"/>
            <a:ext cx="941260" cy="9395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2025-04-20T10:46:43Z</dcterms:created>
  <dcterms:modified xsi:type="dcterms:W3CDTF">2025-04-20T10:46:43Z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