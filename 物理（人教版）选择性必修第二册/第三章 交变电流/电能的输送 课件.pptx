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29200" y="875664"/>
            <a:ext cx="2133600" cy="542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91251" y="896581"/>
            <a:ext cx="1409496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74289" y="1509394"/>
            <a:ext cx="7009130" cy="2002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19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6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58982" y="2073452"/>
            <a:ext cx="3073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电能的输送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89000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0060"/>
                <a:gridCol w="1385569"/>
                <a:gridCol w="4483735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主讲人：王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晶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8982" y="2073452"/>
            <a:ext cx="30734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85622"/>
                </a:solidFill>
                <a:latin typeface="微软雅黑"/>
                <a:cs typeface="微软雅黑"/>
              </a:rPr>
              <a:t>电能的输送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34705" y="3569668"/>
          <a:ext cx="889000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0060"/>
                <a:gridCol w="1385569"/>
                <a:gridCol w="4483735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主讲人：王</a:t>
                      </a:r>
                      <a:r>
                        <a:rPr dirty="0" sz="2800" spc="-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晶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800" spc="-10" b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2411" y="1505711"/>
            <a:ext cx="2817876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72411" y="3390900"/>
            <a:ext cx="2817876" cy="14249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30274" y="4861115"/>
            <a:ext cx="429895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发电</a:t>
            </a:r>
            <a:r>
              <a:rPr dirty="0" sz="2800" spc="-10" b="1"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</a:pPr>
            <a:r>
              <a:rPr dirty="0" sz="2800" b="1">
                <a:latin typeface="华文楷体"/>
                <a:cs typeface="华文楷体"/>
              </a:rPr>
              <a:t>（多建在能源聚集的地方</a:t>
            </a:r>
            <a:r>
              <a:rPr dirty="0" sz="2800" spc="-10" b="1"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87411" y="3198876"/>
            <a:ext cx="2667000" cy="1502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487411" y="1463039"/>
            <a:ext cx="2667000" cy="1641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534909" y="5124386"/>
            <a:ext cx="25177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用电量大的城</a:t>
            </a:r>
            <a:r>
              <a:rPr dirty="0" sz="2800" spc="-10" b="1">
                <a:latin typeface="华文楷体"/>
                <a:cs typeface="华文楷体"/>
              </a:rPr>
              <a:t>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49011" y="3105911"/>
            <a:ext cx="2113915" cy="457200"/>
          </a:xfrm>
          <a:custGeom>
            <a:avLst/>
            <a:gdLst/>
            <a:ahLst/>
            <a:cxnLst/>
            <a:rect l="l" t="t" r="r" b="b"/>
            <a:pathLst>
              <a:path w="2113915" h="457200">
                <a:moveTo>
                  <a:pt x="1885188" y="457200"/>
                </a:moveTo>
                <a:lnTo>
                  <a:pt x="1885188" y="342900"/>
                </a:lnTo>
                <a:lnTo>
                  <a:pt x="0" y="342900"/>
                </a:lnTo>
                <a:lnTo>
                  <a:pt x="0" y="114300"/>
                </a:lnTo>
                <a:lnTo>
                  <a:pt x="1885188" y="114300"/>
                </a:lnTo>
                <a:lnTo>
                  <a:pt x="1885188" y="0"/>
                </a:lnTo>
                <a:lnTo>
                  <a:pt x="2113788" y="228600"/>
                </a:lnTo>
                <a:lnTo>
                  <a:pt x="1885188" y="45720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41900" y="3089821"/>
            <a:ext cx="2130425" cy="488315"/>
          </a:xfrm>
          <a:custGeom>
            <a:avLst/>
            <a:gdLst/>
            <a:ahLst/>
            <a:cxnLst/>
            <a:rect l="l" t="t" r="r" b="b"/>
            <a:pathLst>
              <a:path w="2130425" h="488314">
                <a:moveTo>
                  <a:pt x="1885950" y="129628"/>
                </a:moveTo>
                <a:lnTo>
                  <a:pt x="1885950" y="0"/>
                </a:lnTo>
                <a:lnTo>
                  <a:pt x="1901278" y="15328"/>
                </a:lnTo>
                <a:lnTo>
                  <a:pt x="1898650" y="15328"/>
                </a:lnTo>
                <a:lnTo>
                  <a:pt x="1887804" y="19824"/>
                </a:lnTo>
                <a:lnTo>
                  <a:pt x="1898650" y="30670"/>
                </a:lnTo>
                <a:lnTo>
                  <a:pt x="1898650" y="123278"/>
                </a:lnTo>
                <a:lnTo>
                  <a:pt x="1892300" y="123278"/>
                </a:lnTo>
                <a:lnTo>
                  <a:pt x="1885950" y="129628"/>
                </a:lnTo>
                <a:close/>
              </a:path>
              <a:path w="2130425" h="488314">
                <a:moveTo>
                  <a:pt x="1898650" y="30670"/>
                </a:moveTo>
                <a:lnTo>
                  <a:pt x="1887804" y="19824"/>
                </a:lnTo>
                <a:lnTo>
                  <a:pt x="1898650" y="15328"/>
                </a:lnTo>
                <a:lnTo>
                  <a:pt x="1898650" y="30670"/>
                </a:lnTo>
                <a:close/>
              </a:path>
              <a:path w="2130425" h="488314">
                <a:moveTo>
                  <a:pt x="2111908" y="243928"/>
                </a:moveTo>
                <a:lnTo>
                  <a:pt x="1898650" y="30670"/>
                </a:lnTo>
                <a:lnTo>
                  <a:pt x="1898650" y="15328"/>
                </a:lnTo>
                <a:lnTo>
                  <a:pt x="1901278" y="15328"/>
                </a:lnTo>
                <a:lnTo>
                  <a:pt x="2125383" y="239433"/>
                </a:lnTo>
                <a:lnTo>
                  <a:pt x="2116404" y="239433"/>
                </a:lnTo>
                <a:lnTo>
                  <a:pt x="2111908" y="243928"/>
                </a:lnTo>
                <a:close/>
              </a:path>
              <a:path w="2130425" h="488314">
                <a:moveTo>
                  <a:pt x="1885950" y="364578"/>
                </a:moveTo>
                <a:lnTo>
                  <a:pt x="0" y="364578"/>
                </a:lnTo>
                <a:lnTo>
                  <a:pt x="0" y="123278"/>
                </a:lnTo>
                <a:lnTo>
                  <a:pt x="1885950" y="123278"/>
                </a:lnTo>
                <a:lnTo>
                  <a:pt x="1885950" y="129628"/>
                </a:lnTo>
                <a:lnTo>
                  <a:pt x="12700" y="129628"/>
                </a:lnTo>
                <a:lnTo>
                  <a:pt x="6350" y="135978"/>
                </a:lnTo>
                <a:lnTo>
                  <a:pt x="12700" y="135978"/>
                </a:lnTo>
                <a:lnTo>
                  <a:pt x="12700" y="351878"/>
                </a:lnTo>
                <a:lnTo>
                  <a:pt x="6350" y="351878"/>
                </a:lnTo>
                <a:lnTo>
                  <a:pt x="12700" y="358228"/>
                </a:lnTo>
                <a:lnTo>
                  <a:pt x="1885950" y="358228"/>
                </a:lnTo>
                <a:lnTo>
                  <a:pt x="1885950" y="364578"/>
                </a:lnTo>
                <a:close/>
              </a:path>
              <a:path w="2130425" h="488314">
                <a:moveTo>
                  <a:pt x="1898650" y="135978"/>
                </a:moveTo>
                <a:lnTo>
                  <a:pt x="12700" y="135978"/>
                </a:lnTo>
                <a:lnTo>
                  <a:pt x="12700" y="129628"/>
                </a:lnTo>
                <a:lnTo>
                  <a:pt x="1885950" y="129628"/>
                </a:lnTo>
                <a:lnTo>
                  <a:pt x="1892300" y="123278"/>
                </a:lnTo>
                <a:lnTo>
                  <a:pt x="1898650" y="123278"/>
                </a:lnTo>
                <a:lnTo>
                  <a:pt x="1898650" y="135978"/>
                </a:lnTo>
                <a:close/>
              </a:path>
              <a:path w="2130425" h="488314">
                <a:moveTo>
                  <a:pt x="12700" y="135978"/>
                </a:moveTo>
                <a:lnTo>
                  <a:pt x="6350" y="135978"/>
                </a:lnTo>
                <a:lnTo>
                  <a:pt x="12700" y="129628"/>
                </a:lnTo>
                <a:lnTo>
                  <a:pt x="12700" y="135978"/>
                </a:lnTo>
                <a:close/>
              </a:path>
              <a:path w="2130425" h="488314">
                <a:moveTo>
                  <a:pt x="2116404" y="248424"/>
                </a:moveTo>
                <a:lnTo>
                  <a:pt x="2111908" y="243928"/>
                </a:lnTo>
                <a:lnTo>
                  <a:pt x="2116404" y="239433"/>
                </a:lnTo>
                <a:lnTo>
                  <a:pt x="2116404" y="248424"/>
                </a:lnTo>
                <a:close/>
              </a:path>
              <a:path w="2130425" h="488314">
                <a:moveTo>
                  <a:pt x="2125383" y="248424"/>
                </a:moveTo>
                <a:lnTo>
                  <a:pt x="2116404" y="248424"/>
                </a:lnTo>
                <a:lnTo>
                  <a:pt x="2116404" y="239433"/>
                </a:lnTo>
                <a:lnTo>
                  <a:pt x="2125383" y="239433"/>
                </a:lnTo>
                <a:lnTo>
                  <a:pt x="2129878" y="243928"/>
                </a:lnTo>
                <a:lnTo>
                  <a:pt x="2125383" y="248424"/>
                </a:lnTo>
                <a:close/>
              </a:path>
              <a:path w="2130425" h="488314">
                <a:moveTo>
                  <a:pt x="1901278" y="472528"/>
                </a:moveTo>
                <a:lnTo>
                  <a:pt x="1898650" y="472528"/>
                </a:lnTo>
                <a:lnTo>
                  <a:pt x="1898650" y="457187"/>
                </a:lnTo>
                <a:lnTo>
                  <a:pt x="2111908" y="243928"/>
                </a:lnTo>
                <a:lnTo>
                  <a:pt x="2116404" y="248424"/>
                </a:lnTo>
                <a:lnTo>
                  <a:pt x="2125383" y="248424"/>
                </a:lnTo>
                <a:lnTo>
                  <a:pt x="1901278" y="472528"/>
                </a:lnTo>
                <a:close/>
              </a:path>
              <a:path w="2130425" h="488314">
                <a:moveTo>
                  <a:pt x="12700" y="358228"/>
                </a:moveTo>
                <a:lnTo>
                  <a:pt x="6350" y="351878"/>
                </a:lnTo>
                <a:lnTo>
                  <a:pt x="12700" y="351878"/>
                </a:lnTo>
                <a:lnTo>
                  <a:pt x="12700" y="358228"/>
                </a:lnTo>
                <a:close/>
              </a:path>
              <a:path w="2130425" h="488314">
                <a:moveTo>
                  <a:pt x="1898650" y="364578"/>
                </a:moveTo>
                <a:lnTo>
                  <a:pt x="1892300" y="364578"/>
                </a:lnTo>
                <a:lnTo>
                  <a:pt x="1885950" y="358228"/>
                </a:lnTo>
                <a:lnTo>
                  <a:pt x="12700" y="358228"/>
                </a:lnTo>
                <a:lnTo>
                  <a:pt x="12700" y="351878"/>
                </a:lnTo>
                <a:lnTo>
                  <a:pt x="1898650" y="351878"/>
                </a:lnTo>
                <a:lnTo>
                  <a:pt x="1898650" y="364578"/>
                </a:lnTo>
                <a:close/>
              </a:path>
              <a:path w="2130425" h="488314">
                <a:moveTo>
                  <a:pt x="1885950" y="487857"/>
                </a:moveTo>
                <a:lnTo>
                  <a:pt x="1885950" y="358228"/>
                </a:lnTo>
                <a:lnTo>
                  <a:pt x="1892300" y="364578"/>
                </a:lnTo>
                <a:lnTo>
                  <a:pt x="1898650" y="364578"/>
                </a:lnTo>
                <a:lnTo>
                  <a:pt x="1898650" y="457187"/>
                </a:lnTo>
                <a:lnTo>
                  <a:pt x="1887804" y="468033"/>
                </a:lnTo>
                <a:lnTo>
                  <a:pt x="1898650" y="472528"/>
                </a:lnTo>
                <a:lnTo>
                  <a:pt x="1901278" y="472528"/>
                </a:lnTo>
                <a:lnTo>
                  <a:pt x="1885950" y="487857"/>
                </a:lnTo>
                <a:close/>
              </a:path>
              <a:path w="2130425" h="488314">
                <a:moveTo>
                  <a:pt x="1898650" y="472528"/>
                </a:moveTo>
                <a:lnTo>
                  <a:pt x="1887804" y="468033"/>
                </a:lnTo>
                <a:lnTo>
                  <a:pt x="1898650" y="457187"/>
                </a:lnTo>
                <a:lnTo>
                  <a:pt x="1898650" y="47252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12129" y="2548864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输</a:t>
            </a:r>
            <a:r>
              <a:rPr dirty="0" sz="2800" spc="-10" b="1">
                <a:latin typeface="华文楷体"/>
                <a:cs typeface="华文楷体"/>
              </a:rPr>
              <a:t>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75372" y="878624"/>
            <a:ext cx="36874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为什么要输送电能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372" y="878624"/>
            <a:ext cx="29749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怎样输送电能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44996" y="1787651"/>
            <a:ext cx="3461004" cy="2311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23315" y="4149864"/>
            <a:ext cx="14490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运煤火</a:t>
            </a:r>
            <a:r>
              <a:rPr dirty="0" sz="2800" spc="-10" b="1">
                <a:latin typeface="华文楷体"/>
                <a:cs typeface="华文楷体"/>
              </a:rPr>
              <a:t>车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95870" y="2320302"/>
            <a:ext cx="4284218" cy="20205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294331" y="3832187"/>
            <a:ext cx="18053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用导线连</a:t>
            </a:r>
            <a:r>
              <a:rPr dirty="0" sz="2800" spc="-10" b="1">
                <a:latin typeface="华文楷体"/>
                <a:cs typeface="华文楷体"/>
              </a:rPr>
              <a:t>接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96847" y="2686380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发电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0425" y="2463876"/>
            <a:ext cx="981075" cy="1626870"/>
          </a:xfrm>
          <a:prstGeom prst="rect">
            <a:avLst/>
          </a:prstGeom>
        </p:spPr>
        <p:txBody>
          <a:bodyPr wrap="square" lIns="0" tIns="245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用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户</a:t>
            </a:r>
            <a:endParaRPr sz="2800">
              <a:latin typeface="华文楷体"/>
              <a:cs typeface="华文楷体"/>
            </a:endParaRPr>
          </a:p>
          <a:p>
            <a:pPr marL="460375">
              <a:lnSpc>
                <a:spcPct val="100000"/>
              </a:lnSpc>
              <a:spcBef>
                <a:spcPts val="2615"/>
              </a:spcBef>
            </a:pPr>
            <a:r>
              <a:rPr dirty="0" sz="4000" spc="-25" b="1">
                <a:solidFill>
                  <a:srgbClr val="FF0000"/>
                </a:solidFill>
                <a:latin typeface="黑体"/>
                <a:cs typeface="黑体"/>
              </a:rPr>
              <a:t>优</a:t>
            </a:r>
            <a:endParaRPr sz="4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3372" y="1702307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5" y="473964"/>
                </a:moveTo>
                <a:lnTo>
                  <a:pt x="79247" y="473964"/>
                </a:lnTo>
                <a:lnTo>
                  <a:pt x="48775" y="467835"/>
                </a:lnTo>
                <a:lnTo>
                  <a:pt x="23731" y="450903"/>
                </a:lnTo>
                <a:lnTo>
                  <a:pt x="6633" y="425690"/>
                </a:lnTo>
                <a:lnTo>
                  <a:pt x="0" y="394716"/>
                </a:lnTo>
                <a:lnTo>
                  <a:pt x="0" y="79248"/>
                </a:lnTo>
                <a:lnTo>
                  <a:pt x="6633" y="48402"/>
                </a:lnTo>
                <a:lnTo>
                  <a:pt x="23731" y="23231"/>
                </a:lnTo>
                <a:lnTo>
                  <a:pt x="48775" y="6256"/>
                </a:lnTo>
                <a:lnTo>
                  <a:pt x="79247" y="0"/>
                </a:lnTo>
                <a:lnTo>
                  <a:pt x="3015995" y="0"/>
                </a:lnTo>
                <a:lnTo>
                  <a:pt x="3046351" y="6256"/>
                </a:lnTo>
                <a:lnTo>
                  <a:pt x="3071198" y="23231"/>
                </a:lnTo>
                <a:lnTo>
                  <a:pt x="3087874" y="48402"/>
                </a:lnTo>
                <a:lnTo>
                  <a:pt x="3093719" y="79248"/>
                </a:lnTo>
                <a:lnTo>
                  <a:pt x="3093719" y="394716"/>
                </a:lnTo>
                <a:lnTo>
                  <a:pt x="3087874" y="425690"/>
                </a:lnTo>
                <a:lnTo>
                  <a:pt x="3071198" y="450903"/>
                </a:lnTo>
                <a:lnTo>
                  <a:pt x="3046351" y="467835"/>
                </a:lnTo>
                <a:lnTo>
                  <a:pt x="3015995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30096" y="1552955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30" h="760730">
                <a:moveTo>
                  <a:pt x="411479" y="760476"/>
                </a:moveTo>
                <a:lnTo>
                  <a:pt x="0" y="411480"/>
                </a:lnTo>
                <a:lnTo>
                  <a:pt x="347472" y="0"/>
                </a:lnTo>
                <a:lnTo>
                  <a:pt x="760476" y="348996"/>
                </a:lnTo>
                <a:lnTo>
                  <a:pt x="411479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33372" y="4146803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5">
                <a:moveTo>
                  <a:pt x="3015995" y="473963"/>
                </a:moveTo>
                <a:lnTo>
                  <a:pt x="79247" y="473963"/>
                </a:lnTo>
                <a:lnTo>
                  <a:pt x="48775" y="468166"/>
                </a:lnTo>
                <a:lnTo>
                  <a:pt x="23731" y="451504"/>
                </a:lnTo>
                <a:lnTo>
                  <a:pt x="6633" y="426640"/>
                </a:lnTo>
                <a:lnTo>
                  <a:pt x="0" y="396240"/>
                </a:lnTo>
                <a:lnTo>
                  <a:pt x="0" y="79248"/>
                </a:lnTo>
                <a:lnTo>
                  <a:pt x="6633" y="48709"/>
                </a:lnTo>
                <a:lnTo>
                  <a:pt x="23731" y="23641"/>
                </a:lnTo>
                <a:lnTo>
                  <a:pt x="48775" y="6563"/>
                </a:lnTo>
                <a:lnTo>
                  <a:pt x="79247" y="0"/>
                </a:lnTo>
                <a:lnTo>
                  <a:pt x="3015995" y="0"/>
                </a:lnTo>
                <a:lnTo>
                  <a:pt x="3046351" y="6563"/>
                </a:lnTo>
                <a:lnTo>
                  <a:pt x="3071198" y="23641"/>
                </a:lnTo>
                <a:lnTo>
                  <a:pt x="3087874" y="48709"/>
                </a:lnTo>
                <a:lnTo>
                  <a:pt x="3093719" y="79248"/>
                </a:lnTo>
                <a:lnTo>
                  <a:pt x="3093719" y="396240"/>
                </a:lnTo>
                <a:lnTo>
                  <a:pt x="3087874" y="426640"/>
                </a:lnTo>
                <a:lnTo>
                  <a:pt x="3071198" y="451504"/>
                </a:lnTo>
                <a:lnTo>
                  <a:pt x="3046351" y="468166"/>
                </a:lnTo>
                <a:lnTo>
                  <a:pt x="3015995" y="473963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0096" y="3997452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30" h="760729">
                <a:moveTo>
                  <a:pt x="411479" y="760476"/>
                </a:moveTo>
                <a:lnTo>
                  <a:pt x="0" y="413003"/>
                </a:lnTo>
                <a:lnTo>
                  <a:pt x="347472" y="0"/>
                </a:lnTo>
                <a:lnTo>
                  <a:pt x="760476" y="348996"/>
                </a:lnTo>
                <a:lnTo>
                  <a:pt x="411479" y="760476"/>
                </a:lnTo>
                <a:close/>
              </a:path>
            </a:pathLst>
          </a:custGeom>
          <a:solidFill>
            <a:srgbClr val="AE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33372" y="2938272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5">
                <a:moveTo>
                  <a:pt x="3015995" y="473963"/>
                </a:moveTo>
                <a:lnTo>
                  <a:pt x="79247" y="473963"/>
                </a:lnTo>
                <a:lnTo>
                  <a:pt x="48775" y="467423"/>
                </a:lnTo>
                <a:lnTo>
                  <a:pt x="23731" y="450356"/>
                </a:lnTo>
                <a:lnTo>
                  <a:pt x="6633" y="425281"/>
                </a:lnTo>
                <a:lnTo>
                  <a:pt x="0" y="394715"/>
                </a:lnTo>
                <a:lnTo>
                  <a:pt x="0" y="77723"/>
                </a:lnTo>
                <a:lnTo>
                  <a:pt x="6633" y="47352"/>
                </a:lnTo>
                <a:lnTo>
                  <a:pt x="23731" y="22498"/>
                </a:lnTo>
                <a:lnTo>
                  <a:pt x="48775" y="5825"/>
                </a:lnTo>
                <a:lnTo>
                  <a:pt x="79247" y="0"/>
                </a:lnTo>
                <a:lnTo>
                  <a:pt x="3015995" y="0"/>
                </a:lnTo>
                <a:lnTo>
                  <a:pt x="3046351" y="5825"/>
                </a:lnTo>
                <a:lnTo>
                  <a:pt x="3071198" y="22498"/>
                </a:lnTo>
                <a:lnTo>
                  <a:pt x="3087874" y="47352"/>
                </a:lnTo>
                <a:lnTo>
                  <a:pt x="3093719" y="77723"/>
                </a:lnTo>
                <a:lnTo>
                  <a:pt x="3093719" y="394715"/>
                </a:lnTo>
                <a:lnTo>
                  <a:pt x="3087874" y="425281"/>
                </a:lnTo>
                <a:lnTo>
                  <a:pt x="3071198" y="450356"/>
                </a:lnTo>
                <a:lnTo>
                  <a:pt x="3046351" y="467423"/>
                </a:lnTo>
                <a:lnTo>
                  <a:pt x="3015995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0096" y="2787395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1479" y="762000"/>
                </a:moveTo>
                <a:lnTo>
                  <a:pt x="0" y="413003"/>
                </a:lnTo>
                <a:lnTo>
                  <a:pt x="347472" y="0"/>
                </a:lnTo>
                <a:lnTo>
                  <a:pt x="760476" y="348995"/>
                </a:lnTo>
                <a:lnTo>
                  <a:pt x="411479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75372" y="878624"/>
            <a:ext cx="7820659" cy="4351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输送电能的基本要求是什么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lvl="1" marL="1071245" indent="-450850">
              <a:lnSpc>
                <a:spcPct val="100000"/>
              </a:lnSpc>
              <a:spcBef>
                <a:spcPts val="3190"/>
              </a:spcBef>
              <a:buAutoNum type="arabicPlain"/>
              <a:tabLst>
                <a:tab pos="1071245" algn="l"/>
                <a:tab pos="1071880" algn="l"/>
              </a:tabLst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可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靠</a:t>
            </a:r>
            <a:endParaRPr sz="2400">
              <a:latin typeface="华文楷体"/>
              <a:cs typeface="华文楷体"/>
            </a:endParaRPr>
          </a:p>
          <a:p>
            <a:pPr marL="1415415">
              <a:lnSpc>
                <a:spcPct val="100000"/>
              </a:lnSpc>
              <a:spcBef>
                <a:spcPts val="1350"/>
              </a:spcBef>
            </a:pPr>
            <a:r>
              <a:rPr dirty="0" sz="2800" b="1">
                <a:latin typeface="华文楷体"/>
                <a:cs typeface="华文楷体"/>
              </a:rPr>
              <a:t>保证供电线路可靠地工作，故障</a:t>
            </a:r>
            <a:r>
              <a:rPr dirty="0" sz="2800" spc="-10" b="1">
                <a:latin typeface="华文楷体"/>
                <a:cs typeface="华文楷体"/>
              </a:rPr>
              <a:t>少</a:t>
            </a:r>
            <a:endParaRPr sz="2800">
              <a:latin typeface="华文楷体"/>
              <a:cs typeface="华文楷体"/>
            </a:endParaRPr>
          </a:p>
          <a:p>
            <a:pPr lvl="1" marL="1095375" indent="-450850">
              <a:lnSpc>
                <a:spcPct val="100000"/>
              </a:lnSpc>
              <a:spcBef>
                <a:spcPts val="2085"/>
              </a:spcBef>
              <a:buAutoNum type="arabicPlain" startAt="2"/>
              <a:tabLst>
                <a:tab pos="1095375" algn="l"/>
                <a:tab pos="1096010" algn="l"/>
              </a:tabLst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保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质</a:t>
            </a:r>
            <a:endParaRPr sz="2400">
              <a:latin typeface="华文楷体"/>
              <a:cs typeface="华文楷体"/>
            </a:endParaRPr>
          </a:p>
          <a:p>
            <a:pPr marL="1415415">
              <a:lnSpc>
                <a:spcPct val="100000"/>
              </a:lnSpc>
              <a:spcBef>
                <a:spcPts val="1964"/>
              </a:spcBef>
            </a:pPr>
            <a:r>
              <a:rPr dirty="0" sz="2800" b="1">
                <a:latin typeface="华文楷体"/>
                <a:cs typeface="华文楷体"/>
              </a:rPr>
              <a:t>保证电能的质</a:t>
            </a:r>
            <a:r>
              <a:rPr dirty="0" sz="2800" spc="-5" b="1">
                <a:latin typeface="华文楷体"/>
                <a:cs typeface="华文楷体"/>
              </a:rPr>
              <a:t>量</a:t>
            </a:r>
            <a:r>
              <a:rPr dirty="0" sz="2800" b="1">
                <a:latin typeface="华文楷体"/>
                <a:cs typeface="华文楷体"/>
              </a:rPr>
              <a:t>——电压和频率稳</a:t>
            </a:r>
            <a:r>
              <a:rPr dirty="0" sz="2800" spc="-10" b="1">
                <a:latin typeface="华文楷体"/>
                <a:cs typeface="华文楷体"/>
              </a:rPr>
              <a:t>定</a:t>
            </a:r>
            <a:endParaRPr sz="2800">
              <a:latin typeface="华文楷体"/>
              <a:cs typeface="华文楷体"/>
            </a:endParaRPr>
          </a:p>
          <a:p>
            <a:pPr lvl="1" marL="1095375" indent="-450850">
              <a:lnSpc>
                <a:spcPct val="100000"/>
              </a:lnSpc>
              <a:spcBef>
                <a:spcPts val="1320"/>
              </a:spcBef>
              <a:buAutoNum type="arabicPlain" startAt="3"/>
              <a:tabLst>
                <a:tab pos="1095375" algn="l"/>
                <a:tab pos="1096010" algn="l"/>
              </a:tabLst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经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济</a:t>
            </a:r>
            <a:endParaRPr sz="2400">
              <a:latin typeface="华文楷体"/>
              <a:cs typeface="华文楷体"/>
            </a:endParaRPr>
          </a:p>
          <a:p>
            <a:pPr marL="1396365">
              <a:lnSpc>
                <a:spcPct val="100000"/>
              </a:lnSpc>
              <a:spcBef>
                <a:spcPts val="2080"/>
              </a:spcBef>
            </a:pPr>
            <a:r>
              <a:rPr dirty="0" sz="2800" b="1">
                <a:latin typeface="华文楷体"/>
                <a:cs typeface="华文楷体"/>
              </a:rPr>
              <a:t>输电线路建造和运行费用低</a:t>
            </a:r>
            <a:r>
              <a:rPr dirty="0" sz="2800" spc="-5" b="1">
                <a:latin typeface="华文楷体"/>
                <a:cs typeface="华文楷体"/>
              </a:rPr>
              <a:t>，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电能损耗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少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372" y="878624"/>
            <a:ext cx="47561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什么可能导致电能的损耗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24243" y="2075116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 h="0">
                <a:moveTo>
                  <a:pt x="0" y="0"/>
                </a:moveTo>
                <a:lnTo>
                  <a:pt x="1581797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10037" y="2075116"/>
            <a:ext cx="1533525" cy="0"/>
          </a:xfrm>
          <a:custGeom>
            <a:avLst/>
            <a:gdLst/>
            <a:ahLst/>
            <a:cxnLst/>
            <a:rect l="l" t="t" r="r" b="b"/>
            <a:pathLst>
              <a:path w="1533525" h="0">
                <a:moveTo>
                  <a:pt x="0" y="0"/>
                </a:moveTo>
                <a:lnTo>
                  <a:pt x="1533334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29087" y="2914662"/>
            <a:ext cx="3924300" cy="0"/>
          </a:xfrm>
          <a:custGeom>
            <a:avLst/>
            <a:gdLst/>
            <a:ahLst/>
            <a:cxnLst/>
            <a:rect l="l" t="t" r="r" b="b"/>
            <a:pathLst>
              <a:path w="3924300" h="0">
                <a:moveTo>
                  <a:pt x="0" y="0"/>
                </a:moveTo>
                <a:lnTo>
                  <a:pt x="3923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20632" y="1822043"/>
            <a:ext cx="1497330" cy="1266825"/>
          </a:xfrm>
          <a:custGeom>
            <a:avLst/>
            <a:gdLst/>
            <a:ahLst/>
            <a:cxnLst/>
            <a:rect l="l" t="t" r="r" b="b"/>
            <a:pathLst>
              <a:path w="1497329" h="1266825">
                <a:moveTo>
                  <a:pt x="14287" y="1252537"/>
                </a:moveTo>
                <a:lnTo>
                  <a:pt x="0" y="1252537"/>
                </a:lnTo>
                <a:lnTo>
                  <a:pt x="0" y="1166812"/>
                </a:lnTo>
                <a:lnTo>
                  <a:pt x="28575" y="1166812"/>
                </a:lnTo>
                <a:lnTo>
                  <a:pt x="28575" y="1238250"/>
                </a:lnTo>
                <a:lnTo>
                  <a:pt x="14287" y="1238250"/>
                </a:lnTo>
                <a:lnTo>
                  <a:pt x="14287" y="1252537"/>
                </a:lnTo>
                <a:close/>
              </a:path>
              <a:path w="1497329" h="1266825">
                <a:moveTo>
                  <a:pt x="55486" y="1266825"/>
                </a:moveTo>
                <a:lnTo>
                  <a:pt x="14287" y="1266825"/>
                </a:lnTo>
                <a:lnTo>
                  <a:pt x="14287" y="1238250"/>
                </a:lnTo>
                <a:lnTo>
                  <a:pt x="28575" y="1238250"/>
                </a:lnTo>
                <a:lnTo>
                  <a:pt x="28575" y="1252537"/>
                </a:lnTo>
                <a:lnTo>
                  <a:pt x="55486" y="1252537"/>
                </a:lnTo>
                <a:lnTo>
                  <a:pt x="55486" y="1266825"/>
                </a:lnTo>
                <a:close/>
              </a:path>
              <a:path w="1497329" h="1266825">
                <a:moveTo>
                  <a:pt x="55486" y="1252537"/>
                </a:moveTo>
                <a:lnTo>
                  <a:pt x="28575" y="1252537"/>
                </a:lnTo>
                <a:lnTo>
                  <a:pt x="28575" y="1238250"/>
                </a:lnTo>
                <a:lnTo>
                  <a:pt x="55486" y="1238250"/>
                </a:lnTo>
                <a:lnTo>
                  <a:pt x="55486" y="1252537"/>
                </a:lnTo>
                <a:close/>
              </a:path>
              <a:path w="1497329" h="1266825">
                <a:moveTo>
                  <a:pt x="28575" y="1138237"/>
                </a:moveTo>
                <a:lnTo>
                  <a:pt x="0" y="1138237"/>
                </a:lnTo>
                <a:lnTo>
                  <a:pt x="0" y="1052512"/>
                </a:lnTo>
                <a:lnTo>
                  <a:pt x="28575" y="1052512"/>
                </a:lnTo>
                <a:lnTo>
                  <a:pt x="28575" y="1138237"/>
                </a:lnTo>
                <a:close/>
              </a:path>
              <a:path w="1497329" h="1266825">
                <a:moveTo>
                  <a:pt x="28575" y="1023937"/>
                </a:moveTo>
                <a:lnTo>
                  <a:pt x="0" y="1023937"/>
                </a:lnTo>
                <a:lnTo>
                  <a:pt x="0" y="938212"/>
                </a:lnTo>
                <a:lnTo>
                  <a:pt x="28575" y="938212"/>
                </a:lnTo>
                <a:lnTo>
                  <a:pt x="28575" y="1023937"/>
                </a:lnTo>
                <a:close/>
              </a:path>
              <a:path w="1497329" h="1266825">
                <a:moveTo>
                  <a:pt x="28575" y="909637"/>
                </a:moveTo>
                <a:lnTo>
                  <a:pt x="0" y="909637"/>
                </a:lnTo>
                <a:lnTo>
                  <a:pt x="0" y="823912"/>
                </a:lnTo>
                <a:lnTo>
                  <a:pt x="28575" y="823912"/>
                </a:lnTo>
                <a:lnTo>
                  <a:pt x="28575" y="909637"/>
                </a:lnTo>
                <a:close/>
              </a:path>
              <a:path w="1497329" h="1266825">
                <a:moveTo>
                  <a:pt x="28575" y="795337"/>
                </a:moveTo>
                <a:lnTo>
                  <a:pt x="0" y="795337"/>
                </a:lnTo>
                <a:lnTo>
                  <a:pt x="0" y="709612"/>
                </a:lnTo>
                <a:lnTo>
                  <a:pt x="28575" y="709612"/>
                </a:lnTo>
                <a:lnTo>
                  <a:pt x="28575" y="795337"/>
                </a:lnTo>
                <a:close/>
              </a:path>
              <a:path w="1497329" h="1266825">
                <a:moveTo>
                  <a:pt x="28575" y="681037"/>
                </a:moveTo>
                <a:lnTo>
                  <a:pt x="0" y="681037"/>
                </a:lnTo>
                <a:lnTo>
                  <a:pt x="0" y="595312"/>
                </a:lnTo>
                <a:lnTo>
                  <a:pt x="28575" y="595312"/>
                </a:lnTo>
                <a:lnTo>
                  <a:pt x="28575" y="681037"/>
                </a:lnTo>
                <a:close/>
              </a:path>
              <a:path w="1497329" h="1266825">
                <a:moveTo>
                  <a:pt x="28575" y="566737"/>
                </a:moveTo>
                <a:lnTo>
                  <a:pt x="0" y="566737"/>
                </a:lnTo>
                <a:lnTo>
                  <a:pt x="0" y="481012"/>
                </a:lnTo>
                <a:lnTo>
                  <a:pt x="28575" y="481012"/>
                </a:lnTo>
                <a:lnTo>
                  <a:pt x="28575" y="566737"/>
                </a:lnTo>
                <a:close/>
              </a:path>
              <a:path w="1497329" h="1266825">
                <a:moveTo>
                  <a:pt x="28575" y="452437"/>
                </a:moveTo>
                <a:lnTo>
                  <a:pt x="0" y="452437"/>
                </a:lnTo>
                <a:lnTo>
                  <a:pt x="0" y="366712"/>
                </a:lnTo>
                <a:lnTo>
                  <a:pt x="28575" y="366712"/>
                </a:lnTo>
                <a:lnTo>
                  <a:pt x="28575" y="452437"/>
                </a:lnTo>
                <a:close/>
              </a:path>
              <a:path w="1497329" h="1266825">
                <a:moveTo>
                  <a:pt x="28575" y="338137"/>
                </a:moveTo>
                <a:lnTo>
                  <a:pt x="0" y="338137"/>
                </a:lnTo>
                <a:lnTo>
                  <a:pt x="0" y="252412"/>
                </a:lnTo>
                <a:lnTo>
                  <a:pt x="28575" y="252412"/>
                </a:lnTo>
                <a:lnTo>
                  <a:pt x="28575" y="338137"/>
                </a:lnTo>
                <a:close/>
              </a:path>
              <a:path w="1497329" h="1266825">
                <a:moveTo>
                  <a:pt x="28575" y="223837"/>
                </a:moveTo>
                <a:lnTo>
                  <a:pt x="0" y="223837"/>
                </a:lnTo>
                <a:lnTo>
                  <a:pt x="0" y="138112"/>
                </a:lnTo>
                <a:lnTo>
                  <a:pt x="28575" y="138112"/>
                </a:lnTo>
                <a:lnTo>
                  <a:pt x="28575" y="223837"/>
                </a:lnTo>
                <a:close/>
              </a:path>
              <a:path w="1497329" h="1266825">
                <a:moveTo>
                  <a:pt x="28575" y="109537"/>
                </a:moveTo>
                <a:lnTo>
                  <a:pt x="0" y="109537"/>
                </a:lnTo>
                <a:lnTo>
                  <a:pt x="0" y="23812"/>
                </a:lnTo>
                <a:lnTo>
                  <a:pt x="28575" y="23812"/>
                </a:lnTo>
                <a:lnTo>
                  <a:pt x="28575" y="109537"/>
                </a:lnTo>
                <a:close/>
              </a:path>
              <a:path w="1497329" h="1266825">
                <a:moveTo>
                  <a:pt x="119062" y="28575"/>
                </a:moveTo>
                <a:lnTo>
                  <a:pt x="33337" y="28575"/>
                </a:lnTo>
                <a:lnTo>
                  <a:pt x="33337" y="0"/>
                </a:lnTo>
                <a:lnTo>
                  <a:pt x="119062" y="0"/>
                </a:lnTo>
                <a:lnTo>
                  <a:pt x="119062" y="28575"/>
                </a:lnTo>
                <a:close/>
              </a:path>
              <a:path w="1497329" h="1266825">
                <a:moveTo>
                  <a:pt x="233362" y="28575"/>
                </a:moveTo>
                <a:lnTo>
                  <a:pt x="147637" y="28575"/>
                </a:lnTo>
                <a:lnTo>
                  <a:pt x="147637" y="0"/>
                </a:lnTo>
                <a:lnTo>
                  <a:pt x="233362" y="0"/>
                </a:lnTo>
                <a:lnTo>
                  <a:pt x="233362" y="28575"/>
                </a:lnTo>
                <a:close/>
              </a:path>
              <a:path w="1497329" h="1266825">
                <a:moveTo>
                  <a:pt x="347662" y="28575"/>
                </a:moveTo>
                <a:lnTo>
                  <a:pt x="261937" y="28575"/>
                </a:lnTo>
                <a:lnTo>
                  <a:pt x="261937" y="0"/>
                </a:lnTo>
                <a:lnTo>
                  <a:pt x="347662" y="0"/>
                </a:lnTo>
                <a:lnTo>
                  <a:pt x="347662" y="28575"/>
                </a:lnTo>
                <a:close/>
              </a:path>
              <a:path w="1497329" h="1266825">
                <a:moveTo>
                  <a:pt x="461962" y="28575"/>
                </a:moveTo>
                <a:lnTo>
                  <a:pt x="376237" y="28575"/>
                </a:lnTo>
                <a:lnTo>
                  <a:pt x="376237" y="0"/>
                </a:lnTo>
                <a:lnTo>
                  <a:pt x="461962" y="0"/>
                </a:lnTo>
                <a:lnTo>
                  <a:pt x="461962" y="28575"/>
                </a:lnTo>
                <a:close/>
              </a:path>
              <a:path w="1497329" h="1266825">
                <a:moveTo>
                  <a:pt x="576262" y="28575"/>
                </a:moveTo>
                <a:lnTo>
                  <a:pt x="490537" y="28575"/>
                </a:lnTo>
                <a:lnTo>
                  <a:pt x="490537" y="0"/>
                </a:lnTo>
                <a:lnTo>
                  <a:pt x="576262" y="0"/>
                </a:lnTo>
                <a:lnTo>
                  <a:pt x="576262" y="28575"/>
                </a:lnTo>
                <a:close/>
              </a:path>
              <a:path w="1497329" h="1266825">
                <a:moveTo>
                  <a:pt x="690562" y="28575"/>
                </a:moveTo>
                <a:lnTo>
                  <a:pt x="604837" y="28575"/>
                </a:lnTo>
                <a:lnTo>
                  <a:pt x="604837" y="0"/>
                </a:lnTo>
                <a:lnTo>
                  <a:pt x="690562" y="0"/>
                </a:lnTo>
                <a:lnTo>
                  <a:pt x="690562" y="28575"/>
                </a:lnTo>
                <a:close/>
              </a:path>
              <a:path w="1497329" h="1266825">
                <a:moveTo>
                  <a:pt x="804862" y="28575"/>
                </a:moveTo>
                <a:lnTo>
                  <a:pt x="719137" y="28575"/>
                </a:lnTo>
                <a:lnTo>
                  <a:pt x="719137" y="0"/>
                </a:lnTo>
                <a:lnTo>
                  <a:pt x="804862" y="0"/>
                </a:lnTo>
                <a:lnTo>
                  <a:pt x="804862" y="28575"/>
                </a:lnTo>
                <a:close/>
              </a:path>
              <a:path w="1497329" h="1266825">
                <a:moveTo>
                  <a:pt x="919162" y="28575"/>
                </a:moveTo>
                <a:lnTo>
                  <a:pt x="833437" y="28575"/>
                </a:lnTo>
                <a:lnTo>
                  <a:pt x="833437" y="0"/>
                </a:lnTo>
                <a:lnTo>
                  <a:pt x="919162" y="0"/>
                </a:lnTo>
                <a:lnTo>
                  <a:pt x="919162" y="28575"/>
                </a:lnTo>
                <a:close/>
              </a:path>
              <a:path w="1497329" h="1266825">
                <a:moveTo>
                  <a:pt x="1033462" y="28575"/>
                </a:moveTo>
                <a:lnTo>
                  <a:pt x="947737" y="28575"/>
                </a:lnTo>
                <a:lnTo>
                  <a:pt x="947737" y="0"/>
                </a:lnTo>
                <a:lnTo>
                  <a:pt x="1033462" y="0"/>
                </a:lnTo>
                <a:lnTo>
                  <a:pt x="1033462" y="28575"/>
                </a:lnTo>
                <a:close/>
              </a:path>
              <a:path w="1497329" h="1266825">
                <a:moveTo>
                  <a:pt x="1147762" y="28575"/>
                </a:moveTo>
                <a:lnTo>
                  <a:pt x="1062037" y="28575"/>
                </a:lnTo>
                <a:lnTo>
                  <a:pt x="1062037" y="0"/>
                </a:lnTo>
                <a:lnTo>
                  <a:pt x="1147762" y="0"/>
                </a:lnTo>
                <a:lnTo>
                  <a:pt x="1147762" y="28575"/>
                </a:lnTo>
                <a:close/>
              </a:path>
              <a:path w="1497329" h="1266825">
                <a:moveTo>
                  <a:pt x="1262062" y="28575"/>
                </a:moveTo>
                <a:lnTo>
                  <a:pt x="1176337" y="28575"/>
                </a:lnTo>
                <a:lnTo>
                  <a:pt x="1176337" y="0"/>
                </a:lnTo>
                <a:lnTo>
                  <a:pt x="1262062" y="0"/>
                </a:lnTo>
                <a:lnTo>
                  <a:pt x="1262062" y="28575"/>
                </a:lnTo>
                <a:close/>
              </a:path>
              <a:path w="1497329" h="1266825">
                <a:moveTo>
                  <a:pt x="1376362" y="28575"/>
                </a:moveTo>
                <a:lnTo>
                  <a:pt x="1290637" y="28575"/>
                </a:lnTo>
                <a:lnTo>
                  <a:pt x="1290637" y="0"/>
                </a:lnTo>
                <a:lnTo>
                  <a:pt x="1376362" y="0"/>
                </a:lnTo>
                <a:lnTo>
                  <a:pt x="1376362" y="28575"/>
                </a:lnTo>
                <a:close/>
              </a:path>
              <a:path w="1497329" h="1266825">
                <a:moveTo>
                  <a:pt x="1468399" y="28575"/>
                </a:moveTo>
                <a:lnTo>
                  <a:pt x="1404937" y="28575"/>
                </a:lnTo>
                <a:lnTo>
                  <a:pt x="1404937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266825">
                <a:moveTo>
                  <a:pt x="1482686" y="28575"/>
                </a:moveTo>
                <a:lnTo>
                  <a:pt x="1468399" y="28575"/>
                </a:lnTo>
                <a:lnTo>
                  <a:pt x="1468399" y="14287"/>
                </a:lnTo>
                <a:lnTo>
                  <a:pt x="1482686" y="28575"/>
                </a:lnTo>
                <a:close/>
              </a:path>
              <a:path w="1497329" h="1266825">
                <a:moveTo>
                  <a:pt x="1496974" y="22263"/>
                </a:moveTo>
                <a:lnTo>
                  <a:pt x="1476375" y="22263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2263"/>
                </a:lnTo>
                <a:close/>
              </a:path>
              <a:path w="1497329" h="1266825">
                <a:moveTo>
                  <a:pt x="1496974" y="136563"/>
                </a:moveTo>
                <a:lnTo>
                  <a:pt x="1468399" y="136563"/>
                </a:lnTo>
                <a:lnTo>
                  <a:pt x="1468399" y="50838"/>
                </a:lnTo>
                <a:lnTo>
                  <a:pt x="1496974" y="50838"/>
                </a:lnTo>
                <a:lnTo>
                  <a:pt x="1496974" y="136563"/>
                </a:lnTo>
                <a:close/>
              </a:path>
              <a:path w="1497329" h="1266825">
                <a:moveTo>
                  <a:pt x="1496974" y="250863"/>
                </a:moveTo>
                <a:lnTo>
                  <a:pt x="1468399" y="250863"/>
                </a:lnTo>
                <a:lnTo>
                  <a:pt x="1468399" y="165138"/>
                </a:lnTo>
                <a:lnTo>
                  <a:pt x="1496974" y="165138"/>
                </a:lnTo>
                <a:lnTo>
                  <a:pt x="1496974" y="250863"/>
                </a:lnTo>
                <a:close/>
              </a:path>
              <a:path w="1497329" h="1266825">
                <a:moveTo>
                  <a:pt x="1496974" y="365163"/>
                </a:moveTo>
                <a:lnTo>
                  <a:pt x="1468399" y="365163"/>
                </a:lnTo>
                <a:lnTo>
                  <a:pt x="1468399" y="279438"/>
                </a:lnTo>
                <a:lnTo>
                  <a:pt x="1496974" y="279438"/>
                </a:lnTo>
                <a:lnTo>
                  <a:pt x="1496974" y="365163"/>
                </a:lnTo>
                <a:close/>
              </a:path>
              <a:path w="1497329" h="1266825">
                <a:moveTo>
                  <a:pt x="1496974" y="479463"/>
                </a:moveTo>
                <a:lnTo>
                  <a:pt x="1468399" y="479463"/>
                </a:lnTo>
                <a:lnTo>
                  <a:pt x="1468399" y="393738"/>
                </a:lnTo>
                <a:lnTo>
                  <a:pt x="1496974" y="393738"/>
                </a:lnTo>
                <a:lnTo>
                  <a:pt x="1496974" y="479463"/>
                </a:lnTo>
                <a:close/>
              </a:path>
              <a:path w="1497329" h="1266825">
                <a:moveTo>
                  <a:pt x="1496974" y="593763"/>
                </a:moveTo>
                <a:lnTo>
                  <a:pt x="1468399" y="593763"/>
                </a:lnTo>
                <a:lnTo>
                  <a:pt x="1468399" y="508038"/>
                </a:lnTo>
                <a:lnTo>
                  <a:pt x="1496974" y="508038"/>
                </a:lnTo>
                <a:lnTo>
                  <a:pt x="1496974" y="593763"/>
                </a:lnTo>
                <a:close/>
              </a:path>
              <a:path w="1497329" h="1266825">
                <a:moveTo>
                  <a:pt x="1496974" y="708063"/>
                </a:moveTo>
                <a:lnTo>
                  <a:pt x="1468399" y="708063"/>
                </a:lnTo>
                <a:lnTo>
                  <a:pt x="1468399" y="622338"/>
                </a:lnTo>
                <a:lnTo>
                  <a:pt x="1496974" y="622338"/>
                </a:lnTo>
                <a:lnTo>
                  <a:pt x="1496974" y="708063"/>
                </a:lnTo>
                <a:close/>
              </a:path>
              <a:path w="1497329" h="1266825">
                <a:moveTo>
                  <a:pt x="1496974" y="822363"/>
                </a:moveTo>
                <a:lnTo>
                  <a:pt x="1468399" y="822363"/>
                </a:lnTo>
                <a:lnTo>
                  <a:pt x="1468399" y="736638"/>
                </a:lnTo>
                <a:lnTo>
                  <a:pt x="1496974" y="736638"/>
                </a:lnTo>
                <a:lnTo>
                  <a:pt x="1496974" y="822363"/>
                </a:lnTo>
                <a:close/>
              </a:path>
              <a:path w="1497329" h="1266825">
                <a:moveTo>
                  <a:pt x="1496974" y="936663"/>
                </a:moveTo>
                <a:lnTo>
                  <a:pt x="1468399" y="936663"/>
                </a:lnTo>
                <a:lnTo>
                  <a:pt x="1468399" y="850938"/>
                </a:lnTo>
                <a:lnTo>
                  <a:pt x="1496974" y="850938"/>
                </a:lnTo>
                <a:lnTo>
                  <a:pt x="1496974" y="936663"/>
                </a:lnTo>
                <a:close/>
              </a:path>
              <a:path w="1497329" h="1266825">
                <a:moveTo>
                  <a:pt x="1496974" y="1050963"/>
                </a:moveTo>
                <a:lnTo>
                  <a:pt x="1468399" y="1050963"/>
                </a:lnTo>
                <a:lnTo>
                  <a:pt x="1468399" y="965238"/>
                </a:lnTo>
                <a:lnTo>
                  <a:pt x="1496974" y="965238"/>
                </a:lnTo>
                <a:lnTo>
                  <a:pt x="1496974" y="1050963"/>
                </a:lnTo>
                <a:close/>
              </a:path>
              <a:path w="1497329" h="1266825">
                <a:moveTo>
                  <a:pt x="1496974" y="1165263"/>
                </a:moveTo>
                <a:lnTo>
                  <a:pt x="1468399" y="1165263"/>
                </a:lnTo>
                <a:lnTo>
                  <a:pt x="1468399" y="1079538"/>
                </a:lnTo>
                <a:lnTo>
                  <a:pt x="1496974" y="1079538"/>
                </a:lnTo>
                <a:lnTo>
                  <a:pt x="1496974" y="1165263"/>
                </a:lnTo>
                <a:close/>
              </a:path>
              <a:path w="1497329" h="1266825">
                <a:moveTo>
                  <a:pt x="1468399" y="1252537"/>
                </a:moveTo>
                <a:lnTo>
                  <a:pt x="1468399" y="1193838"/>
                </a:lnTo>
                <a:lnTo>
                  <a:pt x="1496974" y="1193838"/>
                </a:lnTo>
                <a:lnTo>
                  <a:pt x="1496974" y="1238250"/>
                </a:lnTo>
                <a:lnTo>
                  <a:pt x="1482686" y="1238250"/>
                </a:lnTo>
                <a:lnTo>
                  <a:pt x="1468399" y="1252537"/>
                </a:lnTo>
                <a:close/>
              </a:path>
              <a:path w="1497329" h="1266825">
                <a:moveTo>
                  <a:pt x="1496974" y="1266825"/>
                </a:moveTo>
                <a:lnTo>
                  <a:pt x="1455661" y="1266825"/>
                </a:lnTo>
                <a:lnTo>
                  <a:pt x="1455661" y="1238250"/>
                </a:lnTo>
                <a:lnTo>
                  <a:pt x="1468399" y="1238250"/>
                </a:lnTo>
                <a:lnTo>
                  <a:pt x="1468399" y="1252537"/>
                </a:lnTo>
                <a:lnTo>
                  <a:pt x="1496974" y="1252537"/>
                </a:lnTo>
                <a:lnTo>
                  <a:pt x="1496974" y="1266825"/>
                </a:lnTo>
                <a:close/>
              </a:path>
              <a:path w="1497329" h="1266825">
                <a:moveTo>
                  <a:pt x="1496974" y="1252537"/>
                </a:moveTo>
                <a:lnTo>
                  <a:pt x="1468399" y="1252537"/>
                </a:lnTo>
                <a:lnTo>
                  <a:pt x="1482686" y="1238250"/>
                </a:lnTo>
                <a:lnTo>
                  <a:pt x="1496974" y="1238250"/>
                </a:lnTo>
                <a:lnTo>
                  <a:pt x="1496974" y="1252537"/>
                </a:lnTo>
                <a:close/>
              </a:path>
              <a:path w="1497329" h="1266825">
                <a:moveTo>
                  <a:pt x="1427086" y="1266825"/>
                </a:moveTo>
                <a:lnTo>
                  <a:pt x="1341361" y="1266825"/>
                </a:lnTo>
                <a:lnTo>
                  <a:pt x="1341361" y="1238250"/>
                </a:lnTo>
                <a:lnTo>
                  <a:pt x="1427086" y="1238250"/>
                </a:lnTo>
                <a:lnTo>
                  <a:pt x="1427086" y="1266825"/>
                </a:lnTo>
                <a:close/>
              </a:path>
              <a:path w="1497329" h="1266825">
                <a:moveTo>
                  <a:pt x="1312786" y="1266825"/>
                </a:moveTo>
                <a:lnTo>
                  <a:pt x="1227061" y="1266825"/>
                </a:lnTo>
                <a:lnTo>
                  <a:pt x="1227061" y="1238250"/>
                </a:lnTo>
                <a:lnTo>
                  <a:pt x="1312786" y="1238250"/>
                </a:lnTo>
                <a:lnTo>
                  <a:pt x="1312786" y="1266825"/>
                </a:lnTo>
                <a:close/>
              </a:path>
              <a:path w="1497329" h="1266825">
                <a:moveTo>
                  <a:pt x="1198486" y="1266825"/>
                </a:moveTo>
                <a:lnTo>
                  <a:pt x="1112761" y="1266825"/>
                </a:lnTo>
                <a:lnTo>
                  <a:pt x="1112761" y="1238250"/>
                </a:lnTo>
                <a:lnTo>
                  <a:pt x="1198486" y="1238250"/>
                </a:lnTo>
                <a:lnTo>
                  <a:pt x="1198486" y="1266825"/>
                </a:lnTo>
                <a:close/>
              </a:path>
              <a:path w="1497329" h="1266825">
                <a:moveTo>
                  <a:pt x="1084186" y="1266825"/>
                </a:moveTo>
                <a:lnTo>
                  <a:pt x="998461" y="1266825"/>
                </a:lnTo>
                <a:lnTo>
                  <a:pt x="998461" y="1238250"/>
                </a:lnTo>
                <a:lnTo>
                  <a:pt x="1084186" y="1238250"/>
                </a:lnTo>
                <a:lnTo>
                  <a:pt x="1084186" y="1266825"/>
                </a:lnTo>
                <a:close/>
              </a:path>
              <a:path w="1497329" h="1266825">
                <a:moveTo>
                  <a:pt x="969886" y="1266825"/>
                </a:moveTo>
                <a:lnTo>
                  <a:pt x="884161" y="1266825"/>
                </a:lnTo>
                <a:lnTo>
                  <a:pt x="884161" y="1238250"/>
                </a:lnTo>
                <a:lnTo>
                  <a:pt x="969886" y="1238250"/>
                </a:lnTo>
                <a:lnTo>
                  <a:pt x="969886" y="1266825"/>
                </a:lnTo>
                <a:close/>
              </a:path>
              <a:path w="1497329" h="1266825">
                <a:moveTo>
                  <a:pt x="855586" y="1266825"/>
                </a:moveTo>
                <a:lnTo>
                  <a:pt x="769861" y="1266825"/>
                </a:lnTo>
                <a:lnTo>
                  <a:pt x="769861" y="1238250"/>
                </a:lnTo>
                <a:lnTo>
                  <a:pt x="855586" y="1238250"/>
                </a:lnTo>
                <a:lnTo>
                  <a:pt x="855586" y="1266825"/>
                </a:lnTo>
                <a:close/>
              </a:path>
              <a:path w="1497329" h="1266825">
                <a:moveTo>
                  <a:pt x="741286" y="1266825"/>
                </a:moveTo>
                <a:lnTo>
                  <a:pt x="655561" y="1266825"/>
                </a:lnTo>
                <a:lnTo>
                  <a:pt x="655561" y="1238250"/>
                </a:lnTo>
                <a:lnTo>
                  <a:pt x="741286" y="1238250"/>
                </a:lnTo>
                <a:lnTo>
                  <a:pt x="741286" y="1266825"/>
                </a:lnTo>
                <a:close/>
              </a:path>
              <a:path w="1497329" h="1266825">
                <a:moveTo>
                  <a:pt x="626986" y="1266825"/>
                </a:moveTo>
                <a:lnTo>
                  <a:pt x="541261" y="1266825"/>
                </a:lnTo>
                <a:lnTo>
                  <a:pt x="541261" y="1238250"/>
                </a:lnTo>
                <a:lnTo>
                  <a:pt x="626986" y="1238250"/>
                </a:lnTo>
                <a:lnTo>
                  <a:pt x="626986" y="1266825"/>
                </a:lnTo>
                <a:close/>
              </a:path>
              <a:path w="1497329" h="1266825">
                <a:moveTo>
                  <a:pt x="512686" y="1266825"/>
                </a:moveTo>
                <a:lnTo>
                  <a:pt x="426961" y="1266825"/>
                </a:lnTo>
                <a:lnTo>
                  <a:pt x="426961" y="1238250"/>
                </a:lnTo>
                <a:lnTo>
                  <a:pt x="512686" y="1238250"/>
                </a:lnTo>
                <a:lnTo>
                  <a:pt x="512686" y="1266825"/>
                </a:lnTo>
                <a:close/>
              </a:path>
              <a:path w="1497329" h="1266825">
                <a:moveTo>
                  <a:pt x="398386" y="1266825"/>
                </a:moveTo>
                <a:lnTo>
                  <a:pt x="312661" y="1266825"/>
                </a:lnTo>
                <a:lnTo>
                  <a:pt x="312661" y="1238250"/>
                </a:lnTo>
                <a:lnTo>
                  <a:pt x="398386" y="1238250"/>
                </a:lnTo>
                <a:lnTo>
                  <a:pt x="398386" y="1266825"/>
                </a:lnTo>
                <a:close/>
              </a:path>
              <a:path w="1497329" h="1266825">
                <a:moveTo>
                  <a:pt x="284086" y="1266825"/>
                </a:moveTo>
                <a:lnTo>
                  <a:pt x="198361" y="1266825"/>
                </a:lnTo>
                <a:lnTo>
                  <a:pt x="198361" y="1238250"/>
                </a:lnTo>
                <a:lnTo>
                  <a:pt x="284086" y="1238250"/>
                </a:lnTo>
                <a:lnTo>
                  <a:pt x="284086" y="1266825"/>
                </a:lnTo>
                <a:close/>
              </a:path>
              <a:path w="1497329" h="1266825">
                <a:moveTo>
                  <a:pt x="169786" y="1266825"/>
                </a:moveTo>
                <a:lnTo>
                  <a:pt x="84061" y="1266825"/>
                </a:lnTo>
                <a:lnTo>
                  <a:pt x="84061" y="1238250"/>
                </a:lnTo>
                <a:lnTo>
                  <a:pt x="169786" y="1238250"/>
                </a:lnTo>
                <a:lnTo>
                  <a:pt x="169786" y="126682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21609" y="2188121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发电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85175" y="1832533"/>
            <a:ext cx="1497330" cy="1266825"/>
          </a:xfrm>
          <a:custGeom>
            <a:avLst/>
            <a:gdLst/>
            <a:ahLst/>
            <a:cxnLst/>
            <a:rect l="l" t="t" r="r" b="b"/>
            <a:pathLst>
              <a:path w="1497329" h="1266825">
                <a:moveTo>
                  <a:pt x="14287" y="1252537"/>
                </a:moveTo>
                <a:lnTo>
                  <a:pt x="0" y="1252537"/>
                </a:lnTo>
                <a:lnTo>
                  <a:pt x="0" y="1166812"/>
                </a:lnTo>
                <a:lnTo>
                  <a:pt x="28575" y="1166812"/>
                </a:lnTo>
                <a:lnTo>
                  <a:pt x="28575" y="1238250"/>
                </a:lnTo>
                <a:lnTo>
                  <a:pt x="14287" y="1238250"/>
                </a:lnTo>
                <a:lnTo>
                  <a:pt x="14287" y="1252537"/>
                </a:lnTo>
                <a:close/>
              </a:path>
              <a:path w="1497329" h="1266825">
                <a:moveTo>
                  <a:pt x="55486" y="1266825"/>
                </a:moveTo>
                <a:lnTo>
                  <a:pt x="14287" y="1266825"/>
                </a:lnTo>
                <a:lnTo>
                  <a:pt x="14287" y="1238250"/>
                </a:lnTo>
                <a:lnTo>
                  <a:pt x="28575" y="1238250"/>
                </a:lnTo>
                <a:lnTo>
                  <a:pt x="28575" y="1252537"/>
                </a:lnTo>
                <a:lnTo>
                  <a:pt x="55486" y="1252537"/>
                </a:lnTo>
                <a:lnTo>
                  <a:pt x="55486" y="1266825"/>
                </a:lnTo>
                <a:close/>
              </a:path>
              <a:path w="1497329" h="1266825">
                <a:moveTo>
                  <a:pt x="55486" y="1252537"/>
                </a:moveTo>
                <a:lnTo>
                  <a:pt x="28575" y="1252537"/>
                </a:lnTo>
                <a:lnTo>
                  <a:pt x="28575" y="1238250"/>
                </a:lnTo>
                <a:lnTo>
                  <a:pt x="55486" y="1238250"/>
                </a:lnTo>
                <a:lnTo>
                  <a:pt x="55486" y="1252537"/>
                </a:lnTo>
                <a:close/>
              </a:path>
              <a:path w="1497329" h="1266825">
                <a:moveTo>
                  <a:pt x="28575" y="1138237"/>
                </a:moveTo>
                <a:lnTo>
                  <a:pt x="0" y="1138237"/>
                </a:lnTo>
                <a:lnTo>
                  <a:pt x="0" y="1052512"/>
                </a:lnTo>
                <a:lnTo>
                  <a:pt x="28575" y="1052512"/>
                </a:lnTo>
                <a:lnTo>
                  <a:pt x="28575" y="1138237"/>
                </a:lnTo>
                <a:close/>
              </a:path>
              <a:path w="1497329" h="1266825">
                <a:moveTo>
                  <a:pt x="28575" y="1023937"/>
                </a:moveTo>
                <a:lnTo>
                  <a:pt x="0" y="1023937"/>
                </a:lnTo>
                <a:lnTo>
                  <a:pt x="0" y="938212"/>
                </a:lnTo>
                <a:lnTo>
                  <a:pt x="28575" y="938212"/>
                </a:lnTo>
                <a:lnTo>
                  <a:pt x="28575" y="1023937"/>
                </a:lnTo>
                <a:close/>
              </a:path>
              <a:path w="1497329" h="1266825">
                <a:moveTo>
                  <a:pt x="28575" y="909637"/>
                </a:moveTo>
                <a:lnTo>
                  <a:pt x="0" y="909637"/>
                </a:lnTo>
                <a:lnTo>
                  <a:pt x="0" y="823912"/>
                </a:lnTo>
                <a:lnTo>
                  <a:pt x="28575" y="823912"/>
                </a:lnTo>
                <a:lnTo>
                  <a:pt x="28575" y="909637"/>
                </a:lnTo>
                <a:close/>
              </a:path>
              <a:path w="1497329" h="1266825">
                <a:moveTo>
                  <a:pt x="28575" y="795337"/>
                </a:moveTo>
                <a:lnTo>
                  <a:pt x="0" y="795337"/>
                </a:lnTo>
                <a:lnTo>
                  <a:pt x="0" y="709612"/>
                </a:lnTo>
                <a:lnTo>
                  <a:pt x="28575" y="709612"/>
                </a:lnTo>
                <a:lnTo>
                  <a:pt x="28575" y="795337"/>
                </a:lnTo>
                <a:close/>
              </a:path>
              <a:path w="1497329" h="1266825">
                <a:moveTo>
                  <a:pt x="28575" y="681037"/>
                </a:moveTo>
                <a:lnTo>
                  <a:pt x="0" y="681037"/>
                </a:lnTo>
                <a:lnTo>
                  <a:pt x="0" y="595312"/>
                </a:lnTo>
                <a:lnTo>
                  <a:pt x="28575" y="595312"/>
                </a:lnTo>
                <a:lnTo>
                  <a:pt x="28575" y="681037"/>
                </a:lnTo>
                <a:close/>
              </a:path>
              <a:path w="1497329" h="1266825">
                <a:moveTo>
                  <a:pt x="28575" y="566737"/>
                </a:moveTo>
                <a:lnTo>
                  <a:pt x="0" y="566737"/>
                </a:lnTo>
                <a:lnTo>
                  <a:pt x="0" y="481012"/>
                </a:lnTo>
                <a:lnTo>
                  <a:pt x="28575" y="481012"/>
                </a:lnTo>
                <a:lnTo>
                  <a:pt x="28575" y="566737"/>
                </a:lnTo>
                <a:close/>
              </a:path>
              <a:path w="1497329" h="1266825">
                <a:moveTo>
                  <a:pt x="28575" y="452437"/>
                </a:moveTo>
                <a:lnTo>
                  <a:pt x="0" y="452437"/>
                </a:lnTo>
                <a:lnTo>
                  <a:pt x="0" y="366712"/>
                </a:lnTo>
                <a:lnTo>
                  <a:pt x="28575" y="366712"/>
                </a:lnTo>
                <a:lnTo>
                  <a:pt x="28575" y="452437"/>
                </a:lnTo>
                <a:close/>
              </a:path>
              <a:path w="1497329" h="1266825">
                <a:moveTo>
                  <a:pt x="28575" y="338137"/>
                </a:moveTo>
                <a:lnTo>
                  <a:pt x="0" y="338137"/>
                </a:lnTo>
                <a:lnTo>
                  <a:pt x="0" y="252412"/>
                </a:lnTo>
                <a:lnTo>
                  <a:pt x="28575" y="252412"/>
                </a:lnTo>
                <a:lnTo>
                  <a:pt x="28575" y="338137"/>
                </a:lnTo>
                <a:close/>
              </a:path>
              <a:path w="1497329" h="1266825">
                <a:moveTo>
                  <a:pt x="28575" y="223837"/>
                </a:moveTo>
                <a:lnTo>
                  <a:pt x="0" y="223837"/>
                </a:lnTo>
                <a:lnTo>
                  <a:pt x="0" y="138112"/>
                </a:lnTo>
                <a:lnTo>
                  <a:pt x="28575" y="138112"/>
                </a:lnTo>
                <a:lnTo>
                  <a:pt x="28575" y="223837"/>
                </a:lnTo>
                <a:close/>
              </a:path>
              <a:path w="1497329" h="1266825">
                <a:moveTo>
                  <a:pt x="28575" y="109537"/>
                </a:moveTo>
                <a:lnTo>
                  <a:pt x="0" y="109537"/>
                </a:lnTo>
                <a:lnTo>
                  <a:pt x="0" y="23812"/>
                </a:lnTo>
                <a:lnTo>
                  <a:pt x="28575" y="23812"/>
                </a:lnTo>
                <a:lnTo>
                  <a:pt x="28575" y="109537"/>
                </a:lnTo>
                <a:close/>
              </a:path>
              <a:path w="1497329" h="1266825">
                <a:moveTo>
                  <a:pt x="119062" y="28575"/>
                </a:moveTo>
                <a:lnTo>
                  <a:pt x="33337" y="28575"/>
                </a:lnTo>
                <a:lnTo>
                  <a:pt x="33337" y="0"/>
                </a:lnTo>
                <a:lnTo>
                  <a:pt x="119062" y="0"/>
                </a:lnTo>
                <a:lnTo>
                  <a:pt x="119062" y="28575"/>
                </a:lnTo>
                <a:close/>
              </a:path>
              <a:path w="1497329" h="1266825">
                <a:moveTo>
                  <a:pt x="233362" y="28575"/>
                </a:moveTo>
                <a:lnTo>
                  <a:pt x="147637" y="28575"/>
                </a:lnTo>
                <a:lnTo>
                  <a:pt x="147637" y="0"/>
                </a:lnTo>
                <a:lnTo>
                  <a:pt x="233362" y="0"/>
                </a:lnTo>
                <a:lnTo>
                  <a:pt x="233362" y="28575"/>
                </a:lnTo>
                <a:close/>
              </a:path>
              <a:path w="1497329" h="1266825">
                <a:moveTo>
                  <a:pt x="347662" y="28575"/>
                </a:moveTo>
                <a:lnTo>
                  <a:pt x="261937" y="28575"/>
                </a:lnTo>
                <a:lnTo>
                  <a:pt x="261937" y="0"/>
                </a:lnTo>
                <a:lnTo>
                  <a:pt x="347662" y="0"/>
                </a:lnTo>
                <a:lnTo>
                  <a:pt x="347662" y="28575"/>
                </a:lnTo>
                <a:close/>
              </a:path>
              <a:path w="1497329" h="1266825">
                <a:moveTo>
                  <a:pt x="461962" y="28575"/>
                </a:moveTo>
                <a:lnTo>
                  <a:pt x="376237" y="28575"/>
                </a:lnTo>
                <a:lnTo>
                  <a:pt x="376237" y="0"/>
                </a:lnTo>
                <a:lnTo>
                  <a:pt x="461962" y="0"/>
                </a:lnTo>
                <a:lnTo>
                  <a:pt x="461962" y="28575"/>
                </a:lnTo>
                <a:close/>
              </a:path>
              <a:path w="1497329" h="1266825">
                <a:moveTo>
                  <a:pt x="576262" y="28575"/>
                </a:moveTo>
                <a:lnTo>
                  <a:pt x="490537" y="28575"/>
                </a:lnTo>
                <a:lnTo>
                  <a:pt x="490537" y="0"/>
                </a:lnTo>
                <a:lnTo>
                  <a:pt x="576262" y="0"/>
                </a:lnTo>
                <a:lnTo>
                  <a:pt x="576262" y="28575"/>
                </a:lnTo>
                <a:close/>
              </a:path>
              <a:path w="1497329" h="1266825">
                <a:moveTo>
                  <a:pt x="690562" y="28575"/>
                </a:moveTo>
                <a:lnTo>
                  <a:pt x="604837" y="28575"/>
                </a:lnTo>
                <a:lnTo>
                  <a:pt x="604837" y="0"/>
                </a:lnTo>
                <a:lnTo>
                  <a:pt x="690562" y="0"/>
                </a:lnTo>
                <a:lnTo>
                  <a:pt x="690562" y="28575"/>
                </a:lnTo>
                <a:close/>
              </a:path>
              <a:path w="1497329" h="1266825">
                <a:moveTo>
                  <a:pt x="804862" y="28575"/>
                </a:moveTo>
                <a:lnTo>
                  <a:pt x="719137" y="28575"/>
                </a:lnTo>
                <a:lnTo>
                  <a:pt x="719137" y="0"/>
                </a:lnTo>
                <a:lnTo>
                  <a:pt x="804862" y="0"/>
                </a:lnTo>
                <a:lnTo>
                  <a:pt x="804862" y="28575"/>
                </a:lnTo>
                <a:close/>
              </a:path>
              <a:path w="1497329" h="1266825">
                <a:moveTo>
                  <a:pt x="919162" y="28575"/>
                </a:moveTo>
                <a:lnTo>
                  <a:pt x="833437" y="28575"/>
                </a:lnTo>
                <a:lnTo>
                  <a:pt x="833437" y="0"/>
                </a:lnTo>
                <a:lnTo>
                  <a:pt x="919162" y="0"/>
                </a:lnTo>
                <a:lnTo>
                  <a:pt x="919162" y="28575"/>
                </a:lnTo>
                <a:close/>
              </a:path>
              <a:path w="1497329" h="1266825">
                <a:moveTo>
                  <a:pt x="1033462" y="28575"/>
                </a:moveTo>
                <a:lnTo>
                  <a:pt x="947737" y="28575"/>
                </a:lnTo>
                <a:lnTo>
                  <a:pt x="947737" y="0"/>
                </a:lnTo>
                <a:lnTo>
                  <a:pt x="1033462" y="0"/>
                </a:lnTo>
                <a:lnTo>
                  <a:pt x="1033462" y="28575"/>
                </a:lnTo>
                <a:close/>
              </a:path>
              <a:path w="1497329" h="1266825">
                <a:moveTo>
                  <a:pt x="1147762" y="28575"/>
                </a:moveTo>
                <a:lnTo>
                  <a:pt x="1062037" y="28575"/>
                </a:lnTo>
                <a:lnTo>
                  <a:pt x="1062037" y="0"/>
                </a:lnTo>
                <a:lnTo>
                  <a:pt x="1147762" y="0"/>
                </a:lnTo>
                <a:lnTo>
                  <a:pt x="1147762" y="28575"/>
                </a:lnTo>
                <a:close/>
              </a:path>
              <a:path w="1497329" h="1266825">
                <a:moveTo>
                  <a:pt x="1262062" y="28575"/>
                </a:moveTo>
                <a:lnTo>
                  <a:pt x="1176337" y="28575"/>
                </a:lnTo>
                <a:lnTo>
                  <a:pt x="1176337" y="0"/>
                </a:lnTo>
                <a:lnTo>
                  <a:pt x="1262062" y="0"/>
                </a:lnTo>
                <a:lnTo>
                  <a:pt x="1262062" y="28575"/>
                </a:lnTo>
                <a:close/>
              </a:path>
              <a:path w="1497329" h="1266825">
                <a:moveTo>
                  <a:pt x="1376362" y="28575"/>
                </a:moveTo>
                <a:lnTo>
                  <a:pt x="1290637" y="28575"/>
                </a:lnTo>
                <a:lnTo>
                  <a:pt x="1290637" y="0"/>
                </a:lnTo>
                <a:lnTo>
                  <a:pt x="1376362" y="0"/>
                </a:lnTo>
                <a:lnTo>
                  <a:pt x="1376362" y="28575"/>
                </a:lnTo>
                <a:close/>
              </a:path>
              <a:path w="1497329" h="1266825">
                <a:moveTo>
                  <a:pt x="1468399" y="28575"/>
                </a:moveTo>
                <a:lnTo>
                  <a:pt x="1404937" y="28575"/>
                </a:lnTo>
                <a:lnTo>
                  <a:pt x="1404937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266825">
                <a:moveTo>
                  <a:pt x="1482686" y="28575"/>
                </a:moveTo>
                <a:lnTo>
                  <a:pt x="1468399" y="28575"/>
                </a:lnTo>
                <a:lnTo>
                  <a:pt x="1468399" y="14287"/>
                </a:lnTo>
                <a:lnTo>
                  <a:pt x="1482686" y="28575"/>
                </a:lnTo>
                <a:close/>
              </a:path>
              <a:path w="1497329" h="1266825">
                <a:moveTo>
                  <a:pt x="1496974" y="22263"/>
                </a:moveTo>
                <a:lnTo>
                  <a:pt x="1476374" y="22263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2263"/>
                </a:lnTo>
                <a:close/>
              </a:path>
              <a:path w="1497329" h="1266825">
                <a:moveTo>
                  <a:pt x="1496974" y="136563"/>
                </a:moveTo>
                <a:lnTo>
                  <a:pt x="1468399" y="136563"/>
                </a:lnTo>
                <a:lnTo>
                  <a:pt x="1468399" y="50838"/>
                </a:lnTo>
                <a:lnTo>
                  <a:pt x="1496974" y="50838"/>
                </a:lnTo>
                <a:lnTo>
                  <a:pt x="1496974" y="136563"/>
                </a:lnTo>
                <a:close/>
              </a:path>
              <a:path w="1497329" h="1266825">
                <a:moveTo>
                  <a:pt x="1496974" y="250863"/>
                </a:moveTo>
                <a:lnTo>
                  <a:pt x="1468399" y="250863"/>
                </a:lnTo>
                <a:lnTo>
                  <a:pt x="1468399" y="165138"/>
                </a:lnTo>
                <a:lnTo>
                  <a:pt x="1496974" y="165138"/>
                </a:lnTo>
                <a:lnTo>
                  <a:pt x="1496974" y="250863"/>
                </a:lnTo>
                <a:close/>
              </a:path>
              <a:path w="1497329" h="1266825">
                <a:moveTo>
                  <a:pt x="1496974" y="365163"/>
                </a:moveTo>
                <a:lnTo>
                  <a:pt x="1468399" y="365163"/>
                </a:lnTo>
                <a:lnTo>
                  <a:pt x="1468399" y="279438"/>
                </a:lnTo>
                <a:lnTo>
                  <a:pt x="1496974" y="279438"/>
                </a:lnTo>
                <a:lnTo>
                  <a:pt x="1496974" y="365163"/>
                </a:lnTo>
                <a:close/>
              </a:path>
              <a:path w="1497329" h="1266825">
                <a:moveTo>
                  <a:pt x="1496974" y="479463"/>
                </a:moveTo>
                <a:lnTo>
                  <a:pt x="1468399" y="479463"/>
                </a:lnTo>
                <a:lnTo>
                  <a:pt x="1468399" y="393738"/>
                </a:lnTo>
                <a:lnTo>
                  <a:pt x="1496974" y="393738"/>
                </a:lnTo>
                <a:lnTo>
                  <a:pt x="1496974" y="479463"/>
                </a:lnTo>
                <a:close/>
              </a:path>
              <a:path w="1497329" h="1266825">
                <a:moveTo>
                  <a:pt x="1496974" y="593763"/>
                </a:moveTo>
                <a:lnTo>
                  <a:pt x="1468399" y="593763"/>
                </a:lnTo>
                <a:lnTo>
                  <a:pt x="1468399" y="508038"/>
                </a:lnTo>
                <a:lnTo>
                  <a:pt x="1496974" y="508038"/>
                </a:lnTo>
                <a:lnTo>
                  <a:pt x="1496974" y="593763"/>
                </a:lnTo>
                <a:close/>
              </a:path>
              <a:path w="1497329" h="1266825">
                <a:moveTo>
                  <a:pt x="1496974" y="708063"/>
                </a:moveTo>
                <a:lnTo>
                  <a:pt x="1468399" y="708063"/>
                </a:lnTo>
                <a:lnTo>
                  <a:pt x="1468399" y="622338"/>
                </a:lnTo>
                <a:lnTo>
                  <a:pt x="1496974" y="622338"/>
                </a:lnTo>
                <a:lnTo>
                  <a:pt x="1496974" y="708063"/>
                </a:lnTo>
                <a:close/>
              </a:path>
              <a:path w="1497329" h="1266825">
                <a:moveTo>
                  <a:pt x="1496974" y="822363"/>
                </a:moveTo>
                <a:lnTo>
                  <a:pt x="1468399" y="822363"/>
                </a:lnTo>
                <a:lnTo>
                  <a:pt x="1468399" y="736638"/>
                </a:lnTo>
                <a:lnTo>
                  <a:pt x="1496974" y="736638"/>
                </a:lnTo>
                <a:lnTo>
                  <a:pt x="1496974" y="822363"/>
                </a:lnTo>
                <a:close/>
              </a:path>
              <a:path w="1497329" h="1266825">
                <a:moveTo>
                  <a:pt x="1496974" y="936663"/>
                </a:moveTo>
                <a:lnTo>
                  <a:pt x="1468399" y="936663"/>
                </a:lnTo>
                <a:lnTo>
                  <a:pt x="1468399" y="850938"/>
                </a:lnTo>
                <a:lnTo>
                  <a:pt x="1496974" y="850938"/>
                </a:lnTo>
                <a:lnTo>
                  <a:pt x="1496974" y="936663"/>
                </a:lnTo>
                <a:close/>
              </a:path>
              <a:path w="1497329" h="1266825">
                <a:moveTo>
                  <a:pt x="1496974" y="1050963"/>
                </a:moveTo>
                <a:lnTo>
                  <a:pt x="1468399" y="1050963"/>
                </a:lnTo>
                <a:lnTo>
                  <a:pt x="1468399" y="965238"/>
                </a:lnTo>
                <a:lnTo>
                  <a:pt x="1496974" y="965238"/>
                </a:lnTo>
                <a:lnTo>
                  <a:pt x="1496974" y="1050963"/>
                </a:lnTo>
                <a:close/>
              </a:path>
              <a:path w="1497329" h="1266825">
                <a:moveTo>
                  <a:pt x="1496974" y="1165263"/>
                </a:moveTo>
                <a:lnTo>
                  <a:pt x="1468399" y="1165263"/>
                </a:lnTo>
                <a:lnTo>
                  <a:pt x="1468399" y="1079538"/>
                </a:lnTo>
                <a:lnTo>
                  <a:pt x="1496974" y="1079538"/>
                </a:lnTo>
                <a:lnTo>
                  <a:pt x="1496974" y="1165263"/>
                </a:lnTo>
                <a:close/>
              </a:path>
              <a:path w="1497329" h="1266825">
                <a:moveTo>
                  <a:pt x="1468399" y="1252537"/>
                </a:moveTo>
                <a:lnTo>
                  <a:pt x="1468399" y="1193838"/>
                </a:lnTo>
                <a:lnTo>
                  <a:pt x="1496974" y="1193838"/>
                </a:lnTo>
                <a:lnTo>
                  <a:pt x="1496974" y="1238250"/>
                </a:lnTo>
                <a:lnTo>
                  <a:pt x="1482686" y="1238250"/>
                </a:lnTo>
                <a:lnTo>
                  <a:pt x="1468399" y="1252537"/>
                </a:lnTo>
                <a:close/>
              </a:path>
              <a:path w="1497329" h="1266825">
                <a:moveTo>
                  <a:pt x="1496974" y="1266825"/>
                </a:moveTo>
                <a:lnTo>
                  <a:pt x="1455661" y="1266825"/>
                </a:lnTo>
                <a:lnTo>
                  <a:pt x="1455661" y="1238250"/>
                </a:lnTo>
                <a:lnTo>
                  <a:pt x="1468399" y="1238250"/>
                </a:lnTo>
                <a:lnTo>
                  <a:pt x="1468399" y="1252537"/>
                </a:lnTo>
                <a:lnTo>
                  <a:pt x="1496974" y="1252537"/>
                </a:lnTo>
                <a:lnTo>
                  <a:pt x="1496974" y="1266825"/>
                </a:lnTo>
                <a:close/>
              </a:path>
              <a:path w="1497329" h="1266825">
                <a:moveTo>
                  <a:pt x="1496974" y="1252537"/>
                </a:moveTo>
                <a:lnTo>
                  <a:pt x="1468399" y="1252537"/>
                </a:lnTo>
                <a:lnTo>
                  <a:pt x="1482686" y="1238250"/>
                </a:lnTo>
                <a:lnTo>
                  <a:pt x="1496974" y="1238250"/>
                </a:lnTo>
                <a:lnTo>
                  <a:pt x="1496974" y="1252537"/>
                </a:lnTo>
                <a:close/>
              </a:path>
              <a:path w="1497329" h="1266825">
                <a:moveTo>
                  <a:pt x="1427086" y="1266825"/>
                </a:moveTo>
                <a:lnTo>
                  <a:pt x="1341361" y="1266825"/>
                </a:lnTo>
                <a:lnTo>
                  <a:pt x="1341361" y="1238250"/>
                </a:lnTo>
                <a:lnTo>
                  <a:pt x="1427086" y="1238250"/>
                </a:lnTo>
                <a:lnTo>
                  <a:pt x="1427086" y="1266825"/>
                </a:lnTo>
                <a:close/>
              </a:path>
              <a:path w="1497329" h="1266825">
                <a:moveTo>
                  <a:pt x="1312786" y="1266825"/>
                </a:moveTo>
                <a:lnTo>
                  <a:pt x="1227061" y="1266825"/>
                </a:lnTo>
                <a:lnTo>
                  <a:pt x="1227061" y="1238250"/>
                </a:lnTo>
                <a:lnTo>
                  <a:pt x="1312786" y="1238250"/>
                </a:lnTo>
                <a:lnTo>
                  <a:pt x="1312786" y="1266825"/>
                </a:lnTo>
                <a:close/>
              </a:path>
              <a:path w="1497329" h="1266825">
                <a:moveTo>
                  <a:pt x="1198486" y="1266825"/>
                </a:moveTo>
                <a:lnTo>
                  <a:pt x="1112761" y="1266825"/>
                </a:lnTo>
                <a:lnTo>
                  <a:pt x="1112761" y="1238250"/>
                </a:lnTo>
                <a:lnTo>
                  <a:pt x="1198486" y="1238250"/>
                </a:lnTo>
                <a:lnTo>
                  <a:pt x="1198486" y="1266825"/>
                </a:lnTo>
                <a:close/>
              </a:path>
              <a:path w="1497329" h="1266825">
                <a:moveTo>
                  <a:pt x="1084186" y="1266825"/>
                </a:moveTo>
                <a:lnTo>
                  <a:pt x="998461" y="1266825"/>
                </a:lnTo>
                <a:lnTo>
                  <a:pt x="998461" y="1238250"/>
                </a:lnTo>
                <a:lnTo>
                  <a:pt x="1084186" y="1238250"/>
                </a:lnTo>
                <a:lnTo>
                  <a:pt x="1084186" y="1266825"/>
                </a:lnTo>
                <a:close/>
              </a:path>
              <a:path w="1497329" h="1266825">
                <a:moveTo>
                  <a:pt x="969886" y="1266825"/>
                </a:moveTo>
                <a:lnTo>
                  <a:pt x="884161" y="1266825"/>
                </a:lnTo>
                <a:lnTo>
                  <a:pt x="884161" y="1238250"/>
                </a:lnTo>
                <a:lnTo>
                  <a:pt x="969886" y="1238250"/>
                </a:lnTo>
                <a:lnTo>
                  <a:pt x="969886" y="1266825"/>
                </a:lnTo>
                <a:close/>
              </a:path>
              <a:path w="1497329" h="1266825">
                <a:moveTo>
                  <a:pt x="855586" y="1266825"/>
                </a:moveTo>
                <a:lnTo>
                  <a:pt x="769861" y="1266825"/>
                </a:lnTo>
                <a:lnTo>
                  <a:pt x="769861" y="1238250"/>
                </a:lnTo>
                <a:lnTo>
                  <a:pt x="855586" y="1238250"/>
                </a:lnTo>
                <a:lnTo>
                  <a:pt x="855586" y="1266825"/>
                </a:lnTo>
                <a:close/>
              </a:path>
              <a:path w="1497329" h="1266825">
                <a:moveTo>
                  <a:pt x="741286" y="1266825"/>
                </a:moveTo>
                <a:lnTo>
                  <a:pt x="655561" y="1266825"/>
                </a:lnTo>
                <a:lnTo>
                  <a:pt x="655561" y="1238250"/>
                </a:lnTo>
                <a:lnTo>
                  <a:pt x="741286" y="1238250"/>
                </a:lnTo>
                <a:lnTo>
                  <a:pt x="741286" y="1266825"/>
                </a:lnTo>
                <a:close/>
              </a:path>
              <a:path w="1497329" h="1266825">
                <a:moveTo>
                  <a:pt x="626986" y="1266825"/>
                </a:moveTo>
                <a:lnTo>
                  <a:pt x="541261" y="1266825"/>
                </a:lnTo>
                <a:lnTo>
                  <a:pt x="541261" y="1238250"/>
                </a:lnTo>
                <a:lnTo>
                  <a:pt x="626986" y="1238250"/>
                </a:lnTo>
                <a:lnTo>
                  <a:pt x="626986" y="1266825"/>
                </a:lnTo>
                <a:close/>
              </a:path>
              <a:path w="1497329" h="1266825">
                <a:moveTo>
                  <a:pt x="512686" y="1266825"/>
                </a:moveTo>
                <a:lnTo>
                  <a:pt x="426961" y="1266825"/>
                </a:lnTo>
                <a:lnTo>
                  <a:pt x="426961" y="1238250"/>
                </a:lnTo>
                <a:lnTo>
                  <a:pt x="512686" y="1238250"/>
                </a:lnTo>
                <a:lnTo>
                  <a:pt x="512686" y="1266825"/>
                </a:lnTo>
                <a:close/>
              </a:path>
              <a:path w="1497329" h="1266825">
                <a:moveTo>
                  <a:pt x="398386" y="1266825"/>
                </a:moveTo>
                <a:lnTo>
                  <a:pt x="312661" y="1266825"/>
                </a:lnTo>
                <a:lnTo>
                  <a:pt x="312661" y="1238250"/>
                </a:lnTo>
                <a:lnTo>
                  <a:pt x="398386" y="1238250"/>
                </a:lnTo>
                <a:lnTo>
                  <a:pt x="398386" y="1266825"/>
                </a:lnTo>
                <a:close/>
              </a:path>
              <a:path w="1497329" h="1266825">
                <a:moveTo>
                  <a:pt x="284086" y="1266825"/>
                </a:moveTo>
                <a:lnTo>
                  <a:pt x="198361" y="1266825"/>
                </a:lnTo>
                <a:lnTo>
                  <a:pt x="198361" y="1238250"/>
                </a:lnTo>
                <a:lnTo>
                  <a:pt x="284086" y="1238250"/>
                </a:lnTo>
                <a:lnTo>
                  <a:pt x="284086" y="1266825"/>
                </a:lnTo>
                <a:close/>
              </a:path>
              <a:path w="1497329" h="1266825">
                <a:moveTo>
                  <a:pt x="169786" y="1266825"/>
                </a:moveTo>
                <a:lnTo>
                  <a:pt x="84061" y="1266825"/>
                </a:lnTo>
                <a:lnTo>
                  <a:pt x="84061" y="1238250"/>
                </a:lnTo>
                <a:lnTo>
                  <a:pt x="169786" y="1238250"/>
                </a:lnTo>
                <a:lnTo>
                  <a:pt x="169786" y="126682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464587" y="2198611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用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户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43371" y="1959864"/>
            <a:ext cx="881380" cy="228600"/>
          </a:xfrm>
          <a:custGeom>
            <a:avLst/>
            <a:gdLst/>
            <a:ahLst/>
            <a:cxnLst/>
            <a:rect l="l" t="t" r="r" b="b"/>
            <a:pathLst>
              <a:path w="881379" h="228600">
                <a:moveTo>
                  <a:pt x="0" y="0"/>
                </a:moveTo>
                <a:lnTo>
                  <a:pt x="880872" y="0"/>
                </a:lnTo>
                <a:lnTo>
                  <a:pt x="88087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29198" y="1946275"/>
            <a:ext cx="909955" cy="257175"/>
          </a:xfrm>
          <a:custGeom>
            <a:avLst/>
            <a:gdLst/>
            <a:ahLst/>
            <a:cxnLst/>
            <a:rect l="l" t="t" r="r" b="b"/>
            <a:pathLst>
              <a:path w="909954" h="257175">
                <a:moveTo>
                  <a:pt x="909637" y="256870"/>
                </a:moveTo>
                <a:lnTo>
                  <a:pt x="0" y="256870"/>
                </a:lnTo>
                <a:lnTo>
                  <a:pt x="0" y="0"/>
                </a:lnTo>
                <a:lnTo>
                  <a:pt x="909637" y="0"/>
                </a:lnTo>
                <a:lnTo>
                  <a:pt x="9096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8295"/>
                </a:lnTo>
                <a:lnTo>
                  <a:pt x="14287" y="228295"/>
                </a:lnTo>
                <a:lnTo>
                  <a:pt x="28575" y="242582"/>
                </a:lnTo>
                <a:lnTo>
                  <a:pt x="909637" y="242582"/>
                </a:lnTo>
                <a:lnTo>
                  <a:pt x="909637" y="256870"/>
                </a:lnTo>
                <a:close/>
              </a:path>
              <a:path w="909954" h="257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09954" h="257175">
                <a:moveTo>
                  <a:pt x="8810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81062" y="14287"/>
                </a:lnTo>
                <a:lnTo>
                  <a:pt x="881062" y="28575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881062" y="14287"/>
                </a:lnTo>
                <a:lnTo>
                  <a:pt x="895350" y="28575"/>
                </a:lnTo>
                <a:lnTo>
                  <a:pt x="909637" y="28575"/>
                </a:lnTo>
                <a:lnTo>
                  <a:pt x="909637" y="228295"/>
                </a:lnTo>
                <a:lnTo>
                  <a:pt x="895350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8575"/>
                </a:moveTo>
                <a:lnTo>
                  <a:pt x="895350" y="28575"/>
                </a:lnTo>
                <a:lnTo>
                  <a:pt x="881062" y="14287"/>
                </a:lnTo>
                <a:lnTo>
                  <a:pt x="909637" y="14287"/>
                </a:lnTo>
                <a:lnTo>
                  <a:pt x="909637" y="28575"/>
                </a:lnTo>
                <a:close/>
              </a:path>
              <a:path w="909954" h="257175">
                <a:moveTo>
                  <a:pt x="28575" y="242582"/>
                </a:moveTo>
                <a:lnTo>
                  <a:pt x="14287" y="228295"/>
                </a:lnTo>
                <a:lnTo>
                  <a:pt x="28575" y="228295"/>
                </a:lnTo>
                <a:lnTo>
                  <a:pt x="28575" y="242582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28575" y="242582"/>
                </a:lnTo>
                <a:lnTo>
                  <a:pt x="28575" y="228295"/>
                </a:lnTo>
                <a:lnTo>
                  <a:pt x="881062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42582"/>
                </a:moveTo>
                <a:lnTo>
                  <a:pt x="881062" y="242582"/>
                </a:lnTo>
                <a:lnTo>
                  <a:pt x="895350" y="228295"/>
                </a:lnTo>
                <a:lnTo>
                  <a:pt x="909637" y="228295"/>
                </a:lnTo>
                <a:lnTo>
                  <a:pt x="909637" y="24258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660" y="1260347"/>
            <a:ext cx="7737348" cy="435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660" y="1260347"/>
            <a:ext cx="7735824" cy="4351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4243" y="2075116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 h="0">
                <a:moveTo>
                  <a:pt x="0" y="0"/>
                </a:moveTo>
                <a:lnTo>
                  <a:pt x="1581797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10037" y="2075116"/>
            <a:ext cx="1533525" cy="0"/>
          </a:xfrm>
          <a:custGeom>
            <a:avLst/>
            <a:gdLst/>
            <a:ahLst/>
            <a:cxnLst/>
            <a:rect l="l" t="t" r="r" b="b"/>
            <a:pathLst>
              <a:path w="1533525" h="0">
                <a:moveTo>
                  <a:pt x="0" y="0"/>
                </a:moveTo>
                <a:lnTo>
                  <a:pt x="1533334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29087" y="2914662"/>
            <a:ext cx="3924300" cy="0"/>
          </a:xfrm>
          <a:custGeom>
            <a:avLst/>
            <a:gdLst/>
            <a:ahLst/>
            <a:cxnLst/>
            <a:rect l="l" t="t" r="r" b="b"/>
            <a:pathLst>
              <a:path w="3924300" h="0">
                <a:moveTo>
                  <a:pt x="0" y="0"/>
                </a:moveTo>
                <a:lnTo>
                  <a:pt x="3923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20632" y="1822043"/>
            <a:ext cx="1497330" cy="1266825"/>
          </a:xfrm>
          <a:custGeom>
            <a:avLst/>
            <a:gdLst/>
            <a:ahLst/>
            <a:cxnLst/>
            <a:rect l="l" t="t" r="r" b="b"/>
            <a:pathLst>
              <a:path w="1497329" h="1266825">
                <a:moveTo>
                  <a:pt x="14287" y="1252537"/>
                </a:moveTo>
                <a:lnTo>
                  <a:pt x="0" y="1252537"/>
                </a:lnTo>
                <a:lnTo>
                  <a:pt x="0" y="1166812"/>
                </a:lnTo>
                <a:lnTo>
                  <a:pt x="28575" y="1166812"/>
                </a:lnTo>
                <a:lnTo>
                  <a:pt x="28575" y="1238250"/>
                </a:lnTo>
                <a:lnTo>
                  <a:pt x="14287" y="1238250"/>
                </a:lnTo>
                <a:lnTo>
                  <a:pt x="14287" y="1252537"/>
                </a:lnTo>
                <a:close/>
              </a:path>
              <a:path w="1497329" h="1266825">
                <a:moveTo>
                  <a:pt x="55486" y="1266825"/>
                </a:moveTo>
                <a:lnTo>
                  <a:pt x="14287" y="1266825"/>
                </a:lnTo>
                <a:lnTo>
                  <a:pt x="14287" y="1238250"/>
                </a:lnTo>
                <a:lnTo>
                  <a:pt x="28575" y="1238250"/>
                </a:lnTo>
                <a:lnTo>
                  <a:pt x="28575" y="1252537"/>
                </a:lnTo>
                <a:lnTo>
                  <a:pt x="55486" y="1252537"/>
                </a:lnTo>
                <a:lnTo>
                  <a:pt x="55486" y="1266825"/>
                </a:lnTo>
                <a:close/>
              </a:path>
              <a:path w="1497329" h="1266825">
                <a:moveTo>
                  <a:pt x="55486" y="1252537"/>
                </a:moveTo>
                <a:lnTo>
                  <a:pt x="28575" y="1252537"/>
                </a:lnTo>
                <a:lnTo>
                  <a:pt x="28575" y="1238250"/>
                </a:lnTo>
                <a:lnTo>
                  <a:pt x="55486" y="1238250"/>
                </a:lnTo>
                <a:lnTo>
                  <a:pt x="55486" y="1252537"/>
                </a:lnTo>
                <a:close/>
              </a:path>
              <a:path w="1497329" h="1266825">
                <a:moveTo>
                  <a:pt x="28575" y="1138237"/>
                </a:moveTo>
                <a:lnTo>
                  <a:pt x="0" y="1138237"/>
                </a:lnTo>
                <a:lnTo>
                  <a:pt x="0" y="1052512"/>
                </a:lnTo>
                <a:lnTo>
                  <a:pt x="28575" y="1052512"/>
                </a:lnTo>
                <a:lnTo>
                  <a:pt x="28575" y="1138237"/>
                </a:lnTo>
                <a:close/>
              </a:path>
              <a:path w="1497329" h="1266825">
                <a:moveTo>
                  <a:pt x="28575" y="1023937"/>
                </a:moveTo>
                <a:lnTo>
                  <a:pt x="0" y="1023937"/>
                </a:lnTo>
                <a:lnTo>
                  <a:pt x="0" y="938212"/>
                </a:lnTo>
                <a:lnTo>
                  <a:pt x="28575" y="938212"/>
                </a:lnTo>
                <a:lnTo>
                  <a:pt x="28575" y="1023937"/>
                </a:lnTo>
                <a:close/>
              </a:path>
              <a:path w="1497329" h="1266825">
                <a:moveTo>
                  <a:pt x="28575" y="909637"/>
                </a:moveTo>
                <a:lnTo>
                  <a:pt x="0" y="909637"/>
                </a:lnTo>
                <a:lnTo>
                  <a:pt x="0" y="823912"/>
                </a:lnTo>
                <a:lnTo>
                  <a:pt x="28575" y="823912"/>
                </a:lnTo>
                <a:lnTo>
                  <a:pt x="28575" y="909637"/>
                </a:lnTo>
                <a:close/>
              </a:path>
              <a:path w="1497329" h="1266825">
                <a:moveTo>
                  <a:pt x="28575" y="795337"/>
                </a:moveTo>
                <a:lnTo>
                  <a:pt x="0" y="795337"/>
                </a:lnTo>
                <a:lnTo>
                  <a:pt x="0" y="709612"/>
                </a:lnTo>
                <a:lnTo>
                  <a:pt x="28575" y="709612"/>
                </a:lnTo>
                <a:lnTo>
                  <a:pt x="28575" y="795337"/>
                </a:lnTo>
                <a:close/>
              </a:path>
              <a:path w="1497329" h="1266825">
                <a:moveTo>
                  <a:pt x="28575" y="681037"/>
                </a:moveTo>
                <a:lnTo>
                  <a:pt x="0" y="681037"/>
                </a:lnTo>
                <a:lnTo>
                  <a:pt x="0" y="595312"/>
                </a:lnTo>
                <a:lnTo>
                  <a:pt x="28575" y="595312"/>
                </a:lnTo>
                <a:lnTo>
                  <a:pt x="28575" y="681037"/>
                </a:lnTo>
                <a:close/>
              </a:path>
              <a:path w="1497329" h="1266825">
                <a:moveTo>
                  <a:pt x="28575" y="566737"/>
                </a:moveTo>
                <a:lnTo>
                  <a:pt x="0" y="566737"/>
                </a:lnTo>
                <a:lnTo>
                  <a:pt x="0" y="481012"/>
                </a:lnTo>
                <a:lnTo>
                  <a:pt x="28575" y="481012"/>
                </a:lnTo>
                <a:lnTo>
                  <a:pt x="28575" y="566737"/>
                </a:lnTo>
                <a:close/>
              </a:path>
              <a:path w="1497329" h="1266825">
                <a:moveTo>
                  <a:pt x="28575" y="452437"/>
                </a:moveTo>
                <a:lnTo>
                  <a:pt x="0" y="452437"/>
                </a:lnTo>
                <a:lnTo>
                  <a:pt x="0" y="366712"/>
                </a:lnTo>
                <a:lnTo>
                  <a:pt x="28575" y="366712"/>
                </a:lnTo>
                <a:lnTo>
                  <a:pt x="28575" y="452437"/>
                </a:lnTo>
                <a:close/>
              </a:path>
              <a:path w="1497329" h="1266825">
                <a:moveTo>
                  <a:pt x="28575" y="338137"/>
                </a:moveTo>
                <a:lnTo>
                  <a:pt x="0" y="338137"/>
                </a:lnTo>
                <a:lnTo>
                  <a:pt x="0" y="252412"/>
                </a:lnTo>
                <a:lnTo>
                  <a:pt x="28575" y="252412"/>
                </a:lnTo>
                <a:lnTo>
                  <a:pt x="28575" y="338137"/>
                </a:lnTo>
                <a:close/>
              </a:path>
              <a:path w="1497329" h="1266825">
                <a:moveTo>
                  <a:pt x="28575" y="223837"/>
                </a:moveTo>
                <a:lnTo>
                  <a:pt x="0" y="223837"/>
                </a:lnTo>
                <a:lnTo>
                  <a:pt x="0" y="138112"/>
                </a:lnTo>
                <a:lnTo>
                  <a:pt x="28575" y="138112"/>
                </a:lnTo>
                <a:lnTo>
                  <a:pt x="28575" y="223837"/>
                </a:lnTo>
                <a:close/>
              </a:path>
              <a:path w="1497329" h="1266825">
                <a:moveTo>
                  <a:pt x="28575" y="109537"/>
                </a:moveTo>
                <a:lnTo>
                  <a:pt x="0" y="109537"/>
                </a:lnTo>
                <a:lnTo>
                  <a:pt x="0" y="23812"/>
                </a:lnTo>
                <a:lnTo>
                  <a:pt x="28575" y="23812"/>
                </a:lnTo>
                <a:lnTo>
                  <a:pt x="28575" y="109537"/>
                </a:lnTo>
                <a:close/>
              </a:path>
              <a:path w="1497329" h="1266825">
                <a:moveTo>
                  <a:pt x="119062" y="28575"/>
                </a:moveTo>
                <a:lnTo>
                  <a:pt x="33337" y="28575"/>
                </a:lnTo>
                <a:lnTo>
                  <a:pt x="33337" y="0"/>
                </a:lnTo>
                <a:lnTo>
                  <a:pt x="119062" y="0"/>
                </a:lnTo>
                <a:lnTo>
                  <a:pt x="119062" y="28575"/>
                </a:lnTo>
                <a:close/>
              </a:path>
              <a:path w="1497329" h="1266825">
                <a:moveTo>
                  <a:pt x="233362" y="28575"/>
                </a:moveTo>
                <a:lnTo>
                  <a:pt x="147637" y="28575"/>
                </a:lnTo>
                <a:lnTo>
                  <a:pt x="147637" y="0"/>
                </a:lnTo>
                <a:lnTo>
                  <a:pt x="233362" y="0"/>
                </a:lnTo>
                <a:lnTo>
                  <a:pt x="233362" y="28575"/>
                </a:lnTo>
                <a:close/>
              </a:path>
              <a:path w="1497329" h="1266825">
                <a:moveTo>
                  <a:pt x="347662" y="28575"/>
                </a:moveTo>
                <a:lnTo>
                  <a:pt x="261937" y="28575"/>
                </a:lnTo>
                <a:lnTo>
                  <a:pt x="261937" y="0"/>
                </a:lnTo>
                <a:lnTo>
                  <a:pt x="347662" y="0"/>
                </a:lnTo>
                <a:lnTo>
                  <a:pt x="347662" y="28575"/>
                </a:lnTo>
                <a:close/>
              </a:path>
              <a:path w="1497329" h="1266825">
                <a:moveTo>
                  <a:pt x="461962" y="28575"/>
                </a:moveTo>
                <a:lnTo>
                  <a:pt x="376237" y="28575"/>
                </a:lnTo>
                <a:lnTo>
                  <a:pt x="376237" y="0"/>
                </a:lnTo>
                <a:lnTo>
                  <a:pt x="461962" y="0"/>
                </a:lnTo>
                <a:lnTo>
                  <a:pt x="461962" y="28575"/>
                </a:lnTo>
                <a:close/>
              </a:path>
              <a:path w="1497329" h="1266825">
                <a:moveTo>
                  <a:pt x="576262" y="28575"/>
                </a:moveTo>
                <a:lnTo>
                  <a:pt x="490537" y="28575"/>
                </a:lnTo>
                <a:lnTo>
                  <a:pt x="490537" y="0"/>
                </a:lnTo>
                <a:lnTo>
                  <a:pt x="576262" y="0"/>
                </a:lnTo>
                <a:lnTo>
                  <a:pt x="576262" y="28575"/>
                </a:lnTo>
                <a:close/>
              </a:path>
              <a:path w="1497329" h="1266825">
                <a:moveTo>
                  <a:pt x="690562" y="28575"/>
                </a:moveTo>
                <a:lnTo>
                  <a:pt x="604837" y="28575"/>
                </a:lnTo>
                <a:lnTo>
                  <a:pt x="604837" y="0"/>
                </a:lnTo>
                <a:lnTo>
                  <a:pt x="690562" y="0"/>
                </a:lnTo>
                <a:lnTo>
                  <a:pt x="690562" y="28575"/>
                </a:lnTo>
                <a:close/>
              </a:path>
              <a:path w="1497329" h="1266825">
                <a:moveTo>
                  <a:pt x="804862" y="28575"/>
                </a:moveTo>
                <a:lnTo>
                  <a:pt x="719137" y="28575"/>
                </a:lnTo>
                <a:lnTo>
                  <a:pt x="719137" y="0"/>
                </a:lnTo>
                <a:lnTo>
                  <a:pt x="804862" y="0"/>
                </a:lnTo>
                <a:lnTo>
                  <a:pt x="804862" y="28575"/>
                </a:lnTo>
                <a:close/>
              </a:path>
              <a:path w="1497329" h="1266825">
                <a:moveTo>
                  <a:pt x="919162" y="28575"/>
                </a:moveTo>
                <a:lnTo>
                  <a:pt x="833437" y="28575"/>
                </a:lnTo>
                <a:lnTo>
                  <a:pt x="833437" y="0"/>
                </a:lnTo>
                <a:lnTo>
                  <a:pt x="919162" y="0"/>
                </a:lnTo>
                <a:lnTo>
                  <a:pt x="919162" y="28575"/>
                </a:lnTo>
                <a:close/>
              </a:path>
              <a:path w="1497329" h="1266825">
                <a:moveTo>
                  <a:pt x="1033462" y="28575"/>
                </a:moveTo>
                <a:lnTo>
                  <a:pt x="947737" y="28575"/>
                </a:lnTo>
                <a:lnTo>
                  <a:pt x="947737" y="0"/>
                </a:lnTo>
                <a:lnTo>
                  <a:pt x="1033462" y="0"/>
                </a:lnTo>
                <a:lnTo>
                  <a:pt x="1033462" y="28575"/>
                </a:lnTo>
                <a:close/>
              </a:path>
              <a:path w="1497329" h="1266825">
                <a:moveTo>
                  <a:pt x="1147762" y="28575"/>
                </a:moveTo>
                <a:lnTo>
                  <a:pt x="1062037" y="28575"/>
                </a:lnTo>
                <a:lnTo>
                  <a:pt x="1062037" y="0"/>
                </a:lnTo>
                <a:lnTo>
                  <a:pt x="1147762" y="0"/>
                </a:lnTo>
                <a:lnTo>
                  <a:pt x="1147762" y="28575"/>
                </a:lnTo>
                <a:close/>
              </a:path>
              <a:path w="1497329" h="1266825">
                <a:moveTo>
                  <a:pt x="1262062" y="28575"/>
                </a:moveTo>
                <a:lnTo>
                  <a:pt x="1176337" y="28575"/>
                </a:lnTo>
                <a:lnTo>
                  <a:pt x="1176337" y="0"/>
                </a:lnTo>
                <a:lnTo>
                  <a:pt x="1262062" y="0"/>
                </a:lnTo>
                <a:lnTo>
                  <a:pt x="1262062" y="28575"/>
                </a:lnTo>
                <a:close/>
              </a:path>
              <a:path w="1497329" h="1266825">
                <a:moveTo>
                  <a:pt x="1376362" y="28575"/>
                </a:moveTo>
                <a:lnTo>
                  <a:pt x="1290637" y="28575"/>
                </a:lnTo>
                <a:lnTo>
                  <a:pt x="1290637" y="0"/>
                </a:lnTo>
                <a:lnTo>
                  <a:pt x="1376362" y="0"/>
                </a:lnTo>
                <a:lnTo>
                  <a:pt x="1376362" y="28575"/>
                </a:lnTo>
                <a:close/>
              </a:path>
              <a:path w="1497329" h="1266825">
                <a:moveTo>
                  <a:pt x="1468399" y="28575"/>
                </a:moveTo>
                <a:lnTo>
                  <a:pt x="1404937" y="28575"/>
                </a:lnTo>
                <a:lnTo>
                  <a:pt x="1404937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266825">
                <a:moveTo>
                  <a:pt x="1482686" y="28575"/>
                </a:moveTo>
                <a:lnTo>
                  <a:pt x="1468399" y="28575"/>
                </a:lnTo>
                <a:lnTo>
                  <a:pt x="1468399" y="14287"/>
                </a:lnTo>
                <a:lnTo>
                  <a:pt x="1482686" y="28575"/>
                </a:lnTo>
                <a:close/>
              </a:path>
              <a:path w="1497329" h="1266825">
                <a:moveTo>
                  <a:pt x="1496974" y="22263"/>
                </a:moveTo>
                <a:lnTo>
                  <a:pt x="1476375" y="22263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2263"/>
                </a:lnTo>
                <a:close/>
              </a:path>
              <a:path w="1497329" h="1266825">
                <a:moveTo>
                  <a:pt x="1496974" y="136563"/>
                </a:moveTo>
                <a:lnTo>
                  <a:pt x="1468399" y="136563"/>
                </a:lnTo>
                <a:lnTo>
                  <a:pt x="1468399" y="50838"/>
                </a:lnTo>
                <a:lnTo>
                  <a:pt x="1496974" y="50838"/>
                </a:lnTo>
                <a:lnTo>
                  <a:pt x="1496974" y="136563"/>
                </a:lnTo>
                <a:close/>
              </a:path>
              <a:path w="1497329" h="1266825">
                <a:moveTo>
                  <a:pt x="1496974" y="250863"/>
                </a:moveTo>
                <a:lnTo>
                  <a:pt x="1468399" y="250863"/>
                </a:lnTo>
                <a:lnTo>
                  <a:pt x="1468399" y="165138"/>
                </a:lnTo>
                <a:lnTo>
                  <a:pt x="1496974" y="165138"/>
                </a:lnTo>
                <a:lnTo>
                  <a:pt x="1496974" y="250863"/>
                </a:lnTo>
                <a:close/>
              </a:path>
              <a:path w="1497329" h="1266825">
                <a:moveTo>
                  <a:pt x="1496974" y="365163"/>
                </a:moveTo>
                <a:lnTo>
                  <a:pt x="1468399" y="365163"/>
                </a:lnTo>
                <a:lnTo>
                  <a:pt x="1468399" y="279438"/>
                </a:lnTo>
                <a:lnTo>
                  <a:pt x="1496974" y="279438"/>
                </a:lnTo>
                <a:lnTo>
                  <a:pt x="1496974" y="365163"/>
                </a:lnTo>
                <a:close/>
              </a:path>
              <a:path w="1497329" h="1266825">
                <a:moveTo>
                  <a:pt x="1496974" y="479463"/>
                </a:moveTo>
                <a:lnTo>
                  <a:pt x="1468399" y="479463"/>
                </a:lnTo>
                <a:lnTo>
                  <a:pt x="1468399" y="393738"/>
                </a:lnTo>
                <a:lnTo>
                  <a:pt x="1496974" y="393738"/>
                </a:lnTo>
                <a:lnTo>
                  <a:pt x="1496974" y="479463"/>
                </a:lnTo>
                <a:close/>
              </a:path>
              <a:path w="1497329" h="1266825">
                <a:moveTo>
                  <a:pt x="1496974" y="593763"/>
                </a:moveTo>
                <a:lnTo>
                  <a:pt x="1468399" y="593763"/>
                </a:lnTo>
                <a:lnTo>
                  <a:pt x="1468399" y="508038"/>
                </a:lnTo>
                <a:lnTo>
                  <a:pt x="1496974" y="508038"/>
                </a:lnTo>
                <a:lnTo>
                  <a:pt x="1496974" y="593763"/>
                </a:lnTo>
                <a:close/>
              </a:path>
              <a:path w="1497329" h="1266825">
                <a:moveTo>
                  <a:pt x="1496974" y="708063"/>
                </a:moveTo>
                <a:lnTo>
                  <a:pt x="1468399" y="708063"/>
                </a:lnTo>
                <a:lnTo>
                  <a:pt x="1468399" y="622338"/>
                </a:lnTo>
                <a:lnTo>
                  <a:pt x="1496974" y="622338"/>
                </a:lnTo>
                <a:lnTo>
                  <a:pt x="1496974" y="708063"/>
                </a:lnTo>
                <a:close/>
              </a:path>
              <a:path w="1497329" h="1266825">
                <a:moveTo>
                  <a:pt x="1496974" y="822363"/>
                </a:moveTo>
                <a:lnTo>
                  <a:pt x="1468399" y="822363"/>
                </a:lnTo>
                <a:lnTo>
                  <a:pt x="1468399" y="736638"/>
                </a:lnTo>
                <a:lnTo>
                  <a:pt x="1496974" y="736638"/>
                </a:lnTo>
                <a:lnTo>
                  <a:pt x="1496974" y="822363"/>
                </a:lnTo>
                <a:close/>
              </a:path>
              <a:path w="1497329" h="1266825">
                <a:moveTo>
                  <a:pt x="1496974" y="936663"/>
                </a:moveTo>
                <a:lnTo>
                  <a:pt x="1468399" y="936663"/>
                </a:lnTo>
                <a:lnTo>
                  <a:pt x="1468399" y="850938"/>
                </a:lnTo>
                <a:lnTo>
                  <a:pt x="1496974" y="850938"/>
                </a:lnTo>
                <a:lnTo>
                  <a:pt x="1496974" y="936663"/>
                </a:lnTo>
                <a:close/>
              </a:path>
              <a:path w="1497329" h="1266825">
                <a:moveTo>
                  <a:pt x="1496974" y="1050963"/>
                </a:moveTo>
                <a:lnTo>
                  <a:pt x="1468399" y="1050963"/>
                </a:lnTo>
                <a:lnTo>
                  <a:pt x="1468399" y="965238"/>
                </a:lnTo>
                <a:lnTo>
                  <a:pt x="1496974" y="965238"/>
                </a:lnTo>
                <a:lnTo>
                  <a:pt x="1496974" y="1050963"/>
                </a:lnTo>
                <a:close/>
              </a:path>
              <a:path w="1497329" h="1266825">
                <a:moveTo>
                  <a:pt x="1496974" y="1165263"/>
                </a:moveTo>
                <a:lnTo>
                  <a:pt x="1468399" y="1165263"/>
                </a:lnTo>
                <a:lnTo>
                  <a:pt x="1468399" y="1079538"/>
                </a:lnTo>
                <a:lnTo>
                  <a:pt x="1496974" y="1079538"/>
                </a:lnTo>
                <a:lnTo>
                  <a:pt x="1496974" y="1165263"/>
                </a:lnTo>
                <a:close/>
              </a:path>
              <a:path w="1497329" h="1266825">
                <a:moveTo>
                  <a:pt x="1468399" y="1252537"/>
                </a:moveTo>
                <a:lnTo>
                  <a:pt x="1468399" y="1193838"/>
                </a:lnTo>
                <a:lnTo>
                  <a:pt x="1496974" y="1193838"/>
                </a:lnTo>
                <a:lnTo>
                  <a:pt x="1496974" y="1238250"/>
                </a:lnTo>
                <a:lnTo>
                  <a:pt x="1482686" y="1238250"/>
                </a:lnTo>
                <a:lnTo>
                  <a:pt x="1468399" y="1252537"/>
                </a:lnTo>
                <a:close/>
              </a:path>
              <a:path w="1497329" h="1266825">
                <a:moveTo>
                  <a:pt x="1496974" y="1266825"/>
                </a:moveTo>
                <a:lnTo>
                  <a:pt x="1455661" y="1266825"/>
                </a:lnTo>
                <a:lnTo>
                  <a:pt x="1455661" y="1238250"/>
                </a:lnTo>
                <a:lnTo>
                  <a:pt x="1468399" y="1238250"/>
                </a:lnTo>
                <a:lnTo>
                  <a:pt x="1468399" y="1252537"/>
                </a:lnTo>
                <a:lnTo>
                  <a:pt x="1496974" y="1252537"/>
                </a:lnTo>
                <a:lnTo>
                  <a:pt x="1496974" y="1266825"/>
                </a:lnTo>
                <a:close/>
              </a:path>
              <a:path w="1497329" h="1266825">
                <a:moveTo>
                  <a:pt x="1496974" y="1252537"/>
                </a:moveTo>
                <a:lnTo>
                  <a:pt x="1468399" y="1252537"/>
                </a:lnTo>
                <a:lnTo>
                  <a:pt x="1482686" y="1238250"/>
                </a:lnTo>
                <a:lnTo>
                  <a:pt x="1496974" y="1238250"/>
                </a:lnTo>
                <a:lnTo>
                  <a:pt x="1496974" y="1252537"/>
                </a:lnTo>
                <a:close/>
              </a:path>
              <a:path w="1497329" h="1266825">
                <a:moveTo>
                  <a:pt x="1427086" y="1266825"/>
                </a:moveTo>
                <a:lnTo>
                  <a:pt x="1341361" y="1266825"/>
                </a:lnTo>
                <a:lnTo>
                  <a:pt x="1341361" y="1238250"/>
                </a:lnTo>
                <a:lnTo>
                  <a:pt x="1427086" y="1238250"/>
                </a:lnTo>
                <a:lnTo>
                  <a:pt x="1427086" y="1266825"/>
                </a:lnTo>
                <a:close/>
              </a:path>
              <a:path w="1497329" h="1266825">
                <a:moveTo>
                  <a:pt x="1312786" y="1266825"/>
                </a:moveTo>
                <a:lnTo>
                  <a:pt x="1227061" y="1266825"/>
                </a:lnTo>
                <a:lnTo>
                  <a:pt x="1227061" y="1238250"/>
                </a:lnTo>
                <a:lnTo>
                  <a:pt x="1312786" y="1238250"/>
                </a:lnTo>
                <a:lnTo>
                  <a:pt x="1312786" y="1266825"/>
                </a:lnTo>
                <a:close/>
              </a:path>
              <a:path w="1497329" h="1266825">
                <a:moveTo>
                  <a:pt x="1198486" y="1266825"/>
                </a:moveTo>
                <a:lnTo>
                  <a:pt x="1112761" y="1266825"/>
                </a:lnTo>
                <a:lnTo>
                  <a:pt x="1112761" y="1238250"/>
                </a:lnTo>
                <a:lnTo>
                  <a:pt x="1198486" y="1238250"/>
                </a:lnTo>
                <a:lnTo>
                  <a:pt x="1198486" y="1266825"/>
                </a:lnTo>
                <a:close/>
              </a:path>
              <a:path w="1497329" h="1266825">
                <a:moveTo>
                  <a:pt x="1084186" y="1266825"/>
                </a:moveTo>
                <a:lnTo>
                  <a:pt x="998461" y="1266825"/>
                </a:lnTo>
                <a:lnTo>
                  <a:pt x="998461" y="1238250"/>
                </a:lnTo>
                <a:lnTo>
                  <a:pt x="1084186" y="1238250"/>
                </a:lnTo>
                <a:lnTo>
                  <a:pt x="1084186" y="1266825"/>
                </a:lnTo>
                <a:close/>
              </a:path>
              <a:path w="1497329" h="1266825">
                <a:moveTo>
                  <a:pt x="969886" y="1266825"/>
                </a:moveTo>
                <a:lnTo>
                  <a:pt x="884161" y="1266825"/>
                </a:lnTo>
                <a:lnTo>
                  <a:pt x="884161" y="1238250"/>
                </a:lnTo>
                <a:lnTo>
                  <a:pt x="969886" y="1238250"/>
                </a:lnTo>
                <a:lnTo>
                  <a:pt x="969886" y="1266825"/>
                </a:lnTo>
                <a:close/>
              </a:path>
              <a:path w="1497329" h="1266825">
                <a:moveTo>
                  <a:pt x="855586" y="1266825"/>
                </a:moveTo>
                <a:lnTo>
                  <a:pt x="769861" y="1266825"/>
                </a:lnTo>
                <a:lnTo>
                  <a:pt x="769861" y="1238250"/>
                </a:lnTo>
                <a:lnTo>
                  <a:pt x="855586" y="1238250"/>
                </a:lnTo>
                <a:lnTo>
                  <a:pt x="855586" y="1266825"/>
                </a:lnTo>
                <a:close/>
              </a:path>
              <a:path w="1497329" h="1266825">
                <a:moveTo>
                  <a:pt x="741286" y="1266825"/>
                </a:moveTo>
                <a:lnTo>
                  <a:pt x="655561" y="1266825"/>
                </a:lnTo>
                <a:lnTo>
                  <a:pt x="655561" y="1238250"/>
                </a:lnTo>
                <a:lnTo>
                  <a:pt x="741286" y="1238250"/>
                </a:lnTo>
                <a:lnTo>
                  <a:pt x="741286" y="1266825"/>
                </a:lnTo>
                <a:close/>
              </a:path>
              <a:path w="1497329" h="1266825">
                <a:moveTo>
                  <a:pt x="626986" y="1266825"/>
                </a:moveTo>
                <a:lnTo>
                  <a:pt x="541261" y="1266825"/>
                </a:lnTo>
                <a:lnTo>
                  <a:pt x="541261" y="1238250"/>
                </a:lnTo>
                <a:lnTo>
                  <a:pt x="626986" y="1238250"/>
                </a:lnTo>
                <a:lnTo>
                  <a:pt x="626986" y="1266825"/>
                </a:lnTo>
                <a:close/>
              </a:path>
              <a:path w="1497329" h="1266825">
                <a:moveTo>
                  <a:pt x="512686" y="1266825"/>
                </a:moveTo>
                <a:lnTo>
                  <a:pt x="426961" y="1266825"/>
                </a:lnTo>
                <a:lnTo>
                  <a:pt x="426961" y="1238250"/>
                </a:lnTo>
                <a:lnTo>
                  <a:pt x="512686" y="1238250"/>
                </a:lnTo>
                <a:lnTo>
                  <a:pt x="512686" y="1266825"/>
                </a:lnTo>
                <a:close/>
              </a:path>
              <a:path w="1497329" h="1266825">
                <a:moveTo>
                  <a:pt x="398386" y="1266825"/>
                </a:moveTo>
                <a:lnTo>
                  <a:pt x="312661" y="1266825"/>
                </a:lnTo>
                <a:lnTo>
                  <a:pt x="312661" y="1238250"/>
                </a:lnTo>
                <a:lnTo>
                  <a:pt x="398386" y="1238250"/>
                </a:lnTo>
                <a:lnTo>
                  <a:pt x="398386" y="1266825"/>
                </a:lnTo>
                <a:close/>
              </a:path>
              <a:path w="1497329" h="1266825">
                <a:moveTo>
                  <a:pt x="284086" y="1266825"/>
                </a:moveTo>
                <a:lnTo>
                  <a:pt x="198361" y="1266825"/>
                </a:lnTo>
                <a:lnTo>
                  <a:pt x="198361" y="1238250"/>
                </a:lnTo>
                <a:lnTo>
                  <a:pt x="284086" y="1238250"/>
                </a:lnTo>
                <a:lnTo>
                  <a:pt x="284086" y="1266825"/>
                </a:lnTo>
                <a:close/>
              </a:path>
              <a:path w="1497329" h="1266825">
                <a:moveTo>
                  <a:pt x="169786" y="1266825"/>
                </a:moveTo>
                <a:lnTo>
                  <a:pt x="84061" y="1266825"/>
                </a:lnTo>
                <a:lnTo>
                  <a:pt x="84061" y="1238250"/>
                </a:lnTo>
                <a:lnTo>
                  <a:pt x="169786" y="1238250"/>
                </a:lnTo>
                <a:lnTo>
                  <a:pt x="169786" y="126682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21609" y="2188121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发电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85175" y="1832533"/>
            <a:ext cx="1497330" cy="1266825"/>
          </a:xfrm>
          <a:custGeom>
            <a:avLst/>
            <a:gdLst/>
            <a:ahLst/>
            <a:cxnLst/>
            <a:rect l="l" t="t" r="r" b="b"/>
            <a:pathLst>
              <a:path w="1497329" h="1266825">
                <a:moveTo>
                  <a:pt x="14287" y="1252537"/>
                </a:moveTo>
                <a:lnTo>
                  <a:pt x="0" y="1252537"/>
                </a:lnTo>
                <a:lnTo>
                  <a:pt x="0" y="1166812"/>
                </a:lnTo>
                <a:lnTo>
                  <a:pt x="28575" y="1166812"/>
                </a:lnTo>
                <a:lnTo>
                  <a:pt x="28575" y="1238250"/>
                </a:lnTo>
                <a:lnTo>
                  <a:pt x="14287" y="1238250"/>
                </a:lnTo>
                <a:lnTo>
                  <a:pt x="14287" y="1252537"/>
                </a:lnTo>
                <a:close/>
              </a:path>
              <a:path w="1497329" h="1266825">
                <a:moveTo>
                  <a:pt x="55486" y="1266825"/>
                </a:moveTo>
                <a:lnTo>
                  <a:pt x="14287" y="1266825"/>
                </a:lnTo>
                <a:lnTo>
                  <a:pt x="14287" y="1238250"/>
                </a:lnTo>
                <a:lnTo>
                  <a:pt x="28575" y="1238250"/>
                </a:lnTo>
                <a:lnTo>
                  <a:pt x="28575" y="1252537"/>
                </a:lnTo>
                <a:lnTo>
                  <a:pt x="55486" y="1252537"/>
                </a:lnTo>
                <a:lnTo>
                  <a:pt x="55486" y="1266825"/>
                </a:lnTo>
                <a:close/>
              </a:path>
              <a:path w="1497329" h="1266825">
                <a:moveTo>
                  <a:pt x="55486" y="1252537"/>
                </a:moveTo>
                <a:lnTo>
                  <a:pt x="28575" y="1252537"/>
                </a:lnTo>
                <a:lnTo>
                  <a:pt x="28575" y="1238250"/>
                </a:lnTo>
                <a:lnTo>
                  <a:pt x="55486" y="1238250"/>
                </a:lnTo>
                <a:lnTo>
                  <a:pt x="55486" y="1252537"/>
                </a:lnTo>
                <a:close/>
              </a:path>
              <a:path w="1497329" h="1266825">
                <a:moveTo>
                  <a:pt x="28575" y="1138237"/>
                </a:moveTo>
                <a:lnTo>
                  <a:pt x="0" y="1138237"/>
                </a:lnTo>
                <a:lnTo>
                  <a:pt x="0" y="1052512"/>
                </a:lnTo>
                <a:lnTo>
                  <a:pt x="28575" y="1052512"/>
                </a:lnTo>
                <a:lnTo>
                  <a:pt x="28575" y="1138237"/>
                </a:lnTo>
                <a:close/>
              </a:path>
              <a:path w="1497329" h="1266825">
                <a:moveTo>
                  <a:pt x="28575" y="1023937"/>
                </a:moveTo>
                <a:lnTo>
                  <a:pt x="0" y="1023937"/>
                </a:lnTo>
                <a:lnTo>
                  <a:pt x="0" y="938212"/>
                </a:lnTo>
                <a:lnTo>
                  <a:pt x="28575" y="938212"/>
                </a:lnTo>
                <a:lnTo>
                  <a:pt x="28575" y="1023937"/>
                </a:lnTo>
                <a:close/>
              </a:path>
              <a:path w="1497329" h="1266825">
                <a:moveTo>
                  <a:pt x="28575" y="909637"/>
                </a:moveTo>
                <a:lnTo>
                  <a:pt x="0" y="909637"/>
                </a:lnTo>
                <a:lnTo>
                  <a:pt x="0" y="823912"/>
                </a:lnTo>
                <a:lnTo>
                  <a:pt x="28575" y="823912"/>
                </a:lnTo>
                <a:lnTo>
                  <a:pt x="28575" y="909637"/>
                </a:lnTo>
                <a:close/>
              </a:path>
              <a:path w="1497329" h="1266825">
                <a:moveTo>
                  <a:pt x="28575" y="795337"/>
                </a:moveTo>
                <a:lnTo>
                  <a:pt x="0" y="795337"/>
                </a:lnTo>
                <a:lnTo>
                  <a:pt x="0" y="709612"/>
                </a:lnTo>
                <a:lnTo>
                  <a:pt x="28575" y="709612"/>
                </a:lnTo>
                <a:lnTo>
                  <a:pt x="28575" y="795337"/>
                </a:lnTo>
                <a:close/>
              </a:path>
              <a:path w="1497329" h="1266825">
                <a:moveTo>
                  <a:pt x="28575" y="681037"/>
                </a:moveTo>
                <a:lnTo>
                  <a:pt x="0" y="681037"/>
                </a:lnTo>
                <a:lnTo>
                  <a:pt x="0" y="595312"/>
                </a:lnTo>
                <a:lnTo>
                  <a:pt x="28575" y="595312"/>
                </a:lnTo>
                <a:lnTo>
                  <a:pt x="28575" y="681037"/>
                </a:lnTo>
                <a:close/>
              </a:path>
              <a:path w="1497329" h="1266825">
                <a:moveTo>
                  <a:pt x="28575" y="566737"/>
                </a:moveTo>
                <a:lnTo>
                  <a:pt x="0" y="566737"/>
                </a:lnTo>
                <a:lnTo>
                  <a:pt x="0" y="481012"/>
                </a:lnTo>
                <a:lnTo>
                  <a:pt x="28575" y="481012"/>
                </a:lnTo>
                <a:lnTo>
                  <a:pt x="28575" y="566737"/>
                </a:lnTo>
                <a:close/>
              </a:path>
              <a:path w="1497329" h="1266825">
                <a:moveTo>
                  <a:pt x="28575" y="452437"/>
                </a:moveTo>
                <a:lnTo>
                  <a:pt x="0" y="452437"/>
                </a:lnTo>
                <a:lnTo>
                  <a:pt x="0" y="366712"/>
                </a:lnTo>
                <a:lnTo>
                  <a:pt x="28575" y="366712"/>
                </a:lnTo>
                <a:lnTo>
                  <a:pt x="28575" y="452437"/>
                </a:lnTo>
                <a:close/>
              </a:path>
              <a:path w="1497329" h="1266825">
                <a:moveTo>
                  <a:pt x="28575" y="338137"/>
                </a:moveTo>
                <a:lnTo>
                  <a:pt x="0" y="338137"/>
                </a:lnTo>
                <a:lnTo>
                  <a:pt x="0" y="252412"/>
                </a:lnTo>
                <a:lnTo>
                  <a:pt x="28575" y="252412"/>
                </a:lnTo>
                <a:lnTo>
                  <a:pt x="28575" y="338137"/>
                </a:lnTo>
                <a:close/>
              </a:path>
              <a:path w="1497329" h="1266825">
                <a:moveTo>
                  <a:pt x="28575" y="223837"/>
                </a:moveTo>
                <a:lnTo>
                  <a:pt x="0" y="223837"/>
                </a:lnTo>
                <a:lnTo>
                  <a:pt x="0" y="138112"/>
                </a:lnTo>
                <a:lnTo>
                  <a:pt x="28575" y="138112"/>
                </a:lnTo>
                <a:lnTo>
                  <a:pt x="28575" y="223837"/>
                </a:lnTo>
                <a:close/>
              </a:path>
              <a:path w="1497329" h="1266825">
                <a:moveTo>
                  <a:pt x="28575" y="109537"/>
                </a:moveTo>
                <a:lnTo>
                  <a:pt x="0" y="109537"/>
                </a:lnTo>
                <a:lnTo>
                  <a:pt x="0" y="23812"/>
                </a:lnTo>
                <a:lnTo>
                  <a:pt x="28575" y="23812"/>
                </a:lnTo>
                <a:lnTo>
                  <a:pt x="28575" y="109537"/>
                </a:lnTo>
                <a:close/>
              </a:path>
              <a:path w="1497329" h="1266825">
                <a:moveTo>
                  <a:pt x="119062" y="28575"/>
                </a:moveTo>
                <a:lnTo>
                  <a:pt x="33337" y="28575"/>
                </a:lnTo>
                <a:lnTo>
                  <a:pt x="33337" y="0"/>
                </a:lnTo>
                <a:lnTo>
                  <a:pt x="119062" y="0"/>
                </a:lnTo>
                <a:lnTo>
                  <a:pt x="119062" y="28575"/>
                </a:lnTo>
                <a:close/>
              </a:path>
              <a:path w="1497329" h="1266825">
                <a:moveTo>
                  <a:pt x="233362" y="28575"/>
                </a:moveTo>
                <a:lnTo>
                  <a:pt x="147637" y="28575"/>
                </a:lnTo>
                <a:lnTo>
                  <a:pt x="147637" y="0"/>
                </a:lnTo>
                <a:lnTo>
                  <a:pt x="233362" y="0"/>
                </a:lnTo>
                <a:lnTo>
                  <a:pt x="233362" y="28575"/>
                </a:lnTo>
                <a:close/>
              </a:path>
              <a:path w="1497329" h="1266825">
                <a:moveTo>
                  <a:pt x="347662" y="28575"/>
                </a:moveTo>
                <a:lnTo>
                  <a:pt x="261937" y="28575"/>
                </a:lnTo>
                <a:lnTo>
                  <a:pt x="261937" y="0"/>
                </a:lnTo>
                <a:lnTo>
                  <a:pt x="347662" y="0"/>
                </a:lnTo>
                <a:lnTo>
                  <a:pt x="347662" y="28575"/>
                </a:lnTo>
                <a:close/>
              </a:path>
              <a:path w="1497329" h="1266825">
                <a:moveTo>
                  <a:pt x="461962" y="28575"/>
                </a:moveTo>
                <a:lnTo>
                  <a:pt x="376237" y="28575"/>
                </a:lnTo>
                <a:lnTo>
                  <a:pt x="376237" y="0"/>
                </a:lnTo>
                <a:lnTo>
                  <a:pt x="461962" y="0"/>
                </a:lnTo>
                <a:lnTo>
                  <a:pt x="461962" y="28575"/>
                </a:lnTo>
                <a:close/>
              </a:path>
              <a:path w="1497329" h="1266825">
                <a:moveTo>
                  <a:pt x="576262" y="28575"/>
                </a:moveTo>
                <a:lnTo>
                  <a:pt x="490537" y="28575"/>
                </a:lnTo>
                <a:lnTo>
                  <a:pt x="490537" y="0"/>
                </a:lnTo>
                <a:lnTo>
                  <a:pt x="576262" y="0"/>
                </a:lnTo>
                <a:lnTo>
                  <a:pt x="576262" y="28575"/>
                </a:lnTo>
                <a:close/>
              </a:path>
              <a:path w="1497329" h="1266825">
                <a:moveTo>
                  <a:pt x="690562" y="28575"/>
                </a:moveTo>
                <a:lnTo>
                  <a:pt x="604837" y="28575"/>
                </a:lnTo>
                <a:lnTo>
                  <a:pt x="604837" y="0"/>
                </a:lnTo>
                <a:lnTo>
                  <a:pt x="690562" y="0"/>
                </a:lnTo>
                <a:lnTo>
                  <a:pt x="690562" y="28575"/>
                </a:lnTo>
                <a:close/>
              </a:path>
              <a:path w="1497329" h="1266825">
                <a:moveTo>
                  <a:pt x="804862" y="28575"/>
                </a:moveTo>
                <a:lnTo>
                  <a:pt x="719137" y="28575"/>
                </a:lnTo>
                <a:lnTo>
                  <a:pt x="719137" y="0"/>
                </a:lnTo>
                <a:lnTo>
                  <a:pt x="804862" y="0"/>
                </a:lnTo>
                <a:lnTo>
                  <a:pt x="804862" y="28575"/>
                </a:lnTo>
                <a:close/>
              </a:path>
              <a:path w="1497329" h="1266825">
                <a:moveTo>
                  <a:pt x="919162" y="28575"/>
                </a:moveTo>
                <a:lnTo>
                  <a:pt x="833437" y="28575"/>
                </a:lnTo>
                <a:lnTo>
                  <a:pt x="833437" y="0"/>
                </a:lnTo>
                <a:lnTo>
                  <a:pt x="919162" y="0"/>
                </a:lnTo>
                <a:lnTo>
                  <a:pt x="919162" y="28575"/>
                </a:lnTo>
                <a:close/>
              </a:path>
              <a:path w="1497329" h="1266825">
                <a:moveTo>
                  <a:pt x="1033462" y="28575"/>
                </a:moveTo>
                <a:lnTo>
                  <a:pt x="947737" y="28575"/>
                </a:lnTo>
                <a:lnTo>
                  <a:pt x="947737" y="0"/>
                </a:lnTo>
                <a:lnTo>
                  <a:pt x="1033462" y="0"/>
                </a:lnTo>
                <a:lnTo>
                  <a:pt x="1033462" y="28575"/>
                </a:lnTo>
                <a:close/>
              </a:path>
              <a:path w="1497329" h="1266825">
                <a:moveTo>
                  <a:pt x="1147762" y="28575"/>
                </a:moveTo>
                <a:lnTo>
                  <a:pt x="1062037" y="28575"/>
                </a:lnTo>
                <a:lnTo>
                  <a:pt x="1062037" y="0"/>
                </a:lnTo>
                <a:lnTo>
                  <a:pt x="1147762" y="0"/>
                </a:lnTo>
                <a:lnTo>
                  <a:pt x="1147762" y="28575"/>
                </a:lnTo>
                <a:close/>
              </a:path>
              <a:path w="1497329" h="1266825">
                <a:moveTo>
                  <a:pt x="1262062" y="28575"/>
                </a:moveTo>
                <a:lnTo>
                  <a:pt x="1176337" y="28575"/>
                </a:lnTo>
                <a:lnTo>
                  <a:pt x="1176337" y="0"/>
                </a:lnTo>
                <a:lnTo>
                  <a:pt x="1262062" y="0"/>
                </a:lnTo>
                <a:lnTo>
                  <a:pt x="1262062" y="28575"/>
                </a:lnTo>
                <a:close/>
              </a:path>
              <a:path w="1497329" h="1266825">
                <a:moveTo>
                  <a:pt x="1376362" y="28575"/>
                </a:moveTo>
                <a:lnTo>
                  <a:pt x="1290637" y="28575"/>
                </a:lnTo>
                <a:lnTo>
                  <a:pt x="1290637" y="0"/>
                </a:lnTo>
                <a:lnTo>
                  <a:pt x="1376362" y="0"/>
                </a:lnTo>
                <a:lnTo>
                  <a:pt x="1376362" y="28575"/>
                </a:lnTo>
                <a:close/>
              </a:path>
              <a:path w="1497329" h="1266825">
                <a:moveTo>
                  <a:pt x="1468399" y="28575"/>
                </a:moveTo>
                <a:lnTo>
                  <a:pt x="1404937" y="28575"/>
                </a:lnTo>
                <a:lnTo>
                  <a:pt x="1404937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266825">
                <a:moveTo>
                  <a:pt x="1482686" y="28575"/>
                </a:moveTo>
                <a:lnTo>
                  <a:pt x="1468399" y="28575"/>
                </a:lnTo>
                <a:lnTo>
                  <a:pt x="1468399" y="14287"/>
                </a:lnTo>
                <a:lnTo>
                  <a:pt x="1482686" y="28575"/>
                </a:lnTo>
                <a:close/>
              </a:path>
              <a:path w="1497329" h="1266825">
                <a:moveTo>
                  <a:pt x="1496974" y="22263"/>
                </a:moveTo>
                <a:lnTo>
                  <a:pt x="1476374" y="22263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2263"/>
                </a:lnTo>
                <a:close/>
              </a:path>
              <a:path w="1497329" h="1266825">
                <a:moveTo>
                  <a:pt x="1496974" y="136563"/>
                </a:moveTo>
                <a:lnTo>
                  <a:pt x="1468399" y="136563"/>
                </a:lnTo>
                <a:lnTo>
                  <a:pt x="1468399" y="50838"/>
                </a:lnTo>
                <a:lnTo>
                  <a:pt x="1496974" y="50838"/>
                </a:lnTo>
                <a:lnTo>
                  <a:pt x="1496974" y="136563"/>
                </a:lnTo>
                <a:close/>
              </a:path>
              <a:path w="1497329" h="1266825">
                <a:moveTo>
                  <a:pt x="1496974" y="250863"/>
                </a:moveTo>
                <a:lnTo>
                  <a:pt x="1468399" y="250863"/>
                </a:lnTo>
                <a:lnTo>
                  <a:pt x="1468399" y="165138"/>
                </a:lnTo>
                <a:lnTo>
                  <a:pt x="1496974" y="165138"/>
                </a:lnTo>
                <a:lnTo>
                  <a:pt x="1496974" y="250863"/>
                </a:lnTo>
                <a:close/>
              </a:path>
              <a:path w="1497329" h="1266825">
                <a:moveTo>
                  <a:pt x="1496974" y="365163"/>
                </a:moveTo>
                <a:lnTo>
                  <a:pt x="1468399" y="365163"/>
                </a:lnTo>
                <a:lnTo>
                  <a:pt x="1468399" y="279438"/>
                </a:lnTo>
                <a:lnTo>
                  <a:pt x="1496974" y="279438"/>
                </a:lnTo>
                <a:lnTo>
                  <a:pt x="1496974" y="365163"/>
                </a:lnTo>
                <a:close/>
              </a:path>
              <a:path w="1497329" h="1266825">
                <a:moveTo>
                  <a:pt x="1496974" y="479463"/>
                </a:moveTo>
                <a:lnTo>
                  <a:pt x="1468399" y="479463"/>
                </a:lnTo>
                <a:lnTo>
                  <a:pt x="1468399" y="393738"/>
                </a:lnTo>
                <a:lnTo>
                  <a:pt x="1496974" y="393738"/>
                </a:lnTo>
                <a:lnTo>
                  <a:pt x="1496974" y="479463"/>
                </a:lnTo>
                <a:close/>
              </a:path>
              <a:path w="1497329" h="1266825">
                <a:moveTo>
                  <a:pt x="1496974" y="593763"/>
                </a:moveTo>
                <a:lnTo>
                  <a:pt x="1468399" y="593763"/>
                </a:lnTo>
                <a:lnTo>
                  <a:pt x="1468399" y="508038"/>
                </a:lnTo>
                <a:lnTo>
                  <a:pt x="1496974" y="508038"/>
                </a:lnTo>
                <a:lnTo>
                  <a:pt x="1496974" y="593763"/>
                </a:lnTo>
                <a:close/>
              </a:path>
              <a:path w="1497329" h="1266825">
                <a:moveTo>
                  <a:pt x="1496974" y="708063"/>
                </a:moveTo>
                <a:lnTo>
                  <a:pt x="1468399" y="708063"/>
                </a:lnTo>
                <a:lnTo>
                  <a:pt x="1468399" y="622338"/>
                </a:lnTo>
                <a:lnTo>
                  <a:pt x="1496974" y="622338"/>
                </a:lnTo>
                <a:lnTo>
                  <a:pt x="1496974" y="708063"/>
                </a:lnTo>
                <a:close/>
              </a:path>
              <a:path w="1497329" h="1266825">
                <a:moveTo>
                  <a:pt x="1496974" y="822363"/>
                </a:moveTo>
                <a:lnTo>
                  <a:pt x="1468399" y="822363"/>
                </a:lnTo>
                <a:lnTo>
                  <a:pt x="1468399" y="736638"/>
                </a:lnTo>
                <a:lnTo>
                  <a:pt x="1496974" y="736638"/>
                </a:lnTo>
                <a:lnTo>
                  <a:pt x="1496974" y="822363"/>
                </a:lnTo>
                <a:close/>
              </a:path>
              <a:path w="1497329" h="1266825">
                <a:moveTo>
                  <a:pt x="1496974" y="936663"/>
                </a:moveTo>
                <a:lnTo>
                  <a:pt x="1468399" y="936663"/>
                </a:lnTo>
                <a:lnTo>
                  <a:pt x="1468399" y="850938"/>
                </a:lnTo>
                <a:lnTo>
                  <a:pt x="1496974" y="850938"/>
                </a:lnTo>
                <a:lnTo>
                  <a:pt x="1496974" y="936663"/>
                </a:lnTo>
                <a:close/>
              </a:path>
              <a:path w="1497329" h="1266825">
                <a:moveTo>
                  <a:pt x="1496974" y="1050963"/>
                </a:moveTo>
                <a:lnTo>
                  <a:pt x="1468399" y="1050963"/>
                </a:lnTo>
                <a:lnTo>
                  <a:pt x="1468399" y="965238"/>
                </a:lnTo>
                <a:lnTo>
                  <a:pt x="1496974" y="965238"/>
                </a:lnTo>
                <a:lnTo>
                  <a:pt x="1496974" y="1050963"/>
                </a:lnTo>
                <a:close/>
              </a:path>
              <a:path w="1497329" h="1266825">
                <a:moveTo>
                  <a:pt x="1496974" y="1165263"/>
                </a:moveTo>
                <a:lnTo>
                  <a:pt x="1468399" y="1165263"/>
                </a:lnTo>
                <a:lnTo>
                  <a:pt x="1468399" y="1079538"/>
                </a:lnTo>
                <a:lnTo>
                  <a:pt x="1496974" y="1079538"/>
                </a:lnTo>
                <a:lnTo>
                  <a:pt x="1496974" y="1165263"/>
                </a:lnTo>
                <a:close/>
              </a:path>
              <a:path w="1497329" h="1266825">
                <a:moveTo>
                  <a:pt x="1468399" y="1252537"/>
                </a:moveTo>
                <a:lnTo>
                  <a:pt x="1468399" y="1193838"/>
                </a:lnTo>
                <a:lnTo>
                  <a:pt x="1496974" y="1193838"/>
                </a:lnTo>
                <a:lnTo>
                  <a:pt x="1496974" y="1238250"/>
                </a:lnTo>
                <a:lnTo>
                  <a:pt x="1482686" y="1238250"/>
                </a:lnTo>
                <a:lnTo>
                  <a:pt x="1468399" y="1252537"/>
                </a:lnTo>
                <a:close/>
              </a:path>
              <a:path w="1497329" h="1266825">
                <a:moveTo>
                  <a:pt x="1496974" y="1266825"/>
                </a:moveTo>
                <a:lnTo>
                  <a:pt x="1455661" y="1266825"/>
                </a:lnTo>
                <a:lnTo>
                  <a:pt x="1455661" y="1238250"/>
                </a:lnTo>
                <a:lnTo>
                  <a:pt x="1468399" y="1238250"/>
                </a:lnTo>
                <a:lnTo>
                  <a:pt x="1468399" y="1252537"/>
                </a:lnTo>
                <a:lnTo>
                  <a:pt x="1496974" y="1252537"/>
                </a:lnTo>
                <a:lnTo>
                  <a:pt x="1496974" y="1266825"/>
                </a:lnTo>
                <a:close/>
              </a:path>
              <a:path w="1497329" h="1266825">
                <a:moveTo>
                  <a:pt x="1496974" y="1252537"/>
                </a:moveTo>
                <a:lnTo>
                  <a:pt x="1468399" y="1252537"/>
                </a:lnTo>
                <a:lnTo>
                  <a:pt x="1482686" y="1238250"/>
                </a:lnTo>
                <a:lnTo>
                  <a:pt x="1496974" y="1238250"/>
                </a:lnTo>
                <a:lnTo>
                  <a:pt x="1496974" y="1252537"/>
                </a:lnTo>
                <a:close/>
              </a:path>
              <a:path w="1497329" h="1266825">
                <a:moveTo>
                  <a:pt x="1427086" y="1266825"/>
                </a:moveTo>
                <a:lnTo>
                  <a:pt x="1341361" y="1266825"/>
                </a:lnTo>
                <a:lnTo>
                  <a:pt x="1341361" y="1238250"/>
                </a:lnTo>
                <a:lnTo>
                  <a:pt x="1427086" y="1238250"/>
                </a:lnTo>
                <a:lnTo>
                  <a:pt x="1427086" y="1266825"/>
                </a:lnTo>
                <a:close/>
              </a:path>
              <a:path w="1497329" h="1266825">
                <a:moveTo>
                  <a:pt x="1312786" y="1266825"/>
                </a:moveTo>
                <a:lnTo>
                  <a:pt x="1227061" y="1266825"/>
                </a:lnTo>
                <a:lnTo>
                  <a:pt x="1227061" y="1238250"/>
                </a:lnTo>
                <a:lnTo>
                  <a:pt x="1312786" y="1238250"/>
                </a:lnTo>
                <a:lnTo>
                  <a:pt x="1312786" y="1266825"/>
                </a:lnTo>
                <a:close/>
              </a:path>
              <a:path w="1497329" h="1266825">
                <a:moveTo>
                  <a:pt x="1198486" y="1266825"/>
                </a:moveTo>
                <a:lnTo>
                  <a:pt x="1112761" y="1266825"/>
                </a:lnTo>
                <a:lnTo>
                  <a:pt x="1112761" y="1238250"/>
                </a:lnTo>
                <a:lnTo>
                  <a:pt x="1198486" y="1238250"/>
                </a:lnTo>
                <a:lnTo>
                  <a:pt x="1198486" y="1266825"/>
                </a:lnTo>
                <a:close/>
              </a:path>
              <a:path w="1497329" h="1266825">
                <a:moveTo>
                  <a:pt x="1084186" y="1266825"/>
                </a:moveTo>
                <a:lnTo>
                  <a:pt x="998461" y="1266825"/>
                </a:lnTo>
                <a:lnTo>
                  <a:pt x="998461" y="1238250"/>
                </a:lnTo>
                <a:lnTo>
                  <a:pt x="1084186" y="1238250"/>
                </a:lnTo>
                <a:lnTo>
                  <a:pt x="1084186" y="1266825"/>
                </a:lnTo>
                <a:close/>
              </a:path>
              <a:path w="1497329" h="1266825">
                <a:moveTo>
                  <a:pt x="969886" y="1266825"/>
                </a:moveTo>
                <a:lnTo>
                  <a:pt x="884161" y="1266825"/>
                </a:lnTo>
                <a:lnTo>
                  <a:pt x="884161" y="1238250"/>
                </a:lnTo>
                <a:lnTo>
                  <a:pt x="969886" y="1238250"/>
                </a:lnTo>
                <a:lnTo>
                  <a:pt x="969886" y="1266825"/>
                </a:lnTo>
                <a:close/>
              </a:path>
              <a:path w="1497329" h="1266825">
                <a:moveTo>
                  <a:pt x="855586" y="1266825"/>
                </a:moveTo>
                <a:lnTo>
                  <a:pt x="769861" y="1266825"/>
                </a:lnTo>
                <a:lnTo>
                  <a:pt x="769861" y="1238250"/>
                </a:lnTo>
                <a:lnTo>
                  <a:pt x="855586" y="1238250"/>
                </a:lnTo>
                <a:lnTo>
                  <a:pt x="855586" y="1266825"/>
                </a:lnTo>
                <a:close/>
              </a:path>
              <a:path w="1497329" h="1266825">
                <a:moveTo>
                  <a:pt x="741286" y="1266825"/>
                </a:moveTo>
                <a:lnTo>
                  <a:pt x="655561" y="1266825"/>
                </a:lnTo>
                <a:lnTo>
                  <a:pt x="655561" y="1238250"/>
                </a:lnTo>
                <a:lnTo>
                  <a:pt x="741286" y="1238250"/>
                </a:lnTo>
                <a:lnTo>
                  <a:pt x="741286" y="1266825"/>
                </a:lnTo>
                <a:close/>
              </a:path>
              <a:path w="1497329" h="1266825">
                <a:moveTo>
                  <a:pt x="626986" y="1266825"/>
                </a:moveTo>
                <a:lnTo>
                  <a:pt x="541261" y="1266825"/>
                </a:lnTo>
                <a:lnTo>
                  <a:pt x="541261" y="1238250"/>
                </a:lnTo>
                <a:lnTo>
                  <a:pt x="626986" y="1238250"/>
                </a:lnTo>
                <a:lnTo>
                  <a:pt x="626986" y="1266825"/>
                </a:lnTo>
                <a:close/>
              </a:path>
              <a:path w="1497329" h="1266825">
                <a:moveTo>
                  <a:pt x="512686" y="1266825"/>
                </a:moveTo>
                <a:lnTo>
                  <a:pt x="426961" y="1266825"/>
                </a:lnTo>
                <a:lnTo>
                  <a:pt x="426961" y="1238250"/>
                </a:lnTo>
                <a:lnTo>
                  <a:pt x="512686" y="1238250"/>
                </a:lnTo>
                <a:lnTo>
                  <a:pt x="512686" y="1266825"/>
                </a:lnTo>
                <a:close/>
              </a:path>
              <a:path w="1497329" h="1266825">
                <a:moveTo>
                  <a:pt x="398386" y="1266825"/>
                </a:moveTo>
                <a:lnTo>
                  <a:pt x="312661" y="1266825"/>
                </a:lnTo>
                <a:lnTo>
                  <a:pt x="312661" y="1238250"/>
                </a:lnTo>
                <a:lnTo>
                  <a:pt x="398386" y="1238250"/>
                </a:lnTo>
                <a:lnTo>
                  <a:pt x="398386" y="1266825"/>
                </a:lnTo>
                <a:close/>
              </a:path>
              <a:path w="1497329" h="1266825">
                <a:moveTo>
                  <a:pt x="284086" y="1266825"/>
                </a:moveTo>
                <a:lnTo>
                  <a:pt x="198361" y="1266825"/>
                </a:lnTo>
                <a:lnTo>
                  <a:pt x="198361" y="1238250"/>
                </a:lnTo>
                <a:lnTo>
                  <a:pt x="284086" y="1238250"/>
                </a:lnTo>
                <a:lnTo>
                  <a:pt x="284086" y="1266825"/>
                </a:lnTo>
                <a:close/>
              </a:path>
              <a:path w="1497329" h="1266825">
                <a:moveTo>
                  <a:pt x="169786" y="1266825"/>
                </a:moveTo>
                <a:lnTo>
                  <a:pt x="84061" y="1266825"/>
                </a:lnTo>
                <a:lnTo>
                  <a:pt x="84061" y="1238250"/>
                </a:lnTo>
                <a:lnTo>
                  <a:pt x="169786" y="1238250"/>
                </a:lnTo>
                <a:lnTo>
                  <a:pt x="169786" y="126682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464587" y="2198611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用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户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5372" y="684847"/>
            <a:ext cx="4043679" cy="1264920"/>
          </a:xfrm>
          <a:prstGeom prst="rect">
            <a:avLst/>
          </a:prstGeom>
        </p:spPr>
        <p:txBody>
          <a:bodyPr wrap="square" lIns="0" tIns="20574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62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什么导致电能的损耗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algn="r" marR="718820">
              <a:lnSpc>
                <a:spcPct val="100000"/>
              </a:lnSpc>
              <a:spcBef>
                <a:spcPts val="1520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43371" y="1959864"/>
            <a:ext cx="881380" cy="228600"/>
          </a:xfrm>
          <a:custGeom>
            <a:avLst/>
            <a:gdLst/>
            <a:ahLst/>
            <a:cxnLst/>
            <a:rect l="l" t="t" r="r" b="b"/>
            <a:pathLst>
              <a:path w="881379" h="228600">
                <a:moveTo>
                  <a:pt x="0" y="0"/>
                </a:moveTo>
                <a:lnTo>
                  <a:pt x="880872" y="0"/>
                </a:lnTo>
                <a:lnTo>
                  <a:pt x="88087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29198" y="1946275"/>
            <a:ext cx="909955" cy="257175"/>
          </a:xfrm>
          <a:custGeom>
            <a:avLst/>
            <a:gdLst/>
            <a:ahLst/>
            <a:cxnLst/>
            <a:rect l="l" t="t" r="r" b="b"/>
            <a:pathLst>
              <a:path w="909954" h="257175">
                <a:moveTo>
                  <a:pt x="909637" y="256870"/>
                </a:moveTo>
                <a:lnTo>
                  <a:pt x="0" y="256870"/>
                </a:lnTo>
                <a:lnTo>
                  <a:pt x="0" y="0"/>
                </a:lnTo>
                <a:lnTo>
                  <a:pt x="909637" y="0"/>
                </a:lnTo>
                <a:lnTo>
                  <a:pt x="9096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8295"/>
                </a:lnTo>
                <a:lnTo>
                  <a:pt x="14287" y="228295"/>
                </a:lnTo>
                <a:lnTo>
                  <a:pt x="28575" y="242582"/>
                </a:lnTo>
                <a:lnTo>
                  <a:pt x="909637" y="242582"/>
                </a:lnTo>
                <a:lnTo>
                  <a:pt x="909637" y="256870"/>
                </a:lnTo>
                <a:close/>
              </a:path>
              <a:path w="909954" h="257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09954" h="257175">
                <a:moveTo>
                  <a:pt x="8810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81062" y="14287"/>
                </a:lnTo>
                <a:lnTo>
                  <a:pt x="881062" y="28575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881062" y="14287"/>
                </a:lnTo>
                <a:lnTo>
                  <a:pt x="895350" y="28575"/>
                </a:lnTo>
                <a:lnTo>
                  <a:pt x="909637" y="28575"/>
                </a:lnTo>
                <a:lnTo>
                  <a:pt x="909637" y="228295"/>
                </a:lnTo>
                <a:lnTo>
                  <a:pt x="895350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8575"/>
                </a:moveTo>
                <a:lnTo>
                  <a:pt x="895350" y="28575"/>
                </a:lnTo>
                <a:lnTo>
                  <a:pt x="881062" y="14287"/>
                </a:lnTo>
                <a:lnTo>
                  <a:pt x="909637" y="14287"/>
                </a:lnTo>
                <a:lnTo>
                  <a:pt x="909637" y="28575"/>
                </a:lnTo>
                <a:close/>
              </a:path>
              <a:path w="909954" h="257175">
                <a:moveTo>
                  <a:pt x="28575" y="242582"/>
                </a:moveTo>
                <a:lnTo>
                  <a:pt x="14287" y="228295"/>
                </a:lnTo>
                <a:lnTo>
                  <a:pt x="28575" y="228295"/>
                </a:lnTo>
                <a:lnTo>
                  <a:pt x="28575" y="242582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28575" y="242582"/>
                </a:lnTo>
                <a:lnTo>
                  <a:pt x="28575" y="228295"/>
                </a:lnTo>
                <a:lnTo>
                  <a:pt x="881062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42582"/>
                </a:moveTo>
                <a:lnTo>
                  <a:pt x="881062" y="242582"/>
                </a:lnTo>
                <a:lnTo>
                  <a:pt x="895350" y="228295"/>
                </a:lnTo>
                <a:lnTo>
                  <a:pt x="909637" y="228295"/>
                </a:lnTo>
                <a:lnTo>
                  <a:pt x="909637" y="24258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012738" y="1516849"/>
            <a:ext cx="16383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59240" y="3388042"/>
            <a:ext cx="4655185" cy="1228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输电线上的功率损失是多少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114935">
              <a:lnSpc>
                <a:spcPct val="100000"/>
              </a:lnSpc>
              <a:spcBef>
                <a:spcPts val="2750"/>
              </a:spcBef>
            </a:pPr>
            <a:r>
              <a:rPr dirty="0" sz="2800" spc="330">
                <a:latin typeface="Cambria Math"/>
                <a:cs typeface="Cambria Math"/>
              </a:rPr>
              <a:t>P</a:t>
            </a:r>
            <a:r>
              <a:rPr dirty="0" baseline="-15277" sz="3000" spc="7">
                <a:latin typeface="宋体"/>
                <a:cs typeface="宋体"/>
              </a:rPr>
              <a:t>损</a:t>
            </a:r>
            <a:r>
              <a:rPr dirty="0" baseline="-15277" sz="3000" spc="-179">
                <a:latin typeface="宋体"/>
                <a:cs typeface="宋体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=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 spc="125">
                <a:latin typeface="Cambria Math"/>
                <a:cs typeface="Cambria Math"/>
              </a:rPr>
              <a:t>/</a:t>
            </a:r>
            <a:r>
              <a:rPr dirty="0" baseline="27777" sz="3000" spc="187">
                <a:latin typeface="Cambria Math"/>
                <a:cs typeface="Cambria Math"/>
              </a:rPr>
              <a:t>2</a:t>
            </a:r>
            <a:r>
              <a:rPr dirty="0" sz="2800" spc="125">
                <a:latin typeface="Cambria Math"/>
                <a:cs typeface="Cambria Math"/>
              </a:rPr>
              <a:t>r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833104" y="3576828"/>
            <a:ext cx="1062227" cy="12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7900" y="875664"/>
            <a:ext cx="51555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5">
                <a:latin typeface="微软雅黑"/>
                <a:cs typeface="微软雅黑"/>
              </a:rPr>
              <a:t>1</a:t>
            </a:r>
            <a:r>
              <a:rPr dirty="0" sz="3400" spc="-90">
                <a:latin typeface="微软雅黑"/>
                <a:cs typeface="微软雅黑"/>
              </a:rPr>
              <a:t> </a:t>
            </a:r>
            <a:r>
              <a:rPr dirty="0" sz="3400">
                <a:latin typeface="微软雅黑"/>
                <a:cs typeface="微软雅黑"/>
              </a:rPr>
              <a:t>降低输电损耗的两个途</a:t>
            </a:r>
            <a:r>
              <a:rPr dirty="0" sz="3400" spc="-5">
                <a:latin typeface="微软雅黑"/>
                <a:cs typeface="微软雅黑"/>
              </a:rPr>
              <a:t>径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42160" y="1970532"/>
            <a:ext cx="4224655" cy="471170"/>
          </a:xfrm>
          <a:custGeom>
            <a:avLst/>
            <a:gdLst/>
            <a:ahLst/>
            <a:cxnLst/>
            <a:rect l="l" t="t" r="r" b="b"/>
            <a:pathLst>
              <a:path w="4224655" h="471169">
                <a:moveTo>
                  <a:pt x="4145279" y="470916"/>
                </a:moveTo>
                <a:lnTo>
                  <a:pt x="79247" y="470916"/>
                </a:lnTo>
                <a:lnTo>
                  <a:pt x="48320" y="465172"/>
                </a:lnTo>
                <a:lnTo>
                  <a:pt x="23145" y="448551"/>
                </a:lnTo>
                <a:lnTo>
                  <a:pt x="6210" y="423681"/>
                </a:lnTo>
                <a:lnTo>
                  <a:pt x="0" y="393192"/>
                </a:lnTo>
                <a:lnTo>
                  <a:pt x="0" y="77724"/>
                </a:lnTo>
                <a:lnTo>
                  <a:pt x="6210" y="47241"/>
                </a:lnTo>
                <a:lnTo>
                  <a:pt x="23145" y="22374"/>
                </a:lnTo>
                <a:lnTo>
                  <a:pt x="48320" y="5750"/>
                </a:lnTo>
                <a:lnTo>
                  <a:pt x="79247" y="0"/>
                </a:lnTo>
                <a:lnTo>
                  <a:pt x="4145279" y="0"/>
                </a:lnTo>
                <a:lnTo>
                  <a:pt x="4175814" y="5750"/>
                </a:lnTo>
                <a:lnTo>
                  <a:pt x="4200858" y="22374"/>
                </a:lnTo>
                <a:lnTo>
                  <a:pt x="4217924" y="47241"/>
                </a:lnTo>
                <a:lnTo>
                  <a:pt x="4224528" y="77724"/>
                </a:lnTo>
                <a:lnTo>
                  <a:pt x="4224528" y="393192"/>
                </a:lnTo>
                <a:lnTo>
                  <a:pt x="4217924" y="423681"/>
                </a:lnTo>
                <a:lnTo>
                  <a:pt x="4200858" y="448551"/>
                </a:lnTo>
                <a:lnTo>
                  <a:pt x="4175814" y="465172"/>
                </a:lnTo>
                <a:lnTo>
                  <a:pt x="4145279" y="470916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37360" y="1819655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3003" y="762000"/>
                </a:moveTo>
                <a:lnTo>
                  <a:pt x="0" y="413004"/>
                </a:lnTo>
                <a:lnTo>
                  <a:pt x="348995" y="0"/>
                </a:lnTo>
                <a:lnTo>
                  <a:pt x="760476" y="348996"/>
                </a:lnTo>
                <a:lnTo>
                  <a:pt x="413003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42160" y="2979420"/>
            <a:ext cx="4224655" cy="474345"/>
          </a:xfrm>
          <a:custGeom>
            <a:avLst/>
            <a:gdLst/>
            <a:ahLst/>
            <a:cxnLst/>
            <a:rect l="l" t="t" r="r" b="b"/>
            <a:pathLst>
              <a:path w="4224655" h="474345">
                <a:moveTo>
                  <a:pt x="4145279" y="473963"/>
                </a:moveTo>
                <a:lnTo>
                  <a:pt x="79247" y="473963"/>
                </a:lnTo>
                <a:lnTo>
                  <a:pt x="48368" y="467600"/>
                </a:lnTo>
                <a:lnTo>
                  <a:pt x="23188" y="450589"/>
                </a:lnTo>
                <a:lnTo>
                  <a:pt x="6226" y="425454"/>
                </a:lnTo>
                <a:lnTo>
                  <a:pt x="0" y="394715"/>
                </a:lnTo>
                <a:lnTo>
                  <a:pt x="0" y="79247"/>
                </a:lnTo>
                <a:lnTo>
                  <a:pt x="6226" y="48168"/>
                </a:lnTo>
                <a:lnTo>
                  <a:pt x="23188" y="22921"/>
                </a:lnTo>
                <a:lnTo>
                  <a:pt x="48368" y="6026"/>
                </a:lnTo>
                <a:lnTo>
                  <a:pt x="79247" y="0"/>
                </a:lnTo>
                <a:lnTo>
                  <a:pt x="4145279" y="0"/>
                </a:lnTo>
                <a:lnTo>
                  <a:pt x="4175766" y="6026"/>
                </a:lnTo>
                <a:lnTo>
                  <a:pt x="4200815" y="22921"/>
                </a:lnTo>
                <a:lnTo>
                  <a:pt x="4217908" y="48168"/>
                </a:lnTo>
                <a:lnTo>
                  <a:pt x="4224528" y="79247"/>
                </a:lnTo>
                <a:lnTo>
                  <a:pt x="4224528" y="394715"/>
                </a:lnTo>
                <a:lnTo>
                  <a:pt x="4217908" y="425454"/>
                </a:lnTo>
                <a:lnTo>
                  <a:pt x="4200815" y="450589"/>
                </a:lnTo>
                <a:lnTo>
                  <a:pt x="4175766" y="467600"/>
                </a:lnTo>
                <a:lnTo>
                  <a:pt x="4145279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37360" y="2828544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30" h="762000">
                <a:moveTo>
                  <a:pt x="413003" y="762000"/>
                </a:moveTo>
                <a:lnTo>
                  <a:pt x="0" y="413003"/>
                </a:lnTo>
                <a:lnTo>
                  <a:pt x="348995" y="0"/>
                </a:lnTo>
                <a:lnTo>
                  <a:pt x="760476" y="348995"/>
                </a:lnTo>
                <a:lnTo>
                  <a:pt x="413003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58404" y="1972284"/>
            <a:ext cx="4466590" cy="1454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92810" indent="-880110">
              <a:lnSpc>
                <a:spcPct val="100000"/>
              </a:lnSpc>
              <a:spcBef>
                <a:spcPts val="95"/>
              </a:spcBef>
              <a:buSzPct val="96428"/>
              <a:buAutoNum type="arabicPlain"/>
              <a:tabLst>
                <a:tab pos="892810" algn="l"/>
              </a:tabLst>
            </a:pP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减小输电线的电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阻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FFFF"/>
              </a:buClr>
              <a:buFont typeface=""/>
              <a:buAutoNum type="arabicPlain"/>
            </a:pPr>
            <a:endParaRPr sz="3900">
              <a:latin typeface="Times New Roman"/>
              <a:cs typeface="Times New Roman"/>
            </a:endParaRPr>
          </a:p>
          <a:p>
            <a:pPr marL="892810" indent="-880110">
              <a:lnSpc>
                <a:spcPct val="100000"/>
              </a:lnSpc>
              <a:buSzPct val="96428"/>
              <a:buAutoNum type="arabicPlain"/>
              <a:tabLst>
                <a:tab pos="892810" algn="l"/>
              </a:tabLst>
            </a:pP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减小输电导线中的电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1523" y="886967"/>
            <a:ext cx="3305555" cy="5062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5372" y="648017"/>
            <a:ext cx="3754120" cy="1338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145" marR="5080" indent="-5080">
              <a:lnSpc>
                <a:spcPct val="153900"/>
              </a:lnSpc>
              <a:spcBef>
                <a:spcPts val="100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（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1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）减小输电线的电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阻 </a:t>
            </a:r>
            <a:r>
              <a:rPr dirty="0" sz="2800" b="1">
                <a:latin typeface="华文楷体"/>
                <a:cs typeface="华文楷体"/>
              </a:rPr>
              <a:t>根据电阻定律</a:t>
            </a:r>
            <a:r>
              <a:rPr dirty="0" sz="2800" spc="-10" b="1"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6199" y="2350071"/>
            <a:ext cx="11626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340">
                <a:latin typeface="Cambria Math"/>
                <a:cs typeface="Cambria Math"/>
              </a:rPr>
              <a:t>r </a:t>
            </a:r>
            <a:r>
              <a:rPr dirty="0" sz="2800" spc="-5">
                <a:latin typeface="Cambria Math"/>
                <a:cs typeface="Cambria Math"/>
              </a:rPr>
              <a:t>= </a:t>
            </a:r>
            <a:r>
              <a:rPr dirty="0" sz="2800" spc="175">
                <a:latin typeface="Cambria Math"/>
                <a:cs typeface="Cambria Math"/>
              </a:rPr>
              <a:t>p</a:t>
            </a:r>
            <a:r>
              <a:rPr dirty="0" sz="2800" spc="-229">
                <a:latin typeface="Cambria Math"/>
                <a:cs typeface="Cambria Math"/>
              </a:rPr>
              <a:t> </a:t>
            </a:r>
            <a:r>
              <a:rPr dirty="0" baseline="41666" sz="4200" spc="112">
                <a:latin typeface="Cambria Math"/>
                <a:cs typeface="Cambria Math"/>
              </a:rPr>
              <a:t>L</a:t>
            </a:r>
            <a:endParaRPr baseline="41666" sz="4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64876" y="2615914"/>
            <a:ext cx="202565" cy="0"/>
          </a:xfrm>
          <a:custGeom>
            <a:avLst/>
            <a:gdLst/>
            <a:ahLst/>
            <a:cxnLst/>
            <a:rect l="l" t="t" r="r" b="b"/>
            <a:pathLst>
              <a:path w="202564" h="0">
                <a:moveTo>
                  <a:pt x="0" y="0"/>
                </a:moveTo>
                <a:lnTo>
                  <a:pt x="201942" y="0"/>
                </a:lnTo>
              </a:path>
            </a:pathLst>
          </a:custGeom>
          <a:ln w="233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9591" y="2451655"/>
            <a:ext cx="4785360" cy="237998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 marL="1066165">
              <a:lnSpc>
                <a:spcPct val="100000"/>
              </a:lnSpc>
              <a:spcBef>
                <a:spcPts val="1165"/>
              </a:spcBef>
            </a:pPr>
            <a:r>
              <a:rPr dirty="0" sz="2800" spc="380">
                <a:latin typeface="Cambria Math"/>
                <a:cs typeface="Cambria Math"/>
              </a:rPr>
              <a:t>s</a:t>
            </a:r>
            <a:endParaRPr sz="2800">
              <a:latin typeface="Cambria Math"/>
              <a:cs typeface="Cambria Math"/>
            </a:endParaRPr>
          </a:p>
          <a:p>
            <a:pPr marL="27940">
              <a:lnSpc>
                <a:spcPct val="100000"/>
              </a:lnSpc>
              <a:spcBef>
                <a:spcPts val="1155"/>
              </a:spcBef>
            </a:pPr>
            <a:r>
              <a:rPr dirty="0" sz="2900" spc="-60" b="1" i="1">
                <a:latin typeface="Symbol"/>
                <a:cs typeface="Symbol"/>
              </a:rPr>
              <a:t></a:t>
            </a:r>
            <a:r>
              <a:rPr dirty="0" sz="2900" spc="315" b="1" i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：选用电阻率小的金属材</a:t>
            </a:r>
            <a:r>
              <a:rPr dirty="0" sz="2800" spc="-10" b="1">
                <a:latin typeface="华文楷体"/>
                <a:cs typeface="华文楷体"/>
              </a:rPr>
              <a:t>料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2900" spc="-470" b="1" i="1">
                <a:latin typeface="华文楷体"/>
                <a:cs typeface="华文楷体"/>
              </a:rPr>
              <a:t>L</a:t>
            </a:r>
            <a:r>
              <a:rPr dirty="0" sz="2800" spc="-470" b="1">
                <a:latin typeface="华文楷体"/>
                <a:cs typeface="华文楷体"/>
              </a:rPr>
              <a:t>：</a:t>
            </a:r>
            <a:r>
              <a:rPr dirty="0" sz="2800" b="1">
                <a:latin typeface="华文楷体"/>
                <a:cs typeface="华文楷体"/>
              </a:rPr>
              <a:t>输电距离一</a:t>
            </a:r>
            <a:r>
              <a:rPr dirty="0" sz="2800" spc="-10" b="1">
                <a:latin typeface="华文楷体"/>
                <a:cs typeface="华文楷体"/>
              </a:rPr>
              <a:t>定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900" spc="-470" b="1" i="1">
                <a:latin typeface="华文楷体"/>
                <a:cs typeface="华文楷体"/>
              </a:rPr>
              <a:t>S</a:t>
            </a:r>
            <a:r>
              <a:rPr dirty="0" sz="2800" spc="-470" b="1">
                <a:latin typeface="华文楷体"/>
                <a:cs typeface="华文楷体"/>
              </a:rPr>
              <a:t>：</a:t>
            </a:r>
            <a:r>
              <a:rPr dirty="0" sz="2800" b="1">
                <a:latin typeface="华文楷体"/>
                <a:cs typeface="华文楷体"/>
              </a:rPr>
              <a:t>适当增大导线的横截面</a:t>
            </a:r>
            <a:r>
              <a:rPr dirty="0" sz="2800" spc="-10" b="1">
                <a:latin typeface="华文楷体"/>
                <a:cs typeface="华文楷体"/>
              </a:rPr>
              <a:t>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30765" y="14435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68751" y="11734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6872" y="13959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87611" y="4154423"/>
            <a:ext cx="1062227" cy="12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74189" y="896581"/>
            <a:ext cx="8088630" cy="4345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9349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算一</a:t>
            </a:r>
            <a:r>
              <a:rPr dirty="0" sz="3200" spc="5">
                <a:latin typeface="黑体"/>
                <a:cs typeface="黑体"/>
              </a:rPr>
              <a:t>算</a:t>
            </a:r>
            <a:endParaRPr sz="3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/>
              <a:cs typeface="Times New Roman"/>
            </a:endParaRPr>
          </a:p>
          <a:p>
            <a:pPr marL="241300" marR="467995" indent="-228600">
              <a:lnSpc>
                <a:spcPts val="3020"/>
              </a:lnSpc>
              <a:buFont typeface="Arial"/>
              <a:buChar char="•"/>
              <a:tabLst>
                <a:tab pos="241300" algn="l"/>
                <a:tab pos="2376805" algn="l"/>
                <a:tab pos="3082290" algn="l"/>
              </a:tabLst>
            </a:pPr>
            <a:r>
              <a:rPr dirty="0" sz="2800" b="1">
                <a:latin typeface="华文楷体"/>
                <a:cs typeface="华文楷体"/>
              </a:rPr>
              <a:t>把功率为</a:t>
            </a:r>
            <a:r>
              <a:rPr dirty="0" sz="2800" spc="-5" b="1">
                <a:latin typeface="Times New Roman"/>
                <a:cs typeface="Times New Roman"/>
              </a:rPr>
              <a:t>200	kW</a:t>
            </a:r>
            <a:r>
              <a:rPr dirty="0" sz="2800" b="1">
                <a:latin typeface="华文楷体"/>
                <a:cs typeface="华文楷体"/>
              </a:rPr>
              <a:t>的电能用铝线送到</a:t>
            </a:r>
            <a:r>
              <a:rPr dirty="0" sz="2800" spc="-5" b="1">
                <a:latin typeface="Times New Roman"/>
                <a:cs typeface="Times New Roman"/>
              </a:rPr>
              <a:t>10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km</a:t>
            </a:r>
            <a:r>
              <a:rPr dirty="0" sz="2800" b="1">
                <a:latin typeface="华文楷体"/>
                <a:cs typeface="华文楷体"/>
              </a:rPr>
              <a:t>外</a:t>
            </a:r>
            <a:r>
              <a:rPr dirty="0" sz="2800" spc="-10" b="1">
                <a:latin typeface="华文楷体"/>
                <a:cs typeface="华文楷体"/>
              </a:rPr>
              <a:t>的 </a:t>
            </a:r>
            <a:r>
              <a:rPr dirty="0" sz="2800" b="1">
                <a:latin typeface="华文楷体"/>
                <a:cs typeface="华文楷体"/>
              </a:rPr>
              <a:t>地方，如果用</a:t>
            </a:r>
            <a:r>
              <a:rPr dirty="0" sz="2800" spc="-5" b="1">
                <a:latin typeface="Times New Roman"/>
                <a:cs typeface="Times New Roman"/>
              </a:rPr>
              <a:t>220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Times New Roman"/>
                <a:cs typeface="Times New Roman"/>
              </a:rPr>
              <a:t>V</a:t>
            </a:r>
            <a:r>
              <a:rPr dirty="0" sz="2800" b="1">
                <a:latin typeface="华文楷体"/>
                <a:cs typeface="华文楷体"/>
              </a:rPr>
              <a:t>的电压输电，并且使功率</a:t>
            </a:r>
            <a:r>
              <a:rPr dirty="0" sz="2800" spc="-10" b="1">
                <a:latin typeface="华文楷体"/>
                <a:cs typeface="华文楷体"/>
              </a:rPr>
              <a:t>损</a:t>
            </a:r>
            <a:endParaRPr sz="2800">
              <a:latin typeface="华文楷体"/>
              <a:cs typeface="华文楷体"/>
            </a:endParaRPr>
          </a:p>
          <a:p>
            <a:pPr marL="241300">
              <a:lnSpc>
                <a:spcPts val="2975"/>
              </a:lnSpc>
            </a:pPr>
            <a:r>
              <a:rPr dirty="0" sz="2800" b="1">
                <a:latin typeface="华文楷体"/>
                <a:cs typeface="华文楷体"/>
              </a:rPr>
              <a:t>失为输送功率的</a:t>
            </a:r>
            <a:r>
              <a:rPr dirty="0" sz="2800" spc="-5" b="1">
                <a:latin typeface="Times New Roman"/>
                <a:cs typeface="Times New Roman"/>
              </a:rPr>
              <a:t>10%</a:t>
            </a:r>
            <a:r>
              <a:rPr dirty="0" sz="2800" spc="-5" b="1">
                <a:latin typeface="华文楷体"/>
                <a:cs typeface="华文楷体"/>
              </a:rPr>
              <a:t>，</a:t>
            </a:r>
            <a:r>
              <a:rPr dirty="0" sz="2800" b="1">
                <a:latin typeface="华文楷体"/>
                <a:cs typeface="华文楷体"/>
              </a:rPr>
              <a:t>铝线的横截面积应为多大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  <a:tabLst>
                <a:tab pos="5412105" algn="l"/>
              </a:tabLst>
            </a:pPr>
            <a:r>
              <a:rPr dirty="0" sz="2800" b="1">
                <a:latin typeface="华文楷体"/>
                <a:cs typeface="华文楷体"/>
              </a:rPr>
              <a:t>（已知：铝的电阻率</a:t>
            </a:r>
            <a:r>
              <a:rPr dirty="0" sz="2800" b="1">
                <a:latin typeface="Times New Roman"/>
                <a:cs typeface="Times New Roman"/>
              </a:rPr>
              <a:t>2.9</a:t>
            </a:r>
            <a:r>
              <a:rPr dirty="0" sz="2800" b="1">
                <a:latin typeface="华文楷体"/>
                <a:cs typeface="华文楷体"/>
              </a:rPr>
              <a:t>×</a:t>
            </a:r>
            <a:r>
              <a:rPr dirty="0" sz="2800" b="1">
                <a:latin typeface="Times New Roman"/>
                <a:cs typeface="Times New Roman"/>
              </a:rPr>
              <a:t>10</a:t>
            </a:r>
            <a:r>
              <a:rPr dirty="0" baseline="21604" sz="2700" b="1">
                <a:latin typeface="Times New Roman"/>
                <a:cs typeface="Times New Roman"/>
              </a:rPr>
              <a:t>-8 </a:t>
            </a:r>
            <a:r>
              <a:rPr dirty="0" baseline="21604" sz="27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Ω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Symbol"/>
                <a:cs typeface="Symbol"/>
              </a:rPr>
              <a:t>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2800" spc="-10" b="1">
                <a:latin typeface="Times New Roman"/>
                <a:cs typeface="Times New Roman"/>
              </a:rPr>
              <a:t>m</a:t>
            </a:r>
            <a:r>
              <a:rPr dirty="0" sz="2800" spc="-10" b="1"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Times New Roman"/>
              <a:cs typeface="Times New Roman"/>
            </a:endParaRPr>
          </a:p>
          <a:p>
            <a:pPr marL="289560" marR="2341880">
              <a:lnSpc>
                <a:spcPct val="150000"/>
              </a:lnSpc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输送功率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200</a:t>
            </a:r>
            <a:r>
              <a:rPr dirty="0" sz="2800" spc="-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kW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指的是什么功率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？ 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输电电压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220</a:t>
            </a:r>
            <a:r>
              <a:rPr dirty="0" sz="2800" spc="-7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是谁两端的电压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7751" y="2274176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26801" y="3113709"/>
            <a:ext cx="3924300" cy="0"/>
          </a:xfrm>
          <a:custGeom>
            <a:avLst/>
            <a:gdLst/>
            <a:ahLst/>
            <a:cxnLst/>
            <a:rect l="l" t="t" r="r" b="b"/>
            <a:pathLst>
              <a:path w="3924300" h="0">
                <a:moveTo>
                  <a:pt x="0" y="0"/>
                </a:moveTo>
                <a:lnTo>
                  <a:pt x="3923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18346" y="2021103"/>
            <a:ext cx="1497330" cy="1266825"/>
          </a:xfrm>
          <a:custGeom>
            <a:avLst/>
            <a:gdLst/>
            <a:ahLst/>
            <a:cxnLst/>
            <a:rect l="l" t="t" r="r" b="b"/>
            <a:pathLst>
              <a:path w="1497329" h="1266825">
                <a:moveTo>
                  <a:pt x="14287" y="1252537"/>
                </a:moveTo>
                <a:lnTo>
                  <a:pt x="0" y="1252537"/>
                </a:lnTo>
                <a:lnTo>
                  <a:pt x="0" y="1166812"/>
                </a:lnTo>
                <a:lnTo>
                  <a:pt x="28575" y="1166812"/>
                </a:lnTo>
                <a:lnTo>
                  <a:pt x="28575" y="1238250"/>
                </a:lnTo>
                <a:lnTo>
                  <a:pt x="14287" y="1238250"/>
                </a:lnTo>
                <a:lnTo>
                  <a:pt x="14287" y="1252537"/>
                </a:lnTo>
                <a:close/>
              </a:path>
              <a:path w="1497329" h="1266825">
                <a:moveTo>
                  <a:pt x="55486" y="1266825"/>
                </a:moveTo>
                <a:lnTo>
                  <a:pt x="14287" y="1266825"/>
                </a:lnTo>
                <a:lnTo>
                  <a:pt x="14287" y="1238250"/>
                </a:lnTo>
                <a:lnTo>
                  <a:pt x="28575" y="1238250"/>
                </a:lnTo>
                <a:lnTo>
                  <a:pt x="28575" y="1252537"/>
                </a:lnTo>
                <a:lnTo>
                  <a:pt x="55486" y="1252537"/>
                </a:lnTo>
                <a:lnTo>
                  <a:pt x="55486" y="1266825"/>
                </a:lnTo>
                <a:close/>
              </a:path>
              <a:path w="1497329" h="1266825">
                <a:moveTo>
                  <a:pt x="55486" y="1252537"/>
                </a:moveTo>
                <a:lnTo>
                  <a:pt x="28575" y="1252537"/>
                </a:lnTo>
                <a:lnTo>
                  <a:pt x="28575" y="1238250"/>
                </a:lnTo>
                <a:lnTo>
                  <a:pt x="55486" y="1238250"/>
                </a:lnTo>
                <a:lnTo>
                  <a:pt x="55486" y="1252537"/>
                </a:lnTo>
                <a:close/>
              </a:path>
              <a:path w="1497329" h="1266825">
                <a:moveTo>
                  <a:pt x="28575" y="1138237"/>
                </a:moveTo>
                <a:lnTo>
                  <a:pt x="0" y="1138237"/>
                </a:lnTo>
                <a:lnTo>
                  <a:pt x="0" y="1052512"/>
                </a:lnTo>
                <a:lnTo>
                  <a:pt x="28575" y="1052512"/>
                </a:lnTo>
                <a:lnTo>
                  <a:pt x="28575" y="1138237"/>
                </a:lnTo>
                <a:close/>
              </a:path>
              <a:path w="1497329" h="1266825">
                <a:moveTo>
                  <a:pt x="28575" y="1023937"/>
                </a:moveTo>
                <a:lnTo>
                  <a:pt x="0" y="1023937"/>
                </a:lnTo>
                <a:lnTo>
                  <a:pt x="0" y="938212"/>
                </a:lnTo>
                <a:lnTo>
                  <a:pt x="28575" y="938212"/>
                </a:lnTo>
                <a:lnTo>
                  <a:pt x="28575" y="1023937"/>
                </a:lnTo>
                <a:close/>
              </a:path>
              <a:path w="1497329" h="1266825">
                <a:moveTo>
                  <a:pt x="28575" y="909637"/>
                </a:moveTo>
                <a:lnTo>
                  <a:pt x="0" y="909637"/>
                </a:lnTo>
                <a:lnTo>
                  <a:pt x="0" y="823912"/>
                </a:lnTo>
                <a:lnTo>
                  <a:pt x="28575" y="823912"/>
                </a:lnTo>
                <a:lnTo>
                  <a:pt x="28575" y="909637"/>
                </a:lnTo>
                <a:close/>
              </a:path>
              <a:path w="1497329" h="1266825">
                <a:moveTo>
                  <a:pt x="28575" y="795337"/>
                </a:moveTo>
                <a:lnTo>
                  <a:pt x="0" y="795337"/>
                </a:lnTo>
                <a:lnTo>
                  <a:pt x="0" y="709612"/>
                </a:lnTo>
                <a:lnTo>
                  <a:pt x="28575" y="709612"/>
                </a:lnTo>
                <a:lnTo>
                  <a:pt x="28575" y="795337"/>
                </a:lnTo>
                <a:close/>
              </a:path>
              <a:path w="1497329" h="1266825">
                <a:moveTo>
                  <a:pt x="28575" y="681037"/>
                </a:moveTo>
                <a:lnTo>
                  <a:pt x="0" y="681037"/>
                </a:lnTo>
                <a:lnTo>
                  <a:pt x="0" y="595312"/>
                </a:lnTo>
                <a:lnTo>
                  <a:pt x="28575" y="595312"/>
                </a:lnTo>
                <a:lnTo>
                  <a:pt x="28575" y="681037"/>
                </a:lnTo>
                <a:close/>
              </a:path>
              <a:path w="1497329" h="1266825">
                <a:moveTo>
                  <a:pt x="28575" y="566737"/>
                </a:moveTo>
                <a:lnTo>
                  <a:pt x="0" y="566737"/>
                </a:lnTo>
                <a:lnTo>
                  <a:pt x="0" y="481012"/>
                </a:lnTo>
                <a:lnTo>
                  <a:pt x="28575" y="481012"/>
                </a:lnTo>
                <a:lnTo>
                  <a:pt x="28575" y="566737"/>
                </a:lnTo>
                <a:close/>
              </a:path>
              <a:path w="1497329" h="1266825">
                <a:moveTo>
                  <a:pt x="28575" y="452437"/>
                </a:moveTo>
                <a:lnTo>
                  <a:pt x="0" y="452437"/>
                </a:lnTo>
                <a:lnTo>
                  <a:pt x="0" y="366712"/>
                </a:lnTo>
                <a:lnTo>
                  <a:pt x="28575" y="366712"/>
                </a:lnTo>
                <a:lnTo>
                  <a:pt x="28575" y="452437"/>
                </a:lnTo>
                <a:close/>
              </a:path>
              <a:path w="1497329" h="1266825">
                <a:moveTo>
                  <a:pt x="28575" y="338137"/>
                </a:moveTo>
                <a:lnTo>
                  <a:pt x="0" y="338137"/>
                </a:lnTo>
                <a:lnTo>
                  <a:pt x="0" y="252412"/>
                </a:lnTo>
                <a:lnTo>
                  <a:pt x="28575" y="252412"/>
                </a:lnTo>
                <a:lnTo>
                  <a:pt x="28575" y="338137"/>
                </a:lnTo>
                <a:close/>
              </a:path>
              <a:path w="1497329" h="1266825">
                <a:moveTo>
                  <a:pt x="28575" y="223837"/>
                </a:moveTo>
                <a:lnTo>
                  <a:pt x="0" y="223837"/>
                </a:lnTo>
                <a:lnTo>
                  <a:pt x="0" y="138112"/>
                </a:lnTo>
                <a:lnTo>
                  <a:pt x="28575" y="138112"/>
                </a:lnTo>
                <a:lnTo>
                  <a:pt x="28575" y="223837"/>
                </a:lnTo>
                <a:close/>
              </a:path>
              <a:path w="1497329" h="1266825">
                <a:moveTo>
                  <a:pt x="28575" y="109537"/>
                </a:moveTo>
                <a:lnTo>
                  <a:pt x="0" y="109537"/>
                </a:lnTo>
                <a:lnTo>
                  <a:pt x="0" y="23812"/>
                </a:lnTo>
                <a:lnTo>
                  <a:pt x="28575" y="23812"/>
                </a:lnTo>
                <a:lnTo>
                  <a:pt x="28575" y="109537"/>
                </a:lnTo>
                <a:close/>
              </a:path>
              <a:path w="1497329" h="1266825">
                <a:moveTo>
                  <a:pt x="119062" y="28575"/>
                </a:moveTo>
                <a:lnTo>
                  <a:pt x="33337" y="28575"/>
                </a:lnTo>
                <a:lnTo>
                  <a:pt x="33337" y="0"/>
                </a:lnTo>
                <a:lnTo>
                  <a:pt x="119062" y="0"/>
                </a:lnTo>
                <a:lnTo>
                  <a:pt x="119062" y="28575"/>
                </a:lnTo>
                <a:close/>
              </a:path>
              <a:path w="1497329" h="1266825">
                <a:moveTo>
                  <a:pt x="233362" y="28575"/>
                </a:moveTo>
                <a:lnTo>
                  <a:pt x="147637" y="28575"/>
                </a:lnTo>
                <a:lnTo>
                  <a:pt x="147637" y="0"/>
                </a:lnTo>
                <a:lnTo>
                  <a:pt x="233362" y="0"/>
                </a:lnTo>
                <a:lnTo>
                  <a:pt x="233362" y="28575"/>
                </a:lnTo>
                <a:close/>
              </a:path>
              <a:path w="1497329" h="1266825">
                <a:moveTo>
                  <a:pt x="347662" y="28575"/>
                </a:moveTo>
                <a:lnTo>
                  <a:pt x="261937" y="28575"/>
                </a:lnTo>
                <a:lnTo>
                  <a:pt x="261937" y="0"/>
                </a:lnTo>
                <a:lnTo>
                  <a:pt x="347662" y="0"/>
                </a:lnTo>
                <a:lnTo>
                  <a:pt x="347662" y="28575"/>
                </a:lnTo>
                <a:close/>
              </a:path>
              <a:path w="1497329" h="1266825">
                <a:moveTo>
                  <a:pt x="461962" y="28575"/>
                </a:moveTo>
                <a:lnTo>
                  <a:pt x="376237" y="28575"/>
                </a:lnTo>
                <a:lnTo>
                  <a:pt x="376237" y="0"/>
                </a:lnTo>
                <a:lnTo>
                  <a:pt x="461962" y="0"/>
                </a:lnTo>
                <a:lnTo>
                  <a:pt x="461962" y="28575"/>
                </a:lnTo>
                <a:close/>
              </a:path>
              <a:path w="1497329" h="1266825">
                <a:moveTo>
                  <a:pt x="576262" y="28575"/>
                </a:moveTo>
                <a:lnTo>
                  <a:pt x="490537" y="28575"/>
                </a:lnTo>
                <a:lnTo>
                  <a:pt x="490537" y="0"/>
                </a:lnTo>
                <a:lnTo>
                  <a:pt x="576262" y="0"/>
                </a:lnTo>
                <a:lnTo>
                  <a:pt x="576262" y="28575"/>
                </a:lnTo>
                <a:close/>
              </a:path>
              <a:path w="1497329" h="1266825">
                <a:moveTo>
                  <a:pt x="690562" y="28575"/>
                </a:moveTo>
                <a:lnTo>
                  <a:pt x="604837" y="28575"/>
                </a:lnTo>
                <a:lnTo>
                  <a:pt x="604837" y="0"/>
                </a:lnTo>
                <a:lnTo>
                  <a:pt x="690562" y="0"/>
                </a:lnTo>
                <a:lnTo>
                  <a:pt x="690562" y="28575"/>
                </a:lnTo>
                <a:close/>
              </a:path>
              <a:path w="1497329" h="1266825">
                <a:moveTo>
                  <a:pt x="804862" y="28575"/>
                </a:moveTo>
                <a:lnTo>
                  <a:pt x="719137" y="28575"/>
                </a:lnTo>
                <a:lnTo>
                  <a:pt x="719137" y="0"/>
                </a:lnTo>
                <a:lnTo>
                  <a:pt x="804862" y="0"/>
                </a:lnTo>
                <a:lnTo>
                  <a:pt x="804862" y="28575"/>
                </a:lnTo>
                <a:close/>
              </a:path>
              <a:path w="1497329" h="1266825">
                <a:moveTo>
                  <a:pt x="919162" y="28575"/>
                </a:moveTo>
                <a:lnTo>
                  <a:pt x="833437" y="28575"/>
                </a:lnTo>
                <a:lnTo>
                  <a:pt x="833437" y="0"/>
                </a:lnTo>
                <a:lnTo>
                  <a:pt x="919162" y="0"/>
                </a:lnTo>
                <a:lnTo>
                  <a:pt x="919162" y="28575"/>
                </a:lnTo>
                <a:close/>
              </a:path>
              <a:path w="1497329" h="1266825">
                <a:moveTo>
                  <a:pt x="1033462" y="28575"/>
                </a:moveTo>
                <a:lnTo>
                  <a:pt x="947737" y="28575"/>
                </a:lnTo>
                <a:lnTo>
                  <a:pt x="947737" y="0"/>
                </a:lnTo>
                <a:lnTo>
                  <a:pt x="1033462" y="0"/>
                </a:lnTo>
                <a:lnTo>
                  <a:pt x="1033462" y="28575"/>
                </a:lnTo>
                <a:close/>
              </a:path>
              <a:path w="1497329" h="1266825">
                <a:moveTo>
                  <a:pt x="1147762" y="28575"/>
                </a:moveTo>
                <a:lnTo>
                  <a:pt x="1062037" y="28575"/>
                </a:lnTo>
                <a:lnTo>
                  <a:pt x="1062037" y="0"/>
                </a:lnTo>
                <a:lnTo>
                  <a:pt x="1147762" y="0"/>
                </a:lnTo>
                <a:lnTo>
                  <a:pt x="1147762" y="28575"/>
                </a:lnTo>
                <a:close/>
              </a:path>
              <a:path w="1497329" h="1266825">
                <a:moveTo>
                  <a:pt x="1262062" y="28575"/>
                </a:moveTo>
                <a:lnTo>
                  <a:pt x="1176337" y="28575"/>
                </a:lnTo>
                <a:lnTo>
                  <a:pt x="1176337" y="0"/>
                </a:lnTo>
                <a:lnTo>
                  <a:pt x="1262062" y="0"/>
                </a:lnTo>
                <a:lnTo>
                  <a:pt x="1262062" y="28575"/>
                </a:lnTo>
                <a:close/>
              </a:path>
              <a:path w="1497329" h="1266825">
                <a:moveTo>
                  <a:pt x="1376362" y="28575"/>
                </a:moveTo>
                <a:lnTo>
                  <a:pt x="1290637" y="28575"/>
                </a:lnTo>
                <a:lnTo>
                  <a:pt x="1290637" y="0"/>
                </a:lnTo>
                <a:lnTo>
                  <a:pt x="1376362" y="0"/>
                </a:lnTo>
                <a:lnTo>
                  <a:pt x="1376362" y="28575"/>
                </a:lnTo>
                <a:close/>
              </a:path>
              <a:path w="1497329" h="1266825">
                <a:moveTo>
                  <a:pt x="1468399" y="28575"/>
                </a:moveTo>
                <a:lnTo>
                  <a:pt x="1404937" y="28575"/>
                </a:lnTo>
                <a:lnTo>
                  <a:pt x="1404937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266825">
                <a:moveTo>
                  <a:pt x="1482686" y="28575"/>
                </a:moveTo>
                <a:lnTo>
                  <a:pt x="1468399" y="28575"/>
                </a:lnTo>
                <a:lnTo>
                  <a:pt x="1468399" y="14287"/>
                </a:lnTo>
                <a:lnTo>
                  <a:pt x="1482686" y="28575"/>
                </a:lnTo>
                <a:close/>
              </a:path>
              <a:path w="1497329" h="1266825">
                <a:moveTo>
                  <a:pt x="1496974" y="22263"/>
                </a:moveTo>
                <a:lnTo>
                  <a:pt x="1476375" y="22263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2263"/>
                </a:lnTo>
                <a:close/>
              </a:path>
              <a:path w="1497329" h="1266825">
                <a:moveTo>
                  <a:pt x="1496974" y="136563"/>
                </a:moveTo>
                <a:lnTo>
                  <a:pt x="1468399" y="136563"/>
                </a:lnTo>
                <a:lnTo>
                  <a:pt x="1468399" y="50838"/>
                </a:lnTo>
                <a:lnTo>
                  <a:pt x="1496974" y="50838"/>
                </a:lnTo>
                <a:lnTo>
                  <a:pt x="1496974" y="136563"/>
                </a:lnTo>
                <a:close/>
              </a:path>
              <a:path w="1497329" h="1266825">
                <a:moveTo>
                  <a:pt x="1496974" y="250863"/>
                </a:moveTo>
                <a:lnTo>
                  <a:pt x="1468399" y="250863"/>
                </a:lnTo>
                <a:lnTo>
                  <a:pt x="1468399" y="165138"/>
                </a:lnTo>
                <a:lnTo>
                  <a:pt x="1496974" y="165138"/>
                </a:lnTo>
                <a:lnTo>
                  <a:pt x="1496974" y="250863"/>
                </a:lnTo>
                <a:close/>
              </a:path>
              <a:path w="1497329" h="1266825">
                <a:moveTo>
                  <a:pt x="1496974" y="365163"/>
                </a:moveTo>
                <a:lnTo>
                  <a:pt x="1468399" y="365163"/>
                </a:lnTo>
                <a:lnTo>
                  <a:pt x="1468399" y="279438"/>
                </a:lnTo>
                <a:lnTo>
                  <a:pt x="1496974" y="279438"/>
                </a:lnTo>
                <a:lnTo>
                  <a:pt x="1496974" y="365163"/>
                </a:lnTo>
                <a:close/>
              </a:path>
              <a:path w="1497329" h="1266825">
                <a:moveTo>
                  <a:pt x="1496974" y="479463"/>
                </a:moveTo>
                <a:lnTo>
                  <a:pt x="1468399" y="479463"/>
                </a:lnTo>
                <a:lnTo>
                  <a:pt x="1468399" y="393738"/>
                </a:lnTo>
                <a:lnTo>
                  <a:pt x="1496974" y="393738"/>
                </a:lnTo>
                <a:lnTo>
                  <a:pt x="1496974" y="479463"/>
                </a:lnTo>
                <a:close/>
              </a:path>
              <a:path w="1497329" h="1266825">
                <a:moveTo>
                  <a:pt x="1496974" y="593763"/>
                </a:moveTo>
                <a:lnTo>
                  <a:pt x="1468399" y="593763"/>
                </a:lnTo>
                <a:lnTo>
                  <a:pt x="1468399" y="508038"/>
                </a:lnTo>
                <a:lnTo>
                  <a:pt x="1496974" y="508038"/>
                </a:lnTo>
                <a:lnTo>
                  <a:pt x="1496974" y="593763"/>
                </a:lnTo>
                <a:close/>
              </a:path>
              <a:path w="1497329" h="1266825">
                <a:moveTo>
                  <a:pt x="1496974" y="708063"/>
                </a:moveTo>
                <a:lnTo>
                  <a:pt x="1468399" y="708063"/>
                </a:lnTo>
                <a:lnTo>
                  <a:pt x="1468399" y="622338"/>
                </a:lnTo>
                <a:lnTo>
                  <a:pt x="1496974" y="622338"/>
                </a:lnTo>
                <a:lnTo>
                  <a:pt x="1496974" y="708063"/>
                </a:lnTo>
                <a:close/>
              </a:path>
              <a:path w="1497329" h="1266825">
                <a:moveTo>
                  <a:pt x="1496974" y="822363"/>
                </a:moveTo>
                <a:lnTo>
                  <a:pt x="1468399" y="822363"/>
                </a:lnTo>
                <a:lnTo>
                  <a:pt x="1468399" y="736638"/>
                </a:lnTo>
                <a:lnTo>
                  <a:pt x="1496974" y="736638"/>
                </a:lnTo>
                <a:lnTo>
                  <a:pt x="1496974" y="822363"/>
                </a:lnTo>
                <a:close/>
              </a:path>
              <a:path w="1497329" h="1266825">
                <a:moveTo>
                  <a:pt x="1496974" y="936663"/>
                </a:moveTo>
                <a:lnTo>
                  <a:pt x="1468399" y="936663"/>
                </a:lnTo>
                <a:lnTo>
                  <a:pt x="1468399" y="850938"/>
                </a:lnTo>
                <a:lnTo>
                  <a:pt x="1496974" y="850938"/>
                </a:lnTo>
                <a:lnTo>
                  <a:pt x="1496974" y="936663"/>
                </a:lnTo>
                <a:close/>
              </a:path>
              <a:path w="1497329" h="1266825">
                <a:moveTo>
                  <a:pt x="1496974" y="1050963"/>
                </a:moveTo>
                <a:lnTo>
                  <a:pt x="1468399" y="1050963"/>
                </a:lnTo>
                <a:lnTo>
                  <a:pt x="1468399" y="965238"/>
                </a:lnTo>
                <a:lnTo>
                  <a:pt x="1496974" y="965238"/>
                </a:lnTo>
                <a:lnTo>
                  <a:pt x="1496974" y="1050963"/>
                </a:lnTo>
                <a:close/>
              </a:path>
              <a:path w="1497329" h="1266825">
                <a:moveTo>
                  <a:pt x="1496974" y="1165263"/>
                </a:moveTo>
                <a:lnTo>
                  <a:pt x="1468399" y="1165263"/>
                </a:lnTo>
                <a:lnTo>
                  <a:pt x="1468399" y="1079538"/>
                </a:lnTo>
                <a:lnTo>
                  <a:pt x="1496974" y="1079538"/>
                </a:lnTo>
                <a:lnTo>
                  <a:pt x="1496974" y="1165263"/>
                </a:lnTo>
                <a:close/>
              </a:path>
              <a:path w="1497329" h="1266825">
                <a:moveTo>
                  <a:pt x="1468399" y="1252537"/>
                </a:moveTo>
                <a:lnTo>
                  <a:pt x="1468399" y="1193838"/>
                </a:lnTo>
                <a:lnTo>
                  <a:pt x="1496974" y="1193838"/>
                </a:lnTo>
                <a:lnTo>
                  <a:pt x="1496974" y="1238250"/>
                </a:lnTo>
                <a:lnTo>
                  <a:pt x="1482686" y="1238250"/>
                </a:lnTo>
                <a:lnTo>
                  <a:pt x="1468399" y="1252537"/>
                </a:lnTo>
                <a:close/>
              </a:path>
              <a:path w="1497329" h="1266825">
                <a:moveTo>
                  <a:pt x="1496974" y="1266825"/>
                </a:moveTo>
                <a:lnTo>
                  <a:pt x="1455661" y="1266825"/>
                </a:lnTo>
                <a:lnTo>
                  <a:pt x="1455661" y="1238250"/>
                </a:lnTo>
                <a:lnTo>
                  <a:pt x="1468399" y="1238250"/>
                </a:lnTo>
                <a:lnTo>
                  <a:pt x="1468399" y="1252537"/>
                </a:lnTo>
                <a:lnTo>
                  <a:pt x="1496974" y="1252537"/>
                </a:lnTo>
                <a:lnTo>
                  <a:pt x="1496974" y="1266825"/>
                </a:lnTo>
                <a:close/>
              </a:path>
              <a:path w="1497329" h="1266825">
                <a:moveTo>
                  <a:pt x="1496974" y="1252537"/>
                </a:moveTo>
                <a:lnTo>
                  <a:pt x="1468399" y="1252537"/>
                </a:lnTo>
                <a:lnTo>
                  <a:pt x="1482686" y="1238250"/>
                </a:lnTo>
                <a:lnTo>
                  <a:pt x="1496974" y="1238250"/>
                </a:lnTo>
                <a:lnTo>
                  <a:pt x="1496974" y="1252537"/>
                </a:lnTo>
                <a:close/>
              </a:path>
              <a:path w="1497329" h="1266825">
                <a:moveTo>
                  <a:pt x="1427086" y="1266825"/>
                </a:moveTo>
                <a:lnTo>
                  <a:pt x="1341361" y="1266825"/>
                </a:lnTo>
                <a:lnTo>
                  <a:pt x="1341361" y="1238250"/>
                </a:lnTo>
                <a:lnTo>
                  <a:pt x="1427086" y="1238250"/>
                </a:lnTo>
                <a:lnTo>
                  <a:pt x="1427086" y="1266825"/>
                </a:lnTo>
                <a:close/>
              </a:path>
              <a:path w="1497329" h="1266825">
                <a:moveTo>
                  <a:pt x="1312786" y="1266825"/>
                </a:moveTo>
                <a:lnTo>
                  <a:pt x="1227061" y="1266825"/>
                </a:lnTo>
                <a:lnTo>
                  <a:pt x="1227061" y="1238250"/>
                </a:lnTo>
                <a:lnTo>
                  <a:pt x="1312786" y="1238250"/>
                </a:lnTo>
                <a:lnTo>
                  <a:pt x="1312786" y="1266825"/>
                </a:lnTo>
                <a:close/>
              </a:path>
              <a:path w="1497329" h="1266825">
                <a:moveTo>
                  <a:pt x="1198486" y="1266825"/>
                </a:moveTo>
                <a:lnTo>
                  <a:pt x="1112761" y="1266825"/>
                </a:lnTo>
                <a:lnTo>
                  <a:pt x="1112761" y="1238250"/>
                </a:lnTo>
                <a:lnTo>
                  <a:pt x="1198486" y="1238250"/>
                </a:lnTo>
                <a:lnTo>
                  <a:pt x="1198486" y="1266825"/>
                </a:lnTo>
                <a:close/>
              </a:path>
              <a:path w="1497329" h="1266825">
                <a:moveTo>
                  <a:pt x="1084186" y="1266825"/>
                </a:moveTo>
                <a:lnTo>
                  <a:pt x="998461" y="1266825"/>
                </a:lnTo>
                <a:lnTo>
                  <a:pt x="998461" y="1238250"/>
                </a:lnTo>
                <a:lnTo>
                  <a:pt x="1084186" y="1238250"/>
                </a:lnTo>
                <a:lnTo>
                  <a:pt x="1084186" y="1266825"/>
                </a:lnTo>
                <a:close/>
              </a:path>
              <a:path w="1497329" h="1266825">
                <a:moveTo>
                  <a:pt x="969886" y="1266825"/>
                </a:moveTo>
                <a:lnTo>
                  <a:pt x="884161" y="1266825"/>
                </a:lnTo>
                <a:lnTo>
                  <a:pt x="884161" y="1238250"/>
                </a:lnTo>
                <a:lnTo>
                  <a:pt x="969886" y="1238250"/>
                </a:lnTo>
                <a:lnTo>
                  <a:pt x="969886" y="1266825"/>
                </a:lnTo>
                <a:close/>
              </a:path>
              <a:path w="1497329" h="1266825">
                <a:moveTo>
                  <a:pt x="855586" y="1266825"/>
                </a:moveTo>
                <a:lnTo>
                  <a:pt x="769861" y="1266825"/>
                </a:lnTo>
                <a:lnTo>
                  <a:pt x="769861" y="1238250"/>
                </a:lnTo>
                <a:lnTo>
                  <a:pt x="855586" y="1238250"/>
                </a:lnTo>
                <a:lnTo>
                  <a:pt x="855586" y="1266825"/>
                </a:lnTo>
                <a:close/>
              </a:path>
              <a:path w="1497329" h="1266825">
                <a:moveTo>
                  <a:pt x="741286" y="1266825"/>
                </a:moveTo>
                <a:lnTo>
                  <a:pt x="655561" y="1266825"/>
                </a:lnTo>
                <a:lnTo>
                  <a:pt x="655561" y="1238250"/>
                </a:lnTo>
                <a:lnTo>
                  <a:pt x="741286" y="1238250"/>
                </a:lnTo>
                <a:lnTo>
                  <a:pt x="741286" y="1266825"/>
                </a:lnTo>
                <a:close/>
              </a:path>
              <a:path w="1497329" h="1266825">
                <a:moveTo>
                  <a:pt x="626986" y="1266825"/>
                </a:moveTo>
                <a:lnTo>
                  <a:pt x="541261" y="1266825"/>
                </a:lnTo>
                <a:lnTo>
                  <a:pt x="541261" y="1238250"/>
                </a:lnTo>
                <a:lnTo>
                  <a:pt x="626986" y="1238250"/>
                </a:lnTo>
                <a:lnTo>
                  <a:pt x="626986" y="1266825"/>
                </a:lnTo>
                <a:close/>
              </a:path>
              <a:path w="1497329" h="1266825">
                <a:moveTo>
                  <a:pt x="512686" y="1266825"/>
                </a:moveTo>
                <a:lnTo>
                  <a:pt x="426961" y="1266825"/>
                </a:lnTo>
                <a:lnTo>
                  <a:pt x="426961" y="1238250"/>
                </a:lnTo>
                <a:lnTo>
                  <a:pt x="512686" y="1238250"/>
                </a:lnTo>
                <a:lnTo>
                  <a:pt x="512686" y="1266825"/>
                </a:lnTo>
                <a:close/>
              </a:path>
              <a:path w="1497329" h="1266825">
                <a:moveTo>
                  <a:pt x="398386" y="1266825"/>
                </a:moveTo>
                <a:lnTo>
                  <a:pt x="312661" y="1266825"/>
                </a:lnTo>
                <a:lnTo>
                  <a:pt x="312661" y="1238250"/>
                </a:lnTo>
                <a:lnTo>
                  <a:pt x="398386" y="1238250"/>
                </a:lnTo>
                <a:lnTo>
                  <a:pt x="398386" y="1266825"/>
                </a:lnTo>
                <a:close/>
              </a:path>
              <a:path w="1497329" h="1266825">
                <a:moveTo>
                  <a:pt x="284086" y="1266825"/>
                </a:moveTo>
                <a:lnTo>
                  <a:pt x="198361" y="1266825"/>
                </a:lnTo>
                <a:lnTo>
                  <a:pt x="198361" y="1238250"/>
                </a:lnTo>
                <a:lnTo>
                  <a:pt x="284086" y="1238250"/>
                </a:lnTo>
                <a:lnTo>
                  <a:pt x="284086" y="1266825"/>
                </a:lnTo>
                <a:close/>
              </a:path>
              <a:path w="1497329" h="1266825">
                <a:moveTo>
                  <a:pt x="169786" y="1266825"/>
                </a:moveTo>
                <a:lnTo>
                  <a:pt x="84061" y="1266825"/>
                </a:lnTo>
                <a:lnTo>
                  <a:pt x="84061" y="1238250"/>
                </a:lnTo>
                <a:lnTo>
                  <a:pt x="169786" y="1238250"/>
                </a:lnTo>
                <a:lnTo>
                  <a:pt x="169786" y="126682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19324" y="2387180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发电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82890" y="2031593"/>
            <a:ext cx="1497330" cy="1266825"/>
          </a:xfrm>
          <a:custGeom>
            <a:avLst/>
            <a:gdLst/>
            <a:ahLst/>
            <a:cxnLst/>
            <a:rect l="l" t="t" r="r" b="b"/>
            <a:pathLst>
              <a:path w="1497329" h="1266825">
                <a:moveTo>
                  <a:pt x="14287" y="1252537"/>
                </a:moveTo>
                <a:lnTo>
                  <a:pt x="0" y="1252537"/>
                </a:lnTo>
                <a:lnTo>
                  <a:pt x="0" y="1166812"/>
                </a:lnTo>
                <a:lnTo>
                  <a:pt x="28575" y="1166812"/>
                </a:lnTo>
                <a:lnTo>
                  <a:pt x="28575" y="1238250"/>
                </a:lnTo>
                <a:lnTo>
                  <a:pt x="14287" y="1238250"/>
                </a:lnTo>
                <a:lnTo>
                  <a:pt x="14287" y="1252537"/>
                </a:lnTo>
                <a:close/>
              </a:path>
              <a:path w="1497329" h="1266825">
                <a:moveTo>
                  <a:pt x="55486" y="1266825"/>
                </a:moveTo>
                <a:lnTo>
                  <a:pt x="14287" y="1266825"/>
                </a:lnTo>
                <a:lnTo>
                  <a:pt x="14287" y="1238250"/>
                </a:lnTo>
                <a:lnTo>
                  <a:pt x="28575" y="1238250"/>
                </a:lnTo>
                <a:lnTo>
                  <a:pt x="28575" y="1252537"/>
                </a:lnTo>
                <a:lnTo>
                  <a:pt x="55486" y="1252537"/>
                </a:lnTo>
                <a:lnTo>
                  <a:pt x="55486" y="1266825"/>
                </a:lnTo>
                <a:close/>
              </a:path>
              <a:path w="1497329" h="1266825">
                <a:moveTo>
                  <a:pt x="55486" y="1252537"/>
                </a:moveTo>
                <a:lnTo>
                  <a:pt x="28575" y="1252537"/>
                </a:lnTo>
                <a:lnTo>
                  <a:pt x="28575" y="1238250"/>
                </a:lnTo>
                <a:lnTo>
                  <a:pt x="55486" y="1238250"/>
                </a:lnTo>
                <a:lnTo>
                  <a:pt x="55486" y="1252537"/>
                </a:lnTo>
                <a:close/>
              </a:path>
              <a:path w="1497329" h="1266825">
                <a:moveTo>
                  <a:pt x="28575" y="1138237"/>
                </a:moveTo>
                <a:lnTo>
                  <a:pt x="0" y="1138237"/>
                </a:lnTo>
                <a:lnTo>
                  <a:pt x="0" y="1052512"/>
                </a:lnTo>
                <a:lnTo>
                  <a:pt x="28575" y="1052512"/>
                </a:lnTo>
                <a:lnTo>
                  <a:pt x="28575" y="1138237"/>
                </a:lnTo>
                <a:close/>
              </a:path>
              <a:path w="1497329" h="1266825">
                <a:moveTo>
                  <a:pt x="28575" y="1023937"/>
                </a:moveTo>
                <a:lnTo>
                  <a:pt x="0" y="1023937"/>
                </a:lnTo>
                <a:lnTo>
                  <a:pt x="0" y="938212"/>
                </a:lnTo>
                <a:lnTo>
                  <a:pt x="28575" y="938212"/>
                </a:lnTo>
                <a:lnTo>
                  <a:pt x="28575" y="1023937"/>
                </a:lnTo>
                <a:close/>
              </a:path>
              <a:path w="1497329" h="1266825">
                <a:moveTo>
                  <a:pt x="28575" y="909637"/>
                </a:moveTo>
                <a:lnTo>
                  <a:pt x="0" y="909637"/>
                </a:lnTo>
                <a:lnTo>
                  <a:pt x="0" y="823912"/>
                </a:lnTo>
                <a:lnTo>
                  <a:pt x="28575" y="823912"/>
                </a:lnTo>
                <a:lnTo>
                  <a:pt x="28575" y="909637"/>
                </a:lnTo>
                <a:close/>
              </a:path>
              <a:path w="1497329" h="1266825">
                <a:moveTo>
                  <a:pt x="28575" y="795337"/>
                </a:moveTo>
                <a:lnTo>
                  <a:pt x="0" y="795337"/>
                </a:lnTo>
                <a:lnTo>
                  <a:pt x="0" y="709612"/>
                </a:lnTo>
                <a:lnTo>
                  <a:pt x="28575" y="709612"/>
                </a:lnTo>
                <a:lnTo>
                  <a:pt x="28575" y="795337"/>
                </a:lnTo>
                <a:close/>
              </a:path>
              <a:path w="1497329" h="1266825">
                <a:moveTo>
                  <a:pt x="28575" y="681037"/>
                </a:moveTo>
                <a:lnTo>
                  <a:pt x="0" y="681037"/>
                </a:lnTo>
                <a:lnTo>
                  <a:pt x="0" y="595312"/>
                </a:lnTo>
                <a:lnTo>
                  <a:pt x="28575" y="595312"/>
                </a:lnTo>
                <a:lnTo>
                  <a:pt x="28575" y="681037"/>
                </a:lnTo>
                <a:close/>
              </a:path>
              <a:path w="1497329" h="1266825">
                <a:moveTo>
                  <a:pt x="28575" y="566737"/>
                </a:moveTo>
                <a:lnTo>
                  <a:pt x="0" y="566737"/>
                </a:lnTo>
                <a:lnTo>
                  <a:pt x="0" y="481012"/>
                </a:lnTo>
                <a:lnTo>
                  <a:pt x="28575" y="481012"/>
                </a:lnTo>
                <a:lnTo>
                  <a:pt x="28575" y="566737"/>
                </a:lnTo>
                <a:close/>
              </a:path>
              <a:path w="1497329" h="1266825">
                <a:moveTo>
                  <a:pt x="28575" y="452437"/>
                </a:moveTo>
                <a:lnTo>
                  <a:pt x="0" y="452437"/>
                </a:lnTo>
                <a:lnTo>
                  <a:pt x="0" y="366712"/>
                </a:lnTo>
                <a:lnTo>
                  <a:pt x="28575" y="366712"/>
                </a:lnTo>
                <a:lnTo>
                  <a:pt x="28575" y="452437"/>
                </a:lnTo>
                <a:close/>
              </a:path>
              <a:path w="1497329" h="1266825">
                <a:moveTo>
                  <a:pt x="28575" y="338137"/>
                </a:moveTo>
                <a:lnTo>
                  <a:pt x="0" y="338137"/>
                </a:lnTo>
                <a:lnTo>
                  <a:pt x="0" y="252412"/>
                </a:lnTo>
                <a:lnTo>
                  <a:pt x="28575" y="252412"/>
                </a:lnTo>
                <a:lnTo>
                  <a:pt x="28575" y="338137"/>
                </a:lnTo>
                <a:close/>
              </a:path>
              <a:path w="1497329" h="1266825">
                <a:moveTo>
                  <a:pt x="28575" y="223837"/>
                </a:moveTo>
                <a:lnTo>
                  <a:pt x="0" y="223837"/>
                </a:lnTo>
                <a:lnTo>
                  <a:pt x="0" y="138112"/>
                </a:lnTo>
                <a:lnTo>
                  <a:pt x="28575" y="138112"/>
                </a:lnTo>
                <a:lnTo>
                  <a:pt x="28575" y="223837"/>
                </a:lnTo>
                <a:close/>
              </a:path>
              <a:path w="1497329" h="1266825">
                <a:moveTo>
                  <a:pt x="28575" y="109537"/>
                </a:moveTo>
                <a:lnTo>
                  <a:pt x="0" y="109537"/>
                </a:lnTo>
                <a:lnTo>
                  <a:pt x="0" y="23812"/>
                </a:lnTo>
                <a:lnTo>
                  <a:pt x="28575" y="23812"/>
                </a:lnTo>
                <a:lnTo>
                  <a:pt x="28575" y="109537"/>
                </a:lnTo>
                <a:close/>
              </a:path>
              <a:path w="1497329" h="1266825">
                <a:moveTo>
                  <a:pt x="119062" y="28575"/>
                </a:moveTo>
                <a:lnTo>
                  <a:pt x="33337" y="28575"/>
                </a:lnTo>
                <a:lnTo>
                  <a:pt x="33337" y="0"/>
                </a:lnTo>
                <a:lnTo>
                  <a:pt x="119062" y="0"/>
                </a:lnTo>
                <a:lnTo>
                  <a:pt x="119062" y="28575"/>
                </a:lnTo>
                <a:close/>
              </a:path>
              <a:path w="1497329" h="1266825">
                <a:moveTo>
                  <a:pt x="233362" y="28575"/>
                </a:moveTo>
                <a:lnTo>
                  <a:pt x="147637" y="28575"/>
                </a:lnTo>
                <a:lnTo>
                  <a:pt x="147637" y="0"/>
                </a:lnTo>
                <a:lnTo>
                  <a:pt x="233362" y="0"/>
                </a:lnTo>
                <a:lnTo>
                  <a:pt x="233362" y="28575"/>
                </a:lnTo>
                <a:close/>
              </a:path>
              <a:path w="1497329" h="1266825">
                <a:moveTo>
                  <a:pt x="347662" y="28575"/>
                </a:moveTo>
                <a:lnTo>
                  <a:pt x="261937" y="28575"/>
                </a:lnTo>
                <a:lnTo>
                  <a:pt x="261937" y="0"/>
                </a:lnTo>
                <a:lnTo>
                  <a:pt x="347662" y="0"/>
                </a:lnTo>
                <a:lnTo>
                  <a:pt x="347662" y="28575"/>
                </a:lnTo>
                <a:close/>
              </a:path>
              <a:path w="1497329" h="1266825">
                <a:moveTo>
                  <a:pt x="461962" y="28575"/>
                </a:moveTo>
                <a:lnTo>
                  <a:pt x="376237" y="28575"/>
                </a:lnTo>
                <a:lnTo>
                  <a:pt x="376237" y="0"/>
                </a:lnTo>
                <a:lnTo>
                  <a:pt x="461962" y="0"/>
                </a:lnTo>
                <a:lnTo>
                  <a:pt x="461962" y="28575"/>
                </a:lnTo>
                <a:close/>
              </a:path>
              <a:path w="1497329" h="1266825">
                <a:moveTo>
                  <a:pt x="576262" y="28575"/>
                </a:moveTo>
                <a:lnTo>
                  <a:pt x="490537" y="28575"/>
                </a:lnTo>
                <a:lnTo>
                  <a:pt x="490537" y="0"/>
                </a:lnTo>
                <a:lnTo>
                  <a:pt x="576262" y="0"/>
                </a:lnTo>
                <a:lnTo>
                  <a:pt x="576262" y="28575"/>
                </a:lnTo>
                <a:close/>
              </a:path>
              <a:path w="1497329" h="1266825">
                <a:moveTo>
                  <a:pt x="690562" y="28575"/>
                </a:moveTo>
                <a:lnTo>
                  <a:pt x="604837" y="28575"/>
                </a:lnTo>
                <a:lnTo>
                  <a:pt x="604837" y="0"/>
                </a:lnTo>
                <a:lnTo>
                  <a:pt x="690562" y="0"/>
                </a:lnTo>
                <a:lnTo>
                  <a:pt x="690562" y="28575"/>
                </a:lnTo>
                <a:close/>
              </a:path>
              <a:path w="1497329" h="1266825">
                <a:moveTo>
                  <a:pt x="804862" y="28575"/>
                </a:moveTo>
                <a:lnTo>
                  <a:pt x="719137" y="28575"/>
                </a:lnTo>
                <a:lnTo>
                  <a:pt x="719137" y="0"/>
                </a:lnTo>
                <a:lnTo>
                  <a:pt x="804862" y="0"/>
                </a:lnTo>
                <a:lnTo>
                  <a:pt x="804862" y="28575"/>
                </a:lnTo>
                <a:close/>
              </a:path>
              <a:path w="1497329" h="1266825">
                <a:moveTo>
                  <a:pt x="919162" y="28575"/>
                </a:moveTo>
                <a:lnTo>
                  <a:pt x="833437" y="28575"/>
                </a:lnTo>
                <a:lnTo>
                  <a:pt x="833437" y="0"/>
                </a:lnTo>
                <a:lnTo>
                  <a:pt x="919162" y="0"/>
                </a:lnTo>
                <a:lnTo>
                  <a:pt x="919162" y="28575"/>
                </a:lnTo>
                <a:close/>
              </a:path>
              <a:path w="1497329" h="1266825">
                <a:moveTo>
                  <a:pt x="1033462" y="28575"/>
                </a:moveTo>
                <a:lnTo>
                  <a:pt x="947737" y="28575"/>
                </a:lnTo>
                <a:lnTo>
                  <a:pt x="947737" y="0"/>
                </a:lnTo>
                <a:lnTo>
                  <a:pt x="1033462" y="0"/>
                </a:lnTo>
                <a:lnTo>
                  <a:pt x="1033462" y="28575"/>
                </a:lnTo>
                <a:close/>
              </a:path>
              <a:path w="1497329" h="1266825">
                <a:moveTo>
                  <a:pt x="1147762" y="28575"/>
                </a:moveTo>
                <a:lnTo>
                  <a:pt x="1062037" y="28575"/>
                </a:lnTo>
                <a:lnTo>
                  <a:pt x="1062037" y="0"/>
                </a:lnTo>
                <a:lnTo>
                  <a:pt x="1147762" y="0"/>
                </a:lnTo>
                <a:lnTo>
                  <a:pt x="1147762" y="28575"/>
                </a:lnTo>
                <a:close/>
              </a:path>
              <a:path w="1497329" h="1266825">
                <a:moveTo>
                  <a:pt x="1262062" y="28575"/>
                </a:moveTo>
                <a:lnTo>
                  <a:pt x="1176337" y="28575"/>
                </a:lnTo>
                <a:lnTo>
                  <a:pt x="1176337" y="0"/>
                </a:lnTo>
                <a:lnTo>
                  <a:pt x="1262062" y="0"/>
                </a:lnTo>
                <a:lnTo>
                  <a:pt x="1262062" y="28575"/>
                </a:lnTo>
                <a:close/>
              </a:path>
              <a:path w="1497329" h="1266825">
                <a:moveTo>
                  <a:pt x="1376362" y="28575"/>
                </a:moveTo>
                <a:lnTo>
                  <a:pt x="1290637" y="28575"/>
                </a:lnTo>
                <a:lnTo>
                  <a:pt x="1290637" y="0"/>
                </a:lnTo>
                <a:lnTo>
                  <a:pt x="1376362" y="0"/>
                </a:lnTo>
                <a:lnTo>
                  <a:pt x="1376362" y="28575"/>
                </a:lnTo>
                <a:close/>
              </a:path>
              <a:path w="1497329" h="1266825">
                <a:moveTo>
                  <a:pt x="1468399" y="28575"/>
                </a:moveTo>
                <a:lnTo>
                  <a:pt x="1404937" y="28575"/>
                </a:lnTo>
                <a:lnTo>
                  <a:pt x="1404937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266825">
                <a:moveTo>
                  <a:pt x="1482686" y="28575"/>
                </a:moveTo>
                <a:lnTo>
                  <a:pt x="1468399" y="28575"/>
                </a:lnTo>
                <a:lnTo>
                  <a:pt x="1468399" y="14287"/>
                </a:lnTo>
                <a:lnTo>
                  <a:pt x="1482686" y="28575"/>
                </a:lnTo>
                <a:close/>
              </a:path>
              <a:path w="1497329" h="1266825">
                <a:moveTo>
                  <a:pt x="1496974" y="22263"/>
                </a:moveTo>
                <a:lnTo>
                  <a:pt x="1476375" y="22263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2263"/>
                </a:lnTo>
                <a:close/>
              </a:path>
              <a:path w="1497329" h="1266825">
                <a:moveTo>
                  <a:pt x="1496974" y="136563"/>
                </a:moveTo>
                <a:lnTo>
                  <a:pt x="1468399" y="136563"/>
                </a:lnTo>
                <a:lnTo>
                  <a:pt x="1468399" y="50838"/>
                </a:lnTo>
                <a:lnTo>
                  <a:pt x="1496974" y="50838"/>
                </a:lnTo>
                <a:lnTo>
                  <a:pt x="1496974" y="136563"/>
                </a:lnTo>
                <a:close/>
              </a:path>
              <a:path w="1497329" h="1266825">
                <a:moveTo>
                  <a:pt x="1496974" y="250863"/>
                </a:moveTo>
                <a:lnTo>
                  <a:pt x="1468399" y="250863"/>
                </a:lnTo>
                <a:lnTo>
                  <a:pt x="1468399" y="165138"/>
                </a:lnTo>
                <a:lnTo>
                  <a:pt x="1496974" y="165138"/>
                </a:lnTo>
                <a:lnTo>
                  <a:pt x="1496974" y="250863"/>
                </a:lnTo>
                <a:close/>
              </a:path>
              <a:path w="1497329" h="1266825">
                <a:moveTo>
                  <a:pt x="1496974" y="365163"/>
                </a:moveTo>
                <a:lnTo>
                  <a:pt x="1468399" y="365163"/>
                </a:lnTo>
                <a:lnTo>
                  <a:pt x="1468399" y="279438"/>
                </a:lnTo>
                <a:lnTo>
                  <a:pt x="1496974" y="279438"/>
                </a:lnTo>
                <a:lnTo>
                  <a:pt x="1496974" y="365163"/>
                </a:lnTo>
                <a:close/>
              </a:path>
              <a:path w="1497329" h="1266825">
                <a:moveTo>
                  <a:pt x="1496974" y="479463"/>
                </a:moveTo>
                <a:lnTo>
                  <a:pt x="1468399" y="479463"/>
                </a:lnTo>
                <a:lnTo>
                  <a:pt x="1468399" y="393738"/>
                </a:lnTo>
                <a:lnTo>
                  <a:pt x="1496974" y="393738"/>
                </a:lnTo>
                <a:lnTo>
                  <a:pt x="1496974" y="479463"/>
                </a:lnTo>
                <a:close/>
              </a:path>
              <a:path w="1497329" h="1266825">
                <a:moveTo>
                  <a:pt x="1496974" y="593763"/>
                </a:moveTo>
                <a:lnTo>
                  <a:pt x="1468399" y="593763"/>
                </a:lnTo>
                <a:lnTo>
                  <a:pt x="1468399" y="508038"/>
                </a:lnTo>
                <a:lnTo>
                  <a:pt x="1496974" y="508038"/>
                </a:lnTo>
                <a:lnTo>
                  <a:pt x="1496974" y="593763"/>
                </a:lnTo>
                <a:close/>
              </a:path>
              <a:path w="1497329" h="1266825">
                <a:moveTo>
                  <a:pt x="1496974" y="708063"/>
                </a:moveTo>
                <a:lnTo>
                  <a:pt x="1468399" y="708063"/>
                </a:lnTo>
                <a:lnTo>
                  <a:pt x="1468399" y="622338"/>
                </a:lnTo>
                <a:lnTo>
                  <a:pt x="1496974" y="622338"/>
                </a:lnTo>
                <a:lnTo>
                  <a:pt x="1496974" y="708063"/>
                </a:lnTo>
                <a:close/>
              </a:path>
              <a:path w="1497329" h="1266825">
                <a:moveTo>
                  <a:pt x="1496974" y="822363"/>
                </a:moveTo>
                <a:lnTo>
                  <a:pt x="1468399" y="822363"/>
                </a:lnTo>
                <a:lnTo>
                  <a:pt x="1468399" y="736638"/>
                </a:lnTo>
                <a:lnTo>
                  <a:pt x="1496974" y="736638"/>
                </a:lnTo>
                <a:lnTo>
                  <a:pt x="1496974" y="822363"/>
                </a:lnTo>
                <a:close/>
              </a:path>
              <a:path w="1497329" h="1266825">
                <a:moveTo>
                  <a:pt x="1496974" y="936663"/>
                </a:moveTo>
                <a:lnTo>
                  <a:pt x="1468399" y="936663"/>
                </a:lnTo>
                <a:lnTo>
                  <a:pt x="1468399" y="850938"/>
                </a:lnTo>
                <a:lnTo>
                  <a:pt x="1496974" y="850938"/>
                </a:lnTo>
                <a:lnTo>
                  <a:pt x="1496974" y="936663"/>
                </a:lnTo>
                <a:close/>
              </a:path>
              <a:path w="1497329" h="1266825">
                <a:moveTo>
                  <a:pt x="1496974" y="1050963"/>
                </a:moveTo>
                <a:lnTo>
                  <a:pt x="1468399" y="1050963"/>
                </a:lnTo>
                <a:lnTo>
                  <a:pt x="1468399" y="965238"/>
                </a:lnTo>
                <a:lnTo>
                  <a:pt x="1496974" y="965238"/>
                </a:lnTo>
                <a:lnTo>
                  <a:pt x="1496974" y="1050963"/>
                </a:lnTo>
                <a:close/>
              </a:path>
              <a:path w="1497329" h="1266825">
                <a:moveTo>
                  <a:pt x="1496974" y="1165263"/>
                </a:moveTo>
                <a:lnTo>
                  <a:pt x="1468399" y="1165263"/>
                </a:lnTo>
                <a:lnTo>
                  <a:pt x="1468399" y="1079538"/>
                </a:lnTo>
                <a:lnTo>
                  <a:pt x="1496974" y="1079538"/>
                </a:lnTo>
                <a:lnTo>
                  <a:pt x="1496974" y="1165263"/>
                </a:lnTo>
                <a:close/>
              </a:path>
              <a:path w="1497329" h="1266825">
                <a:moveTo>
                  <a:pt x="1468399" y="1252537"/>
                </a:moveTo>
                <a:lnTo>
                  <a:pt x="1468399" y="1193838"/>
                </a:lnTo>
                <a:lnTo>
                  <a:pt x="1496974" y="1193838"/>
                </a:lnTo>
                <a:lnTo>
                  <a:pt x="1496974" y="1238250"/>
                </a:lnTo>
                <a:lnTo>
                  <a:pt x="1482686" y="1238250"/>
                </a:lnTo>
                <a:lnTo>
                  <a:pt x="1468399" y="1252537"/>
                </a:lnTo>
                <a:close/>
              </a:path>
              <a:path w="1497329" h="1266825">
                <a:moveTo>
                  <a:pt x="1496974" y="1266825"/>
                </a:moveTo>
                <a:lnTo>
                  <a:pt x="1455661" y="1266825"/>
                </a:lnTo>
                <a:lnTo>
                  <a:pt x="1455661" y="1238250"/>
                </a:lnTo>
                <a:lnTo>
                  <a:pt x="1468399" y="1238250"/>
                </a:lnTo>
                <a:lnTo>
                  <a:pt x="1468399" y="1252537"/>
                </a:lnTo>
                <a:lnTo>
                  <a:pt x="1496974" y="1252537"/>
                </a:lnTo>
                <a:lnTo>
                  <a:pt x="1496974" y="1266825"/>
                </a:lnTo>
                <a:close/>
              </a:path>
              <a:path w="1497329" h="1266825">
                <a:moveTo>
                  <a:pt x="1496974" y="1252537"/>
                </a:moveTo>
                <a:lnTo>
                  <a:pt x="1468399" y="1252537"/>
                </a:lnTo>
                <a:lnTo>
                  <a:pt x="1482686" y="1238250"/>
                </a:lnTo>
                <a:lnTo>
                  <a:pt x="1496974" y="1238250"/>
                </a:lnTo>
                <a:lnTo>
                  <a:pt x="1496974" y="1252537"/>
                </a:lnTo>
                <a:close/>
              </a:path>
              <a:path w="1497329" h="1266825">
                <a:moveTo>
                  <a:pt x="1427086" y="1266825"/>
                </a:moveTo>
                <a:lnTo>
                  <a:pt x="1341361" y="1266825"/>
                </a:lnTo>
                <a:lnTo>
                  <a:pt x="1341361" y="1238250"/>
                </a:lnTo>
                <a:lnTo>
                  <a:pt x="1427086" y="1238250"/>
                </a:lnTo>
                <a:lnTo>
                  <a:pt x="1427086" y="1266825"/>
                </a:lnTo>
                <a:close/>
              </a:path>
              <a:path w="1497329" h="1266825">
                <a:moveTo>
                  <a:pt x="1312786" y="1266825"/>
                </a:moveTo>
                <a:lnTo>
                  <a:pt x="1227061" y="1266825"/>
                </a:lnTo>
                <a:lnTo>
                  <a:pt x="1227061" y="1238250"/>
                </a:lnTo>
                <a:lnTo>
                  <a:pt x="1312786" y="1238250"/>
                </a:lnTo>
                <a:lnTo>
                  <a:pt x="1312786" y="1266825"/>
                </a:lnTo>
                <a:close/>
              </a:path>
              <a:path w="1497329" h="1266825">
                <a:moveTo>
                  <a:pt x="1198486" y="1266825"/>
                </a:moveTo>
                <a:lnTo>
                  <a:pt x="1112761" y="1266825"/>
                </a:lnTo>
                <a:lnTo>
                  <a:pt x="1112761" y="1238250"/>
                </a:lnTo>
                <a:lnTo>
                  <a:pt x="1198486" y="1238250"/>
                </a:lnTo>
                <a:lnTo>
                  <a:pt x="1198486" y="1266825"/>
                </a:lnTo>
                <a:close/>
              </a:path>
              <a:path w="1497329" h="1266825">
                <a:moveTo>
                  <a:pt x="1084186" y="1266825"/>
                </a:moveTo>
                <a:lnTo>
                  <a:pt x="998461" y="1266825"/>
                </a:lnTo>
                <a:lnTo>
                  <a:pt x="998461" y="1238250"/>
                </a:lnTo>
                <a:lnTo>
                  <a:pt x="1084186" y="1238250"/>
                </a:lnTo>
                <a:lnTo>
                  <a:pt x="1084186" y="1266825"/>
                </a:lnTo>
                <a:close/>
              </a:path>
              <a:path w="1497329" h="1266825">
                <a:moveTo>
                  <a:pt x="969886" y="1266825"/>
                </a:moveTo>
                <a:lnTo>
                  <a:pt x="884161" y="1266825"/>
                </a:lnTo>
                <a:lnTo>
                  <a:pt x="884161" y="1238250"/>
                </a:lnTo>
                <a:lnTo>
                  <a:pt x="969886" y="1238250"/>
                </a:lnTo>
                <a:lnTo>
                  <a:pt x="969886" y="1266825"/>
                </a:lnTo>
                <a:close/>
              </a:path>
              <a:path w="1497329" h="1266825">
                <a:moveTo>
                  <a:pt x="855586" y="1266825"/>
                </a:moveTo>
                <a:lnTo>
                  <a:pt x="769861" y="1266825"/>
                </a:lnTo>
                <a:lnTo>
                  <a:pt x="769861" y="1238250"/>
                </a:lnTo>
                <a:lnTo>
                  <a:pt x="855586" y="1238250"/>
                </a:lnTo>
                <a:lnTo>
                  <a:pt x="855586" y="1266825"/>
                </a:lnTo>
                <a:close/>
              </a:path>
              <a:path w="1497329" h="1266825">
                <a:moveTo>
                  <a:pt x="741286" y="1266825"/>
                </a:moveTo>
                <a:lnTo>
                  <a:pt x="655561" y="1266825"/>
                </a:lnTo>
                <a:lnTo>
                  <a:pt x="655561" y="1238250"/>
                </a:lnTo>
                <a:lnTo>
                  <a:pt x="741286" y="1238250"/>
                </a:lnTo>
                <a:lnTo>
                  <a:pt x="741286" y="1266825"/>
                </a:lnTo>
                <a:close/>
              </a:path>
              <a:path w="1497329" h="1266825">
                <a:moveTo>
                  <a:pt x="626986" y="1266825"/>
                </a:moveTo>
                <a:lnTo>
                  <a:pt x="541261" y="1266825"/>
                </a:lnTo>
                <a:lnTo>
                  <a:pt x="541261" y="1238250"/>
                </a:lnTo>
                <a:lnTo>
                  <a:pt x="626986" y="1238250"/>
                </a:lnTo>
                <a:lnTo>
                  <a:pt x="626986" y="1266825"/>
                </a:lnTo>
                <a:close/>
              </a:path>
              <a:path w="1497329" h="1266825">
                <a:moveTo>
                  <a:pt x="512686" y="1266825"/>
                </a:moveTo>
                <a:lnTo>
                  <a:pt x="426961" y="1266825"/>
                </a:lnTo>
                <a:lnTo>
                  <a:pt x="426961" y="1238250"/>
                </a:lnTo>
                <a:lnTo>
                  <a:pt x="512686" y="1238250"/>
                </a:lnTo>
                <a:lnTo>
                  <a:pt x="512686" y="1266825"/>
                </a:lnTo>
                <a:close/>
              </a:path>
              <a:path w="1497329" h="1266825">
                <a:moveTo>
                  <a:pt x="398386" y="1266825"/>
                </a:moveTo>
                <a:lnTo>
                  <a:pt x="312661" y="1266825"/>
                </a:lnTo>
                <a:lnTo>
                  <a:pt x="312661" y="1238250"/>
                </a:lnTo>
                <a:lnTo>
                  <a:pt x="398386" y="1238250"/>
                </a:lnTo>
                <a:lnTo>
                  <a:pt x="398386" y="1266825"/>
                </a:lnTo>
                <a:close/>
              </a:path>
              <a:path w="1497329" h="1266825">
                <a:moveTo>
                  <a:pt x="284086" y="1266825"/>
                </a:moveTo>
                <a:lnTo>
                  <a:pt x="198361" y="1266825"/>
                </a:lnTo>
                <a:lnTo>
                  <a:pt x="198361" y="1238250"/>
                </a:lnTo>
                <a:lnTo>
                  <a:pt x="284086" y="1238250"/>
                </a:lnTo>
                <a:lnTo>
                  <a:pt x="284086" y="1266825"/>
                </a:lnTo>
                <a:close/>
              </a:path>
              <a:path w="1497329" h="1266825">
                <a:moveTo>
                  <a:pt x="169786" y="1266825"/>
                </a:moveTo>
                <a:lnTo>
                  <a:pt x="84061" y="1266825"/>
                </a:lnTo>
                <a:lnTo>
                  <a:pt x="84061" y="1238250"/>
                </a:lnTo>
                <a:lnTo>
                  <a:pt x="169786" y="1238250"/>
                </a:lnTo>
                <a:lnTo>
                  <a:pt x="169786" y="126682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50535" y="2141220"/>
            <a:ext cx="881380" cy="228600"/>
          </a:xfrm>
          <a:custGeom>
            <a:avLst/>
            <a:gdLst/>
            <a:ahLst/>
            <a:cxnLst/>
            <a:rect l="l" t="t" r="r" b="b"/>
            <a:pathLst>
              <a:path w="881379" h="228600">
                <a:moveTo>
                  <a:pt x="0" y="0"/>
                </a:moveTo>
                <a:lnTo>
                  <a:pt x="880872" y="0"/>
                </a:lnTo>
                <a:lnTo>
                  <a:pt x="880872" y="228599"/>
                </a:lnTo>
                <a:lnTo>
                  <a:pt x="0" y="228599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36464" y="2126843"/>
            <a:ext cx="909955" cy="257175"/>
          </a:xfrm>
          <a:custGeom>
            <a:avLst/>
            <a:gdLst/>
            <a:ahLst/>
            <a:cxnLst/>
            <a:rect l="l" t="t" r="r" b="b"/>
            <a:pathLst>
              <a:path w="909954" h="257175">
                <a:moveTo>
                  <a:pt x="909637" y="256870"/>
                </a:moveTo>
                <a:lnTo>
                  <a:pt x="0" y="256870"/>
                </a:lnTo>
                <a:lnTo>
                  <a:pt x="0" y="0"/>
                </a:lnTo>
                <a:lnTo>
                  <a:pt x="909637" y="0"/>
                </a:lnTo>
                <a:lnTo>
                  <a:pt x="9096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8295"/>
                </a:lnTo>
                <a:lnTo>
                  <a:pt x="14287" y="228295"/>
                </a:lnTo>
                <a:lnTo>
                  <a:pt x="28575" y="242582"/>
                </a:lnTo>
                <a:lnTo>
                  <a:pt x="909637" y="242582"/>
                </a:lnTo>
                <a:lnTo>
                  <a:pt x="909637" y="256870"/>
                </a:lnTo>
                <a:close/>
              </a:path>
              <a:path w="909954" h="257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09954" h="257175">
                <a:moveTo>
                  <a:pt x="8810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81062" y="14287"/>
                </a:lnTo>
                <a:lnTo>
                  <a:pt x="881062" y="28575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881062" y="14287"/>
                </a:lnTo>
                <a:lnTo>
                  <a:pt x="895350" y="28575"/>
                </a:lnTo>
                <a:lnTo>
                  <a:pt x="909637" y="28575"/>
                </a:lnTo>
                <a:lnTo>
                  <a:pt x="909637" y="228295"/>
                </a:lnTo>
                <a:lnTo>
                  <a:pt x="895350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8575"/>
                </a:moveTo>
                <a:lnTo>
                  <a:pt x="895350" y="28575"/>
                </a:lnTo>
                <a:lnTo>
                  <a:pt x="881062" y="14287"/>
                </a:lnTo>
                <a:lnTo>
                  <a:pt x="909637" y="14287"/>
                </a:lnTo>
                <a:lnTo>
                  <a:pt x="909637" y="28575"/>
                </a:lnTo>
                <a:close/>
              </a:path>
              <a:path w="909954" h="257175">
                <a:moveTo>
                  <a:pt x="28575" y="242582"/>
                </a:moveTo>
                <a:lnTo>
                  <a:pt x="14287" y="228295"/>
                </a:lnTo>
                <a:lnTo>
                  <a:pt x="28575" y="228295"/>
                </a:lnTo>
                <a:lnTo>
                  <a:pt x="28575" y="242582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28575" y="242582"/>
                </a:lnTo>
                <a:lnTo>
                  <a:pt x="28575" y="228295"/>
                </a:lnTo>
                <a:lnTo>
                  <a:pt x="881062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42582"/>
                </a:moveTo>
                <a:lnTo>
                  <a:pt x="881062" y="242582"/>
                </a:lnTo>
                <a:lnTo>
                  <a:pt x="895350" y="228295"/>
                </a:lnTo>
                <a:lnTo>
                  <a:pt x="909637" y="228295"/>
                </a:lnTo>
                <a:lnTo>
                  <a:pt x="909637" y="24258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31814" y="2255278"/>
            <a:ext cx="1965960" cy="0"/>
          </a:xfrm>
          <a:custGeom>
            <a:avLst/>
            <a:gdLst/>
            <a:ahLst/>
            <a:cxnLst/>
            <a:rect l="l" t="t" r="r" b="b"/>
            <a:pathLst>
              <a:path w="1965959" h="0">
                <a:moveTo>
                  <a:pt x="0" y="0"/>
                </a:moveTo>
                <a:lnTo>
                  <a:pt x="1965363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38891" y="1697418"/>
            <a:ext cx="16383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98276" y="2274176"/>
            <a:ext cx="128447" cy="2519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298276" y="2845676"/>
            <a:ext cx="128447" cy="2519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98162" y="2419261"/>
            <a:ext cx="13563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=220</a:t>
            </a:r>
            <a:r>
              <a:rPr dirty="0" sz="2800" spc="-13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365132" y="3648455"/>
            <a:ext cx="1010411" cy="14127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70958" y="1333500"/>
            <a:ext cx="0" cy="936625"/>
          </a:xfrm>
          <a:custGeom>
            <a:avLst/>
            <a:gdLst/>
            <a:ahLst/>
            <a:cxnLst/>
            <a:rect l="l" t="t" r="r" b="b"/>
            <a:pathLst>
              <a:path w="0" h="936625">
                <a:moveTo>
                  <a:pt x="0" y="0"/>
                </a:moveTo>
                <a:lnTo>
                  <a:pt x="0" y="936002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90208" y="1361008"/>
            <a:ext cx="0" cy="864235"/>
          </a:xfrm>
          <a:custGeom>
            <a:avLst/>
            <a:gdLst/>
            <a:ahLst/>
            <a:cxnLst/>
            <a:rect l="l" t="t" r="r" b="b"/>
            <a:pathLst>
              <a:path w="0" h="864235">
                <a:moveTo>
                  <a:pt x="0" y="0"/>
                </a:moveTo>
                <a:lnTo>
                  <a:pt x="0" y="863993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314531" y="1301953"/>
            <a:ext cx="513715" cy="84709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18110" marR="5080" indent="-106045">
              <a:lnSpc>
                <a:spcPts val="3110"/>
              </a:lnSpc>
              <a:spcBef>
                <a:spcPts val="40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0000FF"/>
                </a:solidFill>
                <a:latin typeface="宋体"/>
                <a:cs typeface="宋体"/>
              </a:rPr>
              <a:t>线  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32614" y="1501038"/>
            <a:ext cx="457834" cy="128905"/>
          </a:xfrm>
          <a:custGeom>
            <a:avLst/>
            <a:gdLst/>
            <a:ahLst/>
            <a:cxnLst/>
            <a:rect l="l" t="t" r="r" b="b"/>
            <a:pathLst>
              <a:path w="457835" h="128905">
                <a:moveTo>
                  <a:pt x="400880" y="64217"/>
                </a:moveTo>
                <a:lnTo>
                  <a:pt x="336308" y="26555"/>
                </a:lnTo>
                <a:lnTo>
                  <a:pt x="329222" y="14147"/>
                </a:lnTo>
                <a:lnTo>
                  <a:pt x="329552" y="11175"/>
                </a:lnTo>
                <a:lnTo>
                  <a:pt x="342074" y="0"/>
                </a:lnTo>
                <a:lnTo>
                  <a:pt x="345071" y="12"/>
                </a:lnTo>
                <a:lnTo>
                  <a:pt x="347980" y="647"/>
                </a:lnTo>
                <a:lnTo>
                  <a:pt x="350710" y="1866"/>
                </a:lnTo>
                <a:lnTo>
                  <a:pt x="433099" y="49923"/>
                </a:lnTo>
                <a:lnTo>
                  <a:pt x="429234" y="49923"/>
                </a:lnTo>
                <a:lnTo>
                  <a:pt x="429234" y="51879"/>
                </a:lnTo>
                <a:lnTo>
                  <a:pt x="422033" y="51879"/>
                </a:lnTo>
                <a:lnTo>
                  <a:pt x="400880" y="64217"/>
                </a:lnTo>
                <a:close/>
              </a:path>
              <a:path w="457835" h="128905">
                <a:moveTo>
                  <a:pt x="376394" y="78498"/>
                </a:moveTo>
                <a:lnTo>
                  <a:pt x="0" y="78498"/>
                </a:lnTo>
                <a:lnTo>
                  <a:pt x="0" y="49923"/>
                </a:lnTo>
                <a:lnTo>
                  <a:pt x="376373" y="49923"/>
                </a:lnTo>
                <a:lnTo>
                  <a:pt x="400880" y="64217"/>
                </a:lnTo>
                <a:lnTo>
                  <a:pt x="376394" y="78498"/>
                </a:lnTo>
                <a:close/>
              </a:path>
              <a:path w="457835" h="128905">
                <a:moveTo>
                  <a:pt x="433104" y="78498"/>
                </a:moveTo>
                <a:lnTo>
                  <a:pt x="429234" y="78498"/>
                </a:lnTo>
                <a:lnTo>
                  <a:pt x="429234" y="49923"/>
                </a:lnTo>
                <a:lnTo>
                  <a:pt x="433099" y="49923"/>
                </a:lnTo>
                <a:lnTo>
                  <a:pt x="457593" y="64211"/>
                </a:lnTo>
                <a:lnTo>
                  <a:pt x="433104" y="78498"/>
                </a:lnTo>
                <a:close/>
              </a:path>
              <a:path w="457835" h="128905">
                <a:moveTo>
                  <a:pt x="422033" y="76555"/>
                </a:moveTo>
                <a:lnTo>
                  <a:pt x="400880" y="64217"/>
                </a:lnTo>
                <a:lnTo>
                  <a:pt x="422033" y="51879"/>
                </a:lnTo>
                <a:lnTo>
                  <a:pt x="422033" y="76555"/>
                </a:lnTo>
                <a:close/>
              </a:path>
              <a:path w="457835" h="128905">
                <a:moveTo>
                  <a:pt x="429234" y="76555"/>
                </a:moveTo>
                <a:lnTo>
                  <a:pt x="422033" y="76555"/>
                </a:lnTo>
                <a:lnTo>
                  <a:pt x="422033" y="51879"/>
                </a:lnTo>
                <a:lnTo>
                  <a:pt x="429234" y="51879"/>
                </a:lnTo>
                <a:lnTo>
                  <a:pt x="429234" y="76555"/>
                </a:lnTo>
                <a:close/>
              </a:path>
              <a:path w="457835" h="128905">
                <a:moveTo>
                  <a:pt x="342074" y="128435"/>
                </a:moveTo>
                <a:lnTo>
                  <a:pt x="329222" y="114287"/>
                </a:lnTo>
                <a:lnTo>
                  <a:pt x="329526" y="111315"/>
                </a:lnTo>
                <a:lnTo>
                  <a:pt x="400880" y="64217"/>
                </a:lnTo>
                <a:lnTo>
                  <a:pt x="422033" y="76555"/>
                </a:lnTo>
                <a:lnTo>
                  <a:pt x="429234" y="76555"/>
                </a:lnTo>
                <a:lnTo>
                  <a:pt x="429234" y="78498"/>
                </a:lnTo>
                <a:lnTo>
                  <a:pt x="433104" y="78498"/>
                </a:lnTo>
                <a:lnTo>
                  <a:pt x="350710" y="126568"/>
                </a:lnTo>
                <a:lnTo>
                  <a:pt x="347980" y="127787"/>
                </a:lnTo>
                <a:lnTo>
                  <a:pt x="345071" y="128422"/>
                </a:lnTo>
                <a:lnTo>
                  <a:pt x="342074" y="12843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70958" y="1501038"/>
            <a:ext cx="457834" cy="128905"/>
          </a:xfrm>
          <a:custGeom>
            <a:avLst/>
            <a:gdLst/>
            <a:ahLst/>
            <a:cxnLst/>
            <a:rect l="l" t="t" r="r" b="b"/>
            <a:pathLst>
              <a:path w="457835" h="128905">
                <a:moveTo>
                  <a:pt x="115506" y="128435"/>
                </a:moveTo>
                <a:lnTo>
                  <a:pt x="112522" y="128422"/>
                </a:lnTo>
                <a:lnTo>
                  <a:pt x="109600" y="127787"/>
                </a:lnTo>
                <a:lnTo>
                  <a:pt x="106883" y="126568"/>
                </a:lnTo>
                <a:lnTo>
                  <a:pt x="0" y="64211"/>
                </a:lnTo>
                <a:lnTo>
                  <a:pt x="106883" y="1866"/>
                </a:lnTo>
                <a:lnTo>
                  <a:pt x="109600" y="647"/>
                </a:lnTo>
                <a:lnTo>
                  <a:pt x="112522" y="12"/>
                </a:lnTo>
                <a:lnTo>
                  <a:pt x="115506" y="0"/>
                </a:lnTo>
                <a:lnTo>
                  <a:pt x="118427" y="596"/>
                </a:lnTo>
                <a:lnTo>
                  <a:pt x="128358" y="14147"/>
                </a:lnTo>
                <a:lnTo>
                  <a:pt x="128066" y="17119"/>
                </a:lnTo>
                <a:lnTo>
                  <a:pt x="81207" y="49923"/>
                </a:lnTo>
                <a:lnTo>
                  <a:pt x="28346" y="49923"/>
                </a:lnTo>
                <a:lnTo>
                  <a:pt x="28346" y="78498"/>
                </a:lnTo>
                <a:lnTo>
                  <a:pt x="81186" y="78498"/>
                </a:lnTo>
                <a:lnTo>
                  <a:pt x="121272" y="101879"/>
                </a:lnTo>
                <a:lnTo>
                  <a:pt x="128358" y="114287"/>
                </a:lnTo>
                <a:lnTo>
                  <a:pt x="128041" y="117259"/>
                </a:lnTo>
                <a:lnTo>
                  <a:pt x="118427" y="127825"/>
                </a:lnTo>
                <a:lnTo>
                  <a:pt x="115506" y="128435"/>
                </a:lnTo>
                <a:close/>
              </a:path>
              <a:path w="457835" h="128905">
                <a:moveTo>
                  <a:pt x="81186" y="78498"/>
                </a:moveTo>
                <a:lnTo>
                  <a:pt x="28346" y="78498"/>
                </a:lnTo>
                <a:lnTo>
                  <a:pt x="28346" y="49923"/>
                </a:lnTo>
                <a:lnTo>
                  <a:pt x="81207" y="49923"/>
                </a:lnTo>
                <a:lnTo>
                  <a:pt x="77854" y="51879"/>
                </a:lnTo>
                <a:lnTo>
                  <a:pt x="35547" y="51879"/>
                </a:lnTo>
                <a:lnTo>
                  <a:pt x="35547" y="76555"/>
                </a:lnTo>
                <a:lnTo>
                  <a:pt x="77854" y="76555"/>
                </a:lnTo>
                <a:lnTo>
                  <a:pt x="81186" y="78498"/>
                </a:lnTo>
                <a:close/>
              </a:path>
              <a:path w="457835" h="128905">
                <a:moveTo>
                  <a:pt x="457581" y="78498"/>
                </a:moveTo>
                <a:lnTo>
                  <a:pt x="81186" y="78498"/>
                </a:lnTo>
                <a:lnTo>
                  <a:pt x="56700" y="64217"/>
                </a:lnTo>
                <a:lnTo>
                  <a:pt x="81207" y="49923"/>
                </a:lnTo>
                <a:lnTo>
                  <a:pt x="457581" y="49923"/>
                </a:lnTo>
                <a:lnTo>
                  <a:pt x="457581" y="78498"/>
                </a:lnTo>
                <a:close/>
              </a:path>
              <a:path w="457835" h="128905">
                <a:moveTo>
                  <a:pt x="35547" y="76555"/>
                </a:moveTo>
                <a:lnTo>
                  <a:pt x="35547" y="51879"/>
                </a:lnTo>
                <a:lnTo>
                  <a:pt x="56700" y="64217"/>
                </a:lnTo>
                <a:lnTo>
                  <a:pt x="35547" y="76555"/>
                </a:lnTo>
                <a:close/>
              </a:path>
              <a:path w="457835" h="128905">
                <a:moveTo>
                  <a:pt x="56700" y="64217"/>
                </a:moveTo>
                <a:lnTo>
                  <a:pt x="35547" y="51879"/>
                </a:lnTo>
                <a:lnTo>
                  <a:pt x="77854" y="51879"/>
                </a:lnTo>
                <a:lnTo>
                  <a:pt x="56700" y="64217"/>
                </a:lnTo>
                <a:close/>
              </a:path>
              <a:path w="457835" h="128905">
                <a:moveTo>
                  <a:pt x="77854" y="76555"/>
                </a:moveTo>
                <a:lnTo>
                  <a:pt x="35547" y="76555"/>
                </a:lnTo>
                <a:lnTo>
                  <a:pt x="56700" y="64217"/>
                </a:lnTo>
                <a:lnTo>
                  <a:pt x="77854" y="765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51027" y="2255126"/>
            <a:ext cx="128447" cy="2519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51027" y="2826626"/>
            <a:ext cx="128447" cy="2519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150913" y="2400211"/>
            <a:ext cx="18484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23950" algn="l"/>
              </a:tabLst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22" b="1">
                <a:solidFill>
                  <a:srgbClr val="0000FF"/>
                </a:solidFill>
                <a:latin typeface="宋体"/>
                <a:cs typeface="宋体"/>
              </a:rPr>
              <a:t>用</a:t>
            </a:r>
            <a:r>
              <a:rPr dirty="0" baseline="-16975" sz="2700" spc="22" b="1">
                <a:solidFill>
                  <a:srgbClr val="0000FF"/>
                </a:solidFill>
                <a:latin typeface="宋体"/>
                <a:cs typeface="宋体"/>
              </a:rPr>
              <a:t>	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用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户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359723" y="3841521"/>
            <a:ext cx="3177540" cy="1132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输送功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率</a:t>
            </a:r>
            <a:r>
              <a:rPr dirty="0" sz="2800" spc="-70" b="1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spc="30" b="1">
                <a:solidFill>
                  <a:srgbClr val="FF0000"/>
                </a:solidFill>
                <a:latin typeface="华文楷体"/>
                <a:cs typeface="华文楷体"/>
              </a:rPr>
              <a:t>损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spc="30" b="1">
                <a:solidFill>
                  <a:srgbClr val="FF0000"/>
                </a:solidFill>
                <a:latin typeface="华文楷体"/>
                <a:cs typeface="华文楷体"/>
              </a:rPr>
              <a:t>用</a:t>
            </a:r>
            <a:endParaRPr baseline="-16975" sz="27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输电电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压</a:t>
            </a:r>
            <a:r>
              <a:rPr dirty="0" sz="2800" spc="-75" b="1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30" b="1">
                <a:solidFill>
                  <a:srgbClr val="FF0000"/>
                </a:solidFill>
                <a:latin typeface="华文楷体"/>
                <a:cs typeface="华文楷体"/>
              </a:rPr>
              <a:t>线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30" b="1">
                <a:solidFill>
                  <a:srgbClr val="FF0000"/>
                </a:solidFill>
                <a:latin typeface="华文楷体"/>
                <a:cs typeface="华文楷体"/>
              </a:rPr>
              <a:t>用</a:t>
            </a:r>
            <a:endParaRPr baseline="-16975" sz="27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71508" y="1983866"/>
            <a:ext cx="234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85">
                <a:latin typeface="Cambria Math"/>
                <a:cs typeface="Cambria Math"/>
              </a:rPr>
              <a:t>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78493" y="2444235"/>
            <a:ext cx="221615" cy="0"/>
          </a:xfrm>
          <a:custGeom>
            <a:avLst/>
            <a:gdLst/>
            <a:ahLst/>
            <a:cxnLst/>
            <a:rect l="l" t="t" r="r" b="b"/>
            <a:pathLst>
              <a:path w="221614" h="0">
                <a:moveTo>
                  <a:pt x="0" y="0"/>
                </a:moveTo>
                <a:lnTo>
                  <a:pt x="22161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34933" y="2213736"/>
            <a:ext cx="777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35">
                <a:latin typeface="Cambria Math"/>
                <a:cs typeface="Cambria Math"/>
              </a:rPr>
              <a:t>/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65">
                <a:latin typeface="Cambria Math"/>
                <a:cs typeface="Cambria Math"/>
              </a:rPr>
              <a:t> </a:t>
            </a:r>
            <a:r>
              <a:rPr dirty="0" baseline="-37037" sz="3600" spc="277">
                <a:latin typeface="Cambria Math"/>
                <a:cs typeface="Cambria Math"/>
              </a:rPr>
              <a:t>U</a:t>
            </a:r>
            <a:endParaRPr baseline="-37037" sz="36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1288" y="1477136"/>
            <a:ext cx="2552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85">
                <a:latin typeface="Cambria Math"/>
                <a:cs typeface="Cambria Math"/>
              </a:rPr>
              <a:t>P</a:t>
            </a:r>
            <a:r>
              <a:rPr dirty="0" baseline="-15873" sz="2625">
                <a:latin typeface="宋体"/>
                <a:cs typeface="宋体"/>
              </a:rPr>
              <a:t>损</a:t>
            </a:r>
            <a:r>
              <a:rPr dirty="0" baseline="-15873" sz="2625" spc="-202">
                <a:latin typeface="宋体"/>
                <a:cs typeface="宋体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105">
                <a:latin typeface="Cambria Math"/>
                <a:cs typeface="Cambria Math"/>
              </a:rPr>
              <a:t>/</a:t>
            </a:r>
            <a:r>
              <a:rPr dirty="0" baseline="26984" sz="2625" spc="157">
                <a:latin typeface="Cambria Math"/>
                <a:cs typeface="Cambria Math"/>
              </a:rPr>
              <a:t>2</a:t>
            </a:r>
            <a:r>
              <a:rPr dirty="0" sz="2400" spc="105">
                <a:latin typeface="Cambria Math"/>
                <a:cs typeface="Cambria Math"/>
              </a:rPr>
              <a:t>r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120">
                <a:latin typeface="Cambria Math"/>
                <a:cs typeface="Cambria Math"/>
              </a:rPr>
              <a:t>18%P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3128" y="2631008"/>
            <a:ext cx="198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0">
                <a:latin typeface="Cambria Math"/>
                <a:cs typeface="Cambria Math"/>
              </a:rPr>
              <a:t>L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45828" y="3091376"/>
            <a:ext cx="172720" cy="0"/>
          </a:xfrm>
          <a:custGeom>
            <a:avLst/>
            <a:gdLst/>
            <a:ahLst/>
            <a:cxnLst/>
            <a:rect l="l" t="t" r="r" b="b"/>
            <a:pathLst>
              <a:path w="172720" h="0">
                <a:moveTo>
                  <a:pt x="0" y="0"/>
                </a:moveTo>
                <a:lnTo>
                  <a:pt x="172719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30488" y="2860878"/>
            <a:ext cx="100139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95">
                <a:latin typeface="Cambria Math"/>
                <a:cs typeface="Cambria Math"/>
              </a:rPr>
              <a:t>r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155">
                <a:latin typeface="Cambria Math"/>
                <a:cs typeface="Cambria Math"/>
              </a:rPr>
              <a:t>p</a:t>
            </a:r>
            <a:r>
              <a:rPr dirty="0" sz="2400" spc="-235">
                <a:latin typeface="Cambria Math"/>
                <a:cs typeface="Cambria Math"/>
              </a:rPr>
              <a:t> </a:t>
            </a:r>
            <a:r>
              <a:rPr dirty="0" baseline="-37037" sz="3600" spc="494">
                <a:latin typeface="Cambria Math"/>
                <a:cs typeface="Cambria Math"/>
              </a:rPr>
              <a:t>s</a:t>
            </a:r>
            <a:endParaRPr baseline="-37037" sz="3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1708" y="1435366"/>
            <a:ext cx="511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30">
                <a:latin typeface="Cambria Math"/>
                <a:cs typeface="Cambria Math"/>
              </a:rPr>
              <a:t>s</a:t>
            </a:r>
            <a:r>
              <a:rPr dirty="0" sz="2400" spc="4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75273" y="1665865"/>
            <a:ext cx="935990" cy="0"/>
          </a:xfrm>
          <a:custGeom>
            <a:avLst/>
            <a:gdLst/>
            <a:ahLst/>
            <a:cxnLst/>
            <a:rect l="l" t="t" r="r" b="b"/>
            <a:pathLst>
              <a:path w="935990" h="0">
                <a:moveTo>
                  <a:pt x="0" y="0"/>
                </a:moveTo>
                <a:lnTo>
                  <a:pt x="935990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62573" y="1205496"/>
            <a:ext cx="961390" cy="732790"/>
          </a:xfrm>
          <a:prstGeom prst="rect"/>
        </p:spPr>
        <p:txBody>
          <a:bodyPr wrap="square" lIns="0" tIns="43815" rIns="0" bIns="0" rtlCol="0" vert="horz">
            <a:spAutoFit/>
          </a:bodyPr>
          <a:lstStyle/>
          <a:p>
            <a:pPr marL="296545" marR="5080" indent="-284480">
              <a:lnSpc>
                <a:spcPts val="2690"/>
              </a:lnSpc>
              <a:spcBef>
                <a:spcPts val="345"/>
              </a:spcBef>
            </a:pPr>
            <a:r>
              <a:rPr dirty="0" sz="2400" spc="100">
                <a:latin typeface="Cambria Math"/>
                <a:cs typeface="Cambria Math"/>
              </a:rPr>
              <a:t>18</a:t>
            </a:r>
            <a:r>
              <a:rPr dirty="0" sz="2400" spc="285">
                <a:latin typeface="Cambria Math"/>
                <a:cs typeface="Cambria Math"/>
              </a:rPr>
              <a:t>P</a:t>
            </a:r>
            <a:r>
              <a:rPr dirty="0" sz="2400" spc="150">
                <a:latin typeface="Cambria Math"/>
                <a:cs typeface="Cambria Math"/>
              </a:rPr>
              <a:t>p</a:t>
            </a:r>
            <a:r>
              <a:rPr dirty="0" sz="2400" spc="40">
                <a:latin typeface="Cambria Math"/>
                <a:cs typeface="Cambria Math"/>
              </a:rPr>
              <a:t>L  </a:t>
            </a:r>
            <a:r>
              <a:rPr dirty="0" baseline="-20833" sz="3600" spc="195">
                <a:latin typeface="Cambria Math"/>
                <a:cs typeface="Cambria Math"/>
              </a:rPr>
              <a:t>U</a:t>
            </a:r>
            <a:r>
              <a:rPr dirty="0" sz="1750" spc="130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75743" y="2600394"/>
            <a:ext cx="3466465" cy="0"/>
          </a:xfrm>
          <a:custGeom>
            <a:avLst/>
            <a:gdLst/>
            <a:ahLst/>
            <a:cxnLst/>
            <a:rect l="l" t="t" r="r" b="b"/>
            <a:pathLst>
              <a:path w="3466465" h="0">
                <a:moveTo>
                  <a:pt x="0" y="0"/>
                </a:moveTo>
                <a:lnTo>
                  <a:pt x="3466464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739418" y="2606166"/>
            <a:ext cx="53086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70">
                <a:latin typeface="Cambria Math"/>
                <a:cs typeface="Cambria Math"/>
              </a:rPr>
              <a:t>228</a:t>
            </a:r>
            <a:r>
              <a:rPr dirty="0" baseline="25793" sz="2100" spc="97">
                <a:latin typeface="Cambria Math"/>
                <a:cs typeface="Cambria Math"/>
              </a:rPr>
              <a:t>2</a:t>
            </a:r>
            <a:endParaRPr baseline="25793" sz="21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2178" y="2192146"/>
            <a:ext cx="44157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2407" sz="3600" spc="494">
                <a:latin typeface="Cambria Math"/>
                <a:cs typeface="Cambria Math"/>
              </a:rPr>
              <a:t>s </a:t>
            </a:r>
            <a:r>
              <a:rPr dirty="0" baseline="-32407" sz="3600">
                <a:latin typeface="Cambria Math"/>
                <a:cs typeface="Cambria Math"/>
              </a:rPr>
              <a:t>=</a:t>
            </a:r>
            <a:r>
              <a:rPr dirty="0" baseline="-32407" sz="3600" spc="-135">
                <a:latin typeface="Cambria Math"/>
                <a:cs typeface="Cambria Math"/>
              </a:rPr>
              <a:t> </a:t>
            </a:r>
            <a:r>
              <a:rPr dirty="0" sz="1750" spc="70">
                <a:latin typeface="Cambria Math"/>
                <a:cs typeface="Cambria Math"/>
              </a:rPr>
              <a:t>18×288×18</a:t>
            </a:r>
            <a:r>
              <a:rPr dirty="0" baseline="25793" sz="2100" spc="104">
                <a:latin typeface="Cambria Math"/>
                <a:cs typeface="Cambria Math"/>
              </a:rPr>
              <a:t>3</a:t>
            </a:r>
            <a:r>
              <a:rPr dirty="0" sz="1750" spc="70">
                <a:latin typeface="Cambria Math"/>
                <a:cs typeface="Cambria Math"/>
              </a:rPr>
              <a:t>×2.9×18</a:t>
            </a:r>
            <a:r>
              <a:rPr dirty="0" baseline="25793" sz="2100" spc="104">
                <a:latin typeface="Cambria Math"/>
                <a:cs typeface="Cambria Math"/>
              </a:rPr>
              <a:t>-8</a:t>
            </a:r>
            <a:r>
              <a:rPr dirty="0" sz="1750" spc="70">
                <a:latin typeface="Cambria Math"/>
                <a:cs typeface="Cambria Math"/>
              </a:rPr>
              <a:t>×28×18</a:t>
            </a:r>
            <a:r>
              <a:rPr dirty="0" baseline="25793" sz="2100" spc="104">
                <a:latin typeface="Cambria Math"/>
                <a:cs typeface="Cambria Math"/>
              </a:rPr>
              <a:t>3</a:t>
            </a:r>
            <a:r>
              <a:rPr dirty="0" baseline="-32407" sz="3600" spc="104" b="1">
                <a:latin typeface="Times New Roman"/>
                <a:cs typeface="Times New Roman"/>
              </a:rPr>
              <a:t>m</a:t>
            </a:r>
            <a:r>
              <a:rPr dirty="0" baseline="-28673" sz="2325" spc="104" b="1">
                <a:latin typeface="Times New Roman"/>
                <a:cs typeface="Times New Roman"/>
              </a:rPr>
              <a:t>2</a:t>
            </a:r>
            <a:endParaRPr baseline="-28673" sz="232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6978" y="2811271"/>
            <a:ext cx="13906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= 0.024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</a:t>
            </a:r>
            <a:r>
              <a:rPr dirty="0" baseline="21505" sz="2325" b="1">
                <a:latin typeface="Times New Roman"/>
                <a:cs typeface="Times New Roman"/>
              </a:rPr>
              <a:t>2</a:t>
            </a:r>
            <a:endParaRPr baseline="21505" sz="232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= 240</a:t>
            </a:r>
            <a:r>
              <a:rPr dirty="0" sz="2400" spc="-1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cm</a:t>
            </a:r>
            <a:r>
              <a:rPr dirty="0" baseline="21505" sz="2325" b="1">
                <a:latin typeface="Times New Roman"/>
                <a:cs typeface="Times New Roman"/>
              </a:rPr>
              <a:t>2</a:t>
            </a:r>
            <a:endParaRPr baseline="21505" sz="23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63927" y="1616735"/>
            <a:ext cx="249961" cy="1641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18322" y="3762476"/>
            <a:ext cx="6080125" cy="1731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导线横截面积的增加是有一定限度的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。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过粗的导线会耗费太多的金属材料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， 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而且输电线太重、太粗会给铺设工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作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带来困难，不满足“经济”的要求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365132" y="3648455"/>
            <a:ext cx="1010411" cy="14127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372" y="878624"/>
            <a:ext cx="446659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（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2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）减小输电导线中的电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36750" y="1493149"/>
            <a:ext cx="7888605" cy="81280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 marR="5080" indent="999490">
              <a:lnSpc>
                <a:spcPct val="80000"/>
              </a:lnSpc>
              <a:spcBef>
                <a:spcPts val="830"/>
              </a:spcBef>
            </a:pPr>
            <a:r>
              <a:rPr dirty="0" sz="2800" b="1">
                <a:latin typeface="华文楷体"/>
                <a:cs typeface="华文楷体"/>
              </a:rPr>
              <a:t>若发电厂输送的总功率</a:t>
            </a:r>
            <a:r>
              <a:rPr dirty="0" sz="2800" spc="-285" b="1">
                <a:latin typeface="华文楷体"/>
                <a:cs typeface="华文楷体"/>
              </a:rPr>
              <a:t>为</a:t>
            </a:r>
            <a:r>
              <a:rPr dirty="0" sz="2900" spc="-470" b="1" i="1">
                <a:latin typeface="华文楷体"/>
                <a:cs typeface="华文楷体"/>
              </a:rPr>
              <a:t>P</a:t>
            </a:r>
            <a:r>
              <a:rPr dirty="0" sz="2800" spc="-470" b="1">
                <a:latin typeface="华文楷体"/>
                <a:cs typeface="华文楷体"/>
              </a:rPr>
              <a:t>，</a:t>
            </a:r>
            <a:r>
              <a:rPr dirty="0" sz="2800" b="1">
                <a:latin typeface="华文楷体"/>
                <a:cs typeface="华文楷体"/>
              </a:rPr>
              <a:t>输电电压</a:t>
            </a:r>
            <a:r>
              <a:rPr dirty="0" sz="2800" spc="-285" b="1">
                <a:latin typeface="华文楷体"/>
                <a:cs typeface="华文楷体"/>
              </a:rPr>
              <a:t>为</a:t>
            </a:r>
            <a:r>
              <a:rPr dirty="0" sz="2900" spc="-484" b="1" i="1">
                <a:latin typeface="华文楷体"/>
                <a:cs typeface="华文楷体"/>
              </a:rPr>
              <a:t>U</a:t>
            </a:r>
            <a:r>
              <a:rPr dirty="0" sz="2800" spc="-484" b="1">
                <a:latin typeface="华文楷体"/>
                <a:cs typeface="华文楷体"/>
              </a:rPr>
              <a:t>，  </a:t>
            </a:r>
            <a:r>
              <a:rPr dirty="0" sz="2800" b="1">
                <a:latin typeface="华文楷体"/>
                <a:cs typeface="华文楷体"/>
              </a:rPr>
              <a:t>则输电电</a:t>
            </a:r>
            <a:r>
              <a:rPr dirty="0" sz="2800" spc="-10" b="1">
                <a:latin typeface="华文楷体"/>
                <a:cs typeface="华文楷体"/>
              </a:rPr>
              <a:t>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01615" y="2446235"/>
            <a:ext cx="8953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60">
                <a:latin typeface="Cambria Math"/>
                <a:cs typeface="Cambria Math"/>
              </a:rPr>
              <a:t>/ </a:t>
            </a:r>
            <a:r>
              <a:rPr dirty="0" sz="2800" spc="-5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 </a:t>
            </a:r>
            <a:r>
              <a:rPr dirty="0" baseline="41666" sz="4200" spc="494">
                <a:latin typeface="Cambria Math"/>
                <a:cs typeface="Cambria Math"/>
              </a:rPr>
              <a:t>P</a:t>
            </a:r>
            <a:endParaRPr baseline="41666" sz="4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32804" y="2712078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 h="0">
                <a:moveTo>
                  <a:pt x="0" y="0"/>
                </a:moveTo>
                <a:lnTo>
                  <a:pt x="258445" y="0"/>
                </a:lnTo>
              </a:path>
            </a:pathLst>
          </a:custGeom>
          <a:ln w="233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36750" y="2683725"/>
            <a:ext cx="7148830" cy="8458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101090">
              <a:lnSpc>
                <a:spcPts val="3229"/>
              </a:lnSpc>
              <a:spcBef>
                <a:spcPts val="95"/>
              </a:spcBef>
            </a:pPr>
            <a:r>
              <a:rPr dirty="0" sz="2800" spc="215">
                <a:latin typeface="Cambria Math"/>
                <a:cs typeface="Cambria Math"/>
              </a:rPr>
              <a:t>U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ts val="3229"/>
              </a:lnSpc>
            </a:pPr>
            <a:r>
              <a:rPr dirty="0" sz="2800" b="1">
                <a:latin typeface="华文楷体"/>
                <a:cs typeface="华文楷体"/>
              </a:rPr>
              <a:t>为了减小输电电流，同时又要保证向用户提</a:t>
            </a:r>
            <a:r>
              <a:rPr dirty="0" sz="2800" spc="-10" b="1">
                <a:latin typeface="华文楷体"/>
                <a:cs typeface="华文楷体"/>
              </a:rPr>
              <a:t>供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6750" y="3461600"/>
            <a:ext cx="57238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一定的电功率，就要提高输电电压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5404" y="3784815"/>
            <a:ext cx="2698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330">
                <a:latin typeface="Cambria Math"/>
                <a:cs typeface="Cambria Math"/>
              </a:rPr>
              <a:t>P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21120" y="4319263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 h="0">
                <a:moveTo>
                  <a:pt x="0" y="0"/>
                </a:moveTo>
                <a:lnTo>
                  <a:pt x="258445" y="0"/>
                </a:lnTo>
              </a:path>
            </a:pathLst>
          </a:custGeom>
          <a:ln w="233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80354" y="4024210"/>
            <a:ext cx="167195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06220" algn="l"/>
              </a:tabLst>
            </a:pPr>
            <a:r>
              <a:rPr dirty="0" sz="2000" spc="90">
                <a:latin typeface="Cambria Math"/>
                <a:cs typeface="Cambria Math"/>
              </a:rPr>
              <a:t>2</a:t>
            </a:r>
            <a:r>
              <a:rPr dirty="0" sz="2000" spc="90">
                <a:latin typeface="Cambria Math"/>
                <a:cs typeface="Cambria Math"/>
              </a:rPr>
              <a:t>	</a:t>
            </a:r>
            <a:r>
              <a:rPr dirty="0" sz="2000" spc="9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49420" y="4053420"/>
            <a:ext cx="30067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8735" algn="l"/>
                <a:tab pos="2802890" algn="l"/>
              </a:tabLst>
            </a:pPr>
            <a:r>
              <a:rPr dirty="0" sz="2800" spc="330">
                <a:latin typeface="Cambria Math"/>
                <a:cs typeface="Cambria Math"/>
              </a:rPr>
              <a:t>P</a:t>
            </a:r>
            <a:r>
              <a:rPr dirty="0" baseline="-15277" sz="3000" spc="7">
                <a:latin typeface="华文楷体"/>
                <a:cs typeface="华文楷体"/>
              </a:rPr>
              <a:t>损</a:t>
            </a:r>
            <a:r>
              <a:rPr dirty="0" baseline="-15277" sz="3000" spc="7">
                <a:latin typeface="华文楷体"/>
                <a:cs typeface="华文楷体"/>
              </a:rPr>
              <a:t> </a:t>
            </a:r>
            <a:r>
              <a:rPr dirty="0" baseline="-15277" sz="3000" spc="-172">
                <a:latin typeface="华文楷体"/>
                <a:cs typeface="华文楷体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=</a:t>
            </a:r>
            <a:r>
              <a:rPr dirty="0" sz="2800" spc="165">
                <a:latin typeface="Cambria Math"/>
                <a:cs typeface="Cambria Math"/>
              </a:rPr>
              <a:t> </a:t>
            </a:r>
            <a:r>
              <a:rPr dirty="0" sz="2800" spc="-160">
                <a:latin typeface="Cambria Math"/>
                <a:cs typeface="Cambria Math"/>
              </a:rPr>
              <a:t>/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340">
                <a:latin typeface="Cambria Math"/>
                <a:cs typeface="Cambria Math"/>
              </a:rPr>
              <a:t>r</a:t>
            </a:r>
            <a:r>
              <a:rPr dirty="0" sz="2800" spc="16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=</a:t>
            </a:r>
            <a:r>
              <a:rPr dirty="0" sz="2800" spc="16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(</a:t>
            </a:r>
            <a:r>
              <a:rPr dirty="0" sz="2800" spc="-145">
                <a:latin typeface="Cambria Math"/>
                <a:cs typeface="Cambria Math"/>
              </a:rPr>
              <a:t> </a:t>
            </a:r>
            <a:r>
              <a:rPr dirty="0" baseline="-36706" sz="4200" spc="322">
                <a:latin typeface="Cambria Math"/>
                <a:cs typeface="Cambria Math"/>
              </a:rPr>
              <a:t>U</a:t>
            </a:r>
            <a:r>
              <a:rPr dirty="0" baseline="-36706" sz="4200" spc="-209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)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340">
                <a:latin typeface="Cambria Math"/>
                <a:cs typeface="Cambria Math"/>
              </a:rPr>
              <a:t>r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6750" y="4685245"/>
            <a:ext cx="679259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提高输电电压是降低电能损耗的有效途径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！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7465" y="2778886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 spc="277">
                <a:latin typeface="Cambria Math"/>
                <a:cs typeface="Cambria Math"/>
              </a:rPr>
              <a:t>U</a:t>
            </a:r>
            <a:r>
              <a:rPr dirty="0" sz="1750" spc="75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0165" y="3350380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5" h="0">
                <a:moveTo>
                  <a:pt x="0" y="0"/>
                </a:moveTo>
                <a:lnTo>
                  <a:pt x="366394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/>
              <a:t>小明同学的说法对吗</a:t>
            </a:r>
            <a:r>
              <a:rPr dirty="0" spc="-10"/>
              <a:t>？</a:t>
            </a:r>
          </a:p>
          <a:p>
            <a:pPr marL="12700" marR="5080">
              <a:lnSpc>
                <a:spcPts val="2980"/>
              </a:lnSpc>
              <a:spcBef>
                <a:spcPts val="1115"/>
              </a:spcBef>
            </a:pPr>
            <a:r>
              <a:rPr dirty="0"/>
              <a:t>（</a:t>
            </a:r>
            <a:r>
              <a:rPr dirty="0" spc="-5">
                <a:latin typeface="Times New Roman"/>
                <a:cs typeface="Times New Roman"/>
              </a:rPr>
              <a:t>1</a:t>
            </a:r>
            <a:r>
              <a:rPr dirty="0"/>
              <a:t>）设输电电压为</a:t>
            </a:r>
            <a:r>
              <a:rPr dirty="0" spc="-5" i="1">
                <a:latin typeface="Times New Roman"/>
                <a:cs typeface="Times New Roman"/>
              </a:rPr>
              <a:t>U</a:t>
            </a:r>
            <a:r>
              <a:rPr dirty="0"/>
              <a:t>，输电线的电阻为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/>
              <a:t>，</a:t>
            </a:r>
            <a:r>
              <a:rPr dirty="0" spc="-5"/>
              <a:t>则 </a:t>
            </a:r>
            <a:r>
              <a:rPr dirty="0"/>
              <a:t>功率损</a:t>
            </a:r>
            <a:r>
              <a:rPr dirty="0" spc="-10"/>
              <a:t>失</a:t>
            </a:r>
          </a:p>
          <a:p>
            <a:pPr algn="ctr" marL="64769">
              <a:lnSpc>
                <a:spcPct val="100000"/>
              </a:lnSpc>
              <a:spcBef>
                <a:spcPts val="1545"/>
              </a:spcBef>
              <a:tabLst>
                <a:tab pos="1007744" algn="l"/>
              </a:tabLst>
            </a:pPr>
            <a:r>
              <a:rPr dirty="0" sz="2400" spc="285" b="0">
                <a:latin typeface="Cambria Math"/>
                <a:cs typeface="Cambria Math"/>
              </a:rPr>
              <a:t>P</a:t>
            </a:r>
            <a:r>
              <a:rPr dirty="0" baseline="-15873" sz="2625" b="0">
                <a:latin typeface="华文楷体"/>
                <a:cs typeface="华文楷体"/>
              </a:rPr>
              <a:t>损</a:t>
            </a:r>
            <a:r>
              <a:rPr dirty="0" baseline="-15873" sz="2625" spc="487" b="0">
                <a:latin typeface="华文楷体"/>
                <a:cs typeface="华文楷体"/>
              </a:rPr>
              <a:t> </a:t>
            </a:r>
            <a:r>
              <a:rPr dirty="0" sz="2400" b="0">
                <a:latin typeface="Cambria Math"/>
                <a:cs typeface="Cambria Math"/>
              </a:rPr>
              <a:t>=	</a:t>
            </a:r>
            <a:r>
              <a:rPr dirty="0" baseline="-37037" sz="3600" spc="442" b="0">
                <a:latin typeface="Cambria Math"/>
                <a:cs typeface="Cambria Math"/>
              </a:rPr>
              <a:t>r</a:t>
            </a:r>
            <a:endParaRPr baseline="-37037" sz="36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3189" y="3669791"/>
            <a:ext cx="679259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所以，要减小功率损失应该减小输电电压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105"/>
              </a:spcBef>
            </a:pPr>
            <a:r>
              <a:rPr dirty="0"/>
              <a:t>想一</a:t>
            </a:r>
            <a:r>
              <a:rPr dirty="0" spc="5"/>
              <a:t>想</a:t>
            </a:r>
          </a:p>
        </p:txBody>
      </p:sp>
      <p:sp>
        <p:nvSpPr>
          <p:cNvPr id="7" name="object 7"/>
          <p:cNvSpPr/>
          <p:nvPr/>
        </p:nvSpPr>
        <p:spPr>
          <a:xfrm>
            <a:off x="3530765" y="14435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68751" y="11734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66872" y="13959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87611" y="4154423"/>
            <a:ext cx="1062227" cy="12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171518" y="4074337"/>
            <a:ext cx="285597" cy="10379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1274" y="1118702"/>
            <a:ext cx="2145030" cy="4730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b="1">
                <a:latin typeface="华文楷体"/>
                <a:cs typeface="华文楷体"/>
              </a:rPr>
              <a:t>对输电</a:t>
            </a:r>
            <a:r>
              <a:rPr dirty="0" sz="2800" spc="-10" b="1">
                <a:latin typeface="华文楷体"/>
                <a:cs typeface="华文楷体"/>
              </a:rPr>
              <a:t>线</a:t>
            </a:r>
            <a:r>
              <a:rPr dirty="0" sz="2800" spc="-30" b="1">
                <a:latin typeface="华文楷体"/>
                <a:cs typeface="华文楷体"/>
              </a:rPr>
              <a:t> </a:t>
            </a:r>
            <a:r>
              <a:rPr dirty="0" sz="2800" spc="-195" b="1" i="1">
                <a:latin typeface="Times New Roman"/>
                <a:cs typeface="Times New Roman"/>
              </a:rPr>
              <a:t>r</a:t>
            </a:r>
            <a:r>
              <a:rPr dirty="0" sz="2900" spc="-195" b="1" i="1">
                <a:latin typeface="华文楷体"/>
                <a:cs typeface="华文楷体"/>
              </a:rPr>
              <a:t>，</a:t>
            </a:r>
            <a:endParaRPr sz="29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4414" y="1745765"/>
            <a:ext cx="3950970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b="1">
                <a:latin typeface="华文楷体"/>
                <a:cs typeface="华文楷体"/>
              </a:rPr>
              <a:t>功率</a:t>
            </a:r>
            <a:r>
              <a:rPr dirty="0" sz="2800" spc="-5" b="1" i="1">
                <a:latin typeface="Times New Roman"/>
                <a:cs typeface="Times New Roman"/>
              </a:rPr>
              <a:t>P</a:t>
            </a:r>
            <a:r>
              <a:rPr dirty="0" baseline="-16975" sz="2700" spc="30" b="1">
                <a:latin typeface="华文楷体"/>
                <a:cs typeface="华文楷体"/>
              </a:rPr>
              <a:t>损</a:t>
            </a:r>
            <a:r>
              <a:rPr dirty="0" sz="2800" b="1">
                <a:latin typeface="华文楷体"/>
                <a:cs typeface="华文楷体"/>
              </a:rPr>
              <a:t>，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电压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-397" b="1">
                <a:solidFill>
                  <a:srgbClr val="FF0000"/>
                </a:solidFill>
                <a:latin typeface="华文楷体"/>
                <a:cs typeface="华文楷体"/>
              </a:rPr>
              <a:t>线</a:t>
            </a:r>
            <a:r>
              <a:rPr dirty="0" sz="2900" spc="-985" b="1" i="1">
                <a:latin typeface="华文楷体"/>
                <a:cs typeface="华文楷体"/>
              </a:rPr>
              <a:t>，</a:t>
            </a:r>
            <a:r>
              <a:rPr dirty="0" sz="2800" b="1">
                <a:latin typeface="华文楷体"/>
                <a:cs typeface="华文楷体"/>
              </a:rPr>
              <a:t>电流</a:t>
            </a:r>
            <a:r>
              <a:rPr dirty="0" sz="2800" spc="-5" b="1" i="1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66629" y="4208526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85679" y="5048059"/>
            <a:ext cx="3924300" cy="0"/>
          </a:xfrm>
          <a:custGeom>
            <a:avLst/>
            <a:gdLst/>
            <a:ahLst/>
            <a:cxnLst/>
            <a:rect l="l" t="t" r="r" b="b"/>
            <a:pathLst>
              <a:path w="3924300" h="0">
                <a:moveTo>
                  <a:pt x="0" y="0"/>
                </a:moveTo>
                <a:lnTo>
                  <a:pt x="3923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77224" y="3955453"/>
            <a:ext cx="1497330" cy="1266825"/>
          </a:xfrm>
          <a:custGeom>
            <a:avLst/>
            <a:gdLst/>
            <a:ahLst/>
            <a:cxnLst/>
            <a:rect l="l" t="t" r="r" b="b"/>
            <a:pathLst>
              <a:path w="1497329" h="1266825">
                <a:moveTo>
                  <a:pt x="14287" y="1252537"/>
                </a:moveTo>
                <a:lnTo>
                  <a:pt x="0" y="1252537"/>
                </a:lnTo>
                <a:lnTo>
                  <a:pt x="0" y="1166812"/>
                </a:lnTo>
                <a:lnTo>
                  <a:pt x="28575" y="1166812"/>
                </a:lnTo>
                <a:lnTo>
                  <a:pt x="28575" y="1238250"/>
                </a:lnTo>
                <a:lnTo>
                  <a:pt x="14287" y="1238250"/>
                </a:lnTo>
                <a:lnTo>
                  <a:pt x="14287" y="1252537"/>
                </a:lnTo>
                <a:close/>
              </a:path>
              <a:path w="1497329" h="1266825">
                <a:moveTo>
                  <a:pt x="55486" y="1266825"/>
                </a:moveTo>
                <a:lnTo>
                  <a:pt x="14287" y="1266825"/>
                </a:lnTo>
                <a:lnTo>
                  <a:pt x="14287" y="1238250"/>
                </a:lnTo>
                <a:lnTo>
                  <a:pt x="28575" y="1238250"/>
                </a:lnTo>
                <a:lnTo>
                  <a:pt x="28575" y="1252537"/>
                </a:lnTo>
                <a:lnTo>
                  <a:pt x="55486" y="1252537"/>
                </a:lnTo>
                <a:lnTo>
                  <a:pt x="55486" y="1266825"/>
                </a:lnTo>
                <a:close/>
              </a:path>
              <a:path w="1497329" h="1266825">
                <a:moveTo>
                  <a:pt x="55486" y="1252537"/>
                </a:moveTo>
                <a:lnTo>
                  <a:pt x="28575" y="1252537"/>
                </a:lnTo>
                <a:lnTo>
                  <a:pt x="28575" y="1238250"/>
                </a:lnTo>
                <a:lnTo>
                  <a:pt x="55486" y="1238250"/>
                </a:lnTo>
                <a:lnTo>
                  <a:pt x="55486" y="1252537"/>
                </a:lnTo>
                <a:close/>
              </a:path>
              <a:path w="1497329" h="1266825">
                <a:moveTo>
                  <a:pt x="28575" y="1138237"/>
                </a:moveTo>
                <a:lnTo>
                  <a:pt x="0" y="1138237"/>
                </a:lnTo>
                <a:lnTo>
                  <a:pt x="0" y="1052512"/>
                </a:lnTo>
                <a:lnTo>
                  <a:pt x="28575" y="1052512"/>
                </a:lnTo>
                <a:lnTo>
                  <a:pt x="28575" y="1138237"/>
                </a:lnTo>
                <a:close/>
              </a:path>
              <a:path w="1497329" h="1266825">
                <a:moveTo>
                  <a:pt x="28575" y="1023937"/>
                </a:moveTo>
                <a:lnTo>
                  <a:pt x="0" y="1023937"/>
                </a:lnTo>
                <a:lnTo>
                  <a:pt x="0" y="938212"/>
                </a:lnTo>
                <a:lnTo>
                  <a:pt x="28575" y="938212"/>
                </a:lnTo>
                <a:lnTo>
                  <a:pt x="28575" y="1023937"/>
                </a:lnTo>
                <a:close/>
              </a:path>
              <a:path w="1497329" h="1266825">
                <a:moveTo>
                  <a:pt x="28575" y="909637"/>
                </a:moveTo>
                <a:lnTo>
                  <a:pt x="0" y="909637"/>
                </a:lnTo>
                <a:lnTo>
                  <a:pt x="0" y="823912"/>
                </a:lnTo>
                <a:lnTo>
                  <a:pt x="28575" y="823912"/>
                </a:lnTo>
                <a:lnTo>
                  <a:pt x="28575" y="909637"/>
                </a:lnTo>
                <a:close/>
              </a:path>
              <a:path w="1497329" h="1266825">
                <a:moveTo>
                  <a:pt x="28575" y="795337"/>
                </a:moveTo>
                <a:lnTo>
                  <a:pt x="0" y="795337"/>
                </a:lnTo>
                <a:lnTo>
                  <a:pt x="0" y="709612"/>
                </a:lnTo>
                <a:lnTo>
                  <a:pt x="28575" y="709612"/>
                </a:lnTo>
                <a:lnTo>
                  <a:pt x="28575" y="795337"/>
                </a:lnTo>
                <a:close/>
              </a:path>
              <a:path w="1497329" h="1266825">
                <a:moveTo>
                  <a:pt x="28575" y="681037"/>
                </a:moveTo>
                <a:lnTo>
                  <a:pt x="0" y="681037"/>
                </a:lnTo>
                <a:lnTo>
                  <a:pt x="0" y="595312"/>
                </a:lnTo>
                <a:lnTo>
                  <a:pt x="28575" y="595312"/>
                </a:lnTo>
                <a:lnTo>
                  <a:pt x="28575" y="681037"/>
                </a:lnTo>
                <a:close/>
              </a:path>
              <a:path w="1497329" h="1266825">
                <a:moveTo>
                  <a:pt x="28575" y="566737"/>
                </a:moveTo>
                <a:lnTo>
                  <a:pt x="0" y="566737"/>
                </a:lnTo>
                <a:lnTo>
                  <a:pt x="0" y="481012"/>
                </a:lnTo>
                <a:lnTo>
                  <a:pt x="28575" y="481012"/>
                </a:lnTo>
                <a:lnTo>
                  <a:pt x="28575" y="566737"/>
                </a:lnTo>
                <a:close/>
              </a:path>
              <a:path w="1497329" h="1266825">
                <a:moveTo>
                  <a:pt x="28575" y="452437"/>
                </a:moveTo>
                <a:lnTo>
                  <a:pt x="0" y="452437"/>
                </a:lnTo>
                <a:lnTo>
                  <a:pt x="0" y="366712"/>
                </a:lnTo>
                <a:lnTo>
                  <a:pt x="28575" y="366712"/>
                </a:lnTo>
                <a:lnTo>
                  <a:pt x="28575" y="452437"/>
                </a:lnTo>
                <a:close/>
              </a:path>
              <a:path w="1497329" h="1266825">
                <a:moveTo>
                  <a:pt x="28575" y="338137"/>
                </a:moveTo>
                <a:lnTo>
                  <a:pt x="0" y="338137"/>
                </a:lnTo>
                <a:lnTo>
                  <a:pt x="0" y="252412"/>
                </a:lnTo>
                <a:lnTo>
                  <a:pt x="28575" y="252412"/>
                </a:lnTo>
                <a:lnTo>
                  <a:pt x="28575" y="338137"/>
                </a:lnTo>
                <a:close/>
              </a:path>
              <a:path w="1497329" h="1266825">
                <a:moveTo>
                  <a:pt x="28575" y="223837"/>
                </a:moveTo>
                <a:lnTo>
                  <a:pt x="0" y="223837"/>
                </a:lnTo>
                <a:lnTo>
                  <a:pt x="0" y="138112"/>
                </a:lnTo>
                <a:lnTo>
                  <a:pt x="28575" y="138112"/>
                </a:lnTo>
                <a:lnTo>
                  <a:pt x="28575" y="223837"/>
                </a:lnTo>
                <a:close/>
              </a:path>
              <a:path w="1497329" h="1266825">
                <a:moveTo>
                  <a:pt x="28575" y="109537"/>
                </a:moveTo>
                <a:lnTo>
                  <a:pt x="0" y="109537"/>
                </a:lnTo>
                <a:lnTo>
                  <a:pt x="0" y="23812"/>
                </a:lnTo>
                <a:lnTo>
                  <a:pt x="28575" y="23812"/>
                </a:lnTo>
                <a:lnTo>
                  <a:pt x="28575" y="109537"/>
                </a:lnTo>
                <a:close/>
              </a:path>
              <a:path w="1497329" h="1266825">
                <a:moveTo>
                  <a:pt x="119062" y="28575"/>
                </a:moveTo>
                <a:lnTo>
                  <a:pt x="33337" y="28575"/>
                </a:lnTo>
                <a:lnTo>
                  <a:pt x="33337" y="0"/>
                </a:lnTo>
                <a:lnTo>
                  <a:pt x="119062" y="0"/>
                </a:lnTo>
                <a:lnTo>
                  <a:pt x="119062" y="28575"/>
                </a:lnTo>
                <a:close/>
              </a:path>
              <a:path w="1497329" h="1266825">
                <a:moveTo>
                  <a:pt x="233362" y="28575"/>
                </a:moveTo>
                <a:lnTo>
                  <a:pt x="147637" y="28575"/>
                </a:lnTo>
                <a:lnTo>
                  <a:pt x="147637" y="0"/>
                </a:lnTo>
                <a:lnTo>
                  <a:pt x="233362" y="0"/>
                </a:lnTo>
                <a:lnTo>
                  <a:pt x="233362" y="28575"/>
                </a:lnTo>
                <a:close/>
              </a:path>
              <a:path w="1497329" h="1266825">
                <a:moveTo>
                  <a:pt x="347662" y="28575"/>
                </a:moveTo>
                <a:lnTo>
                  <a:pt x="261937" y="28575"/>
                </a:lnTo>
                <a:lnTo>
                  <a:pt x="261937" y="0"/>
                </a:lnTo>
                <a:lnTo>
                  <a:pt x="347662" y="0"/>
                </a:lnTo>
                <a:lnTo>
                  <a:pt x="347662" y="28575"/>
                </a:lnTo>
                <a:close/>
              </a:path>
              <a:path w="1497329" h="1266825">
                <a:moveTo>
                  <a:pt x="461962" y="28575"/>
                </a:moveTo>
                <a:lnTo>
                  <a:pt x="376237" y="28575"/>
                </a:lnTo>
                <a:lnTo>
                  <a:pt x="376237" y="0"/>
                </a:lnTo>
                <a:lnTo>
                  <a:pt x="461962" y="0"/>
                </a:lnTo>
                <a:lnTo>
                  <a:pt x="461962" y="28575"/>
                </a:lnTo>
                <a:close/>
              </a:path>
              <a:path w="1497329" h="1266825">
                <a:moveTo>
                  <a:pt x="576262" y="28575"/>
                </a:moveTo>
                <a:lnTo>
                  <a:pt x="490537" y="28575"/>
                </a:lnTo>
                <a:lnTo>
                  <a:pt x="490537" y="0"/>
                </a:lnTo>
                <a:lnTo>
                  <a:pt x="576262" y="0"/>
                </a:lnTo>
                <a:lnTo>
                  <a:pt x="576262" y="28575"/>
                </a:lnTo>
                <a:close/>
              </a:path>
              <a:path w="1497329" h="1266825">
                <a:moveTo>
                  <a:pt x="690562" y="28575"/>
                </a:moveTo>
                <a:lnTo>
                  <a:pt x="604837" y="28575"/>
                </a:lnTo>
                <a:lnTo>
                  <a:pt x="604837" y="0"/>
                </a:lnTo>
                <a:lnTo>
                  <a:pt x="690562" y="0"/>
                </a:lnTo>
                <a:lnTo>
                  <a:pt x="690562" y="28575"/>
                </a:lnTo>
                <a:close/>
              </a:path>
              <a:path w="1497329" h="1266825">
                <a:moveTo>
                  <a:pt x="804862" y="28575"/>
                </a:moveTo>
                <a:lnTo>
                  <a:pt x="719137" y="28575"/>
                </a:lnTo>
                <a:lnTo>
                  <a:pt x="719137" y="0"/>
                </a:lnTo>
                <a:lnTo>
                  <a:pt x="804862" y="0"/>
                </a:lnTo>
                <a:lnTo>
                  <a:pt x="804862" y="28575"/>
                </a:lnTo>
                <a:close/>
              </a:path>
              <a:path w="1497329" h="1266825">
                <a:moveTo>
                  <a:pt x="919162" y="28575"/>
                </a:moveTo>
                <a:lnTo>
                  <a:pt x="833437" y="28575"/>
                </a:lnTo>
                <a:lnTo>
                  <a:pt x="833437" y="0"/>
                </a:lnTo>
                <a:lnTo>
                  <a:pt x="919162" y="0"/>
                </a:lnTo>
                <a:lnTo>
                  <a:pt x="919162" y="28575"/>
                </a:lnTo>
                <a:close/>
              </a:path>
              <a:path w="1497329" h="1266825">
                <a:moveTo>
                  <a:pt x="1033462" y="28575"/>
                </a:moveTo>
                <a:lnTo>
                  <a:pt x="947737" y="28575"/>
                </a:lnTo>
                <a:lnTo>
                  <a:pt x="947737" y="0"/>
                </a:lnTo>
                <a:lnTo>
                  <a:pt x="1033462" y="0"/>
                </a:lnTo>
                <a:lnTo>
                  <a:pt x="1033462" y="28575"/>
                </a:lnTo>
                <a:close/>
              </a:path>
              <a:path w="1497329" h="1266825">
                <a:moveTo>
                  <a:pt x="1147762" y="28575"/>
                </a:moveTo>
                <a:lnTo>
                  <a:pt x="1062037" y="28575"/>
                </a:lnTo>
                <a:lnTo>
                  <a:pt x="1062037" y="0"/>
                </a:lnTo>
                <a:lnTo>
                  <a:pt x="1147762" y="0"/>
                </a:lnTo>
                <a:lnTo>
                  <a:pt x="1147762" y="28575"/>
                </a:lnTo>
                <a:close/>
              </a:path>
              <a:path w="1497329" h="1266825">
                <a:moveTo>
                  <a:pt x="1262062" y="28575"/>
                </a:moveTo>
                <a:lnTo>
                  <a:pt x="1176337" y="28575"/>
                </a:lnTo>
                <a:lnTo>
                  <a:pt x="1176337" y="0"/>
                </a:lnTo>
                <a:lnTo>
                  <a:pt x="1262062" y="0"/>
                </a:lnTo>
                <a:lnTo>
                  <a:pt x="1262062" y="28575"/>
                </a:lnTo>
                <a:close/>
              </a:path>
              <a:path w="1497329" h="1266825">
                <a:moveTo>
                  <a:pt x="1376362" y="28575"/>
                </a:moveTo>
                <a:lnTo>
                  <a:pt x="1290637" y="28575"/>
                </a:lnTo>
                <a:lnTo>
                  <a:pt x="1290637" y="0"/>
                </a:lnTo>
                <a:lnTo>
                  <a:pt x="1376362" y="0"/>
                </a:lnTo>
                <a:lnTo>
                  <a:pt x="1376362" y="28575"/>
                </a:lnTo>
                <a:close/>
              </a:path>
              <a:path w="1497329" h="1266825">
                <a:moveTo>
                  <a:pt x="1468399" y="28575"/>
                </a:moveTo>
                <a:lnTo>
                  <a:pt x="1404937" y="28575"/>
                </a:lnTo>
                <a:lnTo>
                  <a:pt x="1404937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266825">
                <a:moveTo>
                  <a:pt x="1482686" y="28575"/>
                </a:moveTo>
                <a:lnTo>
                  <a:pt x="1468399" y="28575"/>
                </a:lnTo>
                <a:lnTo>
                  <a:pt x="1468399" y="14287"/>
                </a:lnTo>
                <a:lnTo>
                  <a:pt x="1482686" y="28575"/>
                </a:lnTo>
                <a:close/>
              </a:path>
              <a:path w="1497329" h="1266825">
                <a:moveTo>
                  <a:pt x="1496974" y="22263"/>
                </a:moveTo>
                <a:lnTo>
                  <a:pt x="1476375" y="22263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2263"/>
                </a:lnTo>
                <a:close/>
              </a:path>
              <a:path w="1497329" h="1266825">
                <a:moveTo>
                  <a:pt x="1496974" y="136563"/>
                </a:moveTo>
                <a:lnTo>
                  <a:pt x="1468399" y="136563"/>
                </a:lnTo>
                <a:lnTo>
                  <a:pt x="1468399" y="50838"/>
                </a:lnTo>
                <a:lnTo>
                  <a:pt x="1496974" y="50838"/>
                </a:lnTo>
                <a:lnTo>
                  <a:pt x="1496974" y="136563"/>
                </a:lnTo>
                <a:close/>
              </a:path>
              <a:path w="1497329" h="1266825">
                <a:moveTo>
                  <a:pt x="1496974" y="250863"/>
                </a:moveTo>
                <a:lnTo>
                  <a:pt x="1468399" y="250863"/>
                </a:lnTo>
                <a:lnTo>
                  <a:pt x="1468399" y="165138"/>
                </a:lnTo>
                <a:lnTo>
                  <a:pt x="1496974" y="165138"/>
                </a:lnTo>
                <a:lnTo>
                  <a:pt x="1496974" y="250863"/>
                </a:lnTo>
                <a:close/>
              </a:path>
              <a:path w="1497329" h="1266825">
                <a:moveTo>
                  <a:pt x="1496974" y="365163"/>
                </a:moveTo>
                <a:lnTo>
                  <a:pt x="1468399" y="365163"/>
                </a:lnTo>
                <a:lnTo>
                  <a:pt x="1468399" y="279438"/>
                </a:lnTo>
                <a:lnTo>
                  <a:pt x="1496974" y="279438"/>
                </a:lnTo>
                <a:lnTo>
                  <a:pt x="1496974" y="365163"/>
                </a:lnTo>
                <a:close/>
              </a:path>
              <a:path w="1497329" h="1266825">
                <a:moveTo>
                  <a:pt x="1496974" y="479463"/>
                </a:moveTo>
                <a:lnTo>
                  <a:pt x="1468399" y="479463"/>
                </a:lnTo>
                <a:lnTo>
                  <a:pt x="1468399" y="393738"/>
                </a:lnTo>
                <a:lnTo>
                  <a:pt x="1496974" y="393738"/>
                </a:lnTo>
                <a:lnTo>
                  <a:pt x="1496974" y="479463"/>
                </a:lnTo>
                <a:close/>
              </a:path>
              <a:path w="1497329" h="1266825">
                <a:moveTo>
                  <a:pt x="1496974" y="593763"/>
                </a:moveTo>
                <a:lnTo>
                  <a:pt x="1468399" y="593763"/>
                </a:lnTo>
                <a:lnTo>
                  <a:pt x="1468399" y="508038"/>
                </a:lnTo>
                <a:lnTo>
                  <a:pt x="1496974" y="508038"/>
                </a:lnTo>
                <a:lnTo>
                  <a:pt x="1496974" y="593763"/>
                </a:lnTo>
                <a:close/>
              </a:path>
              <a:path w="1497329" h="1266825">
                <a:moveTo>
                  <a:pt x="1496974" y="708063"/>
                </a:moveTo>
                <a:lnTo>
                  <a:pt x="1468399" y="708063"/>
                </a:lnTo>
                <a:lnTo>
                  <a:pt x="1468399" y="622338"/>
                </a:lnTo>
                <a:lnTo>
                  <a:pt x="1496974" y="622338"/>
                </a:lnTo>
                <a:lnTo>
                  <a:pt x="1496974" y="708063"/>
                </a:lnTo>
                <a:close/>
              </a:path>
              <a:path w="1497329" h="1266825">
                <a:moveTo>
                  <a:pt x="1496974" y="822363"/>
                </a:moveTo>
                <a:lnTo>
                  <a:pt x="1468399" y="822363"/>
                </a:lnTo>
                <a:lnTo>
                  <a:pt x="1468399" y="736638"/>
                </a:lnTo>
                <a:lnTo>
                  <a:pt x="1496974" y="736638"/>
                </a:lnTo>
                <a:lnTo>
                  <a:pt x="1496974" y="822363"/>
                </a:lnTo>
                <a:close/>
              </a:path>
              <a:path w="1497329" h="1266825">
                <a:moveTo>
                  <a:pt x="1496974" y="936663"/>
                </a:moveTo>
                <a:lnTo>
                  <a:pt x="1468399" y="936663"/>
                </a:lnTo>
                <a:lnTo>
                  <a:pt x="1468399" y="850938"/>
                </a:lnTo>
                <a:lnTo>
                  <a:pt x="1496974" y="850938"/>
                </a:lnTo>
                <a:lnTo>
                  <a:pt x="1496974" y="936663"/>
                </a:lnTo>
                <a:close/>
              </a:path>
              <a:path w="1497329" h="1266825">
                <a:moveTo>
                  <a:pt x="1496974" y="1050963"/>
                </a:moveTo>
                <a:lnTo>
                  <a:pt x="1468399" y="1050963"/>
                </a:lnTo>
                <a:lnTo>
                  <a:pt x="1468399" y="965238"/>
                </a:lnTo>
                <a:lnTo>
                  <a:pt x="1496974" y="965238"/>
                </a:lnTo>
                <a:lnTo>
                  <a:pt x="1496974" y="1050963"/>
                </a:lnTo>
                <a:close/>
              </a:path>
              <a:path w="1497329" h="1266825">
                <a:moveTo>
                  <a:pt x="1496974" y="1165263"/>
                </a:moveTo>
                <a:lnTo>
                  <a:pt x="1468399" y="1165263"/>
                </a:lnTo>
                <a:lnTo>
                  <a:pt x="1468399" y="1079538"/>
                </a:lnTo>
                <a:lnTo>
                  <a:pt x="1496974" y="1079538"/>
                </a:lnTo>
                <a:lnTo>
                  <a:pt x="1496974" y="1165263"/>
                </a:lnTo>
                <a:close/>
              </a:path>
              <a:path w="1497329" h="1266825">
                <a:moveTo>
                  <a:pt x="1468399" y="1252537"/>
                </a:moveTo>
                <a:lnTo>
                  <a:pt x="1468399" y="1193838"/>
                </a:lnTo>
                <a:lnTo>
                  <a:pt x="1496974" y="1193838"/>
                </a:lnTo>
                <a:lnTo>
                  <a:pt x="1496974" y="1238250"/>
                </a:lnTo>
                <a:lnTo>
                  <a:pt x="1482686" y="1238250"/>
                </a:lnTo>
                <a:lnTo>
                  <a:pt x="1468399" y="1252537"/>
                </a:lnTo>
                <a:close/>
              </a:path>
              <a:path w="1497329" h="1266825">
                <a:moveTo>
                  <a:pt x="1496974" y="1266825"/>
                </a:moveTo>
                <a:lnTo>
                  <a:pt x="1455661" y="1266825"/>
                </a:lnTo>
                <a:lnTo>
                  <a:pt x="1455661" y="1238250"/>
                </a:lnTo>
                <a:lnTo>
                  <a:pt x="1468399" y="1238250"/>
                </a:lnTo>
                <a:lnTo>
                  <a:pt x="1468399" y="1252537"/>
                </a:lnTo>
                <a:lnTo>
                  <a:pt x="1496974" y="1252537"/>
                </a:lnTo>
                <a:lnTo>
                  <a:pt x="1496974" y="1266825"/>
                </a:lnTo>
                <a:close/>
              </a:path>
              <a:path w="1497329" h="1266825">
                <a:moveTo>
                  <a:pt x="1496974" y="1252537"/>
                </a:moveTo>
                <a:lnTo>
                  <a:pt x="1468399" y="1252537"/>
                </a:lnTo>
                <a:lnTo>
                  <a:pt x="1482686" y="1238250"/>
                </a:lnTo>
                <a:lnTo>
                  <a:pt x="1496974" y="1238250"/>
                </a:lnTo>
                <a:lnTo>
                  <a:pt x="1496974" y="1252537"/>
                </a:lnTo>
                <a:close/>
              </a:path>
              <a:path w="1497329" h="1266825">
                <a:moveTo>
                  <a:pt x="1427086" y="1266825"/>
                </a:moveTo>
                <a:lnTo>
                  <a:pt x="1341361" y="1266825"/>
                </a:lnTo>
                <a:lnTo>
                  <a:pt x="1341361" y="1238250"/>
                </a:lnTo>
                <a:lnTo>
                  <a:pt x="1427086" y="1238250"/>
                </a:lnTo>
                <a:lnTo>
                  <a:pt x="1427086" y="1266825"/>
                </a:lnTo>
                <a:close/>
              </a:path>
              <a:path w="1497329" h="1266825">
                <a:moveTo>
                  <a:pt x="1312786" y="1266825"/>
                </a:moveTo>
                <a:lnTo>
                  <a:pt x="1227061" y="1266825"/>
                </a:lnTo>
                <a:lnTo>
                  <a:pt x="1227061" y="1238250"/>
                </a:lnTo>
                <a:lnTo>
                  <a:pt x="1312786" y="1238250"/>
                </a:lnTo>
                <a:lnTo>
                  <a:pt x="1312786" y="1266825"/>
                </a:lnTo>
                <a:close/>
              </a:path>
              <a:path w="1497329" h="1266825">
                <a:moveTo>
                  <a:pt x="1198486" y="1266825"/>
                </a:moveTo>
                <a:lnTo>
                  <a:pt x="1112761" y="1266825"/>
                </a:lnTo>
                <a:lnTo>
                  <a:pt x="1112761" y="1238250"/>
                </a:lnTo>
                <a:lnTo>
                  <a:pt x="1198486" y="1238250"/>
                </a:lnTo>
                <a:lnTo>
                  <a:pt x="1198486" y="1266825"/>
                </a:lnTo>
                <a:close/>
              </a:path>
              <a:path w="1497329" h="1266825">
                <a:moveTo>
                  <a:pt x="1084186" y="1266825"/>
                </a:moveTo>
                <a:lnTo>
                  <a:pt x="998461" y="1266825"/>
                </a:lnTo>
                <a:lnTo>
                  <a:pt x="998461" y="1238250"/>
                </a:lnTo>
                <a:lnTo>
                  <a:pt x="1084186" y="1238250"/>
                </a:lnTo>
                <a:lnTo>
                  <a:pt x="1084186" y="1266825"/>
                </a:lnTo>
                <a:close/>
              </a:path>
              <a:path w="1497329" h="1266825">
                <a:moveTo>
                  <a:pt x="969886" y="1266825"/>
                </a:moveTo>
                <a:lnTo>
                  <a:pt x="884161" y="1266825"/>
                </a:lnTo>
                <a:lnTo>
                  <a:pt x="884161" y="1238250"/>
                </a:lnTo>
                <a:lnTo>
                  <a:pt x="969886" y="1238250"/>
                </a:lnTo>
                <a:lnTo>
                  <a:pt x="969886" y="1266825"/>
                </a:lnTo>
                <a:close/>
              </a:path>
              <a:path w="1497329" h="1266825">
                <a:moveTo>
                  <a:pt x="855586" y="1266825"/>
                </a:moveTo>
                <a:lnTo>
                  <a:pt x="769861" y="1266825"/>
                </a:lnTo>
                <a:lnTo>
                  <a:pt x="769861" y="1238250"/>
                </a:lnTo>
                <a:lnTo>
                  <a:pt x="855586" y="1238250"/>
                </a:lnTo>
                <a:lnTo>
                  <a:pt x="855586" y="1266825"/>
                </a:lnTo>
                <a:close/>
              </a:path>
              <a:path w="1497329" h="1266825">
                <a:moveTo>
                  <a:pt x="741286" y="1266825"/>
                </a:moveTo>
                <a:lnTo>
                  <a:pt x="655561" y="1266825"/>
                </a:lnTo>
                <a:lnTo>
                  <a:pt x="655561" y="1238250"/>
                </a:lnTo>
                <a:lnTo>
                  <a:pt x="741286" y="1238250"/>
                </a:lnTo>
                <a:lnTo>
                  <a:pt x="741286" y="1266825"/>
                </a:lnTo>
                <a:close/>
              </a:path>
              <a:path w="1497329" h="1266825">
                <a:moveTo>
                  <a:pt x="626986" y="1266825"/>
                </a:moveTo>
                <a:lnTo>
                  <a:pt x="541261" y="1266825"/>
                </a:lnTo>
                <a:lnTo>
                  <a:pt x="541261" y="1238250"/>
                </a:lnTo>
                <a:lnTo>
                  <a:pt x="626986" y="1238250"/>
                </a:lnTo>
                <a:lnTo>
                  <a:pt x="626986" y="1266825"/>
                </a:lnTo>
                <a:close/>
              </a:path>
              <a:path w="1497329" h="1266825">
                <a:moveTo>
                  <a:pt x="512686" y="1266825"/>
                </a:moveTo>
                <a:lnTo>
                  <a:pt x="426961" y="1266825"/>
                </a:lnTo>
                <a:lnTo>
                  <a:pt x="426961" y="1238250"/>
                </a:lnTo>
                <a:lnTo>
                  <a:pt x="512686" y="1238250"/>
                </a:lnTo>
                <a:lnTo>
                  <a:pt x="512686" y="1266825"/>
                </a:lnTo>
                <a:close/>
              </a:path>
              <a:path w="1497329" h="1266825">
                <a:moveTo>
                  <a:pt x="398386" y="1266825"/>
                </a:moveTo>
                <a:lnTo>
                  <a:pt x="312661" y="1266825"/>
                </a:lnTo>
                <a:lnTo>
                  <a:pt x="312661" y="1238250"/>
                </a:lnTo>
                <a:lnTo>
                  <a:pt x="398386" y="1238250"/>
                </a:lnTo>
                <a:lnTo>
                  <a:pt x="398386" y="1266825"/>
                </a:lnTo>
                <a:close/>
              </a:path>
              <a:path w="1497329" h="1266825">
                <a:moveTo>
                  <a:pt x="284086" y="1266825"/>
                </a:moveTo>
                <a:lnTo>
                  <a:pt x="198361" y="1266825"/>
                </a:lnTo>
                <a:lnTo>
                  <a:pt x="198361" y="1238250"/>
                </a:lnTo>
                <a:lnTo>
                  <a:pt x="284086" y="1238250"/>
                </a:lnTo>
                <a:lnTo>
                  <a:pt x="284086" y="1266825"/>
                </a:lnTo>
                <a:close/>
              </a:path>
              <a:path w="1497329" h="1266825">
                <a:moveTo>
                  <a:pt x="169786" y="1266825"/>
                </a:moveTo>
                <a:lnTo>
                  <a:pt x="84061" y="1266825"/>
                </a:lnTo>
                <a:lnTo>
                  <a:pt x="84061" y="1238250"/>
                </a:lnTo>
                <a:lnTo>
                  <a:pt x="169786" y="1238250"/>
                </a:lnTo>
                <a:lnTo>
                  <a:pt x="169786" y="126682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78201" y="4321530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发电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1780" y="3965943"/>
            <a:ext cx="1497330" cy="1266825"/>
          </a:xfrm>
          <a:custGeom>
            <a:avLst/>
            <a:gdLst/>
            <a:ahLst/>
            <a:cxnLst/>
            <a:rect l="l" t="t" r="r" b="b"/>
            <a:pathLst>
              <a:path w="1497329" h="1266825">
                <a:moveTo>
                  <a:pt x="14287" y="1252537"/>
                </a:moveTo>
                <a:lnTo>
                  <a:pt x="0" y="1252537"/>
                </a:lnTo>
                <a:lnTo>
                  <a:pt x="0" y="1166812"/>
                </a:lnTo>
                <a:lnTo>
                  <a:pt x="28575" y="1166812"/>
                </a:lnTo>
                <a:lnTo>
                  <a:pt x="28575" y="1238250"/>
                </a:lnTo>
                <a:lnTo>
                  <a:pt x="14287" y="1238250"/>
                </a:lnTo>
                <a:lnTo>
                  <a:pt x="14287" y="1252537"/>
                </a:lnTo>
                <a:close/>
              </a:path>
              <a:path w="1497329" h="1266825">
                <a:moveTo>
                  <a:pt x="55473" y="1266825"/>
                </a:moveTo>
                <a:lnTo>
                  <a:pt x="14287" y="1266825"/>
                </a:lnTo>
                <a:lnTo>
                  <a:pt x="14287" y="1238250"/>
                </a:lnTo>
                <a:lnTo>
                  <a:pt x="28575" y="1238250"/>
                </a:lnTo>
                <a:lnTo>
                  <a:pt x="28575" y="1252537"/>
                </a:lnTo>
                <a:lnTo>
                  <a:pt x="55473" y="1252537"/>
                </a:lnTo>
                <a:lnTo>
                  <a:pt x="55473" y="1266825"/>
                </a:lnTo>
                <a:close/>
              </a:path>
              <a:path w="1497329" h="1266825">
                <a:moveTo>
                  <a:pt x="55473" y="1252537"/>
                </a:moveTo>
                <a:lnTo>
                  <a:pt x="28575" y="1252537"/>
                </a:lnTo>
                <a:lnTo>
                  <a:pt x="28575" y="1238250"/>
                </a:lnTo>
                <a:lnTo>
                  <a:pt x="55473" y="1238250"/>
                </a:lnTo>
                <a:lnTo>
                  <a:pt x="55473" y="1252537"/>
                </a:lnTo>
                <a:close/>
              </a:path>
              <a:path w="1497329" h="1266825">
                <a:moveTo>
                  <a:pt x="28575" y="1138237"/>
                </a:moveTo>
                <a:lnTo>
                  <a:pt x="0" y="1138237"/>
                </a:lnTo>
                <a:lnTo>
                  <a:pt x="0" y="1052512"/>
                </a:lnTo>
                <a:lnTo>
                  <a:pt x="28575" y="1052512"/>
                </a:lnTo>
                <a:lnTo>
                  <a:pt x="28575" y="1138237"/>
                </a:lnTo>
                <a:close/>
              </a:path>
              <a:path w="1497329" h="1266825">
                <a:moveTo>
                  <a:pt x="28575" y="1023937"/>
                </a:moveTo>
                <a:lnTo>
                  <a:pt x="0" y="1023937"/>
                </a:lnTo>
                <a:lnTo>
                  <a:pt x="0" y="938212"/>
                </a:lnTo>
                <a:lnTo>
                  <a:pt x="28575" y="938212"/>
                </a:lnTo>
                <a:lnTo>
                  <a:pt x="28575" y="1023937"/>
                </a:lnTo>
                <a:close/>
              </a:path>
              <a:path w="1497329" h="1266825">
                <a:moveTo>
                  <a:pt x="28575" y="909637"/>
                </a:moveTo>
                <a:lnTo>
                  <a:pt x="0" y="909637"/>
                </a:lnTo>
                <a:lnTo>
                  <a:pt x="0" y="823912"/>
                </a:lnTo>
                <a:lnTo>
                  <a:pt x="28575" y="823912"/>
                </a:lnTo>
                <a:lnTo>
                  <a:pt x="28575" y="909637"/>
                </a:lnTo>
                <a:close/>
              </a:path>
              <a:path w="1497329" h="1266825">
                <a:moveTo>
                  <a:pt x="28575" y="795337"/>
                </a:moveTo>
                <a:lnTo>
                  <a:pt x="0" y="795337"/>
                </a:lnTo>
                <a:lnTo>
                  <a:pt x="0" y="709612"/>
                </a:lnTo>
                <a:lnTo>
                  <a:pt x="28575" y="709612"/>
                </a:lnTo>
                <a:lnTo>
                  <a:pt x="28575" y="795337"/>
                </a:lnTo>
                <a:close/>
              </a:path>
              <a:path w="1497329" h="1266825">
                <a:moveTo>
                  <a:pt x="28575" y="681037"/>
                </a:moveTo>
                <a:lnTo>
                  <a:pt x="0" y="681037"/>
                </a:lnTo>
                <a:lnTo>
                  <a:pt x="0" y="595312"/>
                </a:lnTo>
                <a:lnTo>
                  <a:pt x="28575" y="595312"/>
                </a:lnTo>
                <a:lnTo>
                  <a:pt x="28575" y="681037"/>
                </a:lnTo>
                <a:close/>
              </a:path>
              <a:path w="1497329" h="1266825">
                <a:moveTo>
                  <a:pt x="28575" y="566737"/>
                </a:moveTo>
                <a:lnTo>
                  <a:pt x="0" y="566737"/>
                </a:lnTo>
                <a:lnTo>
                  <a:pt x="0" y="481012"/>
                </a:lnTo>
                <a:lnTo>
                  <a:pt x="28575" y="481012"/>
                </a:lnTo>
                <a:lnTo>
                  <a:pt x="28575" y="566737"/>
                </a:lnTo>
                <a:close/>
              </a:path>
              <a:path w="1497329" h="1266825">
                <a:moveTo>
                  <a:pt x="28575" y="452437"/>
                </a:moveTo>
                <a:lnTo>
                  <a:pt x="0" y="452437"/>
                </a:lnTo>
                <a:lnTo>
                  <a:pt x="0" y="366712"/>
                </a:lnTo>
                <a:lnTo>
                  <a:pt x="28575" y="366712"/>
                </a:lnTo>
                <a:lnTo>
                  <a:pt x="28575" y="452437"/>
                </a:lnTo>
                <a:close/>
              </a:path>
              <a:path w="1497329" h="1266825">
                <a:moveTo>
                  <a:pt x="28575" y="338137"/>
                </a:moveTo>
                <a:lnTo>
                  <a:pt x="0" y="338137"/>
                </a:lnTo>
                <a:lnTo>
                  <a:pt x="0" y="252412"/>
                </a:lnTo>
                <a:lnTo>
                  <a:pt x="28575" y="252412"/>
                </a:lnTo>
                <a:lnTo>
                  <a:pt x="28575" y="338137"/>
                </a:lnTo>
                <a:close/>
              </a:path>
              <a:path w="1497329" h="1266825">
                <a:moveTo>
                  <a:pt x="28575" y="223837"/>
                </a:moveTo>
                <a:lnTo>
                  <a:pt x="0" y="223837"/>
                </a:lnTo>
                <a:lnTo>
                  <a:pt x="0" y="138112"/>
                </a:lnTo>
                <a:lnTo>
                  <a:pt x="28575" y="138112"/>
                </a:lnTo>
                <a:lnTo>
                  <a:pt x="28575" y="223837"/>
                </a:lnTo>
                <a:close/>
              </a:path>
              <a:path w="1497329" h="1266825">
                <a:moveTo>
                  <a:pt x="28575" y="109537"/>
                </a:moveTo>
                <a:lnTo>
                  <a:pt x="0" y="109537"/>
                </a:lnTo>
                <a:lnTo>
                  <a:pt x="0" y="23812"/>
                </a:lnTo>
                <a:lnTo>
                  <a:pt x="28575" y="23812"/>
                </a:lnTo>
                <a:lnTo>
                  <a:pt x="28575" y="109537"/>
                </a:lnTo>
                <a:close/>
              </a:path>
              <a:path w="1497329" h="1266825">
                <a:moveTo>
                  <a:pt x="119062" y="28575"/>
                </a:moveTo>
                <a:lnTo>
                  <a:pt x="33337" y="28575"/>
                </a:lnTo>
                <a:lnTo>
                  <a:pt x="33337" y="0"/>
                </a:lnTo>
                <a:lnTo>
                  <a:pt x="119062" y="0"/>
                </a:lnTo>
                <a:lnTo>
                  <a:pt x="119062" y="28575"/>
                </a:lnTo>
                <a:close/>
              </a:path>
              <a:path w="1497329" h="1266825">
                <a:moveTo>
                  <a:pt x="233362" y="28575"/>
                </a:moveTo>
                <a:lnTo>
                  <a:pt x="147637" y="28575"/>
                </a:lnTo>
                <a:lnTo>
                  <a:pt x="147637" y="0"/>
                </a:lnTo>
                <a:lnTo>
                  <a:pt x="233362" y="0"/>
                </a:lnTo>
                <a:lnTo>
                  <a:pt x="233362" y="28575"/>
                </a:lnTo>
                <a:close/>
              </a:path>
              <a:path w="1497329" h="1266825">
                <a:moveTo>
                  <a:pt x="347662" y="28575"/>
                </a:moveTo>
                <a:lnTo>
                  <a:pt x="261937" y="28575"/>
                </a:lnTo>
                <a:lnTo>
                  <a:pt x="261937" y="0"/>
                </a:lnTo>
                <a:lnTo>
                  <a:pt x="347662" y="0"/>
                </a:lnTo>
                <a:lnTo>
                  <a:pt x="347662" y="28575"/>
                </a:lnTo>
                <a:close/>
              </a:path>
              <a:path w="1497329" h="1266825">
                <a:moveTo>
                  <a:pt x="461962" y="28575"/>
                </a:moveTo>
                <a:lnTo>
                  <a:pt x="376237" y="28575"/>
                </a:lnTo>
                <a:lnTo>
                  <a:pt x="376237" y="0"/>
                </a:lnTo>
                <a:lnTo>
                  <a:pt x="461962" y="0"/>
                </a:lnTo>
                <a:lnTo>
                  <a:pt x="461962" y="28575"/>
                </a:lnTo>
                <a:close/>
              </a:path>
              <a:path w="1497329" h="1266825">
                <a:moveTo>
                  <a:pt x="576262" y="28575"/>
                </a:moveTo>
                <a:lnTo>
                  <a:pt x="490537" y="28575"/>
                </a:lnTo>
                <a:lnTo>
                  <a:pt x="490537" y="0"/>
                </a:lnTo>
                <a:lnTo>
                  <a:pt x="576262" y="0"/>
                </a:lnTo>
                <a:lnTo>
                  <a:pt x="576262" y="28575"/>
                </a:lnTo>
                <a:close/>
              </a:path>
              <a:path w="1497329" h="1266825">
                <a:moveTo>
                  <a:pt x="690562" y="28575"/>
                </a:moveTo>
                <a:lnTo>
                  <a:pt x="604837" y="28575"/>
                </a:lnTo>
                <a:lnTo>
                  <a:pt x="604837" y="0"/>
                </a:lnTo>
                <a:lnTo>
                  <a:pt x="690562" y="0"/>
                </a:lnTo>
                <a:lnTo>
                  <a:pt x="690562" y="28575"/>
                </a:lnTo>
                <a:close/>
              </a:path>
              <a:path w="1497329" h="1266825">
                <a:moveTo>
                  <a:pt x="804862" y="28575"/>
                </a:moveTo>
                <a:lnTo>
                  <a:pt x="719137" y="28575"/>
                </a:lnTo>
                <a:lnTo>
                  <a:pt x="719137" y="0"/>
                </a:lnTo>
                <a:lnTo>
                  <a:pt x="804862" y="0"/>
                </a:lnTo>
                <a:lnTo>
                  <a:pt x="804862" y="28575"/>
                </a:lnTo>
                <a:close/>
              </a:path>
              <a:path w="1497329" h="1266825">
                <a:moveTo>
                  <a:pt x="919162" y="28575"/>
                </a:moveTo>
                <a:lnTo>
                  <a:pt x="833437" y="28575"/>
                </a:lnTo>
                <a:lnTo>
                  <a:pt x="833437" y="0"/>
                </a:lnTo>
                <a:lnTo>
                  <a:pt x="919162" y="0"/>
                </a:lnTo>
                <a:lnTo>
                  <a:pt x="919162" y="28575"/>
                </a:lnTo>
                <a:close/>
              </a:path>
              <a:path w="1497329" h="1266825">
                <a:moveTo>
                  <a:pt x="1033462" y="28575"/>
                </a:moveTo>
                <a:lnTo>
                  <a:pt x="947737" y="28575"/>
                </a:lnTo>
                <a:lnTo>
                  <a:pt x="947737" y="0"/>
                </a:lnTo>
                <a:lnTo>
                  <a:pt x="1033462" y="0"/>
                </a:lnTo>
                <a:lnTo>
                  <a:pt x="1033462" y="28575"/>
                </a:lnTo>
                <a:close/>
              </a:path>
              <a:path w="1497329" h="1266825">
                <a:moveTo>
                  <a:pt x="1147762" y="28575"/>
                </a:moveTo>
                <a:lnTo>
                  <a:pt x="1062037" y="28575"/>
                </a:lnTo>
                <a:lnTo>
                  <a:pt x="1062037" y="0"/>
                </a:lnTo>
                <a:lnTo>
                  <a:pt x="1147762" y="0"/>
                </a:lnTo>
                <a:lnTo>
                  <a:pt x="1147762" y="28575"/>
                </a:lnTo>
                <a:close/>
              </a:path>
              <a:path w="1497329" h="1266825">
                <a:moveTo>
                  <a:pt x="1262062" y="28575"/>
                </a:moveTo>
                <a:lnTo>
                  <a:pt x="1176337" y="28575"/>
                </a:lnTo>
                <a:lnTo>
                  <a:pt x="1176337" y="0"/>
                </a:lnTo>
                <a:lnTo>
                  <a:pt x="1262062" y="0"/>
                </a:lnTo>
                <a:lnTo>
                  <a:pt x="1262062" y="28575"/>
                </a:lnTo>
                <a:close/>
              </a:path>
              <a:path w="1497329" h="1266825">
                <a:moveTo>
                  <a:pt x="1376362" y="28575"/>
                </a:moveTo>
                <a:lnTo>
                  <a:pt x="1290637" y="28575"/>
                </a:lnTo>
                <a:lnTo>
                  <a:pt x="1290637" y="0"/>
                </a:lnTo>
                <a:lnTo>
                  <a:pt x="1376362" y="0"/>
                </a:lnTo>
                <a:lnTo>
                  <a:pt x="1376362" y="28575"/>
                </a:lnTo>
                <a:close/>
              </a:path>
              <a:path w="1497329" h="1266825">
                <a:moveTo>
                  <a:pt x="1468386" y="28575"/>
                </a:moveTo>
                <a:lnTo>
                  <a:pt x="1404937" y="28575"/>
                </a:lnTo>
                <a:lnTo>
                  <a:pt x="1404937" y="0"/>
                </a:lnTo>
                <a:lnTo>
                  <a:pt x="1496961" y="0"/>
                </a:lnTo>
                <a:lnTo>
                  <a:pt x="1496961" y="14287"/>
                </a:lnTo>
                <a:lnTo>
                  <a:pt x="1468386" y="14287"/>
                </a:lnTo>
                <a:lnTo>
                  <a:pt x="1468386" y="28575"/>
                </a:lnTo>
                <a:close/>
              </a:path>
              <a:path w="1497329" h="1266825">
                <a:moveTo>
                  <a:pt x="1482674" y="28575"/>
                </a:moveTo>
                <a:lnTo>
                  <a:pt x="1468386" y="28575"/>
                </a:lnTo>
                <a:lnTo>
                  <a:pt x="1468386" y="14287"/>
                </a:lnTo>
                <a:lnTo>
                  <a:pt x="1482674" y="28575"/>
                </a:lnTo>
                <a:close/>
              </a:path>
              <a:path w="1497329" h="1266825">
                <a:moveTo>
                  <a:pt x="1496961" y="22263"/>
                </a:moveTo>
                <a:lnTo>
                  <a:pt x="1476362" y="22263"/>
                </a:lnTo>
                <a:lnTo>
                  <a:pt x="1468386" y="14287"/>
                </a:lnTo>
                <a:lnTo>
                  <a:pt x="1496961" y="14287"/>
                </a:lnTo>
                <a:lnTo>
                  <a:pt x="1496961" y="22263"/>
                </a:lnTo>
                <a:close/>
              </a:path>
              <a:path w="1497329" h="1266825">
                <a:moveTo>
                  <a:pt x="1496961" y="136563"/>
                </a:moveTo>
                <a:lnTo>
                  <a:pt x="1468386" y="136563"/>
                </a:lnTo>
                <a:lnTo>
                  <a:pt x="1468386" y="50838"/>
                </a:lnTo>
                <a:lnTo>
                  <a:pt x="1496961" y="50838"/>
                </a:lnTo>
                <a:lnTo>
                  <a:pt x="1496961" y="136563"/>
                </a:lnTo>
                <a:close/>
              </a:path>
              <a:path w="1497329" h="1266825">
                <a:moveTo>
                  <a:pt x="1496961" y="250863"/>
                </a:moveTo>
                <a:lnTo>
                  <a:pt x="1468386" y="250863"/>
                </a:lnTo>
                <a:lnTo>
                  <a:pt x="1468386" y="165138"/>
                </a:lnTo>
                <a:lnTo>
                  <a:pt x="1496961" y="165138"/>
                </a:lnTo>
                <a:lnTo>
                  <a:pt x="1496961" y="250863"/>
                </a:lnTo>
                <a:close/>
              </a:path>
              <a:path w="1497329" h="1266825">
                <a:moveTo>
                  <a:pt x="1496961" y="365163"/>
                </a:moveTo>
                <a:lnTo>
                  <a:pt x="1468386" y="365163"/>
                </a:lnTo>
                <a:lnTo>
                  <a:pt x="1468386" y="279438"/>
                </a:lnTo>
                <a:lnTo>
                  <a:pt x="1496961" y="279438"/>
                </a:lnTo>
                <a:lnTo>
                  <a:pt x="1496961" y="365163"/>
                </a:lnTo>
                <a:close/>
              </a:path>
              <a:path w="1497329" h="1266825">
                <a:moveTo>
                  <a:pt x="1496961" y="479463"/>
                </a:moveTo>
                <a:lnTo>
                  <a:pt x="1468386" y="479463"/>
                </a:lnTo>
                <a:lnTo>
                  <a:pt x="1468386" y="393738"/>
                </a:lnTo>
                <a:lnTo>
                  <a:pt x="1496961" y="393738"/>
                </a:lnTo>
                <a:lnTo>
                  <a:pt x="1496961" y="479463"/>
                </a:lnTo>
                <a:close/>
              </a:path>
              <a:path w="1497329" h="1266825">
                <a:moveTo>
                  <a:pt x="1496961" y="593763"/>
                </a:moveTo>
                <a:lnTo>
                  <a:pt x="1468386" y="593763"/>
                </a:lnTo>
                <a:lnTo>
                  <a:pt x="1468386" y="508038"/>
                </a:lnTo>
                <a:lnTo>
                  <a:pt x="1496961" y="508038"/>
                </a:lnTo>
                <a:lnTo>
                  <a:pt x="1496961" y="593763"/>
                </a:lnTo>
                <a:close/>
              </a:path>
              <a:path w="1497329" h="1266825">
                <a:moveTo>
                  <a:pt x="1496961" y="708063"/>
                </a:moveTo>
                <a:lnTo>
                  <a:pt x="1468386" y="708063"/>
                </a:lnTo>
                <a:lnTo>
                  <a:pt x="1468386" y="622338"/>
                </a:lnTo>
                <a:lnTo>
                  <a:pt x="1496961" y="622338"/>
                </a:lnTo>
                <a:lnTo>
                  <a:pt x="1496961" y="708063"/>
                </a:lnTo>
                <a:close/>
              </a:path>
              <a:path w="1497329" h="1266825">
                <a:moveTo>
                  <a:pt x="1496961" y="822363"/>
                </a:moveTo>
                <a:lnTo>
                  <a:pt x="1468386" y="822363"/>
                </a:lnTo>
                <a:lnTo>
                  <a:pt x="1468386" y="736638"/>
                </a:lnTo>
                <a:lnTo>
                  <a:pt x="1496961" y="736638"/>
                </a:lnTo>
                <a:lnTo>
                  <a:pt x="1496961" y="822363"/>
                </a:lnTo>
                <a:close/>
              </a:path>
              <a:path w="1497329" h="1266825">
                <a:moveTo>
                  <a:pt x="1496961" y="936663"/>
                </a:moveTo>
                <a:lnTo>
                  <a:pt x="1468386" y="936663"/>
                </a:lnTo>
                <a:lnTo>
                  <a:pt x="1468386" y="850938"/>
                </a:lnTo>
                <a:lnTo>
                  <a:pt x="1496961" y="850938"/>
                </a:lnTo>
                <a:lnTo>
                  <a:pt x="1496961" y="936663"/>
                </a:lnTo>
                <a:close/>
              </a:path>
              <a:path w="1497329" h="1266825">
                <a:moveTo>
                  <a:pt x="1496961" y="1050963"/>
                </a:moveTo>
                <a:lnTo>
                  <a:pt x="1468386" y="1050963"/>
                </a:lnTo>
                <a:lnTo>
                  <a:pt x="1468386" y="965238"/>
                </a:lnTo>
                <a:lnTo>
                  <a:pt x="1496961" y="965238"/>
                </a:lnTo>
                <a:lnTo>
                  <a:pt x="1496961" y="1050963"/>
                </a:lnTo>
                <a:close/>
              </a:path>
              <a:path w="1497329" h="1266825">
                <a:moveTo>
                  <a:pt x="1496961" y="1165263"/>
                </a:moveTo>
                <a:lnTo>
                  <a:pt x="1468386" y="1165263"/>
                </a:lnTo>
                <a:lnTo>
                  <a:pt x="1468386" y="1079538"/>
                </a:lnTo>
                <a:lnTo>
                  <a:pt x="1496961" y="1079538"/>
                </a:lnTo>
                <a:lnTo>
                  <a:pt x="1496961" y="1165263"/>
                </a:lnTo>
                <a:close/>
              </a:path>
              <a:path w="1497329" h="1266825">
                <a:moveTo>
                  <a:pt x="1468386" y="1252537"/>
                </a:moveTo>
                <a:lnTo>
                  <a:pt x="1468386" y="1193838"/>
                </a:lnTo>
                <a:lnTo>
                  <a:pt x="1496961" y="1193838"/>
                </a:lnTo>
                <a:lnTo>
                  <a:pt x="1496961" y="1238250"/>
                </a:lnTo>
                <a:lnTo>
                  <a:pt x="1482674" y="1238250"/>
                </a:lnTo>
                <a:lnTo>
                  <a:pt x="1468386" y="1252537"/>
                </a:lnTo>
                <a:close/>
              </a:path>
              <a:path w="1497329" h="1266825">
                <a:moveTo>
                  <a:pt x="1496961" y="1266825"/>
                </a:moveTo>
                <a:lnTo>
                  <a:pt x="1455648" y="1266825"/>
                </a:lnTo>
                <a:lnTo>
                  <a:pt x="1455648" y="1238250"/>
                </a:lnTo>
                <a:lnTo>
                  <a:pt x="1468386" y="1238250"/>
                </a:lnTo>
                <a:lnTo>
                  <a:pt x="1468386" y="1252537"/>
                </a:lnTo>
                <a:lnTo>
                  <a:pt x="1496961" y="1252537"/>
                </a:lnTo>
                <a:lnTo>
                  <a:pt x="1496961" y="1266825"/>
                </a:lnTo>
                <a:close/>
              </a:path>
              <a:path w="1497329" h="1266825">
                <a:moveTo>
                  <a:pt x="1496961" y="1252537"/>
                </a:moveTo>
                <a:lnTo>
                  <a:pt x="1468386" y="1252537"/>
                </a:lnTo>
                <a:lnTo>
                  <a:pt x="1482674" y="1238250"/>
                </a:lnTo>
                <a:lnTo>
                  <a:pt x="1496961" y="1238250"/>
                </a:lnTo>
                <a:lnTo>
                  <a:pt x="1496961" y="1252537"/>
                </a:lnTo>
                <a:close/>
              </a:path>
              <a:path w="1497329" h="1266825">
                <a:moveTo>
                  <a:pt x="1427073" y="1266825"/>
                </a:moveTo>
                <a:lnTo>
                  <a:pt x="1341348" y="1266825"/>
                </a:lnTo>
                <a:lnTo>
                  <a:pt x="1341348" y="1238250"/>
                </a:lnTo>
                <a:lnTo>
                  <a:pt x="1427073" y="1238250"/>
                </a:lnTo>
                <a:lnTo>
                  <a:pt x="1427073" y="1266825"/>
                </a:lnTo>
                <a:close/>
              </a:path>
              <a:path w="1497329" h="1266825">
                <a:moveTo>
                  <a:pt x="1312773" y="1266825"/>
                </a:moveTo>
                <a:lnTo>
                  <a:pt x="1227048" y="1266825"/>
                </a:lnTo>
                <a:lnTo>
                  <a:pt x="1227048" y="1238250"/>
                </a:lnTo>
                <a:lnTo>
                  <a:pt x="1312773" y="1238250"/>
                </a:lnTo>
                <a:lnTo>
                  <a:pt x="1312773" y="1266825"/>
                </a:lnTo>
                <a:close/>
              </a:path>
              <a:path w="1497329" h="1266825">
                <a:moveTo>
                  <a:pt x="1198473" y="1266825"/>
                </a:moveTo>
                <a:lnTo>
                  <a:pt x="1112748" y="1266825"/>
                </a:lnTo>
                <a:lnTo>
                  <a:pt x="1112748" y="1238250"/>
                </a:lnTo>
                <a:lnTo>
                  <a:pt x="1198473" y="1238250"/>
                </a:lnTo>
                <a:lnTo>
                  <a:pt x="1198473" y="1266825"/>
                </a:lnTo>
                <a:close/>
              </a:path>
              <a:path w="1497329" h="1266825">
                <a:moveTo>
                  <a:pt x="1084173" y="1266825"/>
                </a:moveTo>
                <a:lnTo>
                  <a:pt x="998448" y="1266825"/>
                </a:lnTo>
                <a:lnTo>
                  <a:pt x="998448" y="1238250"/>
                </a:lnTo>
                <a:lnTo>
                  <a:pt x="1084173" y="1238250"/>
                </a:lnTo>
                <a:lnTo>
                  <a:pt x="1084173" y="1266825"/>
                </a:lnTo>
                <a:close/>
              </a:path>
              <a:path w="1497329" h="1266825">
                <a:moveTo>
                  <a:pt x="969873" y="1266825"/>
                </a:moveTo>
                <a:lnTo>
                  <a:pt x="884148" y="1266825"/>
                </a:lnTo>
                <a:lnTo>
                  <a:pt x="884148" y="1238250"/>
                </a:lnTo>
                <a:lnTo>
                  <a:pt x="969873" y="1238250"/>
                </a:lnTo>
                <a:lnTo>
                  <a:pt x="969873" y="1266825"/>
                </a:lnTo>
                <a:close/>
              </a:path>
              <a:path w="1497329" h="1266825">
                <a:moveTo>
                  <a:pt x="855573" y="1266825"/>
                </a:moveTo>
                <a:lnTo>
                  <a:pt x="769848" y="1266825"/>
                </a:lnTo>
                <a:lnTo>
                  <a:pt x="769848" y="1238250"/>
                </a:lnTo>
                <a:lnTo>
                  <a:pt x="855573" y="1238250"/>
                </a:lnTo>
                <a:lnTo>
                  <a:pt x="855573" y="1266825"/>
                </a:lnTo>
                <a:close/>
              </a:path>
              <a:path w="1497329" h="1266825">
                <a:moveTo>
                  <a:pt x="741273" y="1266825"/>
                </a:moveTo>
                <a:lnTo>
                  <a:pt x="655548" y="1266825"/>
                </a:lnTo>
                <a:lnTo>
                  <a:pt x="655548" y="1238250"/>
                </a:lnTo>
                <a:lnTo>
                  <a:pt x="741273" y="1238250"/>
                </a:lnTo>
                <a:lnTo>
                  <a:pt x="741273" y="1266825"/>
                </a:lnTo>
                <a:close/>
              </a:path>
              <a:path w="1497329" h="1266825">
                <a:moveTo>
                  <a:pt x="626973" y="1266825"/>
                </a:moveTo>
                <a:lnTo>
                  <a:pt x="541248" y="1266825"/>
                </a:lnTo>
                <a:lnTo>
                  <a:pt x="541248" y="1238250"/>
                </a:lnTo>
                <a:lnTo>
                  <a:pt x="626973" y="1238250"/>
                </a:lnTo>
                <a:lnTo>
                  <a:pt x="626973" y="1266825"/>
                </a:lnTo>
                <a:close/>
              </a:path>
              <a:path w="1497329" h="1266825">
                <a:moveTo>
                  <a:pt x="512673" y="1266825"/>
                </a:moveTo>
                <a:lnTo>
                  <a:pt x="426948" y="1266825"/>
                </a:lnTo>
                <a:lnTo>
                  <a:pt x="426948" y="1238250"/>
                </a:lnTo>
                <a:lnTo>
                  <a:pt x="512673" y="1238250"/>
                </a:lnTo>
                <a:lnTo>
                  <a:pt x="512673" y="1266825"/>
                </a:lnTo>
                <a:close/>
              </a:path>
              <a:path w="1497329" h="1266825">
                <a:moveTo>
                  <a:pt x="398373" y="1266825"/>
                </a:moveTo>
                <a:lnTo>
                  <a:pt x="312648" y="1266825"/>
                </a:lnTo>
                <a:lnTo>
                  <a:pt x="312648" y="1238250"/>
                </a:lnTo>
                <a:lnTo>
                  <a:pt x="398373" y="1238250"/>
                </a:lnTo>
                <a:lnTo>
                  <a:pt x="398373" y="1266825"/>
                </a:lnTo>
                <a:close/>
              </a:path>
              <a:path w="1497329" h="1266825">
                <a:moveTo>
                  <a:pt x="284073" y="1266825"/>
                </a:moveTo>
                <a:lnTo>
                  <a:pt x="198348" y="1266825"/>
                </a:lnTo>
                <a:lnTo>
                  <a:pt x="198348" y="1238250"/>
                </a:lnTo>
                <a:lnTo>
                  <a:pt x="284073" y="1238250"/>
                </a:lnTo>
                <a:lnTo>
                  <a:pt x="284073" y="1266825"/>
                </a:lnTo>
                <a:close/>
              </a:path>
              <a:path w="1497329" h="1266825">
                <a:moveTo>
                  <a:pt x="169773" y="1266825"/>
                </a:moveTo>
                <a:lnTo>
                  <a:pt x="84048" y="1266825"/>
                </a:lnTo>
                <a:lnTo>
                  <a:pt x="84048" y="1238250"/>
                </a:lnTo>
                <a:lnTo>
                  <a:pt x="169773" y="1238250"/>
                </a:lnTo>
                <a:lnTo>
                  <a:pt x="169773" y="126682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10328" y="4075176"/>
            <a:ext cx="881380" cy="228600"/>
          </a:xfrm>
          <a:custGeom>
            <a:avLst/>
            <a:gdLst/>
            <a:ahLst/>
            <a:cxnLst/>
            <a:rect l="l" t="t" r="r" b="b"/>
            <a:pathLst>
              <a:path w="881379" h="228600">
                <a:moveTo>
                  <a:pt x="0" y="0"/>
                </a:moveTo>
                <a:lnTo>
                  <a:pt x="880872" y="0"/>
                </a:lnTo>
                <a:lnTo>
                  <a:pt x="88087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95341" y="4061193"/>
            <a:ext cx="909955" cy="257175"/>
          </a:xfrm>
          <a:custGeom>
            <a:avLst/>
            <a:gdLst/>
            <a:ahLst/>
            <a:cxnLst/>
            <a:rect l="l" t="t" r="r" b="b"/>
            <a:pathLst>
              <a:path w="909954" h="257175">
                <a:moveTo>
                  <a:pt x="909637" y="256870"/>
                </a:moveTo>
                <a:lnTo>
                  <a:pt x="0" y="256870"/>
                </a:lnTo>
                <a:lnTo>
                  <a:pt x="0" y="0"/>
                </a:lnTo>
                <a:lnTo>
                  <a:pt x="909637" y="0"/>
                </a:lnTo>
                <a:lnTo>
                  <a:pt x="9096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8295"/>
                </a:lnTo>
                <a:lnTo>
                  <a:pt x="14287" y="228295"/>
                </a:lnTo>
                <a:lnTo>
                  <a:pt x="28575" y="242582"/>
                </a:lnTo>
                <a:lnTo>
                  <a:pt x="909637" y="242582"/>
                </a:lnTo>
                <a:lnTo>
                  <a:pt x="909637" y="256870"/>
                </a:lnTo>
                <a:close/>
              </a:path>
              <a:path w="909954" h="257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09954" h="257175">
                <a:moveTo>
                  <a:pt x="8810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81062" y="14287"/>
                </a:lnTo>
                <a:lnTo>
                  <a:pt x="881062" y="28575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881062" y="14287"/>
                </a:lnTo>
                <a:lnTo>
                  <a:pt x="895350" y="28575"/>
                </a:lnTo>
                <a:lnTo>
                  <a:pt x="909637" y="28575"/>
                </a:lnTo>
                <a:lnTo>
                  <a:pt x="909637" y="228295"/>
                </a:lnTo>
                <a:lnTo>
                  <a:pt x="895350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8575"/>
                </a:moveTo>
                <a:lnTo>
                  <a:pt x="895350" y="28575"/>
                </a:lnTo>
                <a:lnTo>
                  <a:pt x="881062" y="14287"/>
                </a:lnTo>
                <a:lnTo>
                  <a:pt x="909637" y="14287"/>
                </a:lnTo>
                <a:lnTo>
                  <a:pt x="909637" y="28575"/>
                </a:lnTo>
                <a:close/>
              </a:path>
              <a:path w="909954" h="257175">
                <a:moveTo>
                  <a:pt x="28575" y="242582"/>
                </a:moveTo>
                <a:lnTo>
                  <a:pt x="14287" y="228295"/>
                </a:lnTo>
                <a:lnTo>
                  <a:pt x="28575" y="228295"/>
                </a:lnTo>
                <a:lnTo>
                  <a:pt x="28575" y="242582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28575" y="242582"/>
                </a:lnTo>
                <a:lnTo>
                  <a:pt x="28575" y="228295"/>
                </a:lnTo>
                <a:lnTo>
                  <a:pt x="881062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42582"/>
                </a:moveTo>
                <a:lnTo>
                  <a:pt x="881062" y="242582"/>
                </a:lnTo>
                <a:lnTo>
                  <a:pt x="895350" y="228295"/>
                </a:lnTo>
                <a:lnTo>
                  <a:pt x="909637" y="228295"/>
                </a:lnTo>
                <a:lnTo>
                  <a:pt x="909637" y="24258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90691" y="4189628"/>
            <a:ext cx="1965960" cy="0"/>
          </a:xfrm>
          <a:custGeom>
            <a:avLst/>
            <a:gdLst/>
            <a:ahLst/>
            <a:cxnLst/>
            <a:rect l="l" t="t" r="r" b="b"/>
            <a:pathLst>
              <a:path w="1965959" h="0">
                <a:moveTo>
                  <a:pt x="0" y="0"/>
                </a:moveTo>
                <a:lnTo>
                  <a:pt x="1965363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97769" y="3631768"/>
            <a:ext cx="16383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57154" y="4208526"/>
            <a:ext cx="128447" cy="2519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57154" y="4780026"/>
            <a:ext cx="128447" cy="2519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057040" y="4353610"/>
            <a:ext cx="2819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29835" y="3267849"/>
            <a:ext cx="0" cy="936625"/>
          </a:xfrm>
          <a:custGeom>
            <a:avLst/>
            <a:gdLst/>
            <a:ahLst/>
            <a:cxnLst/>
            <a:rect l="l" t="t" r="r" b="b"/>
            <a:pathLst>
              <a:path w="0" h="936625">
                <a:moveTo>
                  <a:pt x="0" y="0"/>
                </a:moveTo>
                <a:lnTo>
                  <a:pt x="0" y="936002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49085" y="3295345"/>
            <a:ext cx="0" cy="864235"/>
          </a:xfrm>
          <a:custGeom>
            <a:avLst/>
            <a:gdLst/>
            <a:ahLst/>
            <a:cxnLst/>
            <a:rect l="l" t="t" r="r" b="b"/>
            <a:pathLst>
              <a:path w="0" h="864235">
                <a:moveTo>
                  <a:pt x="0" y="0"/>
                </a:moveTo>
                <a:lnTo>
                  <a:pt x="0" y="864006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173408" y="3236303"/>
            <a:ext cx="513715" cy="84709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18110" marR="5080" indent="-106045">
              <a:lnSpc>
                <a:spcPts val="3110"/>
              </a:lnSpc>
              <a:spcBef>
                <a:spcPts val="40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0000FF"/>
                </a:solidFill>
                <a:latin typeface="宋体"/>
                <a:cs typeface="宋体"/>
              </a:rPr>
              <a:t>线  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91492" y="3435387"/>
            <a:ext cx="457834" cy="128905"/>
          </a:xfrm>
          <a:custGeom>
            <a:avLst/>
            <a:gdLst/>
            <a:ahLst/>
            <a:cxnLst/>
            <a:rect l="l" t="t" r="r" b="b"/>
            <a:pathLst>
              <a:path w="457835" h="128904">
                <a:moveTo>
                  <a:pt x="400880" y="64217"/>
                </a:moveTo>
                <a:lnTo>
                  <a:pt x="336308" y="26555"/>
                </a:lnTo>
                <a:lnTo>
                  <a:pt x="329222" y="14147"/>
                </a:lnTo>
                <a:lnTo>
                  <a:pt x="329552" y="11175"/>
                </a:lnTo>
                <a:lnTo>
                  <a:pt x="342087" y="0"/>
                </a:lnTo>
                <a:lnTo>
                  <a:pt x="345071" y="12"/>
                </a:lnTo>
                <a:lnTo>
                  <a:pt x="347992" y="635"/>
                </a:lnTo>
                <a:lnTo>
                  <a:pt x="350710" y="1866"/>
                </a:lnTo>
                <a:lnTo>
                  <a:pt x="433099" y="49923"/>
                </a:lnTo>
                <a:lnTo>
                  <a:pt x="429234" y="49923"/>
                </a:lnTo>
                <a:lnTo>
                  <a:pt x="429234" y="51879"/>
                </a:lnTo>
                <a:lnTo>
                  <a:pt x="422033" y="51879"/>
                </a:lnTo>
                <a:lnTo>
                  <a:pt x="400880" y="64217"/>
                </a:lnTo>
                <a:close/>
              </a:path>
              <a:path w="457835" h="128904">
                <a:moveTo>
                  <a:pt x="376394" y="78498"/>
                </a:moveTo>
                <a:lnTo>
                  <a:pt x="0" y="78498"/>
                </a:lnTo>
                <a:lnTo>
                  <a:pt x="0" y="49923"/>
                </a:lnTo>
                <a:lnTo>
                  <a:pt x="376373" y="49923"/>
                </a:lnTo>
                <a:lnTo>
                  <a:pt x="400880" y="64217"/>
                </a:lnTo>
                <a:lnTo>
                  <a:pt x="376394" y="78498"/>
                </a:lnTo>
                <a:close/>
              </a:path>
              <a:path w="457835" h="128904">
                <a:moveTo>
                  <a:pt x="433104" y="78498"/>
                </a:moveTo>
                <a:lnTo>
                  <a:pt x="429234" y="78498"/>
                </a:lnTo>
                <a:lnTo>
                  <a:pt x="429234" y="49923"/>
                </a:lnTo>
                <a:lnTo>
                  <a:pt x="433099" y="49923"/>
                </a:lnTo>
                <a:lnTo>
                  <a:pt x="457593" y="64211"/>
                </a:lnTo>
                <a:lnTo>
                  <a:pt x="433104" y="78498"/>
                </a:lnTo>
                <a:close/>
              </a:path>
              <a:path w="457835" h="128904">
                <a:moveTo>
                  <a:pt x="422033" y="76555"/>
                </a:moveTo>
                <a:lnTo>
                  <a:pt x="400880" y="64217"/>
                </a:lnTo>
                <a:lnTo>
                  <a:pt x="422033" y="51879"/>
                </a:lnTo>
                <a:lnTo>
                  <a:pt x="422033" y="76555"/>
                </a:lnTo>
                <a:close/>
              </a:path>
              <a:path w="457835" h="128904">
                <a:moveTo>
                  <a:pt x="429234" y="76555"/>
                </a:moveTo>
                <a:lnTo>
                  <a:pt x="422033" y="76555"/>
                </a:lnTo>
                <a:lnTo>
                  <a:pt x="422033" y="51879"/>
                </a:lnTo>
                <a:lnTo>
                  <a:pt x="429234" y="51879"/>
                </a:lnTo>
                <a:lnTo>
                  <a:pt x="429234" y="76555"/>
                </a:lnTo>
                <a:close/>
              </a:path>
              <a:path w="457835" h="128904">
                <a:moveTo>
                  <a:pt x="342087" y="128435"/>
                </a:moveTo>
                <a:lnTo>
                  <a:pt x="329222" y="114287"/>
                </a:lnTo>
                <a:lnTo>
                  <a:pt x="329526" y="111315"/>
                </a:lnTo>
                <a:lnTo>
                  <a:pt x="400880" y="64217"/>
                </a:lnTo>
                <a:lnTo>
                  <a:pt x="422033" y="76555"/>
                </a:lnTo>
                <a:lnTo>
                  <a:pt x="429234" y="76555"/>
                </a:lnTo>
                <a:lnTo>
                  <a:pt x="429234" y="78498"/>
                </a:lnTo>
                <a:lnTo>
                  <a:pt x="433104" y="78498"/>
                </a:lnTo>
                <a:lnTo>
                  <a:pt x="350710" y="126568"/>
                </a:lnTo>
                <a:lnTo>
                  <a:pt x="347992" y="127787"/>
                </a:lnTo>
                <a:lnTo>
                  <a:pt x="345071" y="128422"/>
                </a:lnTo>
                <a:lnTo>
                  <a:pt x="342087" y="12843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629835" y="3435387"/>
            <a:ext cx="457834" cy="128905"/>
          </a:xfrm>
          <a:custGeom>
            <a:avLst/>
            <a:gdLst/>
            <a:ahLst/>
            <a:cxnLst/>
            <a:rect l="l" t="t" r="r" b="b"/>
            <a:pathLst>
              <a:path w="457835" h="128904">
                <a:moveTo>
                  <a:pt x="115506" y="128435"/>
                </a:moveTo>
                <a:lnTo>
                  <a:pt x="112522" y="128422"/>
                </a:lnTo>
                <a:lnTo>
                  <a:pt x="109601" y="127787"/>
                </a:lnTo>
                <a:lnTo>
                  <a:pt x="106883" y="126568"/>
                </a:lnTo>
                <a:lnTo>
                  <a:pt x="0" y="64211"/>
                </a:lnTo>
                <a:lnTo>
                  <a:pt x="106883" y="1866"/>
                </a:lnTo>
                <a:lnTo>
                  <a:pt x="109601" y="635"/>
                </a:lnTo>
                <a:lnTo>
                  <a:pt x="112522" y="12"/>
                </a:lnTo>
                <a:lnTo>
                  <a:pt x="115506" y="0"/>
                </a:lnTo>
                <a:lnTo>
                  <a:pt x="118427" y="596"/>
                </a:lnTo>
                <a:lnTo>
                  <a:pt x="128371" y="14147"/>
                </a:lnTo>
                <a:lnTo>
                  <a:pt x="128066" y="17119"/>
                </a:lnTo>
                <a:lnTo>
                  <a:pt x="81207" y="49923"/>
                </a:lnTo>
                <a:lnTo>
                  <a:pt x="28359" y="49923"/>
                </a:lnTo>
                <a:lnTo>
                  <a:pt x="28359" y="78498"/>
                </a:lnTo>
                <a:lnTo>
                  <a:pt x="81186" y="78498"/>
                </a:lnTo>
                <a:lnTo>
                  <a:pt x="121272" y="101879"/>
                </a:lnTo>
                <a:lnTo>
                  <a:pt x="128371" y="114287"/>
                </a:lnTo>
                <a:lnTo>
                  <a:pt x="128041" y="117259"/>
                </a:lnTo>
                <a:lnTo>
                  <a:pt x="118427" y="127825"/>
                </a:lnTo>
                <a:lnTo>
                  <a:pt x="115506" y="128435"/>
                </a:lnTo>
                <a:close/>
              </a:path>
              <a:path w="457835" h="128904">
                <a:moveTo>
                  <a:pt x="81186" y="78498"/>
                </a:moveTo>
                <a:lnTo>
                  <a:pt x="28359" y="78498"/>
                </a:lnTo>
                <a:lnTo>
                  <a:pt x="28359" y="49923"/>
                </a:lnTo>
                <a:lnTo>
                  <a:pt x="81207" y="49923"/>
                </a:lnTo>
                <a:lnTo>
                  <a:pt x="77854" y="51879"/>
                </a:lnTo>
                <a:lnTo>
                  <a:pt x="35547" y="51879"/>
                </a:lnTo>
                <a:lnTo>
                  <a:pt x="35547" y="76555"/>
                </a:lnTo>
                <a:lnTo>
                  <a:pt x="77854" y="76555"/>
                </a:lnTo>
                <a:lnTo>
                  <a:pt x="81186" y="78498"/>
                </a:lnTo>
                <a:close/>
              </a:path>
              <a:path w="457835" h="128904">
                <a:moveTo>
                  <a:pt x="457581" y="78498"/>
                </a:moveTo>
                <a:lnTo>
                  <a:pt x="81186" y="78498"/>
                </a:lnTo>
                <a:lnTo>
                  <a:pt x="56700" y="64217"/>
                </a:lnTo>
                <a:lnTo>
                  <a:pt x="81207" y="49923"/>
                </a:lnTo>
                <a:lnTo>
                  <a:pt x="457581" y="49923"/>
                </a:lnTo>
                <a:lnTo>
                  <a:pt x="457581" y="78498"/>
                </a:lnTo>
                <a:close/>
              </a:path>
              <a:path w="457835" h="128904">
                <a:moveTo>
                  <a:pt x="35547" y="76555"/>
                </a:moveTo>
                <a:lnTo>
                  <a:pt x="35547" y="51879"/>
                </a:lnTo>
                <a:lnTo>
                  <a:pt x="56700" y="64217"/>
                </a:lnTo>
                <a:lnTo>
                  <a:pt x="35547" y="76555"/>
                </a:lnTo>
                <a:close/>
              </a:path>
              <a:path w="457835" h="128904">
                <a:moveTo>
                  <a:pt x="56700" y="64217"/>
                </a:moveTo>
                <a:lnTo>
                  <a:pt x="35547" y="51879"/>
                </a:lnTo>
                <a:lnTo>
                  <a:pt x="77854" y="51879"/>
                </a:lnTo>
                <a:lnTo>
                  <a:pt x="56700" y="64217"/>
                </a:lnTo>
                <a:close/>
              </a:path>
              <a:path w="457835" h="128904">
                <a:moveTo>
                  <a:pt x="77854" y="76555"/>
                </a:moveTo>
                <a:lnTo>
                  <a:pt x="35547" y="76555"/>
                </a:lnTo>
                <a:lnTo>
                  <a:pt x="56700" y="64217"/>
                </a:lnTo>
                <a:lnTo>
                  <a:pt x="77854" y="765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09904" y="4189476"/>
            <a:ext cx="128447" cy="2519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09904" y="4760976"/>
            <a:ext cx="128447" cy="2519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009790" y="4334560"/>
            <a:ext cx="18484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23950" algn="l"/>
              </a:tabLst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22" b="1">
                <a:solidFill>
                  <a:srgbClr val="0000FF"/>
                </a:solidFill>
                <a:latin typeface="宋体"/>
                <a:cs typeface="宋体"/>
              </a:rPr>
              <a:t>用</a:t>
            </a:r>
            <a:r>
              <a:rPr dirty="0" baseline="-16975" sz="2700" spc="22" b="1">
                <a:solidFill>
                  <a:srgbClr val="0000FF"/>
                </a:solidFill>
                <a:latin typeface="宋体"/>
                <a:cs typeface="宋体"/>
              </a:rPr>
              <a:t>	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用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户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45697" y="2233333"/>
            <a:ext cx="614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4305" sz="3600" spc="277">
                <a:latin typeface="Cambria Math"/>
                <a:cs typeface="Cambria Math"/>
              </a:rPr>
              <a:t>U</a:t>
            </a:r>
            <a:r>
              <a:rPr dirty="0" baseline="-50793" sz="2625" spc="142">
                <a:latin typeface="宋体"/>
                <a:cs typeface="宋体"/>
              </a:rPr>
              <a:t>线</a:t>
            </a:r>
            <a:r>
              <a:rPr dirty="0" sz="1750" spc="75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58397" y="2828321"/>
            <a:ext cx="600710" cy="0"/>
          </a:xfrm>
          <a:custGeom>
            <a:avLst/>
            <a:gdLst/>
            <a:ahLst/>
            <a:cxnLst/>
            <a:rect l="l" t="t" r="r" b="b"/>
            <a:pathLst>
              <a:path w="600710" h="0">
                <a:moveTo>
                  <a:pt x="0" y="0"/>
                </a:moveTo>
                <a:lnTo>
                  <a:pt x="600710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064137" y="2801658"/>
            <a:ext cx="189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95">
                <a:latin typeface="Cambria Math"/>
                <a:cs typeface="Cambria Math"/>
              </a:rPr>
              <a:t>r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03687" y="2597823"/>
            <a:ext cx="1781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9875" algn="l"/>
              </a:tabLst>
            </a:pPr>
            <a:r>
              <a:rPr dirty="0" sz="2400" spc="285">
                <a:latin typeface="Cambria Math"/>
                <a:cs typeface="Cambria Math"/>
              </a:rPr>
              <a:t>P</a:t>
            </a:r>
            <a:r>
              <a:rPr dirty="0" baseline="-15873" sz="2625" spc="427">
                <a:latin typeface="宋体"/>
                <a:cs typeface="宋体"/>
              </a:rPr>
              <a:t>损</a:t>
            </a:r>
            <a:r>
              <a:rPr dirty="0" baseline="-15873" sz="2625" spc="-165">
                <a:latin typeface="宋体"/>
                <a:cs typeface="宋体"/>
              </a:rPr>
              <a:t> </a:t>
            </a:r>
            <a:r>
              <a:rPr dirty="0" sz="2400">
                <a:latin typeface="Cambria Math"/>
                <a:cs typeface="Cambria Math"/>
              </a:rPr>
              <a:t>=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44552" y="2367953"/>
            <a:ext cx="708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(</a:t>
            </a:r>
            <a:r>
              <a:rPr dirty="0" sz="2400" spc="-140">
                <a:latin typeface="Cambria Math"/>
                <a:cs typeface="Cambria Math"/>
              </a:rPr>
              <a:t>/</a:t>
            </a:r>
            <a:r>
              <a:rPr dirty="0" sz="2400" spc="295">
                <a:latin typeface="Cambria Math"/>
                <a:cs typeface="Cambria Math"/>
              </a:rPr>
              <a:t>r</a:t>
            </a:r>
            <a:r>
              <a:rPr dirty="0" sz="2400" spc="-5">
                <a:latin typeface="Cambria Math"/>
                <a:cs typeface="Cambria Math"/>
              </a:rPr>
              <a:t>)</a:t>
            </a:r>
            <a:r>
              <a:rPr dirty="0" baseline="26984" sz="2625" spc="112">
                <a:latin typeface="Cambria Math"/>
                <a:cs typeface="Cambria Math"/>
              </a:rPr>
              <a:t>2</a:t>
            </a:r>
            <a:endParaRPr baseline="26984" sz="2625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57252" y="2828321"/>
            <a:ext cx="694055" cy="0"/>
          </a:xfrm>
          <a:custGeom>
            <a:avLst/>
            <a:gdLst/>
            <a:ahLst/>
            <a:cxnLst/>
            <a:rect l="l" t="t" r="r" b="b"/>
            <a:pathLst>
              <a:path w="694054" h="0">
                <a:moveTo>
                  <a:pt x="0" y="0"/>
                </a:moveTo>
                <a:lnTo>
                  <a:pt x="694054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09347" y="2801658"/>
            <a:ext cx="189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95">
                <a:latin typeface="Cambria Math"/>
                <a:cs typeface="Cambria Math"/>
              </a:rPr>
              <a:t>r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069467" y="2569248"/>
            <a:ext cx="15875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75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23698" y="2597823"/>
            <a:ext cx="7797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2615" algn="l"/>
              </a:tabLst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135">
                <a:latin typeface="Cambria Math"/>
                <a:cs typeface="Cambria Math"/>
              </a:rPr>
              <a:t>/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295">
                <a:latin typeface="Cambria Math"/>
                <a:cs typeface="Cambria Math"/>
              </a:rPr>
              <a:t>r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5239" y="1509394"/>
            <a:ext cx="4120515" cy="1056640"/>
          </a:xfrm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800" b="1">
                <a:latin typeface="华文楷体"/>
                <a:cs typeface="华文楷体"/>
              </a:rPr>
              <a:t>小明同学的说法对吗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800" b="1">
                <a:latin typeface="华文楷体"/>
                <a:cs typeface="华文楷体"/>
              </a:rPr>
              <a:t>（</a:t>
            </a:r>
            <a:r>
              <a:rPr dirty="0" sz="2800" spc="-5" b="1">
                <a:latin typeface="Times New Roman"/>
                <a:cs typeface="Times New Roman"/>
              </a:rPr>
              <a:t>2</a:t>
            </a:r>
            <a:r>
              <a:rPr dirty="0" sz="2800" b="1">
                <a:latin typeface="华文楷体"/>
                <a:cs typeface="华文楷体"/>
              </a:rPr>
              <a:t>）输电电压越高越好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55513" y="896581"/>
            <a:ext cx="1245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想一</a:t>
            </a:r>
            <a:r>
              <a:rPr dirty="0" sz="3200" spc="5">
                <a:latin typeface="黑体"/>
                <a:cs typeface="黑体"/>
              </a:rPr>
              <a:t>想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765" y="14435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68751" y="11734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66872" y="13959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087611" y="4154423"/>
            <a:ext cx="1062227" cy="12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171518" y="4074337"/>
            <a:ext cx="285597" cy="10379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9408" y="1685544"/>
            <a:ext cx="5015484" cy="3343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65290" y="1168133"/>
            <a:ext cx="3942715" cy="42868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 indent="622300">
              <a:lnSpc>
                <a:spcPct val="99400"/>
              </a:lnSpc>
              <a:spcBef>
                <a:spcPts val="114"/>
              </a:spcBef>
            </a:pPr>
            <a:r>
              <a:rPr dirty="0" sz="2800" b="1">
                <a:latin typeface="华文楷体"/>
                <a:cs typeface="华文楷体"/>
              </a:rPr>
              <a:t>依照不同情况（距</a:t>
            </a:r>
            <a:r>
              <a:rPr dirty="0" sz="2800" spc="-10" b="1">
                <a:latin typeface="华文楷体"/>
                <a:cs typeface="华文楷体"/>
              </a:rPr>
              <a:t>离 </a:t>
            </a:r>
            <a:r>
              <a:rPr dirty="0" sz="2800" b="1">
                <a:latin typeface="华文楷体"/>
                <a:cs typeface="华文楷体"/>
              </a:rPr>
              <a:t>远近、输送功率大小等</a:t>
            </a:r>
            <a:r>
              <a:rPr dirty="0" sz="2800" spc="-5" b="1">
                <a:latin typeface="华文楷体"/>
                <a:cs typeface="华文楷体"/>
              </a:rPr>
              <a:t>） </a:t>
            </a:r>
            <a:r>
              <a:rPr dirty="0" sz="2800" b="1">
                <a:latin typeface="华文楷体"/>
                <a:cs typeface="华文楷体"/>
              </a:rPr>
              <a:t>选择合适的输电电压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95885" indent="622300">
              <a:lnSpc>
                <a:spcPct val="100000"/>
              </a:lnSpc>
              <a:spcBef>
                <a:spcPts val="40"/>
              </a:spcBef>
            </a:pPr>
            <a:r>
              <a:rPr dirty="0" sz="2800" b="1">
                <a:latin typeface="华文楷体"/>
                <a:cs typeface="华文楷体"/>
              </a:rPr>
              <a:t>目前我国远距离输</a:t>
            </a:r>
            <a:r>
              <a:rPr dirty="0" sz="2800" spc="-5" b="1">
                <a:latin typeface="华文楷体"/>
                <a:cs typeface="华文楷体"/>
              </a:rPr>
              <a:t>电 </a:t>
            </a:r>
            <a:r>
              <a:rPr dirty="0" sz="2800" b="1">
                <a:latin typeface="华文楷体"/>
                <a:cs typeface="华文楷体"/>
              </a:rPr>
              <a:t>采用的电压有</a:t>
            </a:r>
            <a:r>
              <a:rPr dirty="0" sz="2800" spc="-55" b="1">
                <a:latin typeface="Times New Roman"/>
                <a:cs typeface="Times New Roman"/>
              </a:rPr>
              <a:t>110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kV</a:t>
            </a:r>
            <a:r>
              <a:rPr dirty="0" sz="2800" spc="-10" b="1">
                <a:latin typeface="华文楷体"/>
                <a:cs typeface="华文楷体"/>
              </a:rPr>
              <a:t>、 </a:t>
            </a:r>
            <a:r>
              <a:rPr dirty="0" sz="2800" spc="-5" b="1">
                <a:latin typeface="Times New Roman"/>
                <a:cs typeface="Times New Roman"/>
              </a:rPr>
              <a:t>220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kV</a:t>
            </a:r>
            <a:r>
              <a:rPr dirty="0" sz="2800" b="1">
                <a:latin typeface="华文楷体"/>
                <a:cs typeface="华文楷体"/>
              </a:rPr>
              <a:t>、</a:t>
            </a:r>
            <a:r>
              <a:rPr dirty="0" sz="2800" spc="-5" b="1">
                <a:latin typeface="Times New Roman"/>
                <a:cs typeface="Times New Roman"/>
              </a:rPr>
              <a:t>330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kV</a:t>
            </a:r>
            <a:r>
              <a:rPr dirty="0" sz="2800" spc="-5" b="1">
                <a:latin typeface="华文楷体"/>
                <a:cs typeface="华文楷体"/>
              </a:rPr>
              <a:t>，</a:t>
            </a:r>
            <a:r>
              <a:rPr dirty="0" sz="2800" b="1">
                <a:latin typeface="华文楷体"/>
                <a:cs typeface="华文楷体"/>
              </a:rPr>
              <a:t>输</a:t>
            </a:r>
            <a:r>
              <a:rPr dirty="0" sz="2800" spc="-10" b="1">
                <a:latin typeface="华文楷体"/>
                <a:cs typeface="华文楷体"/>
              </a:rPr>
              <a:t>电 </a:t>
            </a:r>
            <a:r>
              <a:rPr dirty="0" sz="2800" b="1">
                <a:latin typeface="华文楷体"/>
                <a:cs typeface="华文楷体"/>
              </a:rPr>
              <a:t>干线已经采用</a:t>
            </a:r>
            <a:r>
              <a:rPr dirty="0" sz="2800" spc="-5" b="1">
                <a:latin typeface="Times New Roman"/>
                <a:cs typeface="Times New Roman"/>
              </a:rPr>
              <a:t>500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kV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华文楷体"/>
                <a:cs typeface="华文楷体"/>
              </a:rPr>
              <a:t>和 </a:t>
            </a:r>
            <a:r>
              <a:rPr dirty="0" sz="2800" spc="-5" b="1">
                <a:latin typeface="Times New Roman"/>
                <a:cs typeface="Times New Roman"/>
              </a:rPr>
              <a:t>750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kV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的超高压，西</a:t>
            </a:r>
            <a:r>
              <a:rPr dirty="0" sz="2800" spc="-10" b="1">
                <a:latin typeface="华文楷体"/>
                <a:cs typeface="华文楷体"/>
              </a:rPr>
              <a:t>北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ts val="3340"/>
              </a:lnSpc>
            </a:pPr>
            <a:r>
              <a:rPr dirty="0" sz="2800" b="1">
                <a:latin typeface="华文楷体"/>
                <a:cs typeface="华文楷体"/>
              </a:rPr>
              <a:t>电网甚至达到</a:t>
            </a:r>
            <a:r>
              <a:rPr dirty="0" sz="2800" spc="-5" b="1">
                <a:latin typeface="Times New Roman"/>
                <a:cs typeface="Times New Roman"/>
              </a:rPr>
              <a:t>1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100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kV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40"/>
              </a:lnSpc>
            </a:pPr>
            <a:r>
              <a:rPr dirty="0" sz="2800" b="1">
                <a:latin typeface="华文楷体"/>
                <a:cs typeface="华文楷体"/>
              </a:rPr>
              <a:t>的特高压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9700" y="875664"/>
            <a:ext cx="42919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5">
                <a:latin typeface="微软雅黑"/>
                <a:cs typeface="微软雅黑"/>
              </a:rPr>
              <a:t>2</a:t>
            </a:r>
            <a:r>
              <a:rPr dirty="0" sz="3400" spc="-90">
                <a:latin typeface="微软雅黑"/>
                <a:cs typeface="微软雅黑"/>
              </a:rPr>
              <a:t> </a:t>
            </a:r>
            <a:r>
              <a:rPr dirty="0" sz="3400">
                <a:latin typeface="微软雅黑"/>
                <a:cs typeface="微软雅黑"/>
              </a:rPr>
              <a:t>电能输送的基本模</a:t>
            </a:r>
            <a:r>
              <a:rPr dirty="0" sz="3400" spc="-5">
                <a:latin typeface="微软雅黑"/>
                <a:cs typeface="微软雅黑"/>
              </a:rPr>
              <a:t>型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67276" y="230886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12085" y="2118093"/>
            <a:ext cx="1497330" cy="1480820"/>
          </a:xfrm>
          <a:custGeom>
            <a:avLst/>
            <a:gdLst/>
            <a:ahLst/>
            <a:cxnLst/>
            <a:rect l="l" t="t" r="r" b="b"/>
            <a:pathLst>
              <a:path w="1497329" h="1480820">
                <a:moveTo>
                  <a:pt x="14287" y="1466075"/>
                </a:moveTo>
                <a:lnTo>
                  <a:pt x="0" y="1466075"/>
                </a:lnTo>
                <a:lnTo>
                  <a:pt x="0" y="1380350"/>
                </a:lnTo>
                <a:lnTo>
                  <a:pt x="28575" y="1380350"/>
                </a:lnTo>
                <a:lnTo>
                  <a:pt x="28575" y="1451787"/>
                </a:lnTo>
                <a:lnTo>
                  <a:pt x="14287" y="1451787"/>
                </a:lnTo>
                <a:lnTo>
                  <a:pt x="14287" y="1466075"/>
                </a:lnTo>
                <a:close/>
              </a:path>
              <a:path w="1497329" h="1480820">
                <a:moveTo>
                  <a:pt x="25349" y="1480362"/>
                </a:moveTo>
                <a:lnTo>
                  <a:pt x="14287" y="1480362"/>
                </a:lnTo>
                <a:lnTo>
                  <a:pt x="14287" y="1451787"/>
                </a:lnTo>
                <a:lnTo>
                  <a:pt x="25349" y="1451787"/>
                </a:lnTo>
                <a:lnTo>
                  <a:pt x="25349" y="1480362"/>
                </a:lnTo>
                <a:close/>
              </a:path>
              <a:path w="1497329" h="1480820">
                <a:moveTo>
                  <a:pt x="28575" y="1466075"/>
                </a:moveTo>
                <a:lnTo>
                  <a:pt x="25349" y="1466075"/>
                </a:lnTo>
                <a:lnTo>
                  <a:pt x="25349" y="1451787"/>
                </a:lnTo>
                <a:lnTo>
                  <a:pt x="28575" y="1451787"/>
                </a:lnTo>
                <a:lnTo>
                  <a:pt x="28575" y="1466075"/>
                </a:lnTo>
                <a:close/>
              </a:path>
              <a:path w="1497329" h="1480820">
                <a:moveTo>
                  <a:pt x="28575" y="1351775"/>
                </a:moveTo>
                <a:lnTo>
                  <a:pt x="0" y="1351775"/>
                </a:lnTo>
                <a:lnTo>
                  <a:pt x="0" y="1266050"/>
                </a:lnTo>
                <a:lnTo>
                  <a:pt x="28575" y="1266050"/>
                </a:lnTo>
                <a:lnTo>
                  <a:pt x="28575" y="1351775"/>
                </a:lnTo>
                <a:close/>
              </a:path>
              <a:path w="1497329" h="1480820">
                <a:moveTo>
                  <a:pt x="28575" y="1237475"/>
                </a:moveTo>
                <a:lnTo>
                  <a:pt x="0" y="1237475"/>
                </a:lnTo>
                <a:lnTo>
                  <a:pt x="0" y="1151750"/>
                </a:lnTo>
                <a:lnTo>
                  <a:pt x="28575" y="1151750"/>
                </a:lnTo>
                <a:lnTo>
                  <a:pt x="28575" y="1237475"/>
                </a:lnTo>
                <a:close/>
              </a:path>
              <a:path w="1497329" h="1480820">
                <a:moveTo>
                  <a:pt x="28575" y="1123175"/>
                </a:moveTo>
                <a:lnTo>
                  <a:pt x="0" y="1123175"/>
                </a:lnTo>
                <a:lnTo>
                  <a:pt x="0" y="1037450"/>
                </a:lnTo>
                <a:lnTo>
                  <a:pt x="28575" y="1037450"/>
                </a:lnTo>
                <a:lnTo>
                  <a:pt x="28575" y="1123175"/>
                </a:lnTo>
                <a:close/>
              </a:path>
              <a:path w="1497329" h="1480820">
                <a:moveTo>
                  <a:pt x="28575" y="1008875"/>
                </a:moveTo>
                <a:lnTo>
                  <a:pt x="0" y="1008875"/>
                </a:lnTo>
                <a:lnTo>
                  <a:pt x="0" y="923150"/>
                </a:lnTo>
                <a:lnTo>
                  <a:pt x="28575" y="923150"/>
                </a:lnTo>
                <a:lnTo>
                  <a:pt x="28575" y="1008875"/>
                </a:lnTo>
                <a:close/>
              </a:path>
              <a:path w="1497329" h="1480820">
                <a:moveTo>
                  <a:pt x="28575" y="894575"/>
                </a:moveTo>
                <a:lnTo>
                  <a:pt x="0" y="894575"/>
                </a:lnTo>
                <a:lnTo>
                  <a:pt x="0" y="808850"/>
                </a:lnTo>
                <a:lnTo>
                  <a:pt x="28575" y="808850"/>
                </a:lnTo>
                <a:lnTo>
                  <a:pt x="28575" y="894575"/>
                </a:lnTo>
                <a:close/>
              </a:path>
              <a:path w="1497329" h="1480820">
                <a:moveTo>
                  <a:pt x="28575" y="780275"/>
                </a:moveTo>
                <a:lnTo>
                  <a:pt x="0" y="780275"/>
                </a:lnTo>
                <a:lnTo>
                  <a:pt x="0" y="694550"/>
                </a:lnTo>
                <a:lnTo>
                  <a:pt x="28575" y="694550"/>
                </a:lnTo>
                <a:lnTo>
                  <a:pt x="28575" y="780275"/>
                </a:lnTo>
                <a:close/>
              </a:path>
              <a:path w="1497329" h="1480820">
                <a:moveTo>
                  <a:pt x="28575" y="665975"/>
                </a:moveTo>
                <a:lnTo>
                  <a:pt x="0" y="665975"/>
                </a:lnTo>
                <a:lnTo>
                  <a:pt x="0" y="580250"/>
                </a:lnTo>
                <a:lnTo>
                  <a:pt x="28575" y="580250"/>
                </a:lnTo>
                <a:lnTo>
                  <a:pt x="28575" y="665975"/>
                </a:lnTo>
                <a:close/>
              </a:path>
              <a:path w="1497329" h="1480820">
                <a:moveTo>
                  <a:pt x="28575" y="551675"/>
                </a:moveTo>
                <a:lnTo>
                  <a:pt x="0" y="551675"/>
                </a:lnTo>
                <a:lnTo>
                  <a:pt x="0" y="465950"/>
                </a:lnTo>
                <a:lnTo>
                  <a:pt x="28575" y="465950"/>
                </a:lnTo>
                <a:lnTo>
                  <a:pt x="28575" y="551675"/>
                </a:lnTo>
                <a:close/>
              </a:path>
              <a:path w="1497329" h="1480820">
                <a:moveTo>
                  <a:pt x="28575" y="437375"/>
                </a:moveTo>
                <a:lnTo>
                  <a:pt x="0" y="437375"/>
                </a:lnTo>
                <a:lnTo>
                  <a:pt x="0" y="351650"/>
                </a:lnTo>
                <a:lnTo>
                  <a:pt x="28575" y="351650"/>
                </a:lnTo>
                <a:lnTo>
                  <a:pt x="28575" y="437375"/>
                </a:lnTo>
                <a:close/>
              </a:path>
              <a:path w="1497329" h="1480820">
                <a:moveTo>
                  <a:pt x="28575" y="323075"/>
                </a:moveTo>
                <a:lnTo>
                  <a:pt x="0" y="323075"/>
                </a:lnTo>
                <a:lnTo>
                  <a:pt x="0" y="237350"/>
                </a:lnTo>
                <a:lnTo>
                  <a:pt x="28575" y="237350"/>
                </a:lnTo>
                <a:lnTo>
                  <a:pt x="28575" y="323075"/>
                </a:lnTo>
                <a:close/>
              </a:path>
              <a:path w="1497329" h="1480820">
                <a:moveTo>
                  <a:pt x="28575" y="208775"/>
                </a:moveTo>
                <a:lnTo>
                  <a:pt x="0" y="208775"/>
                </a:lnTo>
                <a:lnTo>
                  <a:pt x="0" y="123050"/>
                </a:lnTo>
                <a:lnTo>
                  <a:pt x="28575" y="123050"/>
                </a:lnTo>
                <a:lnTo>
                  <a:pt x="28575" y="208775"/>
                </a:lnTo>
                <a:close/>
              </a:path>
              <a:path w="1497329" h="1480820">
                <a:moveTo>
                  <a:pt x="28575" y="94475"/>
                </a:moveTo>
                <a:lnTo>
                  <a:pt x="0" y="94475"/>
                </a:lnTo>
                <a:lnTo>
                  <a:pt x="0" y="0"/>
                </a:lnTo>
                <a:lnTo>
                  <a:pt x="19837" y="0"/>
                </a:lnTo>
                <a:lnTo>
                  <a:pt x="19837" y="23025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94475"/>
                </a:lnTo>
                <a:close/>
              </a:path>
              <a:path w="1497329" h="1480820">
                <a:moveTo>
                  <a:pt x="28575" y="28575"/>
                </a:moveTo>
                <a:lnTo>
                  <a:pt x="19837" y="28575"/>
                </a:lnTo>
                <a:lnTo>
                  <a:pt x="19837" y="2302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97329" h="1480820">
                <a:moveTo>
                  <a:pt x="19837" y="28575"/>
                </a:moveTo>
                <a:lnTo>
                  <a:pt x="14287" y="28575"/>
                </a:lnTo>
                <a:lnTo>
                  <a:pt x="19837" y="23025"/>
                </a:lnTo>
                <a:lnTo>
                  <a:pt x="19837" y="28575"/>
                </a:lnTo>
                <a:close/>
              </a:path>
              <a:path w="1497329" h="1480820">
                <a:moveTo>
                  <a:pt x="134137" y="28575"/>
                </a:moveTo>
                <a:lnTo>
                  <a:pt x="48412" y="28575"/>
                </a:lnTo>
                <a:lnTo>
                  <a:pt x="48412" y="0"/>
                </a:lnTo>
                <a:lnTo>
                  <a:pt x="134137" y="0"/>
                </a:lnTo>
                <a:lnTo>
                  <a:pt x="134137" y="28575"/>
                </a:lnTo>
                <a:close/>
              </a:path>
              <a:path w="1497329" h="1480820">
                <a:moveTo>
                  <a:pt x="248437" y="28575"/>
                </a:moveTo>
                <a:lnTo>
                  <a:pt x="162712" y="28575"/>
                </a:lnTo>
                <a:lnTo>
                  <a:pt x="162712" y="0"/>
                </a:lnTo>
                <a:lnTo>
                  <a:pt x="248437" y="0"/>
                </a:lnTo>
                <a:lnTo>
                  <a:pt x="248437" y="28575"/>
                </a:lnTo>
                <a:close/>
              </a:path>
              <a:path w="1497329" h="1480820">
                <a:moveTo>
                  <a:pt x="362737" y="28575"/>
                </a:moveTo>
                <a:lnTo>
                  <a:pt x="277012" y="28575"/>
                </a:lnTo>
                <a:lnTo>
                  <a:pt x="277012" y="0"/>
                </a:lnTo>
                <a:lnTo>
                  <a:pt x="362737" y="0"/>
                </a:lnTo>
                <a:lnTo>
                  <a:pt x="362737" y="28575"/>
                </a:lnTo>
                <a:close/>
              </a:path>
              <a:path w="1497329" h="1480820">
                <a:moveTo>
                  <a:pt x="477037" y="28575"/>
                </a:moveTo>
                <a:lnTo>
                  <a:pt x="391312" y="28575"/>
                </a:lnTo>
                <a:lnTo>
                  <a:pt x="391312" y="0"/>
                </a:lnTo>
                <a:lnTo>
                  <a:pt x="477037" y="0"/>
                </a:lnTo>
                <a:lnTo>
                  <a:pt x="477037" y="28575"/>
                </a:lnTo>
                <a:close/>
              </a:path>
              <a:path w="1497329" h="1480820">
                <a:moveTo>
                  <a:pt x="591337" y="28575"/>
                </a:moveTo>
                <a:lnTo>
                  <a:pt x="505612" y="28575"/>
                </a:lnTo>
                <a:lnTo>
                  <a:pt x="505612" y="0"/>
                </a:lnTo>
                <a:lnTo>
                  <a:pt x="591337" y="0"/>
                </a:lnTo>
                <a:lnTo>
                  <a:pt x="591337" y="28575"/>
                </a:lnTo>
                <a:close/>
              </a:path>
              <a:path w="1497329" h="1480820">
                <a:moveTo>
                  <a:pt x="705637" y="28575"/>
                </a:moveTo>
                <a:lnTo>
                  <a:pt x="619912" y="28575"/>
                </a:lnTo>
                <a:lnTo>
                  <a:pt x="619912" y="0"/>
                </a:lnTo>
                <a:lnTo>
                  <a:pt x="705637" y="0"/>
                </a:lnTo>
                <a:lnTo>
                  <a:pt x="705637" y="28575"/>
                </a:lnTo>
                <a:close/>
              </a:path>
              <a:path w="1497329" h="1480820">
                <a:moveTo>
                  <a:pt x="819937" y="28575"/>
                </a:moveTo>
                <a:lnTo>
                  <a:pt x="734212" y="28575"/>
                </a:lnTo>
                <a:lnTo>
                  <a:pt x="734212" y="0"/>
                </a:lnTo>
                <a:lnTo>
                  <a:pt x="819937" y="0"/>
                </a:lnTo>
                <a:lnTo>
                  <a:pt x="819937" y="28575"/>
                </a:lnTo>
                <a:close/>
              </a:path>
              <a:path w="1497329" h="1480820">
                <a:moveTo>
                  <a:pt x="934237" y="28575"/>
                </a:moveTo>
                <a:lnTo>
                  <a:pt x="848512" y="28575"/>
                </a:lnTo>
                <a:lnTo>
                  <a:pt x="848512" y="0"/>
                </a:lnTo>
                <a:lnTo>
                  <a:pt x="934237" y="0"/>
                </a:lnTo>
                <a:lnTo>
                  <a:pt x="934237" y="28575"/>
                </a:lnTo>
                <a:close/>
              </a:path>
              <a:path w="1497329" h="1480820">
                <a:moveTo>
                  <a:pt x="1048537" y="28575"/>
                </a:moveTo>
                <a:lnTo>
                  <a:pt x="962812" y="28575"/>
                </a:lnTo>
                <a:lnTo>
                  <a:pt x="962812" y="0"/>
                </a:lnTo>
                <a:lnTo>
                  <a:pt x="1048537" y="0"/>
                </a:lnTo>
                <a:lnTo>
                  <a:pt x="1048537" y="28575"/>
                </a:lnTo>
                <a:close/>
              </a:path>
              <a:path w="1497329" h="1480820">
                <a:moveTo>
                  <a:pt x="1162837" y="28575"/>
                </a:moveTo>
                <a:lnTo>
                  <a:pt x="1077112" y="28575"/>
                </a:lnTo>
                <a:lnTo>
                  <a:pt x="1077112" y="0"/>
                </a:lnTo>
                <a:lnTo>
                  <a:pt x="1162837" y="0"/>
                </a:lnTo>
                <a:lnTo>
                  <a:pt x="1162837" y="28575"/>
                </a:lnTo>
                <a:close/>
              </a:path>
              <a:path w="1497329" h="1480820">
                <a:moveTo>
                  <a:pt x="1277137" y="28575"/>
                </a:moveTo>
                <a:lnTo>
                  <a:pt x="1191412" y="28575"/>
                </a:lnTo>
                <a:lnTo>
                  <a:pt x="1191412" y="0"/>
                </a:lnTo>
                <a:lnTo>
                  <a:pt x="1277137" y="0"/>
                </a:lnTo>
                <a:lnTo>
                  <a:pt x="1277137" y="28575"/>
                </a:lnTo>
                <a:close/>
              </a:path>
              <a:path w="1497329" h="1480820">
                <a:moveTo>
                  <a:pt x="1391437" y="28575"/>
                </a:moveTo>
                <a:lnTo>
                  <a:pt x="1305712" y="28575"/>
                </a:lnTo>
                <a:lnTo>
                  <a:pt x="1305712" y="0"/>
                </a:lnTo>
                <a:lnTo>
                  <a:pt x="1391437" y="0"/>
                </a:lnTo>
                <a:lnTo>
                  <a:pt x="1391437" y="28575"/>
                </a:lnTo>
                <a:close/>
              </a:path>
              <a:path w="1497329" h="1480820">
                <a:moveTo>
                  <a:pt x="1468399" y="28575"/>
                </a:moveTo>
                <a:lnTo>
                  <a:pt x="1420012" y="28575"/>
                </a:lnTo>
                <a:lnTo>
                  <a:pt x="1420012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480820">
                <a:moveTo>
                  <a:pt x="1496974" y="37337"/>
                </a:moveTo>
                <a:lnTo>
                  <a:pt x="1468399" y="37337"/>
                </a:lnTo>
                <a:lnTo>
                  <a:pt x="1468399" y="14287"/>
                </a:lnTo>
                <a:lnTo>
                  <a:pt x="1482686" y="28575"/>
                </a:lnTo>
                <a:lnTo>
                  <a:pt x="1496974" y="28575"/>
                </a:lnTo>
                <a:lnTo>
                  <a:pt x="1496974" y="37337"/>
                </a:lnTo>
                <a:close/>
              </a:path>
              <a:path w="1497329" h="1480820">
                <a:moveTo>
                  <a:pt x="1496974" y="28575"/>
                </a:moveTo>
                <a:lnTo>
                  <a:pt x="1482686" y="28575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8575"/>
                </a:lnTo>
                <a:close/>
              </a:path>
              <a:path w="1497329" h="1480820">
                <a:moveTo>
                  <a:pt x="1496974" y="151637"/>
                </a:moveTo>
                <a:lnTo>
                  <a:pt x="1468399" y="151637"/>
                </a:lnTo>
                <a:lnTo>
                  <a:pt x="1468399" y="65912"/>
                </a:lnTo>
                <a:lnTo>
                  <a:pt x="1496974" y="65912"/>
                </a:lnTo>
                <a:lnTo>
                  <a:pt x="1496974" y="151637"/>
                </a:lnTo>
                <a:close/>
              </a:path>
              <a:path w="1497329" h="1480820">
                <a:moveTo>
                  <a:pt x="1496974" y="265938"/>
                </a:moveTo>
                <a:lnTo>
                  <a:pt x="1468399" y="265938"/>
                </a:lnTo>
                <a:lnTo>
                  <a:pt x="1468399" y="180212"/>
                </a:lnTo>
                <a:lnTo>
                  <a:pt x="1496974" y="180212"/>
                </a:lnTo>
                <a:lnTo>
                  <a:pt x="1496974" y="265938"/>
                </a:lnTo>
                <a:close/>
              </a:path>
              <a:path w="1497329" h="1480820">
                <a:moveTo>
                  <a:pt x="1496974" y="380238"/>
                </a:moveTo>
                <a:lnTo>
                  <a:pt x="1468399" y="380238"/>
                </a:lnTo>
                <a:lnTo>
                  <a:pt x="1468399" y="294513"/>
                </a:lnTo>
                <a:lnTo>
                  <a:pt x="1496974" y="294513"/>
                </a:lnTo>
                <a:lnTo>
                  <a:pt x="1496974" y="380238"/>
                </a:lnTo>
                <a:close/>
              </a:path>
              <a:path w="1497329" h="1480820">
                <a:moveTo>
                  <a:pt x="1496974" y="494538"/>
                </a:moveTo>
                <a:lnTo>
                  <a:pt x="1468399" y="494538"/>
                </a:lnTo>
                <a:lnTo>
                  <a:pt x="1468399" y="408813"/>
                </a:lnTo>
                <a:lnTo>
                  <a:pt x="1496974" y="408813"/>
                </a:lnTo>
                <a:lnTo>
                  <a:pt x="1496974" y="494538"/>
                </a:lnTo>
                <a:close/>
              </a:path>
              <a:path w="1497329" h="1480820">
                <a:moveTo>
                  <a:pt x="1496974" y="608838"/>
                </a:moveTo>
                <a:lnTo>
                  <a:pt x="1468399" y="608838"/>
                </a:lnTo>
                <a:lnTo>
                  <a:pt x="1468399" y="523113"/>
                </a:lnTo>
                <a:lnTo>
                  <a:pt x="1496974" y="523113"/>
                </a:lnTo>
                <a:lnTo>
                  <a:pt x="1496974" y="608838"/>
                </a:lnTo>
                <a:close/>
              </a:path>
              <a:path w="1497329" h="1480820">
                <a:moveTo>
                  <a:pt x="1496974" y="723138"/>
                </a:moveTo>
                <a:lnTo>
                  <a:pt x="1468399" y="723138"/>
                </a:lnTo>
                <a:lnTo>
                  <a:pt x="1468399" y="637413"/>
                </a:lnTo>
                <a:lnTo>
                  <a:pt x="1496974" y="637413"/>
                </a:lnTo>
                <a:lnTo>
                  <a:pt x="1496974" y="723138"/>
                </a:lnTo>
                <a:close/>
              </a:path>
              <a:path w="1497329" h="1480820">
                <a:moveTo>
                  <a:pt x="1496974" y="837438"/>
                </a:moveTo>
                <a:lnTo>
                  <a:pt x="1468399" y="837438"/>
                </a:lnTo>
                <a:lnTo>
                  <a:pt x="1468399" y="751713"/>
                </a:lnTo>
                <a:lnTo>
                  <a:pt x="1496974" y="751713"/>
                </a:lnTo>
                <a:lnTo>
                  <a:pt x="1496974" y="837438"/>
                </a:lnTo>
                <a:close/>
              </a:path>
              <a:path w="1497329" h="1480820">
                <a:moveTo>
                  <a:pt x="1496974" y="951738"/>
                </a:moveTo>
                <a:lnTo>
                  <a:pt x="1468399" y="951738"/>
                </a:lnTo>
                <a:lnTo>
                  <a:pt x="1468399" y="866013"/>
                </a:lnTo>
                <a:lnTo>
                  <a:pt x="1496974" y="866013"/>
                </a:lnTo>
                <a:lnTo>
                  <a:pt x="1496974" y="951738"/>
                </a:lnTo>
                <a:close/>
              </a:path>
              <a:path w="1497329" h="1480820">
                <a:moveTo>
                  <a:pt x="1496974" y="1066038"/>
                </a:moveTo>
                <a:lnTo>
                  <a:pt x="1468399" y="1066038"/>
                </a:lnTo>
                <a:lnTo>
                  <a:pt x="1468399" y="980313"/>
                </a:lnTo>
                <a:lnTo>
                  <a:pt x="1496974" y="980313"/>
                </a:lnTo>
                <a:lnTo>
                  <a:pt x="1496974" y="1066038"/>
                </a:lnTo>
                <a:close/>
              </a:path>
              <a:path w="1497329" h="1480820">
                <a:moveTo>
                  <a:pt x="1496974" y="1180338"/>
                </a:moveTo>
                <a:lnTo>
                  <a:pt x="1468399" y="1180338"/>
                </a:lnTo>
                <a:lnTo>
                  <a:pt x="1468399" y="1094613"/>
                </a:lnTo>
                <a:lnTo>
                  <a:pt x="1496974" y="1094613"/>
                </a:lnTo>
                <a:lnTo>
                  <a:pt x="1496974" y="1180338"/>
                </a:lnTo>
                <a:close/>
              </a:path>
              <a:path w="1497329" h="1480820">
                <a:moveTo>
                  <a:pt x="1496974" y="1294638"/>
                </a:moveTo>
                <a:lnTo>
                  <a:pt x="1468399" y="1294638"/>
                </a:lnTo>
                <a:lnTo>
                  <a:pt x="1468399" y="1208913"/>
                </a:lnTo>
                <a:lnTo>
                  <a:pt x="1496974" y="1208913"/>
                </a:lnTo>
                <a:lnTo>
                  <a:pt x="1496974" y="1294638"/>
                </a:lnTo>
                <a:close/>
              </a:path>
              <a:path w="1497329" h="1480820">
                <a:moveTo>
                  <a:pt x="1496974" y="1408938"/>
                </a:moveTo>
                <a:lnTo>
                  <a:pt x="1468399" y="1408938"/>
                </a:lnTo>
                <a:lnTo>
                  <a:pt x="1468399" y="1323213"/>
                </a:lnTo>
                <a:lnTo>
                  <a:pt x="1496974" y="1323213"/>
                </a:lnTo>
                <a:lnTo>
                  <a:pt x="1496974" y="1408938"/>
                </a:lnTo>
                <a:close/>
              </a:path>
              <a:path w="1497329" h="1480820">
                <a:moveTo>
                  <a:pt x="1468399" y="1466075"/>
                </a:moveTo>
                <a:lnTo>
                  <a:pt x="1468399" y="1437513"/>
                </a:lnTo>
                <a:lnTo>
                  <a:pt x="1496974" y="1437513"/>
                </a:lnTo>
                <a:lnTo>
                  <a:pt x="1496974" y="1451787"/>
                </a:lnTo>
                <a:lnTo>
                  <a:pt x="1482686" y="1451787"/>
                </a:lnTo>
                <a:lnTo>
                  <a:pt x="1468399" y="1466075"/>
                </a:lnTo>
                <a:close/>
              </a:path>
              <a:path w="1497329" h="1480820">
                <a:moveTo>
                  <a:pt x="1496974" y="1480362"/>
                </a:moveTo>
                <a:lnTo>
                  <a:pt x="1425524" y="1480362"/>
                </a:lnTo>
                <a:lnTo>
                  <a:pt x="1425524" y="1451787"/>
                </a:lnTo>
                <a:lnTo>
                  <a:pt x="1468399" y="1451787"/>
                </a:lnTo>
                <a:lnTo>
                  <a:pt x="1468399" y="1466075"/>
                </a:lnTo>
                <a:lnTo>
                  <a:pt x="1496974" y="1466075"/>
                </a:lnTo>
                <a:lnTo>
                  <a:pt x="1496974" y="1480362"/>
                </a:lnTo>
                <a:close/>
              </a:path>
              <a:path w="1497329" h="1480820">
                <a:moveTo>
                  <a:pt x="1496974" y="1466075"/>
                </a:moveTo>
                <a:lnTo>
                  <a:pt x="1468399" y="1466075"/>
                </a:lnTo>
                <a:lnTo>
                  <a:pt x="1482686" y="1451787"/>
                </a:lnTo>
                <a:lnTo>
                  <a:pt x="1496974" y="1451787"/>
                </a:lnTo>
                <a:lnTo>
                  <a:pt x="1496974" y="1466075"/>
                </a:lnTo>
                <a:close/>
              </a:path>
              <a:path w="1497329" h="1480820">
                <a:moveTo>
                  <a:pt x="1396949" y="1480362"/>
                </a:moveTo>
                <a:lnTo>
                  <a:pt x="1311224" y="1480362"/>
                </a:lnTo>
                <a:lnTo>
                  <a:pt x="1311224" y="1451787"/>
                </a:lnTo>
                <a:lnTo>
                  <a:pt x="1396949" y="1451787"/>
                </a:lnTo>
                <a:lnTo>
                  <a:pt x="1396949" y="1480362"/>
                </a:lnTo>
                <a:close/>
              </a:path>
              <a:path w="1497329" h="1480820">
                <a:moveTo>
                  <a:pt x="1282649" y="1480362"/>
                </a:moveTo>
                <a:lnTo>
                  <a:pt x="1196924" y="1480362"/>
                </a:lnTo>
                <a:lnTo>
                  <a:pt x="1196924" y="1451787"/>
                </a:lnTo>
                <a:lnTo>
                  <a:pt x="1282649" y="1451787"/>
                </a:lnTo>
                <a:lnTo>
                  <a:pt x="1282649" y="1480362"/>
                </a:lnTo>
                <a:close/>
              </a:path>
              <a:path w="1497329" h="1480820">
                <a:moveTo>
                  <a:pt x="1168349" y="1480362"/>
                </a:moveTo>
                <a:lnTo>
                  <a:pt x="1082624" y="1480362"/>
                </a:lnTo>
                <a:lnTo>
                  <a:pt x="1082624" y="1451787"/>
                </a:lnTo>
                <a:lnTo>
                  <a:pt x="1168349" y="1451787"/>
                </a:lnTo>
                <a:lnTo>
                  <a:pt x="1168349" y="1480362"/>
                </a:lnTo>
                <a:close/>
              </a:path>
              <a:path w="1497329" h="1480820">
                <a:moveTo>
                  <a:pt x="1054049" y="1480362"/>
                </a:moveTo>
                <a:lnTo>
                  <a:pt x="968324" y="1480362"/>
                </a:lnTo>
                <a:lnTo>
                  <a:pt x="968324" y="1451787"/>
                </a:lnTo>
                <a:lnTo>
                  <a:pt x="1054049" y="1451787"/>
                </a:lnTo>
                <a:lnTo>
                  <a:pt x="1054049" y="1480362"/>
                </a:lnTo>
                <a:close/>
              </a:path>
              <a:path w="1497329" h="1480820">
                <a:moveTo>
                  <a:pt x="939749" y="1480362"/>
                </a:moveTo>
                <a:lnTo>
                  <a:pt x="854024" y="1480362"/>
                </a:lnTo>
                <a:lnTo>
                  <a:pt x="854024" y="1451787"/>
                </a:lnTo>
                <a:lnTo>
                  <a:pt x="939749" y="1451787"/>
                </a:lnTo>
                <a:lnTo>
                  <a:pt x="939749" y="1480362"/>
                </a:lnTo>
                <a:close/>
              </a:path>
              <a:path w="1497329" h="1480820">
                <a:moveTo>
                  <a:pt x="825449" y="1480362"/>
                </a:moveTo>
                <a:lnTo>
                  <a:pt x="739724" y="1480362"/>
                </a:lnTo>
                <a:lnTo>
                  <a:pt x="739724" y="1451787"/>
                </a:lnTo>
                <a:lnTo>
                  <a:pt x="825449" y="1451787"/>
                </a:lnTo>
                <a:lnTo>
                  <a:pt x="825449" y="1480362"/>
                </a:lnTo>
                <a:close/>
              </a:path>
              <a:path w="1497329" h="1480820">
                <a:moveTo>
                  <a:pt x="711149" y="1480362"/>
                </a:moveTo>
                <a:lnTo>
                  <a:pt x="625424" y="1480362"/>
                </a:lnTo>
                <a:lnTo>
                  <a:pt x="625424" y="1451787"/>
                </a:lnTo>
                <a:lnTo>
                  <a:pt x="711149" y="1451787"/>
                </a:lnTo>
                <a:lnTo>
                  <a:pt x="711149" y="1480362"/>
                </a:lnTo>
                <a:close/>
              </a:path>
              <a:path w="1497329" h="1480820">
                <a:moveTo>
                  <a:pt x="596849" y="1480362"/>
                </a:moveTo>
                <a:lnTo>
                  <a:pt x="511124" y="1480362"/>
                </a:lnTo>
                <a:lnTo>
                  <a:pt x="511124" y="1451787"/>
                </a:lnTo>
                <a:lnTo>
                  <a:pt x="596849" y="1451787"/>
                </a:lnTo>
                <a:lnTo>
                  <a:pt x="596849" y="1480362"/>
                </a:lnTo>
                <a:close/>
              </a:path>
              <a:path w="1497329" h="1480820">
                <a:moveTo>
                  <a:pt x="482549" y="1480362"/>
                </a:moveTo>
                <a:lnTo>
                  <a:pt x="396824" y="1480362"/>
                </a:lnTo>
                <a:lnTo>
                  <a:pt x="396824" y="1451787"/>
                </a:lnTo>
                <a:lnTo>
                  <a:pt x="482549" y="1451787"/>
                </a:lnTo>
                <a:lnTo>
                  <a:pt x="482549" y="1480362"/>
                </a:lnTo>
                <a:close/>
              </a:path>
              <a:path w="1497329" h="1480820">
                <a:moveTo>
                  <a:pt x="368249" y="1480362"/>
                </a:moveTo>
                <a:lnTo>
                  <a:pt x="282524" y="1480362"/>
                </a:lnTo>
                <a:lnTo>
                  <a:pt x="282524" y="1451787"/>
                </a:lnTo>
                <a:lnTo>
                  <a:pt x="368249" y="1451787"/>
                </a:lnTo>
                <a:lnTo>
                  <a:pt x="368249" y="1480362"/>
                </a:lnTo>
                <a:close/>
              </a:path>
              <a:path w="1497329" h="1480820">
                <a:moveTo>
                  <a:pt x="253949" y="1480362"/>
                </a:moveTo>
                <a:lnTo>
                  <a:pt x="168224" y="1480362"/>
                </a:lnTo>
                <a:lnTo>
                  <a:pt x="168224" y="1451787"/>
                </a:lnTo>
                <a:lnTo>
                  <a:pt x="253949" y="1451787"/>
                </a:lnTo>
                <a:lnTo>
                  <a:pt x="253949" y="1480362"/>
                </a:lnTo>
                <a:close/>
              </a:path>
              <a:path w="1497329" h="1480820">
                <a:moveTo>
                  <a:pt x="139649" y="1480362"/>
                </a:moveTo>
                <a:lnTo>
                  <a:pt x="53924" y="1480362"/>
                </a:lnTo>
                <a:lnTo>
                  <a:pt x="53924" y="1451787"/>
                </a:lnTo>
                <a:lnTo>
                  <a:pt x="139649" y="1451787"/>
                </a:lnTo>
                <a:lnTo>
                  <a:pt x="139649" y="148036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13062" y="2590850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发电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6046" y="2109533"/>
            <a:ext cx="1497330" cy="1470025"/>
          </a:xfrm>
          <a:custGeom>
            <a:avLst/>
            <a:gdLst/>
            <a:ahLst/>
            <a:cxnLst/>
            <a:rect l="l" t="t" r="r" b="b"/>
            <a:pathLst>
              <a:path w="1497329" h="1470025">
                <a:moveTo>
                  <a:pt x="28575" y="1455585"/>
                </a:moveTo>
                <a:lnTo>
                  <a:pt x="0" y="1455585"/>
                </a:lnTo>
                <a:lnTo>
                  <a:pt x="0" y="1369860"/>
                </a:lnTo>
                <a:lnTo>
                  <a:pt x="28575" y="1369860"/>
                </a:lnTo>
                <a:lnTo>
                  <a:pt x="28575" y="1455585"/>
                </a:lnTo>
                <a:close/>
              </a:path>
              <a:path w="1497329" h="1470025">
                <a:moveTo>
                  <a:pt x="28575" y="1341285"/>
                </a:moveTo>
                <a:lnTo>
                  <a:pt x="0" y="1341285"/>
                </a:lnTo>
                <a:lnTo>
                  <a:pt x="0" y="1255560"/>
                </a:lnTo>
                <a:lnTo>
                  <a:pt x="28575" y="1255560"/>
                </a:lnTo>
                <a:lnTo>
                  <a:pt x="28575" y="1341285"/>
                </a:lnTo>
                <a:close/>
              </a:path>
              <a:path w="1497329" h="1470025">
                <a:moveTo>
                  <a:pt x="28575" y="1226985"/>
                </a:moveTo>
                <a:lnTo>
                  <a:pt x="0" y="1226985"/>
                </a:lnTo>
                <a:lnTo>
                  <a:pt x="0" y="1141260"/>
                </a:lnTo>
                <a:lnTo>
                  <a:pt x="28575" y="1141260"/>
                </a:lnTo>
                <a:lnTo>
                  <a:pt x="28575" y="1226985"/>
                </a:lnTo>
                <a:close/>
              </a:path>
              <a:path w="1497329" h="1470025">
                <a:moveTo>
                  <a:pt x="28575" y="1112685"/>
                </a:moveTo>
                <a:lnTo>
                  <a:pt x="0" y="1112685"/>
                </a:lnTo>
                <a:lnTo>
                  <a:pt x="0" y="1026960"/>
                </a:lnTo>
                <a:lnTo>
                  <a:pt x="28575" y="1026960"/>
                </a:lnTo>
                <a:lnTo>
                  <a:pt x="28575" y="1112685"/>
                </a:lnTo>
                <a:close/>
              </a:path>
              <a:path w="1497329" h="1470025">
                <a:moveTo>
                  <a:pt x="28575" y="998385"/>
                </a:moveTo>
                <a:lnTo>
                  <a:pt x="0" y="998385"/>
                </a:lnTo>
                <a:lnTo>
                  <a:pt x="0" y="912660"/>
                </a:lnTo>
                <a:lnTo>
                  <a:pt x="28575" y="912660"/>
                </a:lnTo>
                <a:lnTo>
                  <a:pt x="28575" y="998385"/>
                </a:lnTo>
                <a:close/>
              </a:path>
              <a:path w="1497329" h="1470025">
                <a:moveTo>
                  <a:pt x="28575" y="884085"/>
                </a:moveTo>
                <a:lnTo>
                  <a:pt x="0" y="884085"/>
                </a:lnTo>
                <a:lnTo>
                  <a:pt x="0" y="798360"/>
                </a:lnTo>
                <a:lnTo>
                  <a:pt x="28575" y="798360"/>
                </a:lnTo>
                <a:lnTo>
                  <a:pt x="28575" y="884085"/>
                </a:lnTo>
                <a:close/>
              </a:path>
              <a:path w="1497329" h="1470025">
                <a:moveTo>
                  <a:pt x="28575" y="769785"/>
                </a:moveTo>
                <a:lnTo>
                  <a:pt x="0" y="769785"/>
                </a:lnTo>
                <a:lnTo>
                  <a:pt x="0" y="684060"/>
                </a:lnTo>
                <a:lnTo>
                  <a:pt x="28575" y="684060"/>
                </a:lnTo>
                <a:lnTo>
                  <a:pt x="28575" y="769785"/>
                </a:lnTo>
                <a:close/>
              </a:path>
              <a:path w="1497329" h="1470025">
                <a:moveTo>
                  <a:pt x="28575" y="655485"/>
                </a:moveTo>
                <a:lnTo>
                  <a:pt x="0" y="655485"/>
                </a:lnTo>
                <a:lnTo>
                  <a:pt x="0" y="569760"/>
                </a:lnTo>
                <a:lnTo>
                  <a:pt x="28575" y="569760"/>
                </a:lnTo>
                <a:lnTo>
                  <a:pt x="28575" y="655485"/>
                </a:lnTo>
                <a:close/>
              </a:path>
              <a:path w="1497329" h="1470025">
                <a:moveTo>
                  <a:pt x="28575" y="541185"/>
                </a:moveTo>
                <a:lnTo>
                  <a:pt x="0" y="541185"/>
                </a:lnTo>
                <a:lnTo>
                  <a:pt x="0" y="455460"/>
                </a:lnTo>
                <a:lnTo>
                  <a:pt x="28575" y="455460"/>
                </a:lnTo>
                <a:lnTo>
                  <a:pt x="28575" y="541185"/>
                </a:lnTo>
                <a:close/>
              </a:path>
              <a:path w="1497329" h="1470025">
                <a:moveTo>
                  <a:pt x="28575" y="426885"/>
                </a:moveTo>
                <a:lnTo>
                  <a:pt x="0" y="426885"/>
                </a:lnTo>
                <a:lnTo>
                  <a:pt x="0" y="341160"/>
                </a:lnTo>
                <a:lnTo>
                  <a:pt x="28575" y="341160"/>
                </a:lnTo>
                <a:lnTo>
                  <a:pt x="28575" y="426885"/>
                </a:lnTo>
                <a:close/>
              </a:path>
              <a:path w="1497329" h="1470025">
                <a:moveTo>
                  <a:pt x="28575" y="312585"/>
                </a:moveTo>
                <a:lnTo>
                  <a:pt x="0" y="312585"/>
                </a:lnTo>
                <a:lnTo>
                  <a:pt x="0" y="226860"/>
                </a:lnTo>
                <a:lnTo>
                  <a:pt x="28575" y="226860"/>
                </a:lnTo>
                <a:lnTo>
                  <a:pt x="28575" y="312585"/>
                </a:lnTo>
                <a:close/>
              </a:path>
              <a:path w="1497329" h="1470025">
                <a:moveTo>
                  <a:pt x="28575" y="198285"/>
                </a:moveTo>
                <a:lnTo>
                  <a:pt x="0" y="198285"/>
                </a:lnTo>
                <a:lnTo>
                  <a:pt x="0" y="112560"/>
                </a:lnTo>
                <a:lnTo>
                  <a:pt x="28575" y="112560"/>
                </a:lnTo>
                <a:lnTo>
                  <a:pt x="28575" y="198285"/>
                </a:lnTo>
                <a:close/>
              </a:path>
              <a:path w="1497329" h="1470025">
                <a:moveTo>
                  <a:pt x="28575" y="83985"/>
                </a:moveTo>
                <a:lnTo>
                  <a:pt x="0" y="83985"/>
                </a:lnTo>
                <a:lnTo>
                  <a:pt x="0" y="0"/>
                </a:lnTo>
                <a:lnTo>
                  <a:pt x="30327" y="0"/>
                </a:lnTo>
                <a:lnTo>
                  <a:pt x="30327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83985"/>
                </a:lnTo>
                <a:close/>
              </a:path>
              <a:path w="1497329" h="1470025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1497329" h="1470025">
                <a:moveTo>
                  <a:pt x="30327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30327" y="14287"/>
                </a:lnTo>
                <a:lnTo>
                  <a:pt x="30327" y="28574"/>
                </a:lnTo>
                <a:close/>
              </a:path>
              <a:path w="1497329" h="1470025">
                <a:moveTo>
                  <a:pt x="144627" y="28574"/>
                </a:moveTo>
                <a:lnTo>
                  <a:pt x="58902" y="28574"/>
                </a:lnTo>
                <a:lnTo>
                  <a:pt x="58902" y="0"/>
                </a:lnTo>
                <a:lnTo>
                  <a:pt x="144627" y="0"/>
                </a:lnTo>
                <a:lnTo>
                  <a:pt x="144627" y="28574"/>
                </a:lnTo>
                <a:close/>
              </a:path>
              <a:path w="1497329" h="1470025">
                <a:moveTo>
                  <a:pt x="258927" y="28574"/>
                </a:moveTo>
                <a:lnTo>
                  <a:pt x="173202" y="28574"/>
                </a:lnTo>
                <a:lnTo>
                  <a:pt x="173202" y="0"/>
                </a:lnTo>
                <a:lnTo>
                  <a:pt x="258927" y="0"/>
                </a:lnTo>
                <a:lnTo>
                  <a:pt x="258927" y="28574"/>
                </a:lnTo>
                <a:close/>
              </a:path>
              <a:path w="1497329" h="1470025">
                <a:moveTo>
                  <a:pt x="373227" y="28574"/>
                </a:moveTo>
                <a:lnTo>
                  <a:pt x="287502" y="28574"/>
                </a:lnTo>
                <a:lnTo>
                  <a:pt x="287502" y="0"/>
                </a:lnTo>
                <a:lnTo>
                  <a:pt x="373227" y="0"/>
                </a:lnTo>
                <a:lnTo>
                  <a:pt x="373227" y="28574"/>
                </a:lnTo>
                <a:close/>
              </a:path>
              <a:path w="1497329" h="1470025">
                <a:moveTo>
                  <a:pt x="487527" y="28574"/>
                </a:moveTo>
                <a:lnTo>
                  <a:pt x="401802" y="28574"/>
                </a:lnTo>
                <a:lnTo>
                  <a:pt x="401802" y="0"/>
                </a:lnTo>
                <a:lnTo>
                  <a:pt x="487527" y="0"/>
                </a:lnTo>
                <a:lnTo>
                  <a:pt x="487527" y="28574"/>
                </a:lnTo>
                <a:close/>
              </a:path>
              <a:path w="1497329" h="1470025">
                <a:moveTo>
                  <a:pt x="601827" y="28574"/>
                </a:moveTo>
                <a:lnTo>
                  <a:pt x="516102" y="28574"/>
                </a:lnTo>
                <a:lnTo>
                  <a:pt x="516102" y="0"/>
                </a:lnTo>
                <a:lnTo>
                  <a:pt x="601827" y="0"/>
                </a:lnTo>
                <a:lnTo>
                  <a:pt x="601827" y="28574"/>
                </a:lnTo>
                <a:close/>
              </a:path>
              <a:path w="1497329" h="1470025">
                <a:moveTo>
                  <a:pt x="716127" y="28574"/>
                </a:moveTo>
                <a:lnTo>
                  <a:pt x="630402" y="28574"/>
                </a:lnTo>
                <a:lnTo>
                  <a:pt x="630402" y="0"/>
                </a:lnTo>
                <a:lnTo>
                  <a:pt x="716127" y="0"/>
                </a:lnTo>
                <a:lnTo>
                  <a:pt x="716127" y="28574"/>
                </a:lnTo>
                <a:close/>
              </a:path>
              <a:path w="1497329" h="1470025">
                <a:moveTo>
                  <a:pt x="830427" y="28574"/>
                </a:moveTo>
                <a:lnTo>
                  <a:pt x="744702" y="28574"/>
                </a:lnTo>
                <a:lnTo>
                  <a:pt x="744702" y="0"/>
                </a:lnTo>
                <a:lnTo>
                  <a:pt x="830427" y="0"/>
                </a:lnTo>
                <a:lnTo>
                  <a:pt x="830427" y="28574"/>
                </a:lnTo>
                <a:close/>
              </a:path>
              <a:path w="1497329" h="1470025">
                <a:moveTo>
                  <a:pt x="944727" y="28574"/>
                </a:moveTo>
                <a:lnTo>
                  <a:pt x="859002" y="28574"/>
                </a:lnTo>
                <a:lnTo>
                  <a:pt x="859002" y="0"/>
                </a:lnTo>
                <a:lnTo>
                  <a:pt x="944727" y="0"/>
                </a:lnTo>
                <a:lnTo>
                  <a:pt x="944727" y="28574"/>
                </a:lnTo>
                <a:close/>
              </a:path>
              <a:path w="1497329" h="1470025">
                <a:moveTo>
                  <a:pt x="1059027" y="28574"/>
                </a:moveTo>
                <a:lnTo>
                  <a:pt x="973302" y="28574"/>
                </a:lnTo>
                <a:lnTo>
                  <a:pt x="973302" y="0"/>
                </a:lnTo>
                <a:lnTo>
                  <a:pt x="1059027" y="0"/>
                </a:lnTo>
                <a:lnTo>
                  <a:pt x="1059027" y="28574"/>
                </a:lnTo>
                <a:close/>
              </a:path>
              <a:path w="1497329" h="1470025">
                <a:moveTo>
                  <a:pt x="1173327" y="28574"/>
                </a:moveTo>
                <a:lnTo>
                  <a:pt x="1087602" y="28574"/>
                </a:lnTo>
                <a:lnTo>
                  <a:pt x="1087602" y="0"/>
                </a:lnTo>
                <a:lnTo>
                  <a:pt x="1173327" y="0"/>
                </a:lnTo>
                <a:lnTo>
                  <a:pt x="1173327" y="28574"/>
                </a:lnTo>
                <a:close/>
              </a:path>
              <a:path w="1497329" h="1470025">
                <a:moveTo>
                  <a:pt x="1287627" y="28574"/>
                </a:moveTo>
                <a:lnTo>
                  <a:pt x="1201902" y="28574"/>
                </a:lnTo>
                <a:lnTo>
                  <a:pt x="1201902" y="0"/>
                </a:lnTo>
                <a:lnTo>
                  <a:pt x="1287627" y="0"/>
                </a:lnTo>
                <a:lnTo>
                  <a:pt x="1287627" y="28574"/>
                </a:lnTo>
                <a:close/>
              </a:path>
              <a:path w="1497329" h="1470025">
                <a:moveTo>
                  <a:pt x="1401927" y="28574"/>
                </a:moveTo>
                <a:lnTo>
                  <a:pt x="1316202" y="28574"/>
                </a:lnTo>
                <a:lnTo>
                  <a:pt x="1316202" y="0"/>
                </a:lnTo>
                <a:lnTo>
                  <a:pt x="1401927" y="0"/>
                </a:lnTo>
                <a:lnTo>
                  <a:pt x="1401927" y="28574"/>
                </a:lnTo>
                <a:close/>
              </a:path>
              <a:path w="1497329" h="1470025">
                <a:moveTo>
                  <a:pt x="1468399" y="28574"/>
                </a:moveTo>
                <a:lnTo>
                  <a:pt x="1430502" y="28574"/>
                </a:lnTo>
                <a:lnTo>
                  <a:pt x="1430502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4"/>
                </a:lnTo>
                <a:close/>
              </a:path>
              <a:path w="1497329" h="1470025">
                <a:moveTo>
                  <a:pt x="1496974" y="47828"/>
                </a:moveTo>
                <a:lnTo>
                  <a:pt x="1468399" y="47828"/>
                </a:lnTo>
                <a:lnTo>
                  <a:pt x="1468399" y="14287"/>
                </a:lnTo>
                <a:lnTo>
                  <a:pt x="1482686" y="28574"/>
                </a:lnTo>
                <a:lnTo>
                  <a:pt x="1496974" y="28574"/>
                </a:lnTo>
                <a:lnTo>
                  <a:pt x="1496974" y="47828"/>
                </a:lnTo>
                <a:close/>
              </a:path>
              <a:path w="1497329" h="1470025">
                <a:moveTo>
                  <a:pt x="1496974" y="28574"/>
                </a:moveTo>
                <a:lnTo>
                  <a:pt x="1482686" y="28574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8574"/>
                </a:lnTo>
                <a:close/>
              </a:path>
              <a:path w="1497329" h="1470025">
                <a:moveTo>
                  <a:pt x="1496974" y="162128"/>
                </a:moveTo>
                <a:lnTo>
                  <a:pt x="1468399" y="162128"/>
                </a:lnTo>
                <a:lnTo>
                  <a:pt x="1468399" y="76403"/>
                </a:lnTo>
                <a:lnTo>
                  <a:pt x="1496974" y="76403"/>
                </a:lnTo>
                <a:lnTo>
                  <a:pt x="1496974" y="162128"/>
                </a:lnTo>
                <a:close/>
              </a:path>
              <a:path w="1497329" h="1470025">
                <a:moveTo>
                  <a:pt x="1496974" y="276428"/>
                </a:moveTo>
                <a:lnTo>
                  <a:pt x="1468399" y="276428"/>
                </a:lnTo>
                <a:lnTo>
                  <a:pt x="1468399" y="190703"/>
                </a:lnTo>
                <a:lnTo>
                  <a:pt x="1496974" y="190703"/>
                </a:lnTo>
                <a:lnTo>
                  <a:pt x="1496974" y="276428"/>
                </a:lnTo>
                <a:close/>
              </a:path>
              <a:path w="1497329" h="1470025">
                <a:moveTo>
                  <a:pt x="1496974" y="390728"/>
                </a:moveTo>
                <a:lnTo>
                  <a:pt x="1468399" y="390728"/>
                </a:lnTo>
                <a:lnTo>
                  <a:pt x="1468399" y="305003"/>
                </a:lnTo>
                <a:lnTo>
                  <a:pt x="1496974" y="305003"/>
                </a:lnTo>
                <a:lnTo>
                  <a:pt x="1496974" y="390728"/>
                </a:lnTo>
                <a:close/>
              </a:path>
              <a:path w="1497329" h="1470025">
                <a:moveTo>
                  <a:pt x="1496974" y="505028"/>
                </a:moveTo>
                <a:lnTo>
                  <a:pt x="1468399" y="505028"/>
                </a:lnTo>
                <a:lnTo>
                  <a:pt x="1468399" y="419303"/>
                </a:lnTo>
                <a:lnTo>
                  <a:pt x="1496974" y="419303"/>
                </a:lnTo>
                <a:lnTo>
                  <a:pt x="1496974" y="505028"/>
                </a:lnTo>
                <a:close/>
              </a:path>
              <a:path w="1497329" h="1470025">
                <a:moveTo>
                  <a:pt x="1496974" y="619328"/>
                </a:moveTo>
                <a:lnTo>
                  <a:pt x="1468399" y="619328"/>
                </a:lnTo>
                <a:lnTo>
                  <a:pt x="1468399" y="533603"/>
                </a:lnTo>
                <a:lnTo>
                  <a:pt x="1496974" y="533603"/>
                </a:lnTo>
                <a:lnTo>
                  <a:pt x="1496974" y="619328"/>
                </a:lnTo>
                <a:close/>
              </a:path>
              <a:path w="1497329" h="1470025">
                <a:moveTo>
                  <a:pt x="1496974" y="733628"/>
                </a:moveTo>
                <a:lnTo>
                  <a:pt x="1468399" y="733628"/>
                </a:lnTo>
                <a:lnTo>
                  <a:pt x="1468399" y="647903"/>
                </a:lnTo>
                <a:lnTo>
                  <a:pt x="1496974" y="647903"/>
                </a:lnTo>
                <a:lnTo>
                  <a:pt x="1496974" y="733628"/>
                </a:lnTo>
                <a:close/>
              </a:path>
              <a:path w="1497329" h="1470025">
                <a:moveTo>
                  <a:pt x="1496974" y="847928"/>
                </a:moveTo>
                <a:lnTo>
                  <a:pt x="1468399" y="847928"/>
                </a:lnTo>
                <a:lnTo>
                  <a:pt x="1468399" y="762203"/>
                </a:lnTo>
                <a:lnTo>
                  <a:pt x="1496974" y="762203"/>
                </a:lnTo>
                <a:lnTo>
                  <a:pt x="1496974" y="847928"/>
                </a:lnTo>
                <a:close/>
              </a:path>
              <a:path w="1497329" h="1470025">
                <a:moveTo>
                  <a:pt x="1496974" y="962228"/>
                </a:moveTo>
                <a:lnTo>
                  <a:pt x="1468399" y="962228"/>
                </a:lnTo>
                <a:lnTo>
                  <a:pt x="1468399" y="876503"/>
                </a:lnTo>
                <a:lnTo>
                  <a:pt x="1496974" y="876503"/>
                </a:lnTo>
                <a:lnTo>
                  <a:pt x="1496974" y="962228"/>
                </a:lnTo>
                <a:close/>
              </a:path>
              <a:path w="1497329" h="1470025">
                <a:moveTo>
                  <a:pt x="1496974" y="1076528"/>
                </a:moveTo>
                <a:lnTo>
                  <a:pt x="1468399" y="1076528"/>
                </a:lnTo>
                <a:lnTo>
                  <a:pt x="1468399" y="990803"/>
                </a:lnTo>
                <a:lnTo>
                  <a:pt x="1496974" y="990803"/>
                </a:lnTo>
                <a:lnTo>
                  <a:pt x="1496974" y="1076528"/>
                </a:lnTo>
                <a:close/>
              </a:path>
              <a:path w="1497329" h="1470025">
                <a:moveTo>
                  <a:pt x="1496974" y="1190828"/>
                </a:moveTo>
                <a:lnTo>
                  <a:pt x="1468399" y="1190828"/>
                </a:lnTo>
                <a:lnTo>
                  <a:pt x="1468399" y="1105103"/>
                </a:lnTo>
                <a:lnTo>
                  <a:pt x="1496974" y="1105103"/>
                </a:lnTo>
                <a:lnTo>
                  <a:pt x="1496974" y="1190828"/>
                </a:lnTo>
                <a:close/>
              </a:path>
              <a:path w="1497329" h="1470025">
                <a:moveTo>
                  <a:pt x="1496974" y="1305128"/>
                </a:moveTo>
                <a:lnTo>
                  <a:pt x="1468399" y="1305128"/>
                </a:lnTo>
                <a:lnTo>
                  <a:pt x="1468399" y="1219403"/>
                </a:lnTo>
                <a:lnTo>
                  <a:pt x="1496974" y="1219403"/>
                </a:lnTo>
                <a:lnTo>
                  <a:pt x="1496974" y="1305128"/>
                </a:lnTo>
                <a:close/>
              </a:path>
              <a:path w="1497329" h="1470025">
                <a:moveTo>
                  <a:pt x="1496974" y="1419428"/>
                </a:moveTo>
                <a:lnTo>
                  <a:pt x="1468399" y="1419428"/>
                </a:lnTo>
                <a:lnTo>
                  <a:pt x="1468399" y="1333703"/>
                </a:lnTo>
                <a:lnTo>
                  <a:pt x="1496974" y="1333703"/>
                </a:lnTo>
                <a:lnTo>
                  <a:pt x="1496974" y="1419428"/>
                </a:lnTo>
                <a:close/>
              </a:path>
              <a:path w="1497329" h="1470025">
                <a:moveTo>
                  <a:pt x="1496974" y="1469872"/>
                </a:moveTo>
                <a:lnTo>
                  <a:pt x="1404531" y="1469872"/>
                </a:lnTo>
                <a:lnTo>
                  <a:pt x="1404531" y="1441297"/>
                </a:lnTo>
                <a:lnTo>
                  <a:pt x="1468399" y="1441297"/>
                </a:lnTo>
                <a:lnTo>
                  <a:pt x="1468399" y="1455585"/>
                </a:lnTo>
                <a:lnTo>
                  <a:pt x="1496974" y="1455585"/>
                </a:lnTo>
                <a:lnTo>
                  <a:pt x="1496974" y="1469872"/>
                </a:lnTo>
                <a:close/>
              </a:path>
              <a:path w="1497329" h="1470025">
                <a:moveTo>
                  <a:pt x="1468399" y="1455585"/>
                </a:moveTo>
                <a:lnTo>
                  <a:pt x="1468399" y="1441297"/>
                </a:lnTo>
                <a:lnTo>
                  <a:pt x="1482686" y="1441297"/>
                </a:lnTo>
                <a:lnTo>
                  <a:pt x="1468399" y="1455585"/>
                </a:lnTo>
                <a:close/>
              </a:path>
              <a:path w="1497329" h="1470025">
                <a:moveTo>
                  <a:pt x="1496974" y="1455585"/>
                </a:moveTo>
                <a:lnTo>
                  <a:pt x="1468399" y="1455585"/>
                </a:lnTo>
                <a:lnTo>
                  <a:pt x="1475981" y="1448003"/>
                </a:lnTo>
                <a:lnTo>
                  <a:pt x="1496974" y="1448003"/>
                </a:lnTo>
                <a:lnTo>
                  <a:pt x="1496974" y="1455585"/>
                </a:lnTo>
                <a:close/>
              </a:path>
              <a:path w="1497329" h="1470025">
                <a:moveTo>
                  <a:pt x="1375956" y="1469872"/>
                </a:moveTo>
                <a:lnTo>
                  <a:pt x="1290231" y="1469872"/>
                </a:lnTo>
                <a:lnTo>
                  <a:pt x="1290231" y="1441297"/>
                </a:lnTo>
                <a:lnTo>
                  <a:pt x="1375956" y="1441297"/>
                </a:lnTo>
                <a:lnTo>
                  <a:pt x="1375956" y="1469872"/>
                </a:lnTo>
                <a:close/>
              </a:path>
              <a:path w="1497329" h="1470025">
                <a:moveTo>
                  <a:pt x="1261656" y="1469872"/>
                </a:moveTo>
                <a:lnTo>
                  <a:pt x="1175931" y="1469872"/>
                </a:lnTo>
                <a:lnTo>
                  <a:pt x="1175931" y="1441297"/>
                </a:lnTo>
                <a:lnTo>
                  <a:pt x="1261656" y="1441297"/>
                </a:lnTo>
                <a:lnTo>
                  <a:pt x="1261656" y="1469872"/>
                </a:lnTo>
                <a:close/>
              </a:path>
              <a:path w="1497329" h="1470025">
                <a:moveTo>
                  <a:pt x="1147356" y="1469872"/>
                </a:moveTo>
                <a:lnTo>
                  <a:pt x="1061631" y="1469872"/>
                </a:lnTo>
                <a:lnTo>
                  <a:pt x="1061631" y="1441297"/>
                </a:lnTo>
                <a:lnTo>
                  <a:pt x="1147356" y="1441297"/>
                </a:lnTo>
                <a:lnTo>
                  <a:pt x="1147356" y="1469872"/>
                </a:lnTo>
                <a:close/>
              </a:path>
              <a:path w="1497329" h="1470025">
                <a:moveTo>
                  <a:pt x="1033056" y="1469872"/>
                </a:moveTo>
                <a:lnTo>
                  <a:pt x="947331" y="1469872"/>
                </a:lnTo>
                <a:lnTo>
                  <a:pt x="947331" y="1441297"/>
                </a:lnTo>
                <a:lnTo>
                  <a:pt x="1033056" y="1441297"/>
                </a:lnTo>
                <a:lnTo>
                  <a:pt x="1033056" y="1469872"/>
                </a:lnTo>
                <a:close/>
              </a:path>
              <a:path w="1497329" h="1470025">
                <a:moveTo>
                  <a:pt x="918756" y="1469872"/>
                </a:moveTo>
                <a:lnTo>
                  <a:pt x="833031" y="1469872"/>
                </a:lnTo>
                <a:lnTo>
                  <a:pt x="833031" y="1441297"/>
                </a:lnTo>
                <a:lnTo>
                  <a:pt x="918756" y="1441297"/>
                </a:lnTo>
                <a:lnTo>
                  <a:pt x="918756" y="1469872"/>
                </a:lnTo>
                <a:close/>
              </a:path>
              <a:path w="1497329" h="1470025">
                <a:moveTo>
                  <a:pt x="804456" y="1469872"/>
                </a:moveTo>
                <a:lnTo>
                  <a:pt x="718731" y="1469872"/>
                </a:lnTo>
                <a:lnTo>
                  <a:pt x="718731" y="1441297"/>
                </a:lnTo>
                <a:lnTo>
                  <a:pt x="804456" y="1441297"/>
                </a:lnTo>
                <a:lnTo>
                  <a:pt x="804456" y="1469872"/>
                </a:lnTo>
                <a:close/>
              </a:path>
              <a:path w="1497329" h="1470025">
                <a:moveTo>
                  <a:pt x="690156" y="1469872"/>
                </a:moveTo>
                <a:lnTo>
                  <a:pt x="604431" y="1469872"/>
                </a:lnTo>
                <a:lnTo>
                  <a:pt x="604431" y="1441297"/>
                </a:lnTo>
                <a:lnTo>
                  <a:pt x="690156" y="1441297"/>
                </a:lnTo>
                <a:lnTo>
                  <a:pt x="690156" y="1469872"/>
                </a:lnTo>
                <a:close/>
              </a:path>
              <a:path w="1497329" h="1470025">
                <a:moveTo>
                  <a:pt x="575856" y="1469872"/>
                </a:moveTo>
                <a:lnTo>
                  <a:pt x="490131" y="1469872"/>
                </a:lnTo>
                <a:lnTo>
                  <a:pt x="490131" y="1441297"/>
                </a:lnTo>
                <a:lnTo>
                  <a:pt x="575856" y="1441297"/>
                </a:lnTo>
                <a:lnTo>
                  <a:pt x="575856" y="1469872"/>
                </a:lnTo>
                <a:close/>
              </a:path>
              <a:path w="1497329" h="1470025">
                <a:moveTo>
                  <a:pt x="461556" y="1469872"/>
                </a:moveTo>
                <a:lnTo>
                  <a:pt x="375831" y="1469872"/>
                </a:lnTo>
                <a:lnTo>
                  <a:pt x="375831" y="1441297"/>
                </a:lnTo>
                <a:lnTo>
                  <a:pt x="461556" y="1441297"/>
                </a:lnTo>
                <a:lnTo>
                  <a:pt x="461556" y="1469872"/>
                </a:lnTo>
                <a:close/>
              </a:path>
              <a:path w="1497329" h="1470025">
                <a:moveTo>
                  <a:pt x="347256" y="1469872"/>
                </a:moveTo>
                <a:lnTo>
                  <a:pt x="261531" y="1469872"/>
                </a:lnTo>
                <a:lnTo>
                  <a:pt x="261531" y="1441297"/>
                </a:lnTo>
                <a:lnTo>
                  <a:pt x="347256" y="1441297"/>
                </a:lnTo>
                <a:lnTo>
                  <a:pt x="347256" y="1469872"/>
                </a:lnTo>
                <a:close/>
              </a:path>
              <a:path w="1497329" h="1470025">
                <a:moveTo>
                  <a:pt x="232956" y="1469872"/>
                </a:moveTo>
                <a:lnTo>
                  <a:pt x="147231" y="1469872"/>
                </a:lnTo>
                <a:lnTo>
                  <a:pt x="147231" y="1441297"/>
                </a:lnTo>
                <a:lnTo>
                  <a:pt x="232956" y="1441297"/>
                </a:lnTo>
                <a:lnTo>
                  <a:pt x="232956" y="1469872"/>
                </a:lnTo>
                <a:close/>
              </a:path>
              <a:path w="1497329" h="1470025">
                <a:moveTo>
                  <a:pt x="118656" y="1469872"/>
                </a:moveTo>
                <a:lnTo>
                  <a:pt x="32931" y="1469872"/>
                </a:lnTo>
                <a:lnTo>
                  <a:pt x="32931" y="1441297"/>
                </a:lnTo>
                <a:lnTo>
                  <a:pt x="118656" y="1441297"/>
                </a:lnTo>
                <a:lnTo>
                  <a:pt x="118656" y="146987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325459" y="2576575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用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户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47335" y="3460864"/>
            <a:ext cx="1965960" cy="0"/>
          </a:xfrm>
          <a:custGeom>
            <a:avLst/>
            <a:gdLst/>
            <a:ahLst/>
            <a:cxnLst/>
            <a:rect l="l" t="t" r="r" b="b"/>
            <a:pathLst>
              <a:path w="1965959" h="0">
                <a:moveTo>
                  <a:pt x="0" y="0"/>
                </a:moveTo>
                <a:lnTo>
                  <a:pt x="1965363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17427" y="2661310"/>
            <a:ext cx="119726" cy="237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41455" y="2308860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99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17427" y="2870860"/>
            <a:ext cx="119726" cy="237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41455" y="3095459"/>
            <a:ext cx="0" cy="360045"/>
          </a:xfrm>
          <a:custGeom>
            <a:avLst/>
            <a:gdLst/>
            <a:ahLst/>
            <a:cxnLst/>
            <a:rect l="l" t="t" r="r" b="b"/>
            <a:pathLst>
              <a:path w="0" h="360045">
                <a:moveTo>
                  <a:pt x="0" y="0"/>
                </a:moveTo>
                <a:lnTo>
                  <a:pt x="0" y="35999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82402" y="3460864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22386" y="2585110"/>
            <a:ext cx="119615" cy="2376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47335" y="2308860"/>
            <a:ext cx="0" cy="304165"/>
          </a:xfrm>
          <a:custGeom>
            <a:avLst/>
            <a:gdLst/>
            <a:ahLst/>
            <a:cxnLst/>
            <a:rect l="l" t="t" r="r" b="b"/>
            <a:pathLst>
              <a:path w="0" h="304164">
                <a:moveTo>
                  <a:pt x="0" y="0"/>
                </a:moveTo>
                <a:lnTo>
                  <a:pt x="0" y="30403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22386" y="2813710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4" h="238125">
                <a:moveTo>
                  <a:pt x="103257" y="237642"/>
                </a:moveTo>
                <a:lnTo>
                  <a:pt x="62681" y="224485"/>
                </a:lnTo>
                <a:lnTo>
                  <a:pt x="29800" y="198386"/>
                </a:lnTo>
                <a:lnTo>
                  <a:pt x="7868" y="162344"/>
                </a:lnTo>
                <a:lnTo>
                  <a:pt x="19" y="124993"/>
                </a:lnTo>
                <a:lnTo>
                  <a:pt x="0" y="115023"/>
                </a:lnTo>
                <a:lnTo>
                  <a:pt x="44" y="113220"/>
                </a:lnTo>
                <a:lnTo>
                  <a:pt x="9277" y="72885"/>
                </a:lnTo>
                <a:lnTo>
                  <a:pt x="30905" y="39090"/>
                </a:lnTo>
                <a:lnTo>
                  <a:pt x="62351" y="14401"/>
                </a:lnTo>
                <a:lnTo>
                  <a:pt x="101098" y="1358"/>
                </a:lnTo>
                <a:lnTo>
                  <a:pt x="118891" y="0"/>
                </a:lnTo>
                <a:lnTo>
                  <a:pt x="119615" y="28562"/>
                </a:lnTo>
                <a:lnTo>
                  <a:pt x="115689" y="28663"/>
                </a:lnTo>
                <a:lnTo>
                  <a:pt x="114929" y="28663"/>
                </a:lnTo>
                <a:lnTo>
                  <a:pt x="114217" y="28701"/>
                </a:lnTo>
                <a:lnTo>
                  <a:pt x="114429" y="28701"/>
                </a:lnTo>
                <a:lnTo>
                  <a:pt x="110595" y="28994"/>
                </a:lnTo>
                <a:lnTo>
                  <a:pt x="110318" y="28994"/>
                </a:lnTo>
                <a:lnTo>
                  <a:pt x="109595" y="29070"/>
                </a:lnTo>
                <a:lnTo>
                  <a:pt x="109723" y="29070"/>
                </a:lnTo>
                <a:lnTo>
                  <a:pt x="105954" y="29552"/>
                </a:lnTo>
                <a:lnTo>
                  <a:pt x="105772" y="29552"/>
                </a:lnTo>
                <a:lnTo>
                  <a:pt x="105061" y="29667"/>
                </a:lnTo>
                <a:lnTo>
                  <a:pt x="101442" y="30327"/>
                </a:lnTo>
                <a:lnTo>
                  <a:pt x="101289" y="30327"/>
                </a:lnTo>
                <a:lnTo>
                  <a:pt x="100590" y="30479"/>
                </a:lnTo>
                <a:lnTo>
                  <a:pt x="96974" y="31330"/>
                </a:lnTo>
                <a:lnTo>
                  <a:pt x="96209" y="31508"/>
                </a:lnTo>
                <a:lnTo>
                  <a:pt x="91916" y="32740"/>
                </a:lnTo>
                <a:lnTo>
                  <a:pt x="88425" y="33947"/>
                </a:lnTo>
                <a:lnTo>
                  <a:pt x="87712" y="34188"/>
                </a:lnTo>
                <a:lnTo>
                  <a:pt x="83598" y="35826"/>
                </a:lnTo>
                <a:lnTo>
                  <a:pt x="80262" y="37350"/>
                </a:lnTo>
                <a:lnTo>
                  <a:pt x="79584" y="37655"/>
                </a:lnTo>
                <a:lnTo>
                  <a:pt x="76330" y="39344"/>
                </a:lnTo>
                <a:lnTo>
                  <a:pt x="75686" y="39674"/>
                </a:lnTo>
                <a:lnTo>
                  <a:pt x="71888" y="41871"/>
                </a:lnTo>
                <a:lnTo>
                  <a:pt x="68813" y="43865"/>
                </a:lnTo>
                <a:lnTo>
                  <a:pt x="68218" y="44246"/>
                </a:lnTo>
                <a:lnTo>
                  <a:pt x="65263" y="46380"/>
                </a:lnTo>
                <a:lnTo>
                  <a:pt x="64675" y="46799"/>
                </a:lnTo>
                <a:lnTo>
                  <a:pt x="61246" y="49504"/>
                </a:lnTo>
                <a:lnTo>
                  <a:pt x="58486" y="51917"/>
                </a:lnTo>
                <a:lnTo>
                  <a:pt x="57956" y="52374"/>
                </a:lnTo>
                <a:lnTo>
                  <a:pt x="55325" y="54914"/>
                </a:lnTo>
                <a:lnTo>
                  <a:pt x="54819" y="55397"/>
                </a:lnTo>
                <a:lnTo>
                  <a:pt x="52307" y="58051"/>
                </a:lnTo>
                <a:lnTo>
                  <a:pt x="51822" y="58559"/>
                </a:lnTo>
                <a:lnTo>
                  <a:pt x="49438" y="61340"/>
                </a:lnTo>
                <a:lnTo>
                  <a:pt x="48977" y="61874"/>
                </a:lnTo>
                <a:lnTo>
                  <a:pt x="46285" y="65316"/>
                </a:lnTo>
                <a:lnTo>
                  <a:pt x="44178" y="68313"/>
                </a:lnTo>
                <a:lnTo>
                  <a:pt x="43770" y="68884"/>
                </a:lnTo>
                <a:lnTo>
                  <a:pt x="41803" y="71983"/>
                </a:lnTo>
                <a:lnTo>
                  <a:pt x="39599" y="75780"/>
                </a:lnTo>
                <a:lnTo>
                  <a:pt x="39249" y="76390"/>
                </a:lnTo>
                <a:lnTo>
                  <a:pt x="37581" y="79679"/>
                </a:lnTo>
                <a:lnTo>
                  <a:pt x="37255" y="80314"/>
                </a:lnTo>
                <a:lnTo>
                  <a:pt x="35756" y="83692"/>
                </a:lnTo>
                <a:lnTo>
                  <a:pt x="34112" y="87807"/>
                </a:lnTo>
                <a:lnTo>
                  <a:pt x="32670" y="92011"/>
                </a:lnTo>
                <a:lnTo>
                  <a:pt x="31430" y="96304"/>
                </a:lnTo>
                <a:lnTo>
                  <a:pt x="30406" y="100685"/>
                </a:lnTo>
                <a:lnTo>
                  <a:pt x="29585" y="105155"/>
                </a:lnTo>
                <a:lnTo>
                  <a:pt x="28991" y="109689"/>
                </a:lnTo>
                <a:lnTo>
                  <a:pt x="28607" y="114312"/>
                </a:lnTo>
                <a:lnTo>
                  <a:pt x="28467" y="119024"/>
                </a:lnTo>
                <a:lnTo>
                  <a:pt x="28556" y="123329"/>
                </a:lnTo>
                <a:lnTo>
                  <a:pt x="28853" y="127584"/>
                </a:lnTo>
                <a:lnTo>
                  <a:pt x="29318" y="131775"/>
                </a:lnTo>
                <a:lnTo>
                  <a:pt x="29986" y="135915"/>
                </a:lnTo>
                <a:lnTo>
                  <a:pt x="30833" y="139979"/>
                </a:lnTo>
                <a:lnTo>
                  <a:pt x="31861" y="143979"/>
                </a:lnTo>
                <a:lnTo>
                  <a:pt x="33054" y="147904"/>
                </a:lnTo>
                <a:lnTo>
                  <a:pt x="34424" y="151752"/>
                </a:lnTo>
                <a:lnTo>
                  <a:pt x="35960" y="155511"/>
                </a:lnTo>
                <a:lnTo>
                  <a:pt x="36201" y="156095"/>
                </a:lnTo>
                <a:lnTo>
                  <a:pt x="37662" y="159194"/>
                </a:lnTo>
                <a:lnTo>
                  <a:pt x="37928" y="159765"/>
                </a:lnTo>
                <a:lnTo>
                  <a:pt x="39523" y="162788"/>
                </a:lnTo>
                <a:lnTo>
                  <a:pt x="41530" y="166281"/>
                </a:lnTo>
                <a:lnTo>
                  <a:pt x="43683" y="169671"/>
                </a:lnTo>
                <a:lnTo>
                  <a:pt x="44024" y="170205"/>
                </a:lnTo>
                <a:lnTo>
                  <a:pt x="45991" y="172973"/>
                </a:lnTo>
                <a:lnTo>
                  <a:pt x="46349" y="173481"/>
                </a:lnTo>
                <a:lnTo>
                  <a:pt x="48430" y="176148"/>
                </a:lnTo>
                <a:lnTo>
                  <a:pt x="48812" y="176644"/>
                </a:lnTo>
                <a:lnTo>
                  <a:pt x="51018" y="179222"/>
                </a:lnTo>
                <a:lnTo>
                  <a:pt x="53735" y="182181"/>
                </a:lnTo>
                <a:lnTo>
                  <a:pt x="56569" y="185013"/>
                </a:lnTo>
                <a:lnTo>
                  <a:pt x="59528" y="187718"/>
                </a:lnTo>
                <a:lnTo>
                  <a:pt x="62480" y="190195"/>
                </a:lnTo>
                <a:lnTo>
                  <a:pt x="63074" y="190690"/>
                </a:lnTo>
                <a:lnTo>
                  <a:pt x="65801" y="192735"/>
                </a:lnTo>
                <a:lnTo>
                  <a:pt x="69093" y="195033"/>
                </a:lnTo>
                <a:lnTo>
                  <a:pt x="69590" y="195376"/>
                </a:lnTo>
                <a:lnTo>
                  <a:pt x="72481" y="197180"/>
                </a:lnTo>
                <a:lnTo>
                  <a:pt x="73006" y="197510"/>
                </a:lnTo>
                <a:lnTo>
                  <a:pt x="75988" y="199186"/>
                </a:lnTo>
                <a:lnTo>
                  <a:pt x="76524" y="199491"/>
                </a:lnTo>
                <a:lnTo>
                  <a:pt x="79582" y="201028"/>
                </a:lnTo>
                <a:lnTo>
                  <a:pt x="80131" y="201307"/>
                </a:lnTo>
                <a:lnTo>
                  <a:pt x="83272" y="202730"/>
                </a:lnTo>
                <a:lnTo>
                  <a:pt x="83826" y="202984"/>
                </a:lnTo>
                <a:lnTo>
                  <a:pt x="87039" y="204254"/>
                </a:lnTo>
                <a:lnTo>
                  <a:pt x="87611" y="204482"/>
                </a:lnTo>
                <a:lnTo>
                  <a:pt x="90890" y="205612"/>
                </a:lnTo>
                <a:lnTo>
                  <a:pt x="91472" y="205816"/>
                </a:lnTo>
                <a:lnTo>
                  <a:pt x="94807" y="206806"/>
                </a:lnTo>
                <a:lnTo>
                  <a:pt x="95396" y="206984"/>
                </a:lnTo>
                <a:lnTo>
                  <a:pt x="98805" y="207822"/>
                </a:lnTo>
                <a:lnTo>
                  <a:pt x="99409" y="207975"/>
                </a:lnTo>
                <a:lnTo>
                  <a:pt x="102866" y="208660"/>
                </a:lnTo>
                <a:lnTo>
                  <a:pt x="103486" y="208787"/>
                </a:lnTo>
                <a:lnTo>
                  <a:pt x="103650" y="208787"/>
                </a:lnTo>
                <a:lnTo>
                  <a:pt x="107626" y="209410"/>
                </a:lnTo>
                <a:lnTo>
                  <a:pt x="103257" y="237642"/>
                </a:lnTo>
                <a:close/>
              </a:path>
              <a:path w="120014" h="238125">
                <a:moveTo>
                  <a:pt x="114537" y="28693"/>
                </a:moveTo>
                <a:lnTo>
                  <a:pt x="114929" y="28663"/>
                </a:lnTo>
                <a:lnTo>
                  <a:pt x="115689" y="28663"/>
                </a:lnTo>
                <a:lnTo>
                  <a:pt x="114537" y="28693"/>
                </a:lnTo>
                <a:close/>
              </a:path>
              <a:path w="120014" h="238125">
                <a:moveTo>
                  <a:pt x="114429" y="28701"/>
                </a:moveTo>
                <a:lnTo>
                  <a:pt x="114217" y="28701"/>
                </a:lnTo>
                <a:lnTo>
                  <a:pt x="114537" y="28693"/>
                </a:lnTo>
                <a:close/>
              </a:path>
              <a:path w="120014" h="238125">
                <a:moveTo>
                  <a:pt x="109912" y="29046"/>
                </a:moveTo>
                <a:lnTo>
                  <a:pt x="110318" y="28994"/>
                </a:lnTo>
                <a:lnTo>
                  <a:pt x="110595" y="28994"/>
                </a:lnTo>
                <a:lnTo>
                  <a:pt x="109912" y="29046"/>
                </a:lnTo>
                <a:close/>
              </a:path>
              <a:path w="120014" h="238125">
                <a:moveTo>
                  <a:pt x="109723" y="29070"/>
                </a:moveTo>
                <a:lnTo>
                  <a:pt x="109595" y="29070"/>
                </a:lnTo>
                <a:lnTo>
                  <a:pt x="109912" y="29046"/>
                </a:lnTo>
                <a:lnTo>
                  <a:pt x="109723" y="29070"/>
                </a:lnTo>
                <a:close/>
              </a:path>
              <a:path w="120014" h="238125">
                <a:moveTo>
                  <a:pt x="105315" y="29634"/>
                </a:moveTo>
                <a:lnTo>
                  <a:pt x="105772" y="29552"/>
                </a:lnTo>
                <a:lnTo>
                  <a:pt x="105954" y="29552"/>
                </a:lnTo>
                <a:lnTo>
                  <a:pt x="105315" y="29634"/>
                </a:lnTo>
                <a:close/>
              </a:path>
              <a:path w="120014" h="238125">
                <a:moveTo>
                  <a:pt x="105133" y="29667"/>
                </a:moveTo>
                <a:lnTo>
                  <a:pt x="105315" y="29634"/>
                </a:lnTo>
                <a:lnTo>
                  <a:pt x="105133" y="29667"/>
                </a:lnTo>
                <a:close/>
              </a:path>
              <a:path w="120014" h="238125">
                <a:moveTo>
                  <a:pt x="100777" y="30446"/>
                </a:moveTo>
                <a:lnTo>
                  <a:pt x="101289" y="30327"/>
                </a:lnTo>
                <a:lnTo>
                  <a:pt x="101442" y="30327"/>
                </a:lnTo>
                <a:lnTo>
                  <a:pt x="100777" y="30446"/>
                </a:lnTo>
                <a:close/>
              </a:path>
              <a:path w="120014" h="238125">
                <a:moveTo>
                  <a:pt x="100633" y="30479"/>
                </a:moveTo>
                <a:lnTo>
                  <a:pt x="100777" y="30446"/>
                </a:lnTo>
                <a:lnTo>
                  <a:pt x="100633" y="30479"/>
                </a:lnTo>
                <a:close/>
              </a:path>
              <a:path w="120014" h="238125">
                <a:moveTo>
                  <a:pt x="96532" y="31433"/>
                </a:moveTo>
                <a:lnTo>
                  <a:pt x="96895" y="31330"/>
                </a:lnTo>
                <a:lnTo>
                  <a:pt x="96532" y="31433"/>
                </a:lnTo>
                <a:close/>
              </a:path>
              <a:path w="120014" h="238125">
                <a:moveTo>
                  <a:pt x="96267" y="31508"/>
                </a:moveTo>
                <a:lnTo>
                  <a:pt x="96532" y="31433"/>
                </a:lnTo>
                <a:lnTo>
                  <a:pt x="96267" y="31508"/>
                </a:lnTo>
                <a:close/>
              </a:path>
              <a:path w="120014" h="238125">
                <a:moveTo>
                  <a:pt x="92362" y="32614"/>
                </a:moveTo>
                <a:lnTo>
                  <a:pt x="92589" y="32537"/>
                </a:lnTo>
                <a:lnTo>
                  <a:pt x="92362" y="32614"/>
                </a:lnTo>
                <a:close/>
              </a:path>
              <a:path w="120014" h="238125">
                <a:moveTo>
                  <a:pt x="91989" y="32740"/>
                </a:moveTo>
                <a:lnTo>
                  <a:pt x="92362" y="32614"/>
                </a:lnTo>
                <a:lnTo>
                  <a:pt x="91989" y="32740"/>
                </a:lnTo>
                <a:close/>
              </a:path>
              <a:path w="120014" h="238125">
                <a:moveTo>
                  <a:pt x="88051" y="34073"/>
                </a:moveTo>
                <a:lnTo>
                  <a:pt x="88373" y="33947"/>
                </a:lnTo>
                <a:lnTo>
                  <a:pt x="88051" y="34073"/>
                </a:lnTo>
                <a:close/>
              </a:path>
              <a:path w="120014" h="238125">
                <a:moveTo>
                  <a:pt x="87760" y="34188"/>
                </a:moveTo>
                <a:lnTo>
                  <a:pt x="88051" y="34073"/>
                </a:lnTo>
                <a:lnTo>
                  <a:pt x="87760" y="34188"/>
                </a:lnTo>
                <a:close/>
              </a:path>
              <a:path w="120014" h="238125">
                <a:moveTo>
                  <a:pt x="84035" y="35654"/>
                </a:moveTo>
                <a:lnTo>
                  <a:pt x="84245" y="35559"/>
                </a:lnTo>
                <a:lnTo>
                  <a:pt x="84035" y="35654"/>
                </a:lnTo>
                <a:close/>
              </a:path>
              <a:path w="120014" h="238125">
                <a:moveTo>
                  <a:pt x="83652" y="35826"/>
                </a:moveTo>
                <a:lnTo>
                  <a:pt x="84035" y="35654"/>
                </a:lnTo>
                <a:lnTo>
                  <a:pt x="83652" y="35826"/>
                </a:lnTo>
                <a:close/>
              </a:path>
              <a:path w="120014" h="238125">
                <a:moveTo>
                  <a:pt x="79913" y="37507"/>
                </a:moveTo>
                <a:lnTo>
                  <a:pt x="80219" y="37350"/>
                </a:lnTo>
                <a:lnTo>
                  <a:pt x="79913" y="37507"/>
                </a:lnTo>
                <a:close/>
              </a:path>
              <a:path w="120014" h="238125">
                <a:moveTo>
                  <a:pt x="79625" y="37655"/>
                </a:moveTo>
                <a:lnTo>
                  <a:pt x="79913" y="37507"/>
                </a:lnTo>
                <a:lnTo>
                  <a:pt x="79625" y="37655"/>
                </a:lnTo>
                <a:close/>
              </a:path>
              <a:path w="120014" h="238125">
                <a:moveTo>
                  <a:pt x="76004" y="39511"/>
                </a:moveTo>
                <a:lnTo>
                  <a:pt x="76295" y="39344"/>
                </a:lnTo>
                <a:lnTo>
                  <a:pt x="76004" y="39511"/>
                </a:lnTo>
                <a:close/>
              </a:path>
              <a:path w="120014" h="238125">
                <a:moveTo>
                  <a:pt x="75719" y="39674"/>
                </a:moveTo>
                <a:lnTo>
                  <a:pt x="76004" y="39511"/>
                </a:lnTo>
                <a:lnTo>
                  <a:pt x="75719" y="39674"/>
                </a:lnTo>
                <a:close/>
              </a:path>
              <a:path w="120014" h="238125">
                <a:moveTo>
                  <a:pt x="72285" y="41644"/>
                </a:moveTo>
                <a:lnTo>
                  <a:pt x="72485" y="41516"/>
                </a:lnTo>
                <a:lnTo>
                  <a:pt x="72285" y="41644"/>
                </a:lnTo>
                <a:close/>
              </a:path>
              <a:path w="120014" h="238125">
                <a:moveTo>
                  <a:pt x="71929" y="41871"/>
                </a:moveTo>
                <a:lnTo>
                  <a:pt x="72285" y="41644"/>
                </a:lnTo>
                <a:lnTo>
                  <a:pt x="71929" y="41871"/>
                </a:lnTo>
                <a:close/>
              </a:path>
              <a:path w="120014" h="238125">
                <a:moveTo>
                  <a:pt x="68580" y="44015"/>
                </a:moveTo>
                <a:lnTo>
                  <a:pt x="68789" y="43865"/>
                </a:lnTo>
                <a:lnTo>
                  <a:pt x="68580" y="44015"/>
                </a:lnTo>
                <a:close/>
              </a:path>
              <a:path w="120014" h="238125">
                <a:moveTo>
                  <a:pt x="68255" y="44246"/>
                </a:moveTo>
                <a:lnTo>
                  <a:pt x="68580" y="44015"/>
                </a:lnTo>
                <a:lnTo>
                  <a:pt x="68255" y="44246"/>
                </a:lnTo>
                <a:close/>
              </a:path>
              <a:path w="120014" h="238125">
                <a:moveTo>
                  <a:pt x="64813" y="46700"/>
                </a:moveTo>
                <a:lnTo>
                  <a:pt x="65221" y="46380"/>
                </a:lnTo>
                <a:lnTo>
                  <a:pt x="64813" y="46700"/>
                </a:lnTo>
                <a:close/>
              </a:path>
              <a:path w="120014" h="238125">
                <a:moveTo>
                  <a:pt x="64688" y="46799"/>
                </a:moveTo>
                <a:close/>
              </a:path>
              <a:path w="120014" h="238125">
                <a:moveTo>
                  <a:pt x="61618" y="49212"/>
                </a:moveTo>
                <a:lnTo>
                  <a:pt x="61779" y="49072"/>
                </a:lnTo>
                <a:lnTo>
                  <a:pt x="61618" y="49212"/>
                </a:lnTo>
                <a:close/>
              </a:path>
              <a:path w="120014" h="238125">
                <a:moveTo>
                  <a:pt x="61279" y="49504"/>
                </a:moveTo>
                <a:lnTo>
                  <a:pt x="61618" y="49212"/>
                </a:lnTo>
                <a:lnTo>
                  <a:pt x="61279" y="49504"/>
                </a:lnTo>
                <a:close/>
              </a:path>
              <a:path w="120014" h="238125">
                <a:moveTo>
                  <a:pt x="58262" y="52110"/>
                </a:moveTo>
                <a:lnTo>
                  <a:pt x="58464" y="51917"/>
                </a:lnTo>
                <a:lnTo>
                  <a:pt x="58262" y="52110"/>
                </a:lnTo>
                <a:close/>
              </a:path>
              <a:path w="120014" h="238125">
                <a:moveTo>
                  <a:pt x="57986" y="52374"/>
                </a:moveTo>
                <a:lnTo>
                  <a:pt x="58262" y="52110"/>
                </a:lnTo>
                <a:lnTo>
                  <a:pt x="57986" y="52374"/>
                </a:lnTo>
                <a:close/>
              </a:path>
              <a:path w="120014" h="238125">
                <a:moveTo>
                  <a:pt x="55066" y="55161"/>
                </a:moveTo>
                <a:lnTo>
                  <a:pt x="55302" y="54914"/>
                </a:lnTo>
                <a:lnTo>
                  <a:pt x="55066" y="55161"/>
                </a:lnTo>
                <a:close/>
              </a:path>
              <a:path w="120014" h="238125">
                <a:moveTo>
                  <a:pt x="54841" y="55397"/>
                </a:moveTo>
                <a:lnTo>
                  <a:pt x="55066" y="55161"/>
                </a:lnTo>
                <a:lnTo>
                  <a:pt x="54841" y="55397"/>
                </a:lnTo>
                <a:close/>
              </a:path>
              <a:path w="120014" h="238125">
                <a:moveTo>
                  <a:pt x="52015" y="58357"/>
                </a:moveTo>
                <a:lnTo>
                  <a:pt x="52279" y="58051"/>
                </a:lnTo>
                <a:lnTo>
                  <a:pt x="52015" y="58357"/>
                </a:lnTo>
                <a:close/>
              </a:path>
              <a:path w="120014" h="238125">
                <a:moveTo>
                  <a:pt x="51841" y="58559"/>
                </a:moveTo>
                <a:lnTo>
                  <a:pt x="52015" y="58357"/>
                </a:lnTo>
                <a:lnTo>
                  <a:pt x="51841" y="58559"/>
                </a:lnTo>
                <a:close/>
              </a:path>
              <a:path w="120014" h="238125">
                <a:moveTo>
                  <a:pt x="49117" y="61712"/>
                </a:moveTo>
                <a:lnTo>
                  <a:pt x="49409" y="61340"/>
                </a:lnTo>
                <a:lnTo>
                  <a:pt x="49117" y="61712"/>
                </a:lnTo>
                <a:close/>
              </a:path>
              <a:path w="120014" h="238125">
                <a:moveTo>
                  <a:pt x="48990" y="61874"/>
                </a:moveTo>
                <a:lnTo>
                  <a:pt x="49117" y="61712"/>
                </a:lnTo>
                <a:lnTo>
                  <a:pt x="48990" y="61874"/>
                </a:lnTo>
                <a:close/>
              </a:path>
              <a:path w="120014" h="238125">
                <a:moveTo>
                  <a:pt x="46605" y="64908"/>
                </a:moveTo>
                <a:lnTo>
                  <a:pt x="46704" y="64769"/>
                </a:lnTo>
                <a:lnTo>
                  <a:pt x="46605" y="64908"/>
                </a:lnTo>
                <a:close/>
              </a:path>
              <a:path w="120014" h="238125">
                <a:moveTo>
                  <a:pt x="46315" y="65316"/>
                </a:moveTo>
                <a:lnTo>
                  <a:pt x="46605" y="64908"/>
                </a:lnTo>
                <a:lnTo>
                  <a:pt x="46315" y="65316"/>
                </a:lnTo>
                <a:close/>
              </a:path>
              <a:path w="120014" h="238125">
                <a:moveTo>
                  <a:pt x="43920" y="68675"/>
                </a:moveTo>
                <a:lnTo>
                  <a:pt x="44151" y="68313"/>
                </a:lnTo>
                <a:lnTo>
                  <a:pt x="43920" y="68675"/>
                </a:lnTo>
                <a:close/>
              </a:path>
              <a:path w="120014" h="238125">
                <a:moveTo>
                  <a:pt x="43786" y="68884"/>
                </a:moveTo>
                <a:lnTo>
                  <a:pt x="43920" y="68675"/>
                </a:lnTo>
                <a:lnTo>
                  <a:pt x="43786" y="68884"/>
                </a:lnTo>
                <a:close/>
              </a:path>
              <a:path w="120014" h="238125">
                <a:moveTo>
                  <a:pt x="41549" y="72380"/>
                </a:moveTo>
                <a:lnTo>
                  <a:pt x="41777" y="71983"/>
                </a:lnTo>
                <a:lnTo>
                  <a:pt x="41549" y="72380"/>
                </a:lnTo>
                <a:close/>
              </a:path>
              <a:path w="120014" h="238125">
                <a:moveTo>
                  <a:pt x="41434" y="72580"/>
                </a:moveTo>
                <a:lnTo>
                  <a:pt x="41549" y="72380"/>
                </a:lnTo>
                <a:lnTo>
                  <a:pt x="41434" y="72580"/>
                </a:lnTo>
                <a:close/>
              </a:path>
              <a:path w="120014" h="238125">
                <a:moveTo>
                  <a:pt x="39416" y="76099"/>
                </a:moveTo>
                <a:lnTo>
                  <a:pt x="39579" y="75780"/>
                </a:lnTo>
                <a:lnTo>
                  <a:pt x="39416" y="76099"/>
                </a:lnTo>
                <a:close/>
              </a:path>
              <a:path w="120014" h="238125">
                <a:moveTo>
                  <a:pt x="39267" y="76390"/>
                </a:moveTo>
                <a:lnTo>
                  <a:pt x="39416" y="76099"/>
                </a:lnTo>
                <a:lnTo>
                  <a:pt x="39267" y="76390"/>
                </a:lnTo>
                <a:close/>
              </a:path>
              <a:path w="120014" h="238125">
                <a:moveTo>
                  <a:pt x="37412" y="80008"/>
                </a:moveTo>
                <a:lnTo>
                  <a:pt x="37560" y="79679"/>
                </a:lnTo>
                <a:lnTo>
                  <a:pt x="37412" y="80008"/>
                </a:lnTo>
                <a:close/>
              </a:path>
              <a:path w="120014" h="238125">
                <a:moveTo>
                  <a:pt x="37275" y="80314"/>
                </a:moveTo>
                <a:lnTo>
                  <a:pt x="37412" y="80008"/>
                </a:lnTo>
                <a:lnTo>
                  <a:pt x="37275" y="80314"/>
                </a:lnTo>
                <a:close/>
              </a:path>
              <a:path w="120014" h="238125">
                <a:moveTo>
                  <a:pt x="35559" y="84130"/>
                </a:moveTo>
                <a:lnTo>
                  <a:pt x="35731" y="83692"/>
                </a:lnTo>
                <a:lnTo>
                  <a:pt x="35559" y="84130"/>
                </a:lnTo>
                <a:close/>
              </a:path>
              <a:path w="120014" h="238125">
                <a:moveTo>
                  <a:pt x="35476" y="84340"/>
                </a:moveTo>
                <a:lnTo>
                  <a:pt x="35559" y="84130"/>
                </a:lnTo>
                <a:lnTo>
                  <a:pt x="35476" y="84340"/>
                </a:lnTo>
                <a:close/>
              </a:path>
              <a:path w="120014" h="238125">
                <a:moveTo>
                  <a:pt x="33978" y="88146"/>
                </a:moveTo>
                <a:lnTo>
                  <a:pt x="34093" y="87807"/>
                </a:lnTo>
                <a:lnTo>
                  <a:pt x="33978" y="88146"/>
                </a:lnTo>
                <a:close/>
              </a:path>
              <a:path w="120014" h="238125">
                <a:moveTo>
                  <a:pt x="33870" y="88468"/>
                </a:moveTo>
                <a:lnTo>
                  <a:pt x="33978" y="88146"/>
                </a:lnTo>
                <a:lnTo>
                  <a:pt x="33870" y="88468"/>
                </a:lnTo>
                <a:close/>
              </a:path>
              <a:path w="120014" h="238125">
                <a:moveTo>
                  <a:pt x="32519" y="92457"/>
                </a:moveTo>
                <a:lnTo>
                  <a:pt x="32645" y="92011"/>
                </a:lnTo>
                <a:lnTo>
                  <a:pt x="32519" y="92457"/>
                </a:lnTo>
                <a:close/>
              </a:path>
              <a:path w="120014" h="238125">
                <a:moveTo>
                  <a:pt x="32455" y="92684"/>
                </a:moveTo>
                <a:lnTo>
                  <a:pt x="32519" y="92457"/>
                </a:lnTo>
                <a:lnTo>
                  <a:pt x="32455" y="92684"/>
                </a:lnTo>
                <a:close/>
              </a:path>
              <a:path w="120014" h="238125">
                <a:moveTo>
                  <a:pt x="31342" y="96612"/>
                </a:moveTo>
                <a:lnTo>
                  <a:pt x="31413" y="96304"/>
                </a:lnTo>
                <a:lnTo>
                  <a:pt x="31342" y="96612"/>
                </a:lnTo>
                <a:close/>
              </a:path>
              <a:path w="120014" h="238125">
                <a:moveTo>
                  <a:pt x="31256" y="96989"/>
                </a:moveTo>
                <a:lnTo>
                  <a:pt x="31342" y="96612"/>
                </a:lnTo>
                <a:lnTo>
                  <a:pt x="31256" y="96989"/>
                </a:lnTo>
                <a:close/>
              </a:path>
              <a:path w="120014" h="238125">
                <a:moveTo>
                  <a:pt x="30311" y="101095"/>
                </a:moveTo>
                <a:lnTo>
                  <a:pt x="30385" y="100685"/>
                </a:lnTo>
                <a:lnTo>
                  <a:pt x="30311" y="101095"/>
                </a:lnTo>
                <a:close/>
              </a:path>
              <a:path w="120014" h="238125">
                <a:moveTo>
                  <a:pt x="30260" y="101384"/>
                </a:moveTo>
                <a:lnTo>
                  <a:pt x="30311" y="101095"/>
                </a:lnTo>
                <a:lnTo>
                  <a:pt x="30260" y="101384"/>
                </a:lnTo>
                <a:close/>
              </a:path>
              <a:path w="120014" h="238125">
                <a:moveTo>
                  <a:pt x="29539" y="105410"/>
                </a:moveTo>
                <a:lnTo>
                  <a:pt x="29572" y="105155"/>
                </a:lnTo>
                <a:lnTo>
                  <a:pt x="29539" y="105410"/>
                </a:lnTo>
                <a:close/>
              </a:path>
              <a:path w="120014" h="238125">
                <a:moveTo>
                  <a:pt x="29481" y="105867"/>
                </a:moveTo>
                <a:lnTo>
                  <a:pt x="29539" y="105410"/>
                </a:lnTo>
                <a:lnTo>
                  <a:pt x="29481" y="105867"/>
                </a:lnTo>
                <a:close/>
              </a:path>
              <a:path w="120014" h="238125">
                <a:moveTo>
                  <a:pt x="28951" y="110007"/>
                </a:moveTo>
                <a:lnTo>
                  <a:pt x="28975" y="109689"/>
                </a:lnTo>
                <a:lnTo>
                  <a:pt x="28951" y="110007"/>
                </a:lnTo>
                <a:close/>
              </a:path>
              <a:path w="120014" h="238125">
                <a:moveTo>
                  <a:pt x="28920" y="110413"/>
                </a:moveTo>
                <a:lnTo>
                  <a:pt x="28951" y="110007"/>
                </a:lnTo>
                <a:lnTo>
                  <a:pt x="28920" y="110413"/>
                </a:lnTo>
                <a:close/>
              </a:path>
              <a:path w="120014" h="238125">
                <a:moveTo>
                  <a:pt x="28598" y="114632"/>
                </a:moveTo>
                <a:lnTo>
                  <a:pt x="28607" y="114312"/>
                </a:lnTo>
                <a:lnTo>
                  <a:pt x="28598" y="114632"/>
                </a:lnTo>
                <a:close/>
              </a:path>
              <a:path w="120014" h="238125">
                <a:moveTo>
                  <a:pt x="28588" y="115023"/>
                </a:moveTo>
                <a:lnTo>
                  <a:pt x="28598" y="114632"/>
                </a:lnTo>
                <a:lnTo>
                  <a:pt x="28588" y="115023"/>
                </a:lnTo>
                <a:close/>
              </a:path>
              <a:path w="120014" h="238125">
                <a:moveTo>
                  <a:pt x="28475" y="119387"/>
                </a:moveTo>
                <a:lnTo>
                  <a:pt x="28467" y="119024"/>
                </a:lnTo>
                <a:lnTo>
                  <a:pt x="28475" y="119387"/>
                </a:lnTo>
                <a:close/>
              </a:path>
              <a:path w="120014" h="238125">
                <a:moveTo>
                  <a:pt x="28483" y="119710"/>
                </a:moveTo>
                <a:lnTo>
                  <a:pt x="28475" y="119387"/>
                </a:lnTo>
                <a:lnTo>
                  <a:pt x="28483" y="119710"/>
                </a:lnTo>
                <a:close/>
              </a:path>
              <a:path w="120014" h="238125">
                <a:moveTo>
                  <a:pt x="28602" y="123990"/>
                </a:moveTo>
                <a:lnTo>
                  <a:pt x="28571" y="123547"/>
                </a:lnTo>
                <a:lnTo>
                  <a:pt x="28602" y="123990"/>
                </a:lnTo>
                <a:close/>
              </a:path>
              <a:path w="120014" h="238125">
                <a:moveTo>
                  <a:pt x="28879" y="127967"/>
                </a:moveTo>
                <a:lnTo>
                  <a:pt x="28835" y="127584"/>
                </a:lnTo>
                <a:lnTo>
                  <a:pt x="28879" y="127967"/>
                </a:lnTo>
                <a:close/>
              </a:path>
              <a:path w="120014" h="238125">
                <a:moveTo>
                  <a:pt x="29414" y="132435"/>
                </a:moveTo>
                <a:lnTo>
                  <a:pt x="29348" y="132035"/>
                </a:lnTo>
                <a:lnTo>
                  <a:pt x="29414" y="132435"/>
                </a:lnTo>
                <a:close/>
              </a:path>
              <a:path w="120014" h="238125">
                <a:moveTo>
                  <a:pt x="30055" y="136332"/>
                </a:moveTo>
                <a:lnTo>
                  <a:pt x="29966" y="135915"/>
                </a:lnTo>
                <a:lnTo>
                  <a:pt x="30055" y="136332"/>
                </a:lnTo>
                <a:close/>
              </a:path>
              <a:path w="120014" h="238125">
                <a:moveTo>
                  <a:pt x="30909" y="140333"/>
                </a:moveTo>
                <a:lnTo>
                  <a:pt x="30816" y="139979"/>
                </a:lnTo>
                <a:lnTo>
                  <a:pt x="30909" y="140333"/>
                </a:lnTo>
                <a:close/>
              </a:path>
              <a:path w="120014" h="238125">
                <a:moveTo>
                  <a:pt x="30982" y="140614"/>
                </a:moveTo>
                <a:lnTo>
                  <a:pt x="30909" y="140333"/>
                </a:lnTo>
                <a:lnTo>
                  <a:pt x="30982" y="140614"/>
                </a:lnTo>
                <a:close/>
              </a:path>
              <a:path w="120014" h="238125">
                <a:moveTo>
                  <a:pt x="31946" y="144306"/>
                </a:moveTo>
                <a:lnTo>
                  <a:pt x="31845" y="143979"/>
                </a:lnTo>
                <a:lnTo>
                  <a:pt x="31946" y="144306"/>
                </a:lnTo>
                <a:close/>
              </a:path>
              <a:path w="120014" h="238125">
                <a:moveTo>
                  <a:pt x="32037" y="144602"/>
                </a:moveTo>
                <a:lnTo>
                  <a:pt x="31946" y="144306"/>
                </a:lnTo>
                <a:lnTo>
                  <a:pt x="32037" y="144602"/>
                </a:lnTo>
                <a:close/>
              </a:path>
              <a:path w="120014" h="238125">
                <a:moveTo>
                  <a:pt x="33146" y="148200"/>
                </a:moveTo>
                <a:lnTo>
                  <a:pt x="33039" y="147904"/>
                </a:lnTo>
                <a:lnTo>
                  <a:pt x="33146" y="148200"/>
                </a:lnTo>
                <a:close/>
              </a:path>
              <a:path w="120014" h="238125">
                <a:moveTo>
                  <a:pt x="33258" y="148513"/>
                </a:moveTo>
                <a:lnTo>
                  <a:pt x="33146" y="148200"/>
                </a:lnTo>
                <a:lnTo>
                  <a:pt x="33258" y="148513"/>
                </a:lnTo>
                <a:close/>
              </a:path>
              <a:path w="120014" h="238125">
                <a:moveTo>
                  <a:pt x="34657" y="152349"/>
                </a:moveTo>
                <a:lnTo>
                  <a:pt x="34519" y="152014"/>
                </a:lnTo>
                <a:lnTo>
                  <a:pt x="34657" y="152349"/>
                </a:lnTo>
                <a:close/>
              </a:path>
              <a:path w="120014" h="238125">
                <a:moveTo>
                  <a:pt x="36219" y="156095"/>
                </a:moveTo>
                <a:lnTo>
                  <a:pt x="36062" y="155757"/>
                </a:lnTo>
                <a:lnTo>
                  <a:pt x="36219" y="156095"/>
                </a:lnTo>
                <a:close/>
              </a:path>
              <a:path w="120014" h="238125">
                <a:moveTo>
                  <a:pt x="37947" y="159765"/>
                </a:moveTo>
                <a:lnTo>
                  <a:pt x="37773" y="159432"/>
                </a:lnTo>
                <a:lnTo>
                  <a:pt x="37947" y="159765"/>
                </a:lnTo>
                <a:close/>
              </a:path>
              <a:path w="120014" h="238125">
                <a:moveTo>
                  <a:pt x="39700" y="163128"/>
                </a:moveTo>
                <a:lnTo>
                  <a:pt x="39503" y="162788"/>
                </a:lnTo>
                <a:lnTo>
                  <a:pt x="39700" y="163128"/>
                </a:lnTo>
                <a:close/>
              </a:path>
              <a:path w="120014" h="238125">
                <a:moveTo>
                  <a:pt x="41729" y="166622"/>
                </a:moveTo>
                <a:lnTo>
                  <a:pt x="41510" y="166281"/>
                </a:lnTo>
                <a:lnTo>
                  <a:pt x="41729" y="166622"/>
                </a:lnTo>
                <a:close/>
              </a:path>
              <a:path w="120014" h="238125">
                <a:moveTo>
                  <a:pt x="44044" y="170205"/>
                </a:moveTo>
                <a:lnTo>
                  <a:pt x="43824" y="169892"/>
                </a:lnTo>
                <a:lnTo>
                  <a:pt x="44044" y="170205"/>
                </a:lnTo>
                <a:close/>
              </a:path>
              <a:path w="120014" h="238125">
                <a:moveTo>
                  <a:pt x="46372" y="173481"/>
                </a:moveTo>
                <a:lnTo>
                  <a:pt x="46105" y="173135"/>
                </a:lnTo>
                <a:lnTo>
                  <a:pt x="46372" y="173481"/>
                </a:lnTo>
                <a:close/>
              </a:path>
              <a:path w="120014" h="238125">
                <a:moveTo>
                  <a:pt x="48838" y="176644"/>
                </a:moveTo>
                <a:lnTo>
                  <a:pt x="48550" y="176304"/>
                </a:lnTo>
                <a:lnTo>
                  <a:pt x="48838" y="176644"/>
                </a:lnTo>
                <a:close/>
              </a:path>
              <a:path w="120014" h="238125">
                <a:moveTo>
                  <a:pt x="51248" y="179494"/>
                </a:moveTo>
                <a:lnTo>
                  <a:pt x="50997" y="179222"/>
                </a:lnTo>
                <a:lnTo>
                  <a:pt x="51248" y="179494"/>
                </a:lnTo>
                <a:close/>
              </a:path>
              <a:path w="120014" h="238125">
                <a:moveTo>
                  <a:pt x="53965" y="182429"/>
                </a:moveTo>
                <a:lnTo>
                  <a:pt x="53715" y="182181"/>
                </a:lnTo>
                <a:lnTo>
                  <a:pt x="53965" y="182429"/>
                </a:lnTo>
                <a:close/>
              </a:path>
              <a:path w="120014" h="238125">
                <a:moveTo>
                  <a:pt x="56804" y="185247"/>
                </a:moveTo>
                <a:lnTo>
                  <a:pt x="56547" y="185013"/>
                </a:lnTo>
                <a:lnTo>
                  <a:pt x="56804" y="185247"/>
                </a:lnTo>
                <a:close/>
              </a:path>
              <a:path w="120014" h="238125">
                <a:moveTo>
                  <a:pt x="59774" y="187941"/>
                </a:moveTo>
                <a:lnTo>
                  <a:pt x="59506" y="187718"/>
                </a:lnTo>
                <a:lnTo>
                  <a:pt x="59774" y="187941"/>
                </a:lnTo>
                <a:close/>
              </a:path>
              <a:path w="120014" h="238125">
                <a:moveTo>
                  <a:pt x="62826" y="190483"/>
                </a:moveTo>
                <a:lnTo>
                  <a:pt x="62579" y="190296"/>
                </a:lnTo>
                <a:lnTo>
                  <a:pt x="62826" y="190483"/>
                </a:lnTo>
                <a:close/>
              </a:path>
              <a:path w="120014" h="238125">
                <a:moveTo>
                  <a:pt x="63099" y="190690"/>
                </a:moveTo>
                <a:lnTo>
                  <a:pt x="62826" y="190483"/>
                </a:lnTo>
                <a:lnTo>
                  <a:pt x="63099" y="190690"/>
                </a:lnTo>
                <a:close/>
              </a:path>
              <a:path w="120014" h="238125">
                <a:moveTo>
                  <a:pt x="66159" y="193005"/>
                </a:moveTo>
                <a:lnTo>
                  <a:pt x="65767" y="192735"/>
                </a:lnTo>
                <a:lnTo>
                  <a:pt x="66159" y="193005"/>
                </a:lnTo>
                <a:close/>
              </a:path>
              <a:path w="120014" h="238125">
                <a:moveTo>
                  <a:pt x="69342" y="195205"/>
                </a:moveTo>
                <a:lnTo>
                  <a:pt x="69069" y="195033"/>
                </a:lnTo>
                <a:lnTo>
                  <a:pt x="69342" y="195205"/>
                </a:lnTo>
                <a:close/>
              </a:path>
              <a:path w="120014" h="238125">
                <a:moveTo>
                  <a:pt x="69614" y="195376"/>
                </a:moveTo>
                <a:lnTo>
                  <a:pt x="69342" y="195205"/>
                </a:lnTo>
                <a:lnTo>
                  <a:pt x="69614" y="195376"/>
                </a:lnTo>
                <a:close/>
              </a:path>
              <a:path w="120014" h="238125">
                <a:moveTo>
                  <a:pt x="73040" y="197510"/>
                </a:moveTo>
                <a:lnTo>
                  <a:pt x="72681" y="197305"/>
                </a:lnTo>
                <a:lnTo>
                  <a:pt x="73040" y="197510"/>
                </a:lnTo>
                <a:close/>
              </a:path>
              <a:path w="120014" h="238125">
                <a:moveTo>
                  <a:pt x="76564" y="199491"/>
                </a:moveTo>
                <a:lnTo>
                  <a:pt x="76183" y="199297"/>
                </a:lnTo>
                <a:lnTo>
                  <a:pt x="76564" y="199491"/>
                </a:lnTo>
                <a:close/>
              </a:path>
              <a:path w="120014" h="238125">
                <a:moveTo>
                  <a:pt x="80169" y="201307"/>
                </a:moveTo>
                <a:lnTo>
                  <a:pt x="79787" y="201132"/>
                </a:lnTo>
                <a:lnTo>
                  <a:pt x="80169" y="201307"/>
                </a:lnTo>
                <a:close/>
              </a:path>
              <a:path w="120014" h="238125">
                <a:moveTo>
                  <a:pt x="83565" y="202864"/>
                </a:moveTo>
                <a:lnTo>
                  <a:pt x="83229" y="202730"/>
                </a:lnTo>
                <a:lnTo>
                  <a:pt x="83565" y="202864"/>
                </a:lnTo>
                <a:close/>
              </a:path>
              <a:path w="120014" h="238125">
                <a:moveTo>
                  <a:pt x="83864" y="202984"/>
                </a:moveTo>
                <a:lnTo>
                  <a:pt x="83565" y="202864"/>
                </a:lnTo>
                <a:lnTo>
                  <a:pt x="83864" y="202984"/>
                </a:lnTo>
                <a:close/>
              </a:path>
              <a:path w="120014" h="238125">
                <a:moveTo>
                  <a:pt x="87656" y="204482"/>
                </a:moveTo>
                <a:lnTo>
                  <a:pt x="87303" y="204359"/>
                </a:lnTo>
                <a:lnTo>
                  <a:pt x="87656" y="204482"/>
                </a:lnTo>
                <a:close/>
              </a:path>
              <a:path w="120014" h="238125">
                <a:moveTo>
                  <a:pt x="91523" y="205816"/>
                </a:moveTo>
                <a:lnTo>
                  <a:pt x="91148" y="205703"/>
                </a:lnTo>
                <a:lnTo>
                  <a:pt x="91523" y="205816"/>
                </a:lnTo>
                <a:close/>
              </a:path>
              <a:path w="120014" h="238125">
                <a:moveTo>
                  <a:pt x="95479" y="206984"/>
                </a:moveTo>
                <a:lnTo>
                  <a:pt x="94974" y="206857"/>
                </a:lnTo>
                <a:lnTo>
                  <a:pt x="95479" y="206984"/>
                </a:lnTo>
                <a:close/>
              </a:path>
              <a:path w="120014" h="238125">
                <a:moveTo>
                  <a:pt x="99518" y="207975"/>
                </a:moveTo>
                <a:lnTo>
                  <a:pt x="98936" y="207856"/>
                </a:lnTo>
                <a:lnTo>
                  <a:pt x="99518" y="207975"/>
                </a:lnTo>
                <a:close/>
              </a:path>
              <a:path w="120014" h="238125">
                <a:moveTo>
                  <a:pt x="103650" y="208787"/>
                </a:moveTo>
                <a:lnTo>
                  <a:pt x="103486" y="208787"/>
                </a:lnTo>
                <a:lnTo>
                  <a:pt x="102956" y="208679"/>
                </a:lnTo>
                <a:lnTo>
                  <a:pt x="103650" y="2087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47335" y="3267341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97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34984" y="3042907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4" h="238125">
                <a:moveTo>
                  <a:pt x="103270" y="237655"/>
                </a:moveTo>
                <a:lnTo>
                  <a:pt x="62694" y="224497"/>
                </a:lnTo>
                <a:lnTo>
                  <a:pt x="29801" y="198386"/>
                </a:lnTo>
                <a:lnTo>
                  <a:pt x="7868" y="162344"/>
                </a:lnTo>
                <a:lnTo>
                  <a:pt x="32" y="124993"/>
                </a:lnTo>
                <a:lnTo>
                  <a:pt x="0" y="115036"/>
                </a:lnTo>
                <a:lnTo>
                  <a:pt x="45" y="113220"/>
                </a:lnTo>
                <a:lnTo>
                  <a:pt x="9278" y="72885"/>
                </a:lnTo>
                <a:lnTo>
                  <a:pt x="30906" y="39090"/>
                </a:lnTo>
                <a:lnTo>
                  <a:pt x="62351" y="14401"/>
                </a:lnTo>
                <a:lnTo>
                  <a:pt x="101099" y="1358"/>
                </a:lnTo>
                <a:lnTo>
                  <a:pt x="118904" y="0"/>
                </a:lnTo>
                <a:lnTo>
                  <a:pt x="119628" y="28562"/>
                </a:lnTo>
                <a:lnTo>
                  <a:pt x="115693" y="28663"/>
                </a:lnTo>
                <a:lnTo>
                  <a:pt x="114942" y="28663"/>
                </a:lnTo>
                <a:lnTo>
                  <a:pt x="114218" y="28702"/>
                </a:lnTo>
                <a:lnTo>
                  <a:pt x="114442" y="28702"/>
                </a:lnTo>
                <a:lnTo>
                  <a:pt x="110608" y="28994"/>
                </a:lnTo>
                <a:lnTo>
                  <a:pt x="110319" y="28994"/>
                </a:lnTo>
                <a:lnTo>
                  <a:pt x="109608" y="29070"/>
                </a:lnTo>
                <a:lnTo>
                  <a:pt x="105954" y="29552"/>
                </a:lnTo>
                <a:lnTo>
                  <a:pt x="105772" y="29552"/>
                </a:lnTo>
                <a:lnTo>
                  <a:pt x="105061" y="29667"/>
                </a:lnTo>
                <a:lnTo>
                  <a:pt x="101382" y="30340"/>
                </a:lnTo>
                <a:lnTo>
                  <a:pt x="100603" y="30480"/>
                </a:lnTo>
                <a:lnTo>
                  <a:pt x="96984" y="31330"/>
                </a:lnTo>
                <a:lnTo>
                  <a:pt x="96209" y="31508"/>
                </a:lnTo>
                <a:lnTo>
                  <a:pt x="92674" y="32537"/>
                </a:lnTo>
                <a:lnTo>
                  <a:pt x="91917" y="32753"/>
                </a:lnTo>
                <a:lnTo>
                  <a:pt x="88426" y="33947"/>
                </a:lnTo>
                <a:lnTo>
                  <a:pt x="87713" y="34188"/>
                </a:lnTo>
                <a:lnTo>
                  <a:pt x="83598" y="35826"/>
                </a:lnTo>
                <a:lnTo>
                  <a:pt x="79598" y="37655"/>
                </a:lnTo>
                <a:lnTo>
                  <a:pt x="76334" y="39344"/>
                </a:lnTo>
                <a:lnTo>
                  <a:pt x="75686" y="39674"/>
                </a:lnTo>
                <a:lnTo>
                  <a:pt x="72538" y="41516"/>
                </a:lnTo>
                <a:lnTo>
                  <a:pt x="68831" y="43865"/>
                </a:lnTo>
                <a:lnTo>
                  <a:pt x="68218" y="44259"/>
                </a:lnTo>
                <a:lnTo>
                  <a:pt x="65245" y="46393"/>
                </a:lnTo>
                <a:lnTo>
                  <a:pt x="64675" y="46799"/>
                </a:lnTo>
                <a:lnTo>
                  <a:pt x="61246" y="49504"/>
                </a:lnTo>
                <a:lnTo>
                  <a:pt x="58497" y="51917"/>
                </a:lnTo>
                <a:lnTo>
                  <a:pt x="57969" y="52374"/>
                </a:lnTo>
                <a:lnTo>
                  <a:pt x="55325" y="54914"/>
                </a:lnTo>
                <a:lnTo>
                  <a:pt x="54820" y="55397"/>
                </a:lnTo>
                <a:lnTo>
                  <a:pt x="51823" y="58559"/>
                </a:lnTo>
                <a:lnTo>
                  <a:pt x="49440" y="61341"/>
                </a:lnTo>
                <a:lnTo>
                  <a:pt x="48978" y="61874"/>
                </a:lnTo>
                <a:lnTo>
                  <a:pt x="46726" y="64770"/>
                </a:lnTo>
                <a:lnTo>
                  <a:pt x="46298" y="65316"/>
                </a:lnTo>
                <a:lnTo>
                  <a:pt x="43771" y="68884"/>
                </a:lnTo>
                <a:lnTo>
                  <a:pt x="41421" y="72580"/>
                </a:lnTo>
                <a:lnTo>
                  <a:pt x="39602" y="75780"/>
                </a:lnTo>
                <a:lnTo>
                  <a:pt x="39250" y="76390"/>
                </a:lnTo>
                <a:lnTo>
                  <a:pt x="37586" y="79692"/>
                </a:lnTo>
                <a:lnTo>
                  <a:pt x="35757" y="83693"/>
                </a:lnTo>
                <a:lnTo>
                  <a:pt x="34112" y="87807"/>
                </a:lnTo>
                <a:lnTo>
                  <a:pt x="32587" y="92235"/>
                </a:lnTo>
                <a:lnTo>
                  <a:pt x="31435" y="96304"/>
                </a:lnTo>
                <a:lnTo>
                  <a:pt x="30408" y="100685"/>
                </a:lnTo>
                <a:lnTo>
                  <a:pt x="29585" y="105156"/>
                </a:lnTo>
                <a:lnTo>
                  <a:pt x="28992" y="109689"/>
                </a:lnTo>
                <a:lnTo>
                  <a:pt x="28707" y="113220"/>
                </a:lnTo>
                <a:lnTo>
                  <a:pt x="28607" y="114312"/>
                </a:lnTo>
                <a:lnTo>
                  <a:pt x="28467" y="119024"/>
                </a:lnTo>
                <a:lnTo>
                  <a:pt x="28556" y="123329"/>
                </a:lnTo>
                <a:lnTo>
                  <a:pt x="28853" y="127584"/>
                </a:lnTo>
                <a:lnTo>
                  <a:pt x="29331" y="131787"/>
                </a:lnTo>
                <a:lnTo>
                  <a:pt x="29986" y="135915"/>
                </a:lnTo>
                <a:lnTo>
                  <a:pt x="30093" y="136563"/>
                </a:lnTo>
                <a:lnTo>
                  <a:pt x="30833" y="139979"/>
                </a:lnTo>
                <a:lnTo>
                  <a:pt x="31861" y="143979"/>
                </a:lnTo>
                <a:lnTo>
                  <a:pt x="33066" y="147904"/>
                </a:lnTo>
                <a:lnTo>
                  <a:pt x="34436" y="151752"/>
                </a:lnTo>
                <a:lnTo>
                  <a:pt x="35967" y="155511"/>
                </a:lnTo>
                <a:lnTo>
                  <a:pt x="37663" y="159194"/>
                </a:lnTo>
                <a:lnTo>
                  <a:pt x="37929" y="159766"/>
                </a:lnTo>
                <a:lnTo>
                  <a:pt x="39518" y="162788"/>
                </a:lnTo>
                <a:lnTo>
                  <a:pt x="39808" y="163347"/>
                </a:lnTo>
                <a:lnTo>
                  <a:pt x="41535" y="166281"/>
                </a:lnTo>
                <a:lnTo>
                  <a:pt x="41853" y="166827"/>
                </a:lnTo>
                <a:lnTo>
                  <a:pt x="43693" y="169684"/>
                </a:lnTo>
                <a:lnTo>
                  <a:pt x="44025" y="170205"/>
                </a:lnTo>
                <a:lnTo>
                  <a:pt x="45992" y="172974"/>
                </a:lnTo>
                <a:lnTo>
                  <a:pt x="46349" y="173481"/>
                </a:lnTo>
                <a:lnTo>
                  <a:pt x="48451" y="176161"/>
                </a:lnTo>
                <a:lnTo>
                  <a:pt x="51020" y="179235"/>
                </a:lnTo>
                <a:lnTo>
                  <a:pt x="51416" y="179705"/>
                </a:lnTo>
                <a:lnTo>
                  <a:pt x="53725" y="182181"/>
                </a:lnTo>
                <a:lnTo>
                  <a:pt x="54147" y="182638"/>
                </a:lnTo>
                <a:lnTo>
                  <a:pt x="56569" y="185013"/>
                </a:lnTo>
                <a:lnTo>
                  <a:pt x="59527" y="187718"/>
                </a:lnTo>
                <a:lnTo>
                  <a:pt x="59989" y="188137"/>
                </a:lnTo>
                <a:lnTo>
                  <a:pt x="63075" y="190690"/>
                </a:lnTo>
                <a:lnTo>
                  <a:pt x="65803" y="192735"/>
                </a:lnTo>
                <a:lnTo>
                  <a:pt x="66288" y="193103"/>
                </a:lnTo>
                <a:lnTo>
                  <a:pt x="69106" y="195033"/>
                </a:lnTo>
                <a:lnTo>
                  <a:pt x="72492" y="197180"/>
                </a:lnTo>
                <a:lnTo>
                  <a:pt x="73019" y="197510"/>
                </a:lnTo>
                <a:lnTo>
                  <a:pt x="75990" y="199186"/>
                </a:lnTo>
                <a:lnTo>
                  <a:pt x="76524" y="199491"/>
                </a:lnTo>
                <a:lnTo>
                  <a:pt x="79585" y="201041"/>
                </a:lnTo>
                <a:lnTo>
                  <a:pt x="80131" y="201320"/>
                </a:lnTo>
                <a:lnTo>
                  <a:pt x="83269" y="202730"/>
                </a:lnTo>
                <a:lnTo>
                  <a:pt x="83827" y="202984"/>
                </a:lnTo>
                <a:lnTo>
                  <a:pt x="87041" y="204254"/>
                </a:lnTo>
                <a:lnTo>
                  <a:pt x="87611" y="204482"/>
                </a:lnTo>
                <a:lnTo>
                  <a:pt x="90895" y="205625"/>
                </a:lnTo>
                <a:lnTo>
                  <a:pt x="91472" y="205828"/>
                </a:lnTo>
                <a:lnTo>
                  <a:pt x="94855" y="206819"/>
                </a:lnTo>
                <a:lnTo>
                  <a:pt x="98849" y="207835"/>
                </a:lnTo>
                <a:lnTo>
                  <a:pt x="102921" y="208673"/>
                </a:lnTo>
                <a:lnTo>
                  <a:pt x="103486" y="208787"/>
                </a:lnTo>
                <a:lnTo>
                  <a:pt x="107626" y="209410"/>
                </a:lnTo>
                <a:lnTo>
                  <a:pt x="103270" y="237655"/>
                </a:lnTo>
                <a:close/>
              </a:path>
              <a:path w="120014" h="238125">
                <a:moveTo>
                  <a:pt x="114556" y="28693"/>
                </a:moveTo>
                <a:lnTo>
                  <a:pt x="114942" y="28663"/>
                </a:lnTo>
                <a:lnTo>
                  <a:pt x="115693" y="28663"/>
                </a:lnTo>
                <a:lnTo>
                  <a:pt x="114556" y="28693"/>
                </a:lnTo>
                <a:close/>
              </a:path>
              <a:path w="120014" h="238125">
                <a:moveTo>
                  <a:pt x="114442" y="28702"/>
                </a:moveTo>
                <a:lnTo>
                  <a:pt x="114218" y="28702"/>
                </a:lnTo>
                <a:lnTo>
                  <a:pt x="114556" y="28693"/>
                </a:lnTo>
                <a:close/>
              </a:path>
              <a:path w="120014" h="238125">
                <a:moveTo>
                  <a:pt x="109894" y="29048"/>
                </a:moveTo>
                <a:lnTo>
                  <a:pt x="110319" y="28994"/>
                </a:lnTo>
                <a:lnTo>
                  <a:pt x="110608" y="28994"/>
                </a:lnTo>
                <a:lnTo>
                  <a:pt x="109894" y="29048"/>
                </a:lnTo>
                <a:close/>
              </a:path>
              <a:path w="120014" h="238125">
                <a:moveTo>
                  <a:pt x="109724" y="29070"/>
                </a:moveTo>
                <a:lnTo>
                  <a:pt x="109894" y="29048"/>
                </a:lnTo>
                <a:lnTo>
                  <a:pt x="109724" y="29070"/>
                </a:lnTo>
                <a:close/>
              </a:path>
              <a:path w="120014" h="238125">
                <a:moveTo>
                  <a:pt x="105319" y="29634"/>
                </a:moveTo>
                <a:lnTo>
                  <a:pt x="105772" y="29552"/>
                </a:lnTo>
                <a:lnTo>
                  <a:pt x="105954" y="29552"/>
                </a:lnTo>
                <a:lnTo>
                  <a:pt x="105319" y="29634"/>
                </a:lnTo>
                <a:close/>
              </a:path>
              <a:path w="120014" h="238125">
                <a:moveTo>
                  <a:pt x="105135" y="29667"/>
                </a:moveTo>
                <a:lnTo>
                  <a:pt x="105319" y="29634"/>
                </a:lnTo>
                <a:lnTo>
                  <a:pt x="105135" y="29667"/>
                </a:lnTo>
                <a:close/>
              </a:path>
              <a:path w="120014" h="238125">
                <a:moveTo>
                  <a:pt x="101014" y="30406"/>
                </a:moveTo>
                <a:lnTo>
                  <a:pt x="101302" y="30340"/>
                </a:lnTo>
                <a:lnTo>
                  <a:pt x="101014" y="30406"/>
                </a:lnTo>
                <a:close/>
              </a:path>
              <a:path w="120014" h="238125">
                <a:moveTo>
                  <a:pt x="100693" y="30480"/>
                </a:moveTo>
                <a:lnTo>
                  <a:pt x="101014" y="30406"/>
                </a:lnTo>
                <a:lnTo>
                  <a:pt x="100693" y="30480"/>
                </a:lnTo>
                <a:close/>
              </a:path>
              <a:path w="120014" h="238125">
                <a:moveTo>
                  <a:pt x="96592" y="31420"/>
                </a:moveTo>
                <a:lnTo>
                  <a:pt x="96908" y="31330"/>
                </a:lnTo>
                <a:lnTo>
                  <a:pt x="96592" y="31420"/>
                </a:lnTo>
                <a:close/>
              </a:path>
              <a:path w="120014" h="238125">
                <a:moveTo>
                  <a:pt x="96284" y="31508"/>
                </a:moveTo>
                <a:lnTo>
                  <a:pt x="96592" y="31420"/>
                </a:lnTo>
                <a:lnTo>
                  <a:pt x="96284" y="31508"/>
                </a:lnTo>
                <a:close/>
              </a:path>
              <a:path w="120014" h="238125">
                <a:moveTo>
                  <a:pt x="92140" y="32689"/>
                </a:moveTo>
                <a:lnTo>
                  <a:pt x="92590" y="32537"/>
                </a:lnTo>
                <a:lnTo>
                  <a:pt x="92140" y="32689"/>
                </a:lnTo>
                <a:close/>
              </a:path>
              <a:path w="120014" h="238125">
                <a:moveTo>
                  <a:pt x="91952" y="32753"/>
                </a:moveTo>
                <a:lnTo>
                  <a:pt x="92140" y="32689"/>
                </a:lnTo>
                <a:lnTo>
                  <a:pt x="91952" y="32753"/>
                </a:lnTo>
                <a:close/>
              </a:path>
              <a:path w="120014" h="238125">
                <a:moveTo>
                  <a:pt x="88051" y="34073"/>
                </a:moveTo>
                <a:lnTo>
                  <a:pt x="88373" y="33947"/>
                </a:lnTo>
                <a:lnTo>
                  <a:pt x="88051" y="34073"/>
                </a:lnTo>
                <a:close/>
              </a:path>
              <a:path w="120014" h="238125">
                <a:moveTo>
                  <a:pt x="87760" y="34188"/>
                </a:moveTo>
                <a:lnTo>
                  <a:pt x="88051" y="34073"/>
                </a:lnTo>
                <a:lnTo>
                  <a:pt x="87760" y="34188"/>
                </a:lnTo>
                <a:close/>
              </a:path>
              <a:path w="120014" h="238125">
                <a:moveTo>
                  <a:pt x="84040" y="35652"/>
                </a:moveTo>
                <a:lnTo>
                  <a:pt x="84246" y="35560"/>
                </a:lnTo>
                <a:lnTo>
                  <a:pt x="84040" y="35652"/>
                </a:lnTo>
                <a:close/>
              </a:path>
              <a:path w="120014" h="238125">
                <a:moveTo>
                  <a:pt x="83654" y="35826"/>
                </a:moveTo>
                <a:lnTo>
                  <a:pt x="84040" y="35652"/>
                </a:lnTo>
                <a:lnTo>
                  <a:pt x="83654" y="35826"/>
                </a:lnTo>
                <a:close/>
              </a:path>
              <a:path w="120014" h="238125">
                <a:moveTo>
                  <a:pt x="80024" y="37463"/>
                </a:moveTo>
                <a:lnTo>
                  <a:pt x="80220" y="37363"/>
                </a:lnTo>
                <a:lnTo>
                  <a:pt x="80024" y="37463"/>
                </a:lnTo>
                <a:close/>
              </a:path>
              <a:path w="120014" h="238125">
                <a:moveTo>
                  <a:pt x="79647" y="37655"/>
                </a:moveTo>
                <a:lnTo>
                  <a:pt x="80024" y="37463"/>
                </a:lnTo>
                <a:lnTo>
                  <a:pt x="79647" y="37655"/>
                </a:lnTo>
                <a:close/>
              </a:path>
              <a:path w="120014" h="238125">
                <a:moveTo>
                  <a:pt x="76011" y="39509"/>
                </a:moveTo>
                <a:lnTo>
                  <a:pt x="76296" y="39344"/>
                </a:lnTo>
                <a:lnTo>
                  <a:pt x="76011" y="39509"/>
                </a:lnTo>
                <a:close/>
              </a:path>
              <a:path w="120014" h="238125">
                <a:moveTo>
                  <a:pt x="75724" y="39674"/>
                </a:moveTo>
                <a:lnTo>
                  <a:pt x="76011" y="39509"/>
                </a:lnTo>
                <a:lnTo>
                  <a:pt x="75724" y="39674"/>
                </a:lnTo>
                <a:close/>
              </a:path>
              <a:path w="120014" h="238125">
                <a:moveTo>
                  <a:pt x="72013" y="41819"/>
                </a:moveTo>
                <a:lnTo>
                  <a:pt x="72486" y="41516"/>
                </a:lnTo>
                <a:lnTo>
                  <a:pt x="72013" y="41819"/>
                </a:lnTo>
                <a:close/>
              </a:path>
              <a:path w="120014" h="238125">
                <a:moveTo>
                  <a:pt x="71913" y="41884"/>
                </a:moveTo>
                <a:close/>
              </a:path>
              <a:path w="120014" h="238125">
                <a:moveTo>
                  <a:pt x="68415" y="44133"/>
                </a:moveTo>
                <a:lnTo>
                  <a:pt x="68790" y="43865"/>
                </a:lnTo>
                <a:lnTo>
                  <a:pt x="68415" y="44133"/>
                </a:lnTo>
                <a:close/>
              </a:path>
              <a:path w="120014" h="238125">
                <a:moveTo>
                  <a:pt x="68238" y="44259"/>
                </a:moveTo>
                <a:lnTo>
                  <a:pt x="68415" y="44133"/>
                </a:lnTo>
                <a:lnTo>
                  <a:pt x="68238" y="44259"/>
                </a:lnTo>
                <a:close/>
              </a:path>
              <a:path w="120014" h="238125">
                <a:moveTo>
                  <a:pt x="64977" y="46584"/>
                </a:moveTo>
                <a:lnTo>
                  <a:pt x="65221" y="46393"/>
                </a:lnTo>
                <a:lnTo>
                  <a:pt x="64977" y="46584"/>
                </a:lnTo>
                <a:close/>
              </a:path>
              <a:path w="120014" h="238125">
                <a:moveTo>
                  <a:pt x="64702" y="46799"/>
                </a:moveTo>
                <a:lnTo>
                  <a:pt x="64977" y="46584"/>
                </a:lnTo>
                <a:lnTo>
                  <a:pt x="64702" y="46799"/>
                </a:lnTo>
                <a:close/>
              </a:path>
              <a:path w="120014" h="238125">
                <a:moveTo>
                  <a:pt x="61609" y="49220"/>
                </a:moveTo>
                <a:lnTo>
                  <a:pt x="61779" y="49072"/>
                </a:lnTo>
                <a:lnTo>
                  <a:pt x="61609" y="49220"/>
                </a:lnTo>
                <a:close/>
              </a:path>
              <a:path w="120014" h="238125">
                <a:moveTo>
                  <a:pt x="61281" y="49504"/>
                </a:moveTo>
                <a:lnTo>
                  <a:pt x="61609" y="49220"/>
                </a:lnTo>
                <a:lnTo>
                  <a:pt x="61281" y="49504"/>
                </a:lnTo>
                <a:close/>
              </a:path>
              <a:path w="120014" h="238125">
                <a:moveTo>
                  <a:pt x="58147" y="52220"/>
                </a:moveTo>
                <a:lnTo>
                  <a:pt x="58465" y="51917"/>
                </a:lnTo>
                <a:lnTo>
                  <a:pt x="58147" y="52220"/>
                </a:lnTo>
                <a:close/>
              </a:path>
              <a:path w="120014" h="238125">
                <a:moveTo>
                  <a:pt x="57986" y="52374"/>
                </a:moveTo>
                <a:lnTo>
                  <a:pt x="58147" y="52220"/>
                </a:lnTo>
                <a:lnTo>
                  <a:pt x="57986" y="52374"/>
                </a:lnTo>
                <a:close/>
              </a:path>
              <a:path w="120014" h="238125">
                <a:moveTo>
                  <a:pt x="55067" y="55161"/>
                </a:moveTo>
                <a:lnTo>
                  <a:pt x="55302" y="54914"/>
                </a:lnTo>
                <a:lnTo>
                  <a:pt x="55067" y="55161"/>
                </a:lnTo>
                <a:close/>
              </a:path>
              <a:path w="120014" h="238125">
                <a:moveTo>
                  <a:pt x="54842" y="55397"/>
                </a:moveTo>
                <a:lnTo>
                  <a:pt x="55067" y="55161"/>
                </a:lnTo>
                <a:lnTo>
                  <a:pt x="54842" y="55397"/>
                </a:lnTo>
                <a:close/>
              </a:path>
              <a:path w="120014" h="238125">
                <a:moveTo>
                  <a:pt x="52126" y="58242"/>
                </a:moveTo>
                <a:lnTo>
                  <a:pt x="52280" y="58064"/>
                </a:lnTo>
                <a:lnTo>
                  <a:pt x="52126" y="58242"/>
                </a:lnTo>
                <a:close/>
              </a:path>
              <a:path w="120014" h="238125">
                <a:moveTo>
                  <a:pt x="51851" y="58559"/>
                </a:moveTo>
                <a:lnTo>
                  <a:pt x="52126" y="58242"/>
                </a:lnTo>
                <a:lnTo>
                  <a:pt x="51851" y="58559"/>
                </a:lnTo>
                <a:close/>
              </a:path>
              <a:path w="120014" h="238125">
                <a:moveTo>
                  <a:pt x="49125" y="61704"/>
                </a:moveTo>
                <a:lnTo>
                  <a:pt x="49410" y="61341"/>
                </a:lnTo>
                <a:lnTo>
                  <a:pt x="49125" y="61704"/>
                </a:lnTo>
                <a:close/>
              </a:path>
              <a:path w="120014" h="238125">
                <a:moveTo>
                  <a:pt x="48992" y="61874"/>
                </a:moveTo>
                <a:lnTo>
                  <a:pt x="49125" y="61704"/>
                </a:lnTo>
                <a:lnTo>
                  <a:pt x="48992" y="61874"/>
                </a:lnTo>
                <a:close/>
              </a:path>
              <a:path w="120014" h="238125">
                <a:moveTo>
                  <a:pt x="46489" y="65071"/>
                </a:moveTo>
                <a:lnTo>
                  <a:pt x="46705" y="64770"/>
                </a:lnTo>
                <a:lnTo>
                  <a:pt x="46489" y="65071"/>
                </a:lnTo>
                <a:close/>
              </a:path>
              <a:path w="120014" h="238125">
                <a:moveTo>
                  <a:pt x="46315" y="65316"/>
                </a:moveTo>
                <a:lnTo>
                  <a:pt x="46489" y="65071"/>
                </a:lnTo>
                <a:lnTo>
                  <a:pt x="46315" y="65316"/>
                </a:lnTo>
                <a:close/>
              </a:path>
              <a:path w="120014" h="238125">
                <a:moveTo>
                  <a:pt x="44038" y="68509"/>
                </a:moveTo>
                <a:lnTo>
                  <a:pt x="44165" y="68313"/>
                </a:lnTo>
                <a:lnTo>
                  <a:pt x="44038" y="68509"/>
                </a:lnTo>
                <a:close/>
              </a:path>
              <a:path w="120014" h="238125">
                <a:moveTo>
                  <a:pt x="43797" y="68884"/>
                </a:moveTo>
                <a:lnTo>
                  <a:pt x="44038" y="68509"/>
                </a:lnTo>
                <a:lnTo>
                  <a:pt x="43797" y="68884"/>
                </a:lnTo>
                <a:close/>
              </a:path>
              <a:path w="120014" h="238125">
                <a:moveTo>
                  <a:pt x="41725" y="72108"/>
                </a:moveTo>
                <a:close/>
              </a:path>
              <a:path w="120014" h="238125">
                <a:moveTo>
                  <a:pt x="41452" y="72580"/>
                </a:moveTo>
                <a:lnTo>
                  <a:pt x="41725" y="72108"/>
                </a:lnTo>
                <a:lnTo>
                  <a:pt x="41452" y="72580"/>
                </a:lnTo>
                <a:close/>
              </a:path>
              <a:path w="120014" h="238125">
                <a:moveTo>
                  <a:pt x="39414" y="76105"/>
                </a:moveTo>
                <a:lnTo>
                  <a:pt x="39580" y="75780"/>
                </a:lnTo>
                <a:lnTo>
                  <a:pt x="39414" y="76105"/>
                </a:lnTo>
                <a:close/>
              </a:path>
              <a:path w="120014" h="238125">
                <a:moveTo>
                  <a:pt x="39269" y="76390"/>
                </a:moveTo>
                <a:lnTo>
                  <a:pt x="39414" y="76105"/>
                </a:lnTo>
                <a:lnTo>
                  <a:pt x="39269" y="76390"/>
                </a:lnTo>
                <a:close/>
              </a:path>
              <a:path w="120014" h="238125">
                <a:moveTo>
                  <a:pt x="37368" y="80118"/>
                </a:moveTo>
                <a:lnTo>
                  <a:pt x="37561" y="79692"/>
                </a:lnTo>
                <a:lnTo>
                  <a:pt x="37368" y="80118"/>
                </a:lnTo>
                <a:close/>
              </a:path>
              <a:path w="120014" h="238125">
                <a:moveTo>
                  <a:pt x="37280" y="80314"/>
                </a:moveTo>
                <a:lnTo>
                  <a:pt x="37368" y="80118"/>
                </a:lnTo>
                <a:lnTo>
                  <a:pt x="37280" y="80314"/>
                </a:lnTo>
                <a:close/>
              </a:path>
              <a:path w="120014" h="238125">
                <a:moveTo>
                  <a:pt x="35558" y="84135"/>
                </a:moveTo>
                <a:lnTo>
                  <a:pt x="35732" y="83693"/>
                </a:lnTo>
                <a:lnTo>
                  <a:pt x="35558" y="84135"/>
                </a:lnTo>
                <a:close/>
              </a:path>
              <a:path w="120014" h="238125">
                <a:moveTo>
                  <a:pt x="35477" y="84340"/>
                </a:moveTo>
                <a:lnTo>
                  <a:pt x="35558" y="84135"/>
                </a:lnTo>
                <a:lnTo>
                  <a:pt x="35477" y="84340"/>
                </a:lnTo>
                <a:close/>
              </a:path>
              <a:path w="120014" h="238125">
                <a:moveTo>
                  <a:pt x="33979" y="88146"/>
                </a:moveTo>
                <a:lnTo>
                  <a:pt x="34093" y="87807"/>
                </a:lnTo>
                <a:lnTo>
                  <a:pt x="33979" y="88146"/>
                </a:lnTo>
                <a:close/>
              </a:path>
              <a:path w="120014" h="238125">
                <a:moveTo>
                  <a:pt x="33870" y="88468"/>
                </a:moveTo>
                <a:lnTo>
                  <a:pt x="33979" y="88146"/>
                </a:lnTo>
                <a:lnTo>
                  <a:pt x="33870" y="88468"/>
                </a:lnTo>
                <a:close/>
              </a:path>
              <a:path w="120014" h="238125">
                <a:moveTo>
                  <a:pt x="32595" y="92235"/>
                </a:moveTo>
                <a:lnTo>
                  <a:pt x="32658" y="92011"/>
                </a:lnTo>
                <a:lnTo>
                  <a:pt x="32595" y="92235"/>
                </a:lnTo>
                <a:close/>
              </a:path>
              <a:path w="120014" h="238125">
                <a:moveTo>
                  <a:pt x="32466" y="92684"/>
                </a:moveTo>
                <a:lnTo>
                  <a:pt x="32595" y="92235"/>
                </a:lnTo>
                <a:lnTo>
                  <a:pt x="32466" y="92684"/>
                </a:lnTo>
                <a:close/>
              </a:path>
              <a:path w="120014" h="238125">
                <a:moveTo>
                  <a:pt x="31326" y="96686"/>
                </a:moveTo>
                <a:lnTo>
                  <a:pt x="31414" y="96304"/>
                </a:lnTo>
                <a:lnTo>
                  <a:pt x="31326" y="96686"/>
                </a:lnTo>
                <a:close/>
              </a:path>
              <a:path w="120014" h="238125">
                <a:moveTo>
                  <a:pt x="31253" y="97002"/>
                </a:moveTo>
                <a:lnTo>
                  <a:pt x="31326" y="96686"/>
                </a:lnTo>
                <a:lnTo>
                  <a:pt x="31253" y="97002"/>
                </a:lnTo>
                <a:close/>
              </a:path>
              <a:path w="120014" h="238125">
                <a:moveTo>
                  <a:pt x="30302" y="101150"/>
                </a:moveTo>
                <a:lnTo>
                  <a:pt x="30385" y="100685"/>
                </a:lnTo>
                <a:lnTo>
                  <a:pt x="30302" y="101150"/>
                </a:lnTo>
                <a:close/>
              </a:path>
              <a:path w="120014" h="238125">
                <a:moveTo>
                  <a:pt x="30258" y="101396"/>
                </a:moveTo>
                <a:lnTo>
                  <a:pt x="30302" y="101150"/>
                </a:lnTo>
                <a:lnTo>
                  <a:pt x="30258" y="101396"/>
                </a:lnTo>
                <a:close/>
              </a:path>
              <a:path w="120014" h="238125">
                <a:moveTo>
                  <a:pt x="29540" y="105410"/>
                </a:moveTo>
                <a:lnTo>
                  <a:pt x="29572" y="105156"/>
                </a:lnTo>
                <a:lnTo>
                  <a:pt x="29540" y="105410"/>
                </a:lnTo>
                <a:close/>
              </a:path>
              <a:path w="120014" h="238125">
                <a:moveTo>
                  <a:pt x="29481" y="105867"/>
                </a:moveTo>
                <a:lnTo>
                  <a:pt x="29540" y="105410"/>
                </a:lnTo>
                <a:lnTo>
                  <a:pt x="29481" y="105867"/>
                </a:lnTo>
                <a:close/>
              </a:path>
              <a:path w="120014" h="238125">
                <a:moveTo>
                  <a:pt x="28951" y="110006"/>
                </a:moveTo>
                <a:lnTo>
                  <a:pt x="28975" y="109689"/>
                </a:lnTo>
                <a:lnTo>
                  <a:pt x="28951" y="110006"/>
                </a:lnTo>
                <a:close/>
              </a:path>
              <a:path w="120014" h="238125">
                <a:moveTo>
                  <a:pt x="28920" y="110413"/>
                </a:moveTo>
                <a:lnTo>
                  <a:pt x="28951" y="110006"/>
                </a:lnTo>
                <a:lnTo>
                  <a:pt x="28920" y="110413"/>
                </a:lnTo>
                <a:close/>
              </a:path>
              <a:path w="120014" h="238125">
                <a:moveTo>
                  <a:pt x="28598" y="114649"/>
                </a:moveTo>
                <a:lnTo>
                  <a:pt x="28607" y="114312"/>
                </a:lnTo>
                <a:lnTo>
                  <a:pt x="28598" y="114649"/>
                </a:lnTo>
                <a:close/>
              </a:path>
              <a:path w="120014" h="238125">
                <a:moveTo>
                  <a:pt x="28588" y="115036"/>
                </a:moveTo>
                <a:lnTo>
                  <a:pt x="28598" y="114649"/>
                </a:lnTo>
                <a:lnTo>
                  <a:pt x="28588" y="115036"/>
                </a:lnTo>
                <a:close/>
              </a:path>
              <a:path w="120014" h="238125">
                <a:moveTo>
                  <a:pt x="28476" y="119394"/>
                </a:moveTo>
                <a:lnTo>
                  <a:pt x="28467" y="119024"/>
                </a:lnTo>
                <a:lnTo>
                  <a:pt x="28476" y="119394"/>
                </a:lnTo>
                <a:close/>
              </a:path>
              <a:path w="120014" h="238125">
                <a:moveTo>
                  <a:pt x="28483" y="119722"/>
                </a:moveTo>
                <a:lnTo>
                  <a:pt x="28476" y="119394"/>
                </a:lnTo>
                <a:lnTo>
                  <a:pt x="28483" y="119722"/>
                </a:lnTo>
                <a:close/>
              </a:path>
              <a:path w="120014" h="238125">
                <a:moveTo>
                  <a:pt x="28603" y="124002"/>
                </a:moveTo>
                <a:lnTo>
                  <a:pt x="28571" y="123542"/>
                </a:lnTo>
                <a:lnTo>
                  <a:pt x="28603" y="124002"/>
                </a:lnTo>
                <a:close/>
              </a:path>
              <a:path w="120014" h="238125">
                <a:moveTo>
                  <a:pt x="28878" y="127946"/>
                </a:moveTo>
                <a:lnTo>
                  <a:pt x="28836" y="127584"/>
                </a:lnTo>
                <a:lnTo>
                  <a:pt x="28878" y="127946"/>
                </a:lnTo>
                <a:close/>
              </a:path>
              <a:path w="120014" h="238125">
                <a:moveTo>
                  <a:pt x="28913" y="128244"/>
                </a:moveTo>
                <a:lnTo>
                  <a:pt x="28878" y="127946"/>
                </a:lnTo>
                <a:lnTo>
                  <a:pt x="28913" y="128244"/>
                </a:lnTo>
                <a:close/>
              </a:path>
              <a:path w="120014" h="238125">
                <a:moveTo>
                  <a:pt x="29394" y="132325"/>
                </a:moveTo>
                <a:lnTo>
                  <a:pt x="29306" y="131787"/>
                </a:lnTo>
                <a:lnTo>
                  <a:pt x="29394" y="132325"/>
                </a:lnTo>
                <a:close/>
              </a:path>
              <a:path w="120014" h="238125">
                <a:moveTo>
                  <a:pt x="30115" y="136563"/>
                </a:moveTo>
                <a:lnTo>
                  <a:pt x="30013" y="136080"/>
                </a:lnTo>
                <a:lnTo>
                  <a:pt x="30115" y="136563"/>
                </a:lnTo>
                <a:close/>
              </a:path>
              <a:path w="120014" h="238125">
                <a:moveTo>
                  <a:pt x="30900" y="140299"/>
                </a:moveTo>
                <a:lnTo>
                  <a:pt x="30817" y="139979"/>
                </a:lnTo>
                <a:lnTo>
                  <a:pt x="30900" y="140299"/>
                </a:lnTo>
                <a:close/>
              </a:path>
              <a:path w="120014" h="238125">
                <a:moveTo>
                  <a:pt x="30986" y="140627"/>
                </a:moveTo>
                <a:lnTo>
                  <a:pt x="30900" y="140299"/>
                </a:lnTo>
                <a:lnTo>
                  <a:pt x="30986" y="140627"/>
                </a:lnTo>
                <a:close/>
              </a:path>
              <a:path w="120014" h="238125">
                <a:moveTo>
                  <a:pt x="31941" y="144288"/>
                </a:moveTo>
                <a:lnTo>
                  <a:pt x="31846" y="143979"/>
                </a:lnTo>
                <a:lnTo>
                  <a:pt x="31941" y="144288"/>
                </a:lnTo>
                <a:close/>
              </a:path>
              <a:path w="120014" h="238125">
                <a:moveTo>
                  <a:pt x="32039" y="144602"/>
                </a:moveTo>
                <a:lnTo>
                  <a:pt x="31941" y="144288"/>
                </a:lnTo>
                <a:lnTo>
                  <a:pt x="32039" y="144602"/>
                </a:lnTo>
                <a:close/>
              </a:path>
              <a:path w="120014" h="238125">
                <a:moveTo>
                  <a:pt x="33223" y="148411"/>
                </a:moveTo>
                <a:lnTo>
                  <a:pt x="33039" y="147904"/>
                </a:lnTo>
                <a:lnTo>
                  <a:pt x="33223" y="148411"/>
                </a:lnTo>
                <a:close/>
              </a:path>
              <a:path w="120014" h="238125">
                <a:moveTo>
                  <a:pt x="34611" y="152235"/>
                </a:moveTo>
                <a:lnTo>
                  <a:pt x="34411" y="151752"/>
                </a:lnTo>
                <a:lnTo>
                  <a:pt x="34611" y="152235"/>
                </a:lnTo>
                <a:close/>
              </a:path>
              <a:path w="120014" h="238125">
                <a:moveTo>
                  <a:pt x="36124" y="155890"/>
                </a:moveTo>
                <a:lnTo>
                  <a:pt x="35948" y="155511"/>
                </a:lnTo>
                <a:lnTo>
                  <a:pt x="36124" y="155890"/>
                </a:lnTo>
                <a:close/>
              </a:path>
              <a:path w="120014" h="238125">
                <a:moveTo>
                  <a:pt x="37947" y="159766"/>
                </a:moveTo>
                <a:lnTo>
                  <a:pt x="37777" y="159439"/>
                </a:lnTo>
                <a:lnTo>
                  <a:pt x="37947" y="159766"/>
                </a:lnTo>
                <a:close/>
              </a:path>
              <a:path w="120014" h="238125">
                <a:moveTo>
                  <a:pt x="39829" y="163347"/>
                </a:moveTo>
                <a:lnTo>
                  <a:pt x="39638" y="163019"/>
                </a:lnTo>
                <a:lnTo>
                  <a:pt x="39829" y="163347"/>
                </a:lnTo>
                <a:close/>
              </a:path>
              <a:path w="120014" h="238125">
                <a:moveTo>
                  <a:pt x="41871" y="166827"/>
                </a:moveTo>
                <a:lnTo>
                  <a:pt x="41666" y="166505"/>
                </a:lnTo>
                <a:lnTo>
                  <a:pt x="41871" y="166827"/>
                </a:lnTo>
                <a:close/>
              </a:path>
              <a:path w="120014" h="238125">
                <a:moveTo>
                  <a:pt x="44048" y="170205"/>
                </a:moveTo>
                <a:lnTo>
                  <a:pt x="43800" y="169853"/>
                </a:lnTo>
                <a:lnTo>
                  <a:pt x="44048" y="170205"/>
                </a:lnTo>
                <a:close/>
              </a:path>
              <a:path w="120014" h="238125">
                <a:moveTo>
                  <a:pt x="46374" y="173481"/>
                </a:moveTo>
                <a:lnTo>
                  <a:pt x="46103" y="173132"/>
                </a:lnTo>
                <a:lnTo>
                  <a:pt x="46374" y="173481"/>
                </a:lnTo>
                <a:close/>
              </a:path>
              <a:path w="120014" h="238125">
                <a:moveTo>
                  <a:pt x="48678" y="176453"/>
                </a:moveTo>
                <a:lnTo>
                  <a:pt x="48432" y="176161"/>
                </a:lnTo>
                <a:lnTo>
                  <a:pt x="48678" y="176453"/>
                </a:lnTo>
                <a:close/>
              </a:path>
              <a:path w="120014" h="238125">
                <a:moveTo>
                  <a:pt x="51443" y="179705"/>
                </a:moveTo>
                <a:lnTo>
                  <a:pt x="51133" y="179368"/>
                </a:lnTo>
                <a:lnTo>
                  <a:pt x="51443" y="179705"/>
                </a:lnTo>
                <a:close/>
              </a:path>
              <a:path w="120014" h="238125">
                <a:moveTo>
                  <a:pt x="54176" y="182638"/>
                </a:moveTo>
                <a:lnTo>
                  <a:pt x="53837" y="182302"/>
                </a:lnTo>
                <a:lnTo>
                  <a:pt x="54176" y="182638"/>
                </a:lnTo>
                <a:close/>
              </a:path>
              <a:path w="120014" h="238125">
                <a:moveTo>
                  <a:pt x="56806" y="185248"/>
                </a:moveTo>
                <a:lnTo>
                  <a:pt x="56547" y="185013"/>
                </a:lnTo>
                <a:lnTo>
                  <a:pt x="56806" y="185248"/>
                </a:lnTo>
                <a:close/>
              </a:path>
              <a:path w="120014" h="238125">
                <a:moveTo>
                  <a:pt x="59759" y="187929"/>
                </a:moveTo>
                <a:lnTo>
                  <a:pt x="59506" y="187718"/>
                </a:lnTo>
                <a:lnTo>
                  <a:pt x="59759" y="187929"/>
                </a:lnTo>
                <a:close/>
              </a:path>
              <a:path w="120014" h="238125">
                <a:moveTo>
                  <a:pt x="60009" y="188137"/>
                </a:moveTo>
                <a:lnTo>
                  <a:pt x="59759" y="187929"/>
                </a:lnTo>
                <a:lnTo>
                  <a:pt x="60009" y="188137"/>
                </a:lnTo>
                <a:close/>
              </a:path>
              <a:path w="120014" h="238125">
                <a:moveTo>
                  <a:pt x="63111" y="190690"/>
                </a:moveTo>
                <a:lnTo>
                  <a:pt x="62704" y="190381"/>
                </a:lnTo>
                <a:lnTo>
                  <a:pt x="63111" y="190690"/>
                </a:lnTo>
                <a:close/>
              </a:path>
              <a:path w="120014" h="238125">
                <a:moveTo>
                  <a:pt x="66036" y="192911"/>
                </a:moveTo>
                <a:lnTo>
                  <a:pt x="65780" y="192735"/>
                </a:lnTo>
                <a:lnTo>
                  <a:pt x="66036" y="192911"/>
                </a:lnTo>
                <a:close/>
              </a:path>
              <a:path w="120014" h="238125">
                <a:moveTo>
                  <a:pt x="66313" y="193103"/>
                </a:moveTo>
                <a:lnTo>
                  <a:pt x="66036" y="192911"/>
                </a:lnTo>
                <a:lnTo>
                  <a:pt x="66313" y="193103"/>
                </a:lnTo>
                <a:close/>
              </a:path>
              <a:path w="120014" h="238125">
                <a:moveTo>
                  <a:pt x="69471" y="195285"/>
                </a:moveTo>
                <a:lnTo>
                  <a:pt x="69069" y="195033"/>
                </a:lnTo>
                <a:lnTo>
                  <a:pt x="69471" y="195285"/>
                </a:lnTo>
                <a:close/>
              </a:path>
              <a:path w="120014" h="238125">
                <a:moveTo>
                  <a:pt x="73052" y="197510"/>
                </a:moveTo>
                <a:lnTo>
                  <a:pt x="72689" y="197303"/>
                </a:lnTo>
                <a:lnTo>
                  <a:pt x="73052" y="197510"/>
                </a:lnTo>
                <a:close/>
              </a:path>
              <a:path w="120014" h="238125">
                <a:moveTo>
                  <a:pt x="76560" y="199491"/>
                </a:moveTo>
                <a:lnTo>
                  <a:pt x="76206" y="199309"/>
                </a:lnTo>
                <a:lnTo>
                  <a:pt x="76560" y="199491"/>
                </a:lnTo>
                <a:close/>
              </a:path>
              <a:path w="120014" h="238125">
                <a:moveTo>
                  <a:pt x="80173" y="201320"/>
                </a:moveTo>
                <a:lnTo>
                  <a:pt x="79794" y="201147"/>
                </a:lnTo>
                <a:lnTo>
                  <a:pt x="80173" y="201320"/>
                </a:lnTo>
                <a:close/>
              </a:path>
              <a:path w="120014" h="238125">
                <a:moveTo>
                  <a:pt x="83876" y="202984"/>
                </a:moveTo>
                <a:lnTo>
                  <a:pt x="83464" y="202819"/>
                </a:lnTo>
                <a:lnTo>
                  <a:pt x="83876" y="202984"/>
                </a:lnTo>
                <a:close/>
              </a:path>
              <a:path w="120014" h="238125">
                <a:moveTo>
                  <a:pt x="87328" y="204369"/>
                </a:moveTo>
                <a:lnTo>
                  <a:pt x="87002" y="204254"/>
                </a:lnTo>
                <a:lnTo>
                  <a:pt x="87328" y="204369"/>
                </a:lnTo>
                <a:close/>
              </a:path>
              <a:path w="120014" h="238125">
                <a:moveTo>
                  <a:pt x="87651" y="204482"/>
                </a:moveTo>
                <a:lnTo>
                  <a:pt x="87328" y="204369"/>
                </a:lnTo>
                <a:lnTo>
                  <a:pt x="87651" y="204482"/>
                </a:lnTo>
                <a:close/>
              </a:path>
              <a:path w="120014" h="238125">
                <a:moveTo>
                  <a:pt x="91145" y="205713"/>
                </a:moveTo>
                <a:lnTo>
                  <a:pt x="90850" y="205625"/>
                </a:lnTo>
                <a:lnTo>
                  <a:pt x="91145" y="205713"/>
                </a:lnTo>
                <a:close/>
              </a:path>
              <a:path w="120014" h="238125">
                <a:moveTo>
                  <a:pt x="91531" y="205828"/>
                </a:moveTo>
                <a:lnTo>
                  <a:pt x="91145" y="205713"/>
                </a:lnTo>
                <a:lnTo>
                  <a:pt x="91531" y="205828"/>
                </a:lnTo>
                <a:close/>
              </a:path>
              <a:path w="120014" h="238125">
                <a:moveTo>
                  <a:pt x="95270" y="206943"/>
                </a:moveTo>
                <a:lnTo>
                  <a:pt x="94774" y="206819"/>
                </a:lnTo>
                <a:lnTo>
                  <a:pt x="95270" y="206943"/>
                </a:lnTo>
                <a:close/>
              </a:path>
              <a:path w="120014" h="238125">
                <a:moveTo>
                  <a:pt x="99169" y="207915"/>
                </a:moveTo>
                <a:lnTo>
                  <a:pt x="98775" y="207835"/>
                </a:lnTo>
                <a:lnTo>
                  <a:pt x="99169" y="207915"/>
                </a:lnTo>
                <a:close/>
              </a:path>
              <a:path w="120014" h="238125">
                <a:moveTo>
                  <a:pt x="103581" y="208787"/>
                </a:moveTo>
                <a:lnTo>
                  <a:pt x="103183" y="208726"/>
                </a:lnTo>
                <a:lnTo>
                  <a:pt x="103581" y="2087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51091" y="2308860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 h="0">
                <a:moveTo>
                  <a:pt x="0" y="0"/>
                </a:moveTo>
                <a:lnTo>
                  <a:pt x="561606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47335" y="2308860"/>
            <a:ext cx="521970" cy="0"/>
          </a:xfrm>
          <a:custGeom>
            <a:avLst/>
            <a:gdLst/>
            <a:ahLst/>
            <a:cxnLst/>
            <a:rect l="l" t="t" r="r" b="b"/>
            <a:pathLst>
              <a:path w="521970" h="0">
                <a:moveTo>
                  <a:pt x="0" y="0"/>
                </a:moveTo>
                <a:lnTo>
                  <a:pt x="52136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68696" y="2200655"/>
            <a:ext cx="882650" cy="228600"/>
          </a:xfrm>
          <a:custGeom>
            <a:avLst/>
            <a:gdLst/>
            <a:ahLst/>
            <a:cxnLst/>
            <a:rect l="l" t="t" r="r" b="b"/>
            <a:pathLst>
              <a:path w="882650" h="228600">
                <a:moveTo>
                  <a:pt x="0" y="0"/>
                </a:moveTo>
                <a:lnTo>
                  <a:pt x="882396" y="0"/>
                </a:lnTo>
                <a:lnTo>
                  <a:pt x="882396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55069" y="2185974"/>
            <a:ext cx="909955" cy="257175"/>
          </a:xfrm>
          <a:custGeom>
            <a:avLst/>
            <a:gdLst/>
            <a:ahLst/>
            <a:cxnLst/>
            <a:rect l="l" t="t" r="r" b="b"/>
            <a:pathLst>
              <a:path w="909954" h="257175">
                <a:moveTo>
                  <a:pt x="909637" y="256857"/>
                </a:moveTo>
                <a:lnTo>
                  <a:pt x="0" y="256857"/>
                </a:lnTo>
                <a:lnTo>
                  <a:pt x="0" y="0"/>
                </a:lnTo>
                <a:lnTo>
                  <a:pt x="909637" y="0"/>
                </a:lnTo>
                <a:lnTo>
                  <a:pt x="909637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28282"/>
                </a:lnTo>
                <a:lnTo>
                  <a:pt x="14287" y="228282"/>
                </a:lnTo>
                <a:lnTo>
                  <a:pt x="28575" y="242569"/>
                </a:lnTo>
                <a:lnTo>
                  <a:pt x="909637" y="242569"/>
                </a:lnTo>
                <a:lnTo>
                  <a:pt x="909637" y="256857"/>
                </a:lnTo>
                <a:close/>
              </a:path>
              <a:path w="909954" h="257175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909954" h="257175">
                <a:moveTo>
                  <a:pt x="881062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881062" y="14287"/>
                </a:lnTo>
                <a:lnTo>
                  <a:pt x="881062" y="28574"/>
                </a:lnTo>
                <a:close/>
              </a:path>
              <a:path w="909954" h="257175">
                <a:moveTo>
                  <a:pt x="881062" y="242569"/>
                </a:moveTo>
                <a:lnTo>
                  <a:pt x="881062" y="14287"/>
                </a:lnTo>
                <a:lnTo>
                  <a:pt x="895350" y="28574"/>
                </a:lnTo>
                <a:lnTo>
                  <a:pt x="909637" y="28574"/>
                </a:lnTo>
                <a:lnTo>
                  <a:pt x="909637" y="228282"/>
                </a:lnTo>
                <a:lnTo>
                  <a:pt x="895350" y="228282"/>
                </a:lnTo>
                <a:lnTo>
                  <a:pt x="881062" y="242569"/>
                </a:lnTo>
                <a:close/>
              </a:path>
              <a:path w="909954" h="257175">
                <a:moveTo>
                  <a:pt x="909637" y="28574"/>
                </a:moveTo>
                <a:lnTo>
                  <a:pt x="895350" y="28574"/>
                </a:lnTo>
                <a:lnTo>
                  <a:pt x="881062" y="14287"/>
                </a:lnTo>
                <a:lnTo>
                  <a:pt x="909637" y="14287"/>
                </a:lnTo>
                <a:lnTo>
                  <a:pt x="909637" y="28574"/>
                </a:lnTo>
                <a:close/>
              </a:path>
              <a:path w="909954" h="257175">
                <a:moveTo>
                  <a:pt x="28575" y="242569"/>
                </a:moveTo>
                <a:lnTo>
                  <a:pt x="14287" y="228282"/>
                </a:lnTo>
                <a:lnTo>
                  <a:pt x="28575" y="228282"/>
                </a:lnTo>
                <a:lnTo>
                  <a:pt x="28575" y="242569"/>
                </a:lnTo>
                <a:close/>
              </a:path>
              <a:path w="909954" h="257175">
                <a:moveTo>
                  <a:pt x="881062" y="242569"/>
                </a:moveTo>
                <a:lnTo>
                  <a:pt x="28575" y="242569"/>
                </a:lnTo>
                <a:lnTo>
                  <a:pt x="28575" y="228282"/>
                </a:lnTo>
                <a:lnTo>
                  <a:pt x="881062" y="228282"/>
                </a:lnTo>
                <a:lnTo>
                  <a:pt x="881062" y="242569"/>
                </a:lnTo>
                <a:close/>
              </a:path>
              <a:path w="909954" h="257175">
                <a:moveTo>
                  <a:pt x="909637" y="242569"/>
                </a:moveTo>
                <a:lnTo>
                  <a:pt x="881062" y="242569"/>
                </a:lnTo>
                <a:lnTo>
                  <a:pt x="895350" y="228282"/>
                </a:lnTo>
                <a:lnTo>
                  <a:pt x="909637" y="228282"/>
                </a:lnTo>
                <a:lnTo>
                  <a:pt x="909637" y="24256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08386" y="2642260"/>
            <a:ext cx="119615" cy="2376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51306" y="2289810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99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08386" y="2851810"/>
            <a:ext cx="119615" cy="2376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332256" y="3076409"/>
            <a:ext cx="0" cy="360045"/>
          </a:xfrm>
          <a:custGeom>
            <a:avLst/>
            <a:gdLst/>
            <a:ahLst/>
            <a:cxnLst/>
            <a:rect l="l" t="t" r="r" b="b"/>
            <a:pathLst>
              <a:path w="0" h="360045">
                <a:moveTo>
                  <a:pt x="0" y="0"/>
                </a:moveTo>
                <a:lnTo>
                  <a:pt x="0" y="35999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23811" y="2571597"/>
            <a:ext cx="119714" cy="237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29869" y="2295359"/>
            <a:ext cx="0" cy="304165"/>
          </a:xfrm>
          <a:custGeom>
            <a:avLst/>
            <a:gdLst/>
            <a:ahLst/>
            <a:cxnLst/>
            <a:rect l="l" t="t" r="r" b="b"/>
            <a:pathLst>
              <a:path w="0" h="304164">
                <a:moveTo>
                  <a:pt x="0" y="0"/>
                </a:moveTo>
                <a:lnTo>
                  <a:pt x="0" y="30402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23811" y="2800197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5" h="238125">
                <a:moveTo>
                  <a:pt x="5071" y="28693"/>
                </a:moveTo>
                <a:lnTo>
                  <a:pt x="0" y="28562"/>
                </a:lnTo>
                <a:lnTo>
                  <a:pt x="723" y="0"/>
                </a:lnTo>
                <a:lnTo>
                  <a:pt x="6489" y="139"/>
                </a:lnTo>
                <a:lnTo>
                  <a:pt x="46824" y="9372"/>
                </a:lnTo>
                <a:lnTo>
                  <a:pt x="77926" y="28663"/>
                </a:lnTo>
                <a:lnTo>
                  <a:pt x="4686" y="28663"/>
                </a:lnTo>
                <a:lnTo>
                  <a:pt x="5071" y="28693"/>
                </a:lnTo>
                <a:close/>
              </a:path>
              <a:path w="120015" h="238125">
                <a:moveTo>
                  <a:pt x="77970" y="28701"/>
                </a:moveTo>
                <a:lnTo>
                  <a:pt x="5410" y="28701"/>
                </a:lnTo>
                <a:lnTo>
                  <a:pt x="4686" y="28663"/>
                </a:lnTo>
                <a:lnTo>
                  <a:pt x="77926" y="28663"/>
                </a:lnTo>
                <a:close/>
              </a:path>
              <a:path w="120015" h="238125">
                <a:moveTo>
                  <a:pt x="9733" y="29048"/>
                </a:moveTo>
                <a:lnTo>
                  <a:pt x="5071" y="28693"/>
                </a:lnTo>
                <a:lnTo>
                  <a:pt x="5410" y="28701"/>
                </a:lnTo>
                <a:lnTo>
                  <a:pt x="77970" y="28701"/>
                </a:lnTo>
                <a:lnTo>
                  <a:pt x="78306" y="28994"/>
                </a:lnTo>
                <a:lnTo>
                  <a:pt x="9309" y="28994"/>
                </a:lnTo>
                <a:lnTo>
                  <a:pt x="9733" y="29048"/>
                </a:lnTo>
                <a:close/>
              </a:path>
              <a:path w="120015" h="238125">
                <a:moveTo>
                  <a:pt x="78394" y="29070"/>
                </a:moveTo>
                <a:lnTo>
                  <a:pt x="10020" y="29070"/>
                </a:lnTo>
                <a:lnTo>
                  <a:pt x="9309" y="28994"/>
                </a:lnTo>
                <a:lnTo>
                  <a:pt x="78306" y="28994"/>
                </a:lnTo>
                <a:close/>
              </a:path>
              <a:path w="120015" h="238125">
                <a:moveTo>
                  <a:pt x="14308" y="29634"/>
                </a:moveTo>
                <a:lnTo>
                  <a:pt x="9733" y="29048"/>
                </a:lnTo>
                <a:lnTo>
                  <a:pt x="10020" y="29070"/>
                </a:lnTo>
                <a:lnTo>
                  <a:pt x="78394" y="29070"/>
                </a:lnTo>
                <a:lnTo>
                  <a:pt x="78950" y="29552"/>
                </a:lnTo>
                <a:lnTo>
                  <a:pt x="13855" y="29552"/>
                </a:lnTo>
                <a:lnTo>
                  <a:pt x="14308" y="29634"/>
                </a:lnTo>
                <a:close/>
              </a:path>
              <a:path w="120015" h="238125">
                <a:moveTo>
                  <a:pt x="79082" y="29667"/>
                </a:moveTo>
                <a:lnTo>
                  <a:pt x="14566" y="29667"/>
                </a:lnTo>
                <a:lnTo>
                  <a:pt x="13855" y="29552"/>
                </a:lnTo>
                <a:lnTo>
                  <a:pt x="78950" y="29552"/>
                </a:lnTo>
                <a:lnTo>
                  <a:pt x="79082" y="29667"/>
                </a:lnTo>
                <a:close/>
              </a:path>
              <a:path w="120015" h="238125">
                <a:moveTo>
                  <a:pt x="80019" y="30480"/>
                </a:moveTo>
                <a:lnTo>
                  <a:pt x="19024" y="30480"/>
                </a:lnTo>
                <a:lnTo>
                  <a:pt x="18326" y="30340"/>
                </a:lnTo>
                <a:lnTo>
                  <a:pt x="14308" y="29634"/>
                </a:lnTo>
                <a:lnTo>
                  <a:pt x="14566" y="29667"/>
                </a:lnTo>
                <a:lnTo>
                  <a:pt x="79082" y="29667"/>
                </a:lnTo>
                <a:lnTo>
                  <a:pt x="80019" y="30480"/>
                </a:lnTo>
                <a:close/>
              </a:path>
              <a:path w="120015" h="238125">
                <a:moveTo>
                  <a:pt x="18610" y="30405"/>
                </a:moveTo>
                <a:lnTo>
                  <a:pt x="18245" y="30340"/>
                </a:lnTo>
                <a:lnTo>
                  <a:pt x="18610" y="30405"/>
                </a:lnTo>
                <a:close/>
              </a:path>
              <a:path w="120015" h="238125">
                <a:moveTo>
                  <a:pt x="81153" y="31508"/>
                </a:moveTo>
                <a:lnTo>
                  <a:pt x="23406" y="31508"/>
                </a:lnTo>
                <a:lnTo>
                  <a:pt x="22720" y="31330"/>
                </a:lnTo>
                <a:lnTo>
                  <a:pt x="18610" y="30405"/>
                </a:lnTo>
                <a:lnTo>
                  <a:pt x="19024" y="30480"/>
                </a:lnTo>
                <a:lnTo>
                  <a:pt x="80019" y="30480"/>
                </a:lnTo>
                <a:lnTo>
                  <a:pt x="80619" y="31000"/>
                </a:lnTo>
                <a:lnTo>
                  <a:pt x="81153" y="31508"/>
                </a:lnTo>
                <a:close/>
              </a:path>
              <a:path w="120015" h="238125">
                <a:moveTo>
                  <a:pt x="23080" y="31433"/>
                </a:moveTo>
                <a:lnTo>
                  <a:pt x="22633" y="31330"/>
                </a:lnTo>
                <a:lnTo>
                  <a:pt x="23080" y="31433"/>
                </a:lnTo>
                <a:close/>
              </a:path>
              <a:path w="120015" h="238125">
                <a:moveTo>
                  <a:pt x="82462" y="32753"/>
                </a:moveTo>
                <a:lnTo>
                  <a:pt x="27698" y="32753"/>
                </a:lnTo>
                <a:lnTo>
                  <a:pt x="27025" y="32537"/>
                </a:lnTo>
                <a:lnTo>
                  <a:pt x="23080" y="31433"/>
                </a:lnTo>
                <a:lnTo>
                  <a:pt x="23406" y="31508"/>
                </a:lnTo>
                <a:lnTo>
                  <a:pt x="81153" y="31508"/>
                </a:lnTo>
                <a:lnTo>
                  <a:pt x="82462" y="32753"/>
                </a:lnTo>
                <a:close/>
              </a:path>
              <a:path w="120015" h="238125">
                <a:moveTo>
                  <a:pt x="27479" y="32690"/>
                </a:moveTo>
                <a:lnTo>
                  <a:pt x="26943" y="32537"/>
                </a:lnTo>
                <a:lnTo>
                  <a:pt x="27479" y="32690"/>
                </a:lnTo>
                <a:close/>
              </a:path>
              <a:path w="120015" h="238125">
                <a:moveTo>
                  <a:pt x="83971" y="34188"/>
                </a:moveTo>
                <a:lnTo>
                  <a:pt x="31915" y="34188"/>
                </a:lnTo>
                <a:lnTo>
                  <a:pt x="31254" y="33947"/>
                </a:lnTo>
                <a:lnTo>
                  <a:pt x="27479" y="32690"/>
                </a:lnTo>
                <a:lnTo>
                  <a:pt x="27698" y="32753"/>
                </a:lnTo>
                <a:lnTo>
                  <a:pt x="82462" y="32753"/>
                </a:lnTo>
                <a:lnTo>
                  <a:pt x="83971" y="34188"/>
                </a:lnTo>
                <a:close/>
              </a:path>
              <a:path w="120015" h="238125">
                <a:moveTo>
                  <a:pt x="31575" y="34073"/>
                </a:moveTo>
                <a:lnTo>
                  <a:pt x="31200" y="33947"/>
                </a:lnTo>
                <a:lnTo>
                  <a:pt x="31575" y="34073"/>
                </a:lnTo>
                <a:close/>
              </a:path>
              <a:path w="120015" h="238125">
                <a:moveTo>
                  <a:pt x="85608" y="35826"/>
                </a:moveTo>
                <a:lnTo>
                  <a:pt x="36017" y="35826"/>
                </a:lnTo>
                <a:lnTo>
                  <a:pt x="31575" y="34073"/>
                </a:lnTo>
                <a:lnTo>
                  <a:pt x="31915" y="34188"/>
                </a:lnTo>
                <a:lnTo>
                  <a:pt x="83971" y="34188"/>
                </a:lnTo>
                <a:lnTo>
                  <a:pt x="84772" y="34950"/>
                </a:lnTo>
                <a:lnTo>
                  <a:pt x="85608" y="35826"/>
                </a:lnTo>
                <a:close/>
              </a:path>
              <a:path w="120015" h="238125">
                <a:moveTo>
                  <a:pt x="87353" y="37655"/>
                </a:moveTo>
                <a:lnTo>
                  <a:pt x="40030" y="37655"/>
                </a:lnTo>
                <a:lnTo>
                  <a:pt x="35571" y="35650"/>
                </a:lnTo>
                <a:lnTo>
                  <a:pt x="36017" y="35826"/>
                </a:lnTo>
                <a:lnTo>
                  <a:pt x="85608" y="35826"/>
                </a:lnTo>
                <a:lnTo>
                  <a:pt x="87353" y="37655"/>
                </a:lnTo>
                <a:close/>
              </a:path>
              <a:path w="120015" h="238125">
                <a:moveTo>
                  <a:pt x="89227" y="39674"/>
                </a:moveTo>
                <a:lnTo>
                  <a:pt x="43929" y="39674"/>
                </a:lnTo>
                <a:lnTo>
                  <a:pt x="43319" y="39344"/>
                </a:lnTo>
                <a:lnTo>
                  <a:pt x="39607" y="37465"/>
                </a:lnTo>
                <a:lnTo>
                  <a:pt x="40030" y="37655"/>
                </a:lnTo>
                <a:lnTo>
                  <a:pt x="87353" y="37655"/>
                </a:lnTo>
                <a:lnTo>
                  <a:pt x="88722" y="39090"/>
                </a:lnTo>
                <a:lnTo>
                  <a:pt x="89227" y="39674"/>
                </a:lnTo>
                <a:close/>
              </a:path>
              <a:path w="120015" h="238125">
                <a:moveTo>
                  <a:pt x="43604" y="39508"/>
                </a:moveTo>
                <a:lnTo>
                  <a:pt x="43283" y="39344"/>
                </a:lnTo>
                <a:lnTo>
                  <a:pt x="43604" y="39508"/>
                </a:lnTo>
                <a:close/>
              </a:path>
              <a:path w="120015" h="238125">
                <a:moveTo>
                  <a:pt x="91139" y="41884"/>
                </a:moveTo>
                <a:lnTo>
                  <a:pt x="47726" y="41884"/>
                </a:lnTo>
                <a:lnTo>
                  <a:pt x="47129" y="41516"/>
                </a:lnTo>
                <a:lnTo>
                  <a:pt x="43604" y="39508"/>
                </a:lnTo>
                <a:lnTo>
                  <a:pt x="43929" y="39674"/>
                </a:lnTo>
                <a:lnTo>
                  <a:pt x="89227" y="39674"/>
                </a:lnTo>
                <a:lnTo>
                  <a:pt x="91139" y="41884"/>
                </a:lnTo>
                <a:close/>
              </a:path>
              <a:path w="120015" h="238125">
                <a:moveTo>
                  <a:pt x="47494" y="41750"/>
                </a:moveTo>
                <a:lnTo>
                  <a:pt x="47087" y="41516"/>
                </a:lnTo>
                <a:lnTo>
                  <a:pt x="47494" y="41750"/>
                </a:lnTo>
                <a:close/>
              </a:path>
              <a:path w="120015" h="238125">
                <a:moveTo>
                  <a:pt x="93127" y="44259"/>
                </a:moveTo>
                <a:lnTo>
                  <a:pt x="51396" y="44259"/>
                </a:lnTo>
                <a:lnTo>
                  <a:pt x="50825" y="43865"/>
                </a:lnTo>
                <a:lnTo>
                  <a:pt x="47494" y="41750"/>
                </a:lnTo>
                <a:lnTo>
                  <a:pt x="47726" y="41884"/>
                </a:lnTo>
                <a:lnTo>
                  <a:pt x="91139" y="41884"/>
                </a:lnTo>
                <a:lnTo>
                  <a:pt x="92468" y="43421"/>
                </a:lnTo>
                <a:lnTo>
                  <a:pt x="93127" y="44259"/>
                </a:lnTo>
                <a:close/>
              </a:path>
              <a:path w="120015" h="238125">
                <a:moveTo>
                  <a:pt x="51212" y="44141"/>
                </a:moveTo>
                <a:lnTo>
                  <a:pt x="50784" y="43865"/>
                </a:lnTo>
                <a:lnTo>
                  <a:pt x="51212" y="44141"/>
                </a:lnTo>
                <a:close/>
              </a:path>
              <a:path w="120015" h="238125">
                <a:moveTo>
                  <a:pt x="95123" y="46799"/>
                </a:moveTo>
                <a:lnTo>
                  <a:pt x="54952" y="46799"/>
                </a:lnTo>
                <a:lnTo>
                  <a:pt x="54406" y="46393"/>
                </a:lnTo>
                <a:lnTo>
                  <a:pt x="51212" y="44141"/>
                </a:lnTo>
                <a:lnTo>
                  <a:pt x="51396" y="44259"/>
                </a:lnTo>
                <a:lnTo>
                  <a:pt x="93127" y="44259"/>
                </a:lnTo>
                <a:lnTo>
                  <a:pt x="95123" y="46799"/>
                </a:lnTo>
                <a:close/>
              </a:path>
              <a:path w="120015" h="238125">
                <a:moveTo>
                  <a:pt x="54651" y="46585"/>
                </a:moveTo>
                <a:lnTo>
                  <a:pt x="54381" y="46393"/>
                </a:lnTo>
                <a:lnTo>
                  <a:pt x="54651" y="46585"/>
                </a:lnTo>
                <a:close/>
              </a:path>
              <a:path w="120015" h="238125">
                <a:moveTo>
                  <a:pt x="97133" y="49504"/>
                </a:moveTo>
                <a:lnTo>
                  <a:pt x="58369" y="49504"/>
                </a:lnTo>
                <a:lnTo>
                  <a:pt x="57848" y="49072"/>
                </a:lnTo>
                <a:lnTo>
                  <a:pt x="54651" y="46585"/>
                </a:lnTo>
                <a:lnTo>
                  <a:pt x="54952" y="46799"/>
                </a:lnTo>
                <a:lnTo>
                  <a:pt x="95123" y="46799"/>
                </a:lnTo>
                <a:lnTo>
                  <a:pt x="96011" y="47929"/>
                </a:lnTo>
                <a:lnTo>
                  <a:pt x="97133" y="49504"/>
                </a:lnTo>
                <a:close/>
              </a:path>
              <a:path w="120015" h="238125">
                <a:moveTo>
                  <a:pt x="58129" y="49316"/>
                </a:moveTo>
                <a:lnTo>
                  <a:pt x="57819" y="49072"/>
                </a:lnTo>
                <a:lnTo>
                  <a:pt x="58129" y="49316"/>
                </a:lnTo>
                <a:close/>
              </a:path>
              <a:path w="120015" h="238125">
                <a:moveTo>
                  <a:pt x="99176" y="52374"/>
                </a:moveTo>
                <a:lnTo>
                  <a:pt x="61658" y="52374"/>
                </a:lnTo>
                <a:lnTo>
                  <a:pt x="61150" y="51917"/>
                </a:lnTo>
                <a:lnTo>
                  <a:pt x="58129" y="49316"/>
                </a:lnTo>
                <a:lnTo>
                  <a:pt x="58369" y="49504"/>
                </a:lnTo>
                <a:lnTo>
                  <a:pt x="97133" y="49504"/>
                </a:lnTo>
                <a:lnTo>
                  <a:pt x="99176" y="52374"/>
                </a:lnTo>
                <a:close/>
              </a:path>
              <a:path w="120015" h="238125">
                <a:moveTo>
                  <a:pt x="61350" y="52107"/>
                </a:moveTo>
                <a:lnTo>
                  <a:pt x="61130" y="51917"/>
                </a:lnTo>
                <a:lnTo>
                  <a:pt x="61350" y="52107"/>
                </a:lnTo>
                <a:close/>
              </a:path>
              <a:path w="120015" h="238125">
                <a:moveTo>
                  <a:pt x="101124" y="55397"/>
                </a:moveTo>
                <a:lnTo>
                  <a:pt x="64808" y="55397"/>
                </a:lnTo>
                <a:lnTo>
                  <a:pt x="64325" y="54914"/>
                </a:lnTo>
                <a:lnTo>
                  <a:pt x="61350" y="52107"/>
                </a:lnTo>
                <a:lnTo>
                  <a:pt x="61658" y="52374"/>
                </a:lnTo>
                <a:lnTo>
                  <a:pt x="99176" y="52374"/>
                </a:lnTo>
                <a:lnTo>
                  <a:pt x="99339" y="52603"/>
                </a:lnTo>
                <a:lnTo>
                  <a:pt x="101124" y="55397"/>
                </a:lnTo>
                <a:close/>
              </a:path>
              <a:path w="120015" h="238125">
                <a:moveTo>
                  <a:pt x="64569" y="55170"/>
                </a:moveTo>
                <a:lnTo>
                  <a:pt x="64300" y="54914"/>
                </a:lnTo>
                <a:lnTo>
                  <a:pt x="64569" y="55170"/>
                </a:lnTo>
                <a:close/>
              </a:path>
              <a:path w="120015" h="238125">
                <a:moveTo>
                  <a:pt x="103073" y="58559"/>
                </a:moveTo>
                <a:lnTo>
                  <a:pt x="67805" y="58559"/>
                </a:lnTo>
                <a:lnTo>
                  <a:pt x="64569" y="55170"/>
                </a:lnTo>
                <a:lnTo>
                  <a:pt x="64808" y="55397"/>
                </a:lnTo>
                <a:lnTo>
                  <a:pt x="101124" y="55397"/>
                </a:lnTo>
                <a:lnTo>
                  <a:pt x="102438" y="57454"/>
                </a:lnTo>
                <a:lnTo>
                  <a:pt x="103073" y="58559"/>
                </a:lnTo>
                <a:close/>
              </a:path>
              <a:path w="120015" h="238125">
                <a:moveTo>
                  <a:pt x="104979" y="61874"/>
                </a:moveTo>
                <a:lnTo>
                  <a:pt x="70637" y="61874"/>
                </a:lnTo>
                <a:lnTo>
                  <a:pt x="70205" y="61341"/>
                </a:lnTo>
                <a:lnTo>
                  <a:pt x="67364" y="58098"/>
                </a:lnTo>
                <a:lnTo>
                  <a:pt x="67805" y="58559"/>
                </a:lnTo>
                <a:lnTo>
                  <a:pt x="103073" y="58559"/>
                </a:lnTo>
                <a:lnTo>
                  <a:pt x="104979" y="61874"/>
                </a:lnTo>
                <a:close/>
              </a:path>
              <a:path w="120015" h="238125">
                <a:moveTo>
                  <a:pt x="70502" y="61718"/>
                </a:moveTo>
                <a:lnTo>
                  <a:pt x="70175" y="61341"/>
                </a:lnTo>
                <a:lnTo>
                  <a:pt x="70502" y="61718"/>
                </a:lnTo>
                <a:close/>
              </a:path>
              <a:path w="120015" h="238125">
                <a:moveTo>
                  <a:pt x="106778" y="65316"/>
                </a:moveTo>
                <a:lnTo>
                  <a:pt x="73329" y="65316"/>
                </a:lnTo>
                <a:lnTo>
                  <a:pt x="72923" y="64769"/>
                </a:lnTo>
                <a:lnTo>
                  <a:pt x="70502" y="61718"/>
                </a:lnTo>
                <a:lnTo>
                  <a:pt x="70637" y="61874"/>
                </a:lnTo>
                <a:lnTo>
                  <a:pt x="104979" y="61874"/>
                </a:lnTo>
                <a:lnTo>
                  <a:pt x="105308" y="62445"/>
                </a:lnTo>
                <a:lnTo>
                  <a:pt x="106778" y="65316"/>
                </a:lnTo>
                <a:close/>
              </a:path>
              <a:path w="120015" h="238125">
                <a:moveTo>
                  <a:pt x="73136" y="65069"/>
                </a:moveTo>
                <a:lnTo>
                  <a:pt x="72900" y="64769"/>
                </a:lnTo>
                <a:lnTo>
                  <a:pt x="73136" y="65069"/>
                </a:lnTo>
                <a:close/>
              </a:path>
              <a:path w="120015" h="238125">
                <a:moveTo>
                  <a:pt x="108529" y="68884"/>
                </a:moveTo>
                <a:lnTo>
                  <a:pt x="75844" y="68884"/>
                </a:lnTo>
                <a:lnTo>
                  <a:pt x="75463" y="68313"/>
                </a:lnTo>
                <a:lnTo>
                  <a:pt x="73136" y="65069"/>
                </a:lnTo>
                <a:lnTo>
                  <a:pt x="73329" y="65316"/>
                </a:lnTo>
                <a:lnTo>
                  <a:pt x="106778" y="65316"/>
                </a:lnTo>
                <a:lnTo>
                  <a:pt x="107950" y="67602"/>
                </a:lnTo>
                <a:lnTo>
                  <a:pt x="108529" y="68884"/>
                </a:lnTo>
                <a:close/>
              </a:path>
              <a:path w="120015" h="238125">
                <a:moveTo>
                  <a:pt x="75689" y="68666"/>
                </a:moveTo>
                <a:lnTo>
                  <a:pt x="75438" y="68313"/>
                </a:lnTo>
                <a:lnTo>
                  <a:pt x="75689" y="68666"/>
                </a:lnTo>
                <a:close/>
              </a:path>
              <a:path w="120015" h="238125">
                <a:moveTo>
                  <a:pt x="110199" y="72580"/>
                </a:moveTo>
                <a:lnTo>
                  <a:pt x="78193" y="72580"/>
                </a:lnTo>
                <a:lnTo>
                  <a:pt x="77838" y="71996"/>
                </a:lnTo>
                <a:lnTo>
                  <a:pt x="75689" y="68666"/>
                </a:lnTo>
                <a:lnTo>
                  <a:pt x="75844" y="68884"/>
                </a:lnTo>
                <a:lnTo>
                  <a:pt x="108529" y="68884"/>
                </a:lnTo>
                <a:lnTo>
                  <a:pt x="110199" y="72580"/>
                </a:lnTo>
                <a:close/>
              </a:path>
              <a:path w="120015" h="238125">
                <a:moveTo>
                  <a:pt x="78000" y="72277"/>
                </a:moveTo>
                <a:lnTo>
                  <a:pt x="77820" y="71996"/>
                </a:lnTo>
                <a:lnTo>
                  <a:pt x="78000" y="72277"/>
                </a:lnTo>
                <a:close/>
              </a:path>
              <a:path w="120015" h="238125">
                <a:moveTo>
                  <a:pt x="111721" y="76390"/>
                </a:moveTo>
                <a:lnTo>
                  <a:pt x="80365" y="76390"/>
                </a:lnTo>
                <a:lnTo>
                  <a:pt x="80035" y="75780"/>
                </a:lnTo>
                <a:lnTo>
                  <a:pt x="78000" y="72277"/>
                </a:lnTo>
                <a:lnTo>
                  <a:pt x="78193" y="72580"/>
                </a:lnTo>
                <a:lnTo>
                  <a:pt x="110199" y="72580"/>
                </a:lnTo>
                <a:lnTo>
                  <a:pt x="110337" y="72885"/>
                </a:lnTo>
                <a:lnTo>
                  <a:pt x="111721" y="76390"/>
                </a:lnTo>
                <a:close/>
              </a:path>
              <a:path w="120015" h="238125">
                <a:moveTo>
                  <a:pt x="80202" y="76107"/>
                </a:moveTo>
                <a:lnTo>
                  <a:pt x="80014" y="75780"/>
                </a:lnTo>
                <a:lnTo>
                  <a:pt x="80202" y="76107"/>
                </a:lnTo>
                <a:close/>
              </a:path>
              <a:path w="120015" h="238125">
                <a:moveTo>
                  <a:pt x="113159" y="80314"/>
                </a:moveTo>
                <a:lnTo>
                  <a:pt x="82359" y="80314"/>
                </a:lnTo>
                <a:lnTo>
                  <a:pt x="80202" y="76107"/>
                </a:lnTo>
                <a:lnTo>
                  <a:pt x="80365" y="76390"/>
                </a:lnTo>
                <a:lnTo>
                  <a:pt x="111721" y="76390"/>
                </a:lnTo>
                <a:lnTo>
                  <a:pt x="112483" y="78320"/>
                </a:lnTo>
                <a:lnTo>
                  <a:pt x="113159" y="80314"/>
                </a:lnTo>
                <a:close/>
              </a:path>
              <a:path w="120015" h="238125">
                <a:moveTo>
                  <a:pt x="114497" y="84340"/>
                </a:moveTo>
                <a:lnTo>
                  <a:pt x="84162" y="84340"/>
                </a:lnTo>
                <a:lnTo>
                  <a:pt x="83883" y="83693"/>
                </a:lnTo>
                <a:lnTo>
                  <a:pt x="82163" y="79932"/>
                </a:lnTo>
                <a:lnTo>
                  <a:pt x="82359" y="80314"/>
                </a:lnTo>
                <a:lnTo>
                  <a:pt x="113159" y="80314"/>
                </a:lnTo>
                <a:lnTo>
                  <a:pt x="114381" y="83932"/>
                </a:lnTo>
                <a:lnTo>
                  <a:pt x="114497" y="84340"/>
                </a:lnTo>
                <a:close/>
              </a:path>
              <a:path w="120015" h="238125">
                <a:moveTo>
                  <a:pt x="83977" y="83932"/>
                </a:moveTo>
                <a:lnTo>
                  <a:pt x="83869" y="83693"/>
                </a:lnTo>
                <a:lnTo>
                  <a:pt x="83977" y="83932"/>
                </a:lnTo>
                <a:close/>
              </a:path>
              <a:path w="120015" h="238125">
                <a:moveTo>
                  <a:pt x="115672" y="88468"/>
                </a:moveTo>
                <a:lnTo>
                  <a:pt x="85763" y="88468"/>
                </a:lnTo>
                <a:lnTo>
                  <a:pt x="85521" y="87807"/>
                </a:lnTo>
                <a:lnTo>
                  <a:pt x="83977" y="83932"/>
                </a:lnTo>
                <a:lnTo>
                  <a:pt x="84162" y="84340"/>
                </a:lnTo>
                <a:lnTo>
                  <a:pt x="114497" y="84340"/>
                </a:lnTo>
                <a:lnTo>
                  <a:pt x="115672" y="88468"/>
                </a:lnTo>
                <a:close/>
              </a:path>
              <a:path w="120015" h="238125">
                <a:moveTo>
                  <a:pt x="85636" y="88146"/>
                </a:moveTo>
                <a:lnTo>
                  <a:pt x="85503" y="87807"/>
                </a:lnTo>
                <a:lnTo>
                  <a:pt x="85636" y="88146"/>
                </a:lnTo>
                <a:close/>
              </a:path>
              <a:path w="120015" h="238125">
                <a:moveTo>
                  <a:pt x="116703" y="92684"/>
                </a:moveTo>
                <a:lnTo>
                  <a:pt x="87172" y="92684"/>
                </a:lnTo>
                <a:lnTo>
                  <a:pt x="86969" y="92011"/>
                </a:lnTo>
                <a:lnTo>
                  <a:pt x="85636" y="88146"/>
                </a:lnTo>
                <a:lnTo>
                  <a:pt x="85763" y="88468"/>
                </a:lnTo>
                <a:lnTo>
                  <a:pt x="115672" y="88468"/>
                </a:lnTo>
                <a:lnTo>
                  <a:pt x="115976" y="89535"/>
                </a:lnTo>
                <a:lnTo>
                  <a:pt x="116703" y="92684"/>
                </a:lnTo>
                <a:close/>
              </a:path>
              <a:path w="120015" h="238125">
                <a:moveTo>
                  <a:pt x="87093" y="92451"/>
                </a:moveTo>
                <a:lnTo>
                  <a:pt x="86944" y="92011"/>
                </a:lnTo>
                <a:lnTo>
                  <a:pt x="87093" y="92451"/>
                </a:lnTo>
                <a:close/>
              </a:path>
              <a:path w="120015" h="238125">
                <a:moveTo>
                  <a:pt x="117609" y="97002"/>
                </a:moveTo>
                <a:lnTo>
                  <a:pt x="88379" y="97002"/>
                </a:lnTo>
                <a:lnTo>
                  <a:pt x="88201" y="96304"/>
                </a:lnTo>
                <a:lnTo>
                  <a:pt x="87093" y="92451"/>
                </a:lnTo>
                <a:lnTo>
                  <a:pt x="87172" y="92684"/>
                </a:lnTo>
                <a:lnTo>
                  <a:pt x="116703" y="92684"/>
                </a:lnTo>
                <a:lnTo>
                  <a:pt x="117309" y="95313"/>
                </a:lnTo>
                <a:lnTo>
                  <a:pt x="117609" y="97002"/>
                </a:lnTo>
                <a:close/>
              </a:path>
              <a:path w="120015" h="238125">
                <a:moveTo>
                  <a:pt x="88290" y="96689"/>
                </a:moveTo>
                <a:lnTo>
                  <a:pt x="88182" y="96304"/>
                </a:lnTo>
                <a:lnTo>
                  <a:pt x="88290" y="96689"/>
                </a:lnTo>
                <a:close/>
              </a:path>
              <a:path w="120015" h="238125">
                <a:moveTo>
                  <a:pt x="118377" y="101396"/>
                </a:moveTo>
                <a:lnTo>
                  <a:pt x="89382" y="101396"/>
                </a:lnTo>
                <a:lnTo>
                  <a:pt x="89242" y="100685"/>
                </a:lnTo>
                <a:lnTo>
                  <a:pt x="88290" y="96689"/>
                </a:lnTo>
                <a:lnTo>
                  <a:pt x="88379" y="97002"/>
                </a:lnTo>
                <a:lnTo>
                  <a:pt x="117609" y="97002"/>
                </a:lnTo>
                <a:lnTo>
                  <a:pt x="118377" y="101396"/>
                </a:lnTo>
                <a:close/>
              </a:path>
              <a:path w="120015" h="238125">
                <a:moveTo>
                  <a:pt x="89323" y="101140"/>
                </a:moveTo>
                <a:lnTo>
                  <a:pt x="89217" y="100685"/>
                </a:lnTo>
                <a:lnTo>
                  <a:pt x="89323" y="101140"/>
                </a:lnTo>
                <a:close/>
              </a:path>
              <a:path w="120015" h="238125">
                <a:moveTo>
                  <a:pt x="118946" y="105867"/>
                </a:moveTo>
                <a:lnTo>
                  <a:pt x="90157" y="105867"/>
                </a:lnTo>
                <a:lnTo>
                  <a:pt x="90055" y="105156"/>
                </a:lnTo>
                <a:lnTo>
                  <a:pt x="89323" y="101140"/>
                </a:lnTo>
                <a:lnTo>
                  <a:pt x="89382" y="101396"/>
                </a:lnTo>
                <a:lnTo>
                  <a:pt x="118377" y="101396"/>
                </a:lnTo>
                <a:lnTo>
                  <a:pt x="118946" y="105867"/>
                </a:lnTo>
                <a:close/>
              </a:path>
              <a:path w="120015" h="238125">
                <a:moveTo>
                  <a:pt x="90114" y="105625"/>
                </a:moveTo>
                <a:lnTo>
                  <a:pt x="90031" y="105156"/>
                </a:lnTo>
                <a:lnTo>
                  <a:pt x="90114" y="105625"/>
                </a:lnTo>
                <a:close/>
              </a:path>
              <a:path w="120015" h="238125">
                <a:moveTo>
                  <a:pt x="119358" y="110413"/>
                </a:moveTo>
                <a:lnTo>
                  <a:pt x="90716" y="110413"/>
                </a:lnTo>
                <a:lnTo>
                  <a:pt x="90652" y="109702"/>
                </a:lnTo>
                <a:lnTo>
                  <a:pt x="90114" y="105625"/>
                </a:lnTo>
                <a:lnTo>
                  <a:pt x="90157" y="105867"/>
                </a:lnTo>
                <a:lnTo>
                  <a:pt x="118946" y="105867"/>
                </a:lnTo>
                <a:lnTo>
                  <a:pt x="119113" y="107175"/>
                </a:lnTo>
                <a:lnTo>
                  <a:pt x="119358" y="110413"/>
                </a:lnTo>
                <a:close/>
              </a:path>
              <a:path w="120015" h="238125">
                <a:moveTo>
                  <a:pt x="90692" y="110225"/>
                </a:moveTo>
                <a:lnTo>
                  <a:pt x="90626" y="109702"/>
                </a:lnTo>
                <a:lnTo>
                  <a:pt x="90692" y="110225"/>
                </a:lnTo>
                <a:close/>
              </a:path>
              <a:path w="120015" h="238125">
                <a:moveTo>
                  <a:pt x="119615" y="115036"/>
                </a:moveTo>
                <a:lnTo>
                  <a:pt x="91058" y="115036"/>
                </a:lnTo>
                <a:lnTo>
                  <a:pt x="91020" y="114312"/>
                </a:lnTo>
                <a:lnTo>
                  <a:pt x="90692" y="110225"/>
                </a:lnTo>
                <a:lnTo>
                  <a:pt x="90716" y="110413"/>
                </a:lnTo>
                <a:lnTo>
                  <a:pt x="119358" y="110413"/>
                </a:lnTo>
                <a:lnTo>
                  <a:pt x="119570" y="113220"/>
                </a:lnTo>
                <a:lnTo>
                  <a:pt x="119615" y="115036"/>
                </a:lnTo>
                <a:close/>
              </a:path>
              <a:path w="120015" h="238125">
                <a:moveTo>
                  <a:pt x="91028" y="114636"/>
                </a:moveTo>
                <a:lnTo>
                  <a:pt x="91003" y="114312"/>
                </a:lnTo>
                <a:lnTo>
                  <a:pt x="91028" y="114636"/>
                </a:lnTo>
                <a:close/>
              </a:path>
              <a:path w="120015" h="238125">
                <a:moveTo>
                  <a:pt x="119714" y="119722"/>
                </a:moveTo>
                <a:lnTo>
                  <a:pt x="91147" y="119722"/>
                </a:lnTo>
                <a:lnTo>
                  <a:pt x="91147" y="119024"/>
                </a:lnTo>
                <a:lnTo>
                  <a:pt x="91028" y="114636"/>
                </a:lnTo>
                <a:lnTo>
                  <a:pt x="91058" y="115036"/>
                </a:lnTo>
                <a:lnTo>
                  <a:pt x="119615" y="115036"/>
                </a:lnTo>
                <a:lnTo>
                  <a:pt x="119714" y="119722"/>
                </a:lnTo>
                <a:close/>
              </a:path>
              <a:path w="120015" h="238125">
                <a:moveTo>
                  <a:pt x="91139" y="119377"/>
                </a:moveTo>
                <a:lnTo>
                  <a:pt x="91131" y="119024"/>
                </a:lnTo>
                <a:lnTo>
                  <a:pt x="91139" y="119377"/>
                </a:lnTo>
                <a:close/>
              </a:path>
              <a:path w="120015" h="238125">
                <a:moveTo>
                  <a:pt x="119618" y="124002"/>
                </a:moveTo>
                <a:lnTo>
                  <a:pt x="91033" y="124002"/>
                </a:lnTo>
                <a:lnTo>
                  <a:pt x="91071" y="123329"/>
                </a:lnTo>
                <a:lnTo>
                  <a:pt x="91139" y="119377"/>
                </a:lnTo>
                <a:lnTo>
                  <a:pt x="91147" y="119722"/>
                </a:lnTo>
                <a:lnTo>
                  <a:pt x="119714" y="119722"/>
                </a:lnTo>
                <a:lnTo>
                  <a:pt x="119618" y="124002"/>
                </a:lnTo>
                <a:close/>
              </a:path>
              <a:path w="120015" h="238125">
                <a:moveTo>
                  <a:pt x="91037" y="123813"/>
                </a:moveTo>
                <a:lnTo>
                  <a:pt x="91049" y="123329"/>
                </a:lnTo>
                <a:lnTo>
                  <a:pt x="91037" y="123813"/>
                </a:lnTo>
                <a:close/>
              </a:path>
              <a:path w="120015" h="238125">
                <a:moveTo>
                  <a:pt x="119366" y="128244"/>
                </a:moveTo>
                <a:lnTo>
                  <a:pt x="90728" y="128244"/>
                </a:lnTo>
                <a:lnTo>
                  <a:pt x="90792" y="127584"/>
                </a:lnTo>
                <a:lnTo>
                  <a:pt x="91037" y="123813"/>
                </a:lnTo>
                <a:lnTo>
                  <a:pt x="91033" y="124002"/>
                </a:lnTo>
                <a:lnTo>
                  <a:pt x="119618" y="124002"/>
                </a:lnTo>
                <a:lnTo>
                  <a:pt x="119595" y="124993"/>
                </a:lnTo>
                <a:lnTo>
                  <a:pt x="119366" y="128244"/>
                </a:lnTo>
                <a:close/>
              </a:path>
              <a:path w="120015" h="238125">
                <a:moveTo>
                  <a:pt x="90749" y="127946"/>
                </a:moveTo>
                <a:lnTo>
                  <a:pt x="90774" y="127584"/>
                </a:lnTo>
                <a:lnTo>
                  <a:pt x="90749" y="127946"/>
                </a:lnTo>
                <a:close/>
              </a:path>
              <a:path w="120015" h="238125">
                <a:moveTo>
                  <a:pt x="118987" y="132435"/>
                </a:moveTo>
                <a:lnTo>
                  <a:pt x="90220" y="132435"/>
                </a:lnTo>
                <a:lnTo>
                  <a:pt x="90309" y="131787"/>
                </a:lnTo>
                <a:lnTo>
                  <a:pt x="90749" y="127946"/>
                </a:lnTo>
                <a:lnTo>
                  <a:pt x="90728" y="128244"/>
                </a:lnTo>
                <a:lnTo>
                  <a:pt x="119366" y="128244"/>
                </a:lnTo>
                <a:lnTo>
                  <a:pt x="119202" y="130568"/>
                </a:lnTo>
                <a:lnTo>
                  <a:pt x="118987" y="132435"/>
                </a:lnTo>
                <a:close/>
              </a:path>
              <a:path w="120015" h="238125">
                <a:moveTo>
                  <a:pt x="90265" y="132055"/>
                </a:moveTo>
                <a:lnTo>
                  <a:pt x="90297" y="131787"/>
                </a:lnTo>
                <a:lnTo>
                  <a:pt x="90265" y="132055"/>
                </a:lnTo>
                <a:close/>
              </a:path>
              <a:path w="120015" h="238125">
                <a:moveTo>
                  <a:pt x="118488" y="136563"/>
                </a:moveTo>
                <a:lnTo>
                  <a:pt x="89522" y="136563"/>
                </a:lnTo>
                <a:lnTo>
                  <a:pt x="89649" y="135915"/>
                </a:lnTo>
                <a:lnTo>
                  <a:pt x="90265" y="132055"/>
                </a:lnTo>
                <a:lnTo>
                  <a:pt x="90220" y="132435"/>
                </a:lnTo>
                <a:lnTo>
                  <a:pt x="118987" y="132435"/>
                </a:lnTo>
                <a:lnTo>
                  <a:pt x="118586" y="135915"/>
                </a:lnTo>
                <a:lnTo>
                  <a:pt x="118488" y="136563"/>
                </a:lnTo>
                <a:close/>
              </a:path>
              <a:path w="120015" h="238125">
                <a:moveTo>
                  <a:pt x="89555" y="136360"/>
                </a:moveTo>
                <a:lnTo>
                  <a:pt x="89629" y="135915"/>
                </a:lnTo>
                <a:lnTo>
                  <a:pt x="89555" y="136360"/>
                </a:lnTo>
                <a:close/>
              </a:path>
              <a:path w="120015" h="238125">
                <a:moveTo>
                  <a:pt x="117823" y="140627"/>
                </a:moveTo>
                <a:lnTo>
                  <a:pt x="88658" y="140627"/>
                </a:lnTo>
                <a:lnTo>
                  <a:pt x="88798" y="139979"/>
                </a:lnTo>
                <a:lnTo>
                  <a:pt x="89555" y="136360"/>
                </a:lnTo>
                <a:lnTo>
                  <a:pt x="89522" y="136563"/>
                </a:lnTo>
                <a:lnTo>
                  <a:pt x="118488" y="136563"/>
                </a:lnTo>
                <a:lnTo>
                  <a:pt x="117823" y="140627"/>
                </a:lnTo>
                <a:close/>
              </a:path>
              <a:path w="120015" h="238125">
                <a:moveTo>
                  <a:pt x="88779" y="140052"/>
                </a:moveTo>
                <a:close/>
              </a:path>
              <a:path w="120015" h="238125">
                <a:moveTo>
                  <a:pt x="117018" y="144602"/>
                </a:moveTo>
                <a:lnTo>
                  <a:pt x="87604" y="144602"/>
                </a:lnTo>
                <a:lnTo>
                  <a:pt x="87782" y="143979"/>
                </a:lnTo>
                <a:lnTo>
                  <a:pt x="88779" y="140052"/>
                </a:lnTo>
                <a:lnTo>
                  <a:pt x="88658" y="140627"/>
                </a:lnTo>
                <a:lnTo>
                  <a:pt x="117823" y="140627"/>
                </a:lnTo>
                <a:lnTo>
                  <a:pt x="117678" y="141516"/>
                </a:lnTo>
                <a:lnTo>
                  <a:pt x="117018" y="144602"/>
                </a:lnTo>
                <a:close/>
              </a:path>
              <a:path w="120015" h="238125">
                <a:moveTo>
                  <a:pt x="87680" y="144309"/>
                </a:moveTo>
                <a:lnTo>
                  <a:pt x="87765" y="143979"/>
                </a:lnTo>
                <a:lnTo>
                  <a:pt x="87680" y="144309"/>
                </a:lnTo>
                <a:close/>
              </a:path>
              <a:path w="120015" h="238125">
                <a:moveTo>
                  <a:pt x="116105" y="148526"/>
                </a:moveTo>
                <a:lnTo>
                  <a:pt x="86372" y="148526"/>
                </a:lnTo>
                <a:lnTo>
                  <a:pt x="86575" y="147904"/>
                </a:lnTo>
                <a:lnTo>
                  <a:pt x="87680" y="144309"/>
                </a:lnTo>
                <a:lnTo>
                  <a:pt x="87604" y="144602"/>
                </a:lnTo>
                <a:lnTo>
                  <a:pt x="117018" y="144602"/>
                </a:lnTo>
                <a:lnTo>
                  <a:pt x="116535" y="146862"/>
                </a:lnTo>
                <a:lnTo>
                  <a:pt x="116105" y="148526"/>
                </a:lnTo>
                <a:close/>
              </a:path>
              <a:path w="120015" h="238125">
                <a:moveTo>
                  <a:pt x="86502" y="148109"/>
                </a:moveTo>
                <a:lnTo>
                  <a:pt x="86565" y="147904"/>
                </a:lnTo>
                <a:lnTo>
                  <a:pt x="86502" y="148109"/>
                </a:lnTo>
                <a:close/>
              </a:path>
              <a:path w="120015" h="238125">
                <a:moveTo>
                  <a:pt x="115105" y="152349"/>
                </a:moveTo>
                <a:lnTo>
                  <a:pt x="84975" y="152349"/>
                </a:lnTo>
                <a:lnTo>
                  <a:pt x="85204" y="151752"/>
                </a:lnTo>
                <a:lnTo>
                  <a:pt x="86502" y="148109"/>
                </a:lnTo>
                <a:lnTo>
                  <a:pt x="86372" y="148526"/>
                </a:lnTo>
                <a:lnTo>
                  <a:pt x="116105" y="148526"/>
                </a:lnTo>
                <a:lnTo>
                  <a:pt x="115105" y="152349"/>
                </a:lnTo>
                <a:close/>
              </a:path>
              <a:path w="120015" h="238125">
                <a:moveTo>
                  <a:pt x="85093" y="152020"/>
                </a:moveTo>
                <a:lnTo>
                  <a:pt x="85190" y="151752"/>
                </a:lnTo>
                <a:lnTo>
                  <a:pt x="85093" y="152020"/>
                </a:lnTo>
                <a:close/>
              </a:path>
              <a:path w="120015" h="238125">
                <a:moveTo>
                  <a:pt x="113941" y="156108"/>
                </a:moveTo>
                <a:lnTo>
                  <a:pt x="83413" y="156108"/>
                </a:lnTo>
                <a:lnTo>
                  <a:pt x="83667" y="155511"/>
                </a:lnTo>
                <a:lnTo>
                  <a:pt x="85093" y="152020"/>
                </a:lnTo>
                <a:lnTo>
                  <a:pt x="84975" y="152349"/>
                </a:lnTo>
                <a:lnTo>
                  <a:pt x="115105" y="152349"/>
                </a:lnTo>
                <a:lnTo>
                  <a:pt x="113941" y="156108"/>
                </a:lnTo>
                <a:close/>
              </a:path>
              <a:path w="120015" h="238125">
                <a:moveTo>
                  <a:pt x="83594" y="155669"/>
                </a:moveTo>
                <a:lnTo>
                  <a:pt x="83658" y="155511"/>
                </a:lnTo>
                <a:lnTo>
                  <a:pt x="83594" y="155669"/>
                </a:lnTo>
                <a:close/>
              </a:path>
              <a:path w="120015" h="238125">
                <a:moveTo>
                  <a:pt x="112680" y="159766"/>
                </a:moveTo>
                <a:lnTo>
                  <a:pt x="81686" y="159766"/>
                </a:lnTo>
                <a:lnTo>
                  <a:pt x="81965" y="159194"/>
                </a:lnTo>
                <a:lnTo>
                  <a:pt x="83594" y="155669"/>
                </a:lnTo>
                <a:lnTo>
                  <a:pt x="83413" y="156108"/>
                </a:lnTo>
                <a:lnTo>
                  <a:pt x="113941" y="156108"/>
                </a:lnTo>
                <a:lnTo>
                  <a:pt x="113576" y="157289"/>
                </a:lnTo>
                <a:lnTo>
                  <a:pt x="112680" y="159766"/>
                </a:lnTo>
                <a:close/>
              </a:path>
              <a:path w="120015" h="238125">
                <a:moveTo>
                  <a:pt x="81838" y="159439"/>
                </a:moveTo>
                <a:lnTo>
                  <a:pt x="81952" y="159194"/>
                </a:lnTo>
                <a:lnTo>
                  <a:pt x="81838" y="159439"/>
                </a:lnTo>
                <a:close/>
              </a:path>
              <a:path w="120015" h="238125">
                <a:moveTo>
                  <a:pt x="111333" y="163347"/>
                </a:moveTo>
                <a:lnTo>
                  <a:pt x="79806" y="163347"/>
                </a:lnTo>
                <a:lnTo>
                  <a:pt x="80111" y="162788"/>
                </a:lnTo>
                <a:lnTo>
                  <a:pt x="81838" y="159439"/>
                </a:lnTo>
                <a:lnTo>
                  <a:pt x="81686" y="159766"/>
                </a:lnTo>
                <a:lnTo>
                  <a:pt x="112680" y="159766"/>
                </a:lnTo>
                <a:lnTo>
                  <a:pt x="111747" y="162344"/>
                </a:lnTo>
                <a:lnTo>
                  <a:pt x="111333" y="163347"/>
                </a:lnTo>
                <a:close/>
              </a:path>
              <a:path w="120015" h="238125">
                <a:moveTo>
                  <a:pt x="79970" y="163031"/>
                </a:moveTo>
                <a:lnTo>
                  <a:pt x="80097" y="162788"/>
                </a:lnTo>
                <a:lnTo>
                  <a:pt x="79970" y="163031"/>
                </a:lnTo>
                <a:close/>
              </a:path>
              <a:path w="120015" h="238125">
                <a:moveTo>
                  <a:pt x="109896" y="166827"/>
                </a:moveTo>
                <a:lnTo>
                  <a:pt x="77774" y="166827"/>
                </a:lnTo>
                <a:lnTo>
                  <a:pt x="78104" y="166281"/>
                </a:lnTo>
                <a:lnTo>
                  <a:pt x="79970" y="163031"/>
                </a:lnTo>
                <a:lnTo>
                  <a:pt x="79806" y="163347"/>
                </a:lnTo>
                <a:lnTo>
                  <a:pt x="111333" y="163347"/>
                </a:lnTo>
                <a:lnTo>
                  <a:pt x="109896" y="166827"/>
                </a:lnTo>
                <a:close/>
              </a:path>
              <a:path w="120015" h="238125">
                <a:moveTo>
                  <a:pt x="77958" y="166509"/>
                </a:moveTo>
                <a:lnTo>
                  <a:pt x="78090" y="166281"/>
                </a:lnTo>
                <a:lnTo>
                  <a:pt x="77958" y="166509"/>
                </a:lnTo>
                <a:close/>
              </a:path>
              <a:path w="120015" h="238125">
                <a:moveTo>
                  <a:pt x="108351" y="170205"/>
                </a:moveTo>
                <a:lnTo>
                  <a:pt x="75590" y="170205"/>
                </a:lnTo>
                <a:lnTo>
                  <a:pt x="75945" y="169684"/>
                </a:lnTo>
                <a:lnTo>
                  <a:pt x="77958" y="166509"/>
                </a:lnTo>
                <a:lnTo>
                  <a:pt x="77774" y="166827"/>
                </a:lnTo>
                <a:lnTo>
                  <a:pt x="109896" y="166827"/>
                </a:lnTo>
                <a:lnTo>
                  <a:pt x="109702" y="167297"/>
                </a:lnTo>
                <a:lnTo>
                  <a:pt x="108351" y="170205"/>
                </a:lnTo>
                <a:close/>
              </a:path>
              <a:path w="120015" h="238125">
                <a:moveTo>
                  <a:pt x="75707" y="170022"/>
                </a:moveTo>
                <a:lnTo>
                  <a:pt x="75924" y="169684"/>
                </a:lnTo>
                <a:lnTo>
                  <a:pt x="75707" y="170022"/>
                </a:lnTo>
                <a:close/>
              </a:path>
              <a:path w="120015" h="238125">
                <a:moveTo>
                  <a:pt x="106750" y="173481"/>
                </a:moveTo>
                <a:lnTo>
                  <a:pt x="73266" y="173481"/>
                </a:lnTo>
                <a:lnTo>
                  <a:pt x="73647" y="172974"/>
                </a:lnTo>
                <a:lnTo>
                  <a:pt x="75707" y="170022"/>
                </a:lnTo>
                <a:lnTo>
                  <a:pt x="75590" y="170205"/>
                </a:lnTo>
                <a:lnTo>
                  <a:pt x="108351" y="170205"/>
                </a:lnTo>
                <a:lnTo>
                  <a:pt x="107454" y="172135"/>
                </a:lnTo>
                <a:lnTo>
                  <a:pt x="106750" y="173481"/>
                </a:lnTo>
                <a:close/>
              </a:path>
              <a:path w="120015" h="238125">
                <a:moveTo>
                  <a:pt x="73395" y="173298"/>
                </a:moveTo>
                <a:lnTo>
                  <a:pt x="73624" y="172974"/>
                </a:lnTo>
                <a:lnTo>
                  <a:pt x="73395" y="173298"/>
                </a:lnTo>
                <a:close/>
              </a:path>
              <a:path w="120015" h="238125">
                <a:moveTo>
                  <a:pt x="105097" y="176644"/>
                </a:moveTo>
                <a:lnTo>
                  <a:pt x="70802" y="176644"/>
                </a:lnTo>
                <a:lnTo>
                  <a:pt x="71196" y="176161"/>
                </a:lnTo>
                <a:lnTo>
                  <a:pt x="73395" y="173298"/>
                </a:lnTo>
                <a:lnTo>
                  <a:pt x="73266" y="173481"/>
                </a:lnTo>
                <a:lnTo>
                  <a:pt x="106750" y="173481"/>
                </a:lnTo>
                <a:lnTo>
                  <a:pt x="105097" y="176644"/>
                </a:lnTo>
                <a:close/>
              </a:path>
              <a:path w="120015" h="238125">
                <a:moveTo>
                  <a:pt x="70961" y="176439"/>
                </a:moveTo>
                <a:lnTo>
                  <a:pt x="71176" y="176161"/>
                </a:lnTo>
                <a:lnTo>
                  <a:pt x="70961" y="176439"/>
                </a:lnTo>
                <a:close/>
              </a:path>
              <a:path w="120015" h="238125">
                <a:moveTo>
                  <a:pt x="103336" y="179705"/>
                </a:moveTo>
                <a:lnTo>
                  <a:pt x="68199" y="179705"/>
                </a:lnTo>
                <a:lnTo>
                  <a:pt x="68618" y="179235"/>
                </a:lnTo>
                <a:lnTo>
                  <a:pt x="70961" y="176439"/>
                </a:lnTo>
                <a:lnTo>
                  <a:pt x="70802" y="176644"/>
                </a:lnTo>
                <a:lnTo>
                  <a:pt x="105097" y="176644"/>
                </a:lnTo>
                <a:lnTo>
                  <a:pt x="103336" y="179705"/>
                </a:lnTo>
                <a:close/>
              </a:path>
              <a:path w="120015" h="238125">
                <a:moveTo>
                  <a:pt x="68366" y="179507"/>
                </a:moveTo>
                <a:lnTo>
                  <a:pt x="68596" y="179235"/>
                </a:lnTo>
                <a:lnTo>
                  <a:pt x="68366" y="179507"/>
                </a:lnTo>
                <a:close/>
              </a:path>
              <a:path w="120015" h="238125">
                <a:moveTo>
                  <a:pt x="101560" y="182638"/>
                </a:moveTo>
                <a:lnTo>
                  <a:pt x="65468" y="182638"/>
                </a:lnTo>
                <a:lnTo>
                  <a:pt x="65912" y="182181"/>
                </a:lnTo>
                <a:lnTo>
                  <a:pt x="68366" y="179507"/>
                </a:lnTo>
                <a:lnTo>
                  <a:pt x="68199" y="179705"/>
                </a:lnTo>
                <a:lnTo>
                  <a:pt x="103336" y="179705"/>
                </a:lnTo>
                <a:lnTo>
                  <a:pt x="102336" y="181432"/>
                </a:lnTo>
                <a:lnTo>
                  <a:pt x="101560" y="182638"/>
                </a:lnTo>
                <a:close/>
              </a:path>
              <a:path w="120015" h="238125">
                <a:moveTo>
                  <a:pt x="65661" y="182429"/>
                </a:moveTo>
                <a:lnTo>
                  <a:pt x="65891" y="182181"/>
                </a:lnTo>
                <a:lnTo>
                  <a:pt x="65661" y="182429"/>
                </a:lnTo>
                <a:close/>
              </a:path>
              <a:path w="120015" h="238125">
                <a:moveTo>
                  <a:pt x="99756" y="185445"/>
                </a:moveTo>
                <a:lnTo>
                  <a:pt x="62610" y="185445"/>
                </a:lnTo>
                <a:lnTo>
                  <a:pt x="63068" y="185013"/>
                </a:lnTo>
                <a:lnTo>
                  <a:pt x="65661" y="182429"/>
                </a:lnTo>
                <a:lnTo>
                  <a:pt x="65468" y="182638"/>
                </a:lnTo>
                <a:lnTo>
                  <a:pt x="101560" y="182638"/>
                </a:lnTo>
                <a:lnTo>
                  <a:pt x="99756" y="185445"/>
                </a:lnTo>
                <a:close/>
              </a:path>
              <a:path w="120015" h="238125">
                <a:moveTo>
                  <a:pt x="62808" y="185250"/>
                </a:moveTo>
                <a:lnTo>
                  <a:pt x="63047" y="185013"/>
                </a:lnTo>
                <a:lnTo>
                  <a:pt x="62808" y="185250"/>
                </a:lnTo>
                <a:close/>
              </a:path>
              <a:path w="120015" h="238125">
                <a:moveTo>
                  <a:pt x="97890" y="188137"/>
                </a:moveTo>
                <a:lnTo>
                  <a:pt x="59639" y="188137"/>
                </a:lnTo>
                <a:lnTo>
                  <a:pt x="60109" y="187718"/>
                </a:lnTo>
                <a:lnTo>
                  <a:pt x="62808" y="185250"/>
                </a:lnTo>
                <a:lnTo>
                  <a:pt x="62610" y="185445"/>
                </a:lnTo>
                <a:lnTo>
                  <a:pt x="99756" y="185445"/>
                </a:lnTo>
                <a:lnTo>
                  <a:pt x="99479" y="185877"/>
                </a:lnTo>
                <a:lnTo>
                  <a:pt x="97890" y="188137"/>
                </a:lnTo>
                <a:close/>
              </a:path>
              <a:path w="120015" h="238125">
                <a:moveTo>
                  <a:pt x="59993" y="187814"/>
                </a:moveTo>
                <a:close/>
              </a:path>
              <a:path w="120015" h="238125">
                <a:moveTo>
                  <a:pt x="96061" y="190690"/>
                </a:moveTo>
                <a:lnTo>
                  <a:pt x="56540" y="190690"/>
                </a:lnTo>
                <a:lnTo>
                  <a:pt x="57035" y="190296"/>
                </a:lnTo>
                <a:lnTo>
                  <a:pt x="59993" y="187814"/>
                </a:lnTo>
                <a:lnTo>
                  <a:pt x="59639" y="188137"/>
                </a:lnTo>
                <a:lnTo>
                  <a:pt x="97890" y="188137"/>
                </a:lnTo>
                <a:lnTo>
                  <a:pt x="96365" y="190296"/>
                </a:lnTo>
                <a:lnTo>
                  <a:pt x="96061" y="190690"/>
                </a:lnTo>
                <a:close/>
              </a:path>
              <a:path w="120015" h="238125">
                <a:moveTo>
                  <a:pt x="56779" y="190491"/>
                </a:moveTo>
                <a:lnTo>
                  <a:pt x="57013" y="190296"/>
                </a:lnTo>
                <a:lnTo>
                  <a:pt x="56779" y="190491"/>
                </a:lnTo>
                <a:close/>
              </a:path>
              <a:path w="120015" h="238125">
                <a:moveTo>
                  <a:pt x="94198" y="193103"/>
                </a:moveTo>
                <a:lnTo>
                  <a:pt x="53339" y="193103"/>
                </a:lnTo>
                <a:lnTo>
                  <a:pt x="53848" y="192735"/>
                </a:lnTo>
                <a:lnTo>
                  <a:pt x="56779" y="190491"/>
                </a:lnTo>
                <a:lnTo>
                  <a:pt x="56540" y="190690"/>
                </a:lnTo>
                <a:lnTo>
                  <a:pt x="96061" y="190690"/>
                </a:lnTo>
                <a:lnTo>
                  <a:pt x="94198" y="193103"/>
                </a:lnTo>
                <a:close/>
              </a:path>
              <a:path w="120015" h="238125">
                <a:moveTo>
                  <a:pt x="53592" y="192911"/>
                </a:moveTo>
                <a:lnTo>
                  <a:pt x="53824" y="192735"/>
                </a:lnTo>
                <a:lnTo>
                  <a:pt x="53592" y="192911"/>
                </a:lnTo>
                <a:close/>
              </a:path>
              <a:path w="120015" h="238125">
                <a:moveTo>
                  <a:pt x="92367" y="195376"/>
                </a:moveTo>
                <a:lnTo>
                  <a:pt x="50025" y="195376"/>
                </a:lnTo>
                <a:lnTo>
                  <a:pt x="50545" y="195033"/>
                </a:lnTo>
                <a:lnTo>
                  <a:pt x="53592" y="192911"/>
                </a:lnTo>
                <a:lnTo>
                  <a:pt x="53339" y="193103"/>
                </a:lnTo>
                <a:lnTo>
                  <a:pt x="94198" y="193103"/>
                </a:lnTo>
                <a:lnTo>
                  <a:pt x="93217" y="194373"/>
                </a:lnTo>
                <a:lnTo>
                  <a:pt x="92367" y="195376"/>
                </a:lnTo>
                <a:close/>
              </a:path>
              <a:path w="120015" h="238125">
                <a:moveTo>
                  <a:pt x="50273" y="195205"/>
                </a:moveTo>
                <a:lnTo>
                  <a:pt x="50521" y="195033"/>
                </a:lnTo>
                <a:lnTo>
                  <a:pt x="50273" y="195205"/>
                </a:lnTo>
                <a:close/>
              </a:path>
              <a:path w="120015" h="238125">
                <a:moveTo>
                  <a:pt x="90557" y="197510"/>
                </a:moveTo>
                <a:lnTo>
                  <a:pt x="46608" y="197510"/>
                </a:lnTo>
                <a:lnTo>
                  <a:pt x="47155" y="197180"/>
                </a:lnTo>
                <a:lnTo>
                  <a:pt x="50273" y="195205"/>
                </a:lnTo>
                <a:lnTo>
                  <a:pt x="50025" y="195376"/>
                </a:lnTo>
                <a:lnTo>
                  <a:pt x="92367" y="195376"/>
                </a:lnTo>
                <a:lnTo>
                  <a:pt x="90557" y="197510"/>
                </a:lnTo>
                <a:close/>
              </a:path>
              <a:path w="120015" h="238125">
                <a:moveTo>
                  <a:pt x="46934" y="197305"/>
                </a:moveTo>
                <a:lnTo>
                  <a:pt x="47133" y="197180"/>
                </a:lnTo>
                <a:lnTo>
                  <a:pt x="46934" y="197305"/>
                </a:lnTo>
                <a:close/>
              </a:path>
              <a:path w="120015" h="238125">
                <a:moveTo>
                  <a:pt x="88796" y="199491"/>
                </a:moveTo>
                <a:lnTo>
                  <a:pt x="43091" y="199491"/>
                </a:lnTo>
                <a:lnTo>
                  <a:pt x="43662" y="199186"/>
                </a:lnTo>
                <a:lnTo>
                  <a:pt x="46934" y="197305"/>
                </a:lnTo>
                <a:lnTo>
                  <a:pt x="46608" y="197510"/>
                </a:lnTo>
                <a:lnTo>
                  <a:pt x="90557" y="197510"/>
                </a:lnTo>
                <a:lnTo>
                  <a:pt x="89814" y="198386"/>
                </a:lnTo>
                <a:lnTo>
                  <a:pt x="88796" y="199491"/>
                </a:lnTo>
                <a:close/>
              </a:path>
              <a:path w="120015" h="238125">
                <a:moveTo>
                  <a:pt x="43314" y="199364"/>
                </a:moveTo>
                <a:lnTo>
                  <a:pt x="43627" y="199186"/>
                </a:lnTo>
                <a:lnTo>
                  <a:pt x="43314" y="199364"/>
                </a:lnTo>
                <a:close/>
              </a:path>
              <a:path w="120015" h="238125">
                <a:moveTo>
                  <a:pt x="87111" y="201320"/>
                </a:moveTo>
                <a:lnTo>
                  <a:pt x="39484" y="201320"/>
                </a:lnTo>
                <a:lnTo>
                  <a:pt x="40068" y="201041"/>
                </a:lnTo>
                <a:lnTo>
                  <a:pt x="43314" y="199364"/>
                </a:lnTo>
                <a:lnTo>
                  <a:pt x="43091" y="199491"/>
                </a:lnTo>
                <a:lnTo>
                  <a:pt x="88796" y="199491"/>
                </a:lnTo>
                <a:lnTo>
                  <a:pt x="87111" y="201320"/>
                </a:lnTo>
                <a:close/>
              </a:path>
              <a:path w="120015" h="238125">
                <a:moveTo>
                  <a:pt x="39734" y="201192"/>
                </a:moveTo>
                <a:lnTo>
                  <a:pt x="40031" y="201041"/>
                </a:lnTo>
                <a:lnTo>
                  <a:pt x="39734" y="201192"/>
                </a:lnTo>
                <a:close/>
              </a:path>
              <a:path w="120015" h="238125">
                <a:moveTo>
                  <a:pt x="85514" y="202984"/>
                </a:moveTo>
                <a:lnTo>
                  <a:pt x="35788" y="202984"/>
                </a:lnTo>
                <a:lnTo>
                  <a:pt x="36385" y="202730"/>
                </a:lnTo>
                <a:lnTo>
                  <a:pt x="39734" y="201192"/>
                </a:lnTo>
                <a:lnTo>
                  <a:pt x="39484" y="201320"/>
                </a:lnTo>
                <a:lnTo>
                  <a:pt x="87111" y="201320"/>
                </a:lnTo>
                <a:lnTo>
                  <a:pt x="86245" y="202260"/>
                </a:lnTo>
                <a:lnTo>
                  <a:pt x="85514" y="202984"/>
                </a:lnTo>
                <a:close/>
              </a:path>
              <a:path w="120015" h="238125">
                <a:moveTo>
                  <a:pt x="36063" y="202859"/>
                </a:moveTo>
                <a:lnTo>
                  <a:pt x="36348" y="202730"/>
                </a:lnTo>
                <a:lnTo>
                  <a:pt x="36063" y="202859"/>
                </a:lnTo>
                <a:close/>
              </a:path>
              <a:path w="120015" h="238125">
                <a:moveTo>
                  <a:pt x="84000" y="204482"/>
                </a:moveTo>
                <a:lnTo>
                  <a:pt x="32016" y="204482"/>
                </a:lnTo>
                <a:lnTo>
                  <a:pt x="32626" y="204254"/>
                </a:lnTo>
                <a:lnTo>
                  <a:pt x="36063" y="202859"/>
                </a:lnTo>
                <a:lnTo>
                  <a:pt x="35788" y="202984"/>
                </a:lnTo>
                <a:lnTo>
                  <a:pt x="85514" y="202984"/>
                </a:lnTo>
                <a:lnTo>
                  <a:pt x="84000" y="204482"/>
                </a:lnTo>
                <a:close/>
              </a:path>
              <a:path w="120015" h="238125">
                <a:moveTo>
                  <a:pt x="32300" y="204369"/>
                </a:moveTo>
                <a:lnTo>
                  <a:pt x="32586" y="204254"/>
                </a:lnTo>
                <a:lnTo>
                  <a:pt x="32300" y="204369"/>
                </a:lnTo>
                <a:close/>
              </a:path>
              <a:path w="120015" h="238125">
                <a:moveTo>
                  <a:pt x="82640" y="205828"/>
                </a:moveTo>
                <a:lnTo>
                  <a:pt x="28155" y="205828"/>
                </a:lnTo>
                <a:lnTo>
                  <a:pt x="28778" y="205625"/>
                </a:lnTo>
                <a:lnTo>
                  <a:pt x="32300" y="204369"/>
                </a:lnTo>
                <a:lnTo>
                  <a:pt x="32016" y="204482"/>
                </a:lnTo>
                <a:lnTo>
                  <a:pt x="84000" y="204482"/>
                </a:lnTo>
                <a:lnTo>
                  <a:pt x="82640" y="205828"/>
                </a:lnTo>
                <a:close/>
              </a:path>
              <a:path w="120015" h="238125">
                <a:moveTo>
                  <a:pt x="28482" y="205713"/>
                </a:moveTo>
                <a:lnTo>
                  <a:pt x="28732" y="205625"/>
                </a:lnTo>
                <a:lnTo>
                  <a:pt x="28482" y="205713"/>
                </a:lnTo>
                <a:close/>
              </a:path>
              <a:path w="120015" h="238125">
                <a:moveTo>
                  <a:pt x="81379" y="206984"/>
                </a:moveTo>
                <a:lnTo>
                  <a:pt x="24218" y="206984"/>
                </a:lnTo>
                <a:lnTo>
                  <a:pt x="24853" y="206819"/>
                </a:lnTo>
                <a:lnTo>
                  <a:pt x="28482" y="205713"/>
                </a:lnTo>
                <a:lnTo>
                  <a:pt x="28155" y="205828"/>
                </a:lnTo>
                <a:lnTo>
                  <a:pt x="82640" y="205828"/>
                </a:lnTo>
                <a:lnTo>
                  <a:pt x="81379" y="206984"/>
                </a:lnTo>
                <a:close/>
              </a:path>
              <a:path w="120015" h="238125">
                <a:moveTo>
                  <a:pt x="24364" y="206941"/>
                </a:moveTo>
                <a:lnTo>
                  <a:pt x="24772" y="206819"/>
                </a:lnTo>
                <a:lnTo>
                  <a:pt x="24364" y="206941"/>
                </a:lnTo>
                <a:close/>
              </a:path>
              <a:path w="120015" h="238125">
                <a:moveTo>
                  <a:pt x="80289" y="207975"/>
                </a:moveTo>
                <a:lnTo>
                  <a:pt x="20205" y="207975"/>
                </a:lnTo>
                <a:lnTo>
                  <a:pt x="20853" y="207835"/>
                </a:lnTo>
                <a:lnTo>
                  <a:pt x="24364" y="206941"/>
                </a:lnTo>
                <a:lnTo>
                  <a:pt x="24218" y="206984"/>
                </a:lnTo>
                <a:lnTo>
                  <a:pt x="81379" y="206984"/>
                </a:lnTo>
                <a:lnTo>
                  <a:pt x="80289" y="207975"/>
                </a:lnTo>
                <a:close/>
              </a:path>
              <a:path w="120015" h="238125">
                <a:moveTo>
                  <a:pt x="20399" y="207927"/>
                </a:moveTo>
                <a:lnTo>
                  <a:pt x="20767" y="207835"/>
                </a:lnTo>
                <a:lnTo>
                  <a:pt x="20399" y="207927"/>
                </a:lnTo>
                <a:close/>
              </a:path>
              <a:path w="120015" h="238125">
                <a:moveTo>
                  <a:pt x="79395" y="208787"/>
                </a:moveTo>
                <a:lnTo>
                  <a:pt x="16128" y="208787"/>
                </a:lnTo>
                <a:lnTo>
                  <a:pt x="16776" y="208673"/>
                </a:lnTo>
                <a:lnTo>
                  <a:pt x="20399" y="207927"/>
                </a:lnTo>
                <a:lnTo>
                  <a:pt x="20205" y="207975"/>
                </a:lnTo>
                <a:lnTo>
                  <a:pt x="80289" y="207975"/>
                </a:lnTo>
                <a:lnTo>
                  <a:pt x="79395" y="208787"/>
                </a:lnTo>
                <a:close/>
              </a:path>
              <a:path w="120015" h="238125">
                <a:moveTo>
                  <a:pt x="16435" y="208726"/>
                </a:moveTo>
                <a:lnTo>
                  <a:pt x="16695" y="208673"/>
                </a:lnTo>
                <a:lnTo>
                  <a:pt x="16435" y="208726"/>
                </a:lnTo>
                <a:close/>
              </a:path>
              <a:path w="120015" h="238125">
                <a:moveTo>
                  <a:pt x="16357" y="237655"/>
                </a:moveTo>
                <a:lnTo>
                  <a:pt x="11988" y="209410"/>
                </a:lnTo>
                <a:lnTo>
                  <a:pt x="16435" y="208726"/>
                </a:lnTo>
                <a:lnTo>
                  <a:pt x="16128" y="208787"/>
                </a:lnTo>
                <a:lnTo>
                  <a:pt x="79395" y="208787"/>
                </a:lnTo>
                <a:lnTo>
                  <a:pt x="42367" y="231127"/>
                </a:lnTo>
                <a:lnTo>
                  <a:pt x="21475" y="236855"/>
                </a:lnTo>
                <a:lnTo>
                  <a:pt x="16357" y="2376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29869" y="3253828"/>
            <a:ext cx="0" cy="216535"/>
          </a:xfrm>
          <a:custGeom>
            <a:avLst/>
            <a:gdLst/>
            <a:ahLst/>
            <a:cxnLst/>
            <a:rect l="l" t="t" r="r" b="b"/>
            <a:pathLst>
              <a:path w="0" h="216535">
                <a:moveTo>
                  <a:pt x="0" y="0"/>
                </a:moveTo>
                <a:lnTo>
                  <a:pt x="0" y="216001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036409" y="3029394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5" h="238125">
                <a:moveTo>
                  <a:pt x="5071" y="28693"/>
                </a:moveTo>
                <a:lnTo>
                  <a:pt x="0" y="28562"/>
                </a:lnTo>
                <a:lnTo>
                  <a:pt x="723" y="0"/>
                </a:lnTo>
                <a:lnTo>
                  <a:pt x="6489" y="152"/>
                </a:lnTo>
                <a:lnTo>
                  <a:pt x="46824" y="9372"/>
                </a:lnTo>
                <a:lnTo>
                  <a:pt x="77931" y="28663"/>
                </a:lnTo>
                <a:lnTo>
                  <a:pt x="4686" y="28663"/>
                </a:lnTo>
                <a:lnTo>
                  <a:pt x="5071" y="28693"/>
                </a:lnTo>
                <a:close/>
              </a:path>
              <a:path w="120015" h="238125">
                <a:moveTo>
                  <a:pt x="77975" y="28702"/>
                </a:moveTo>
                <a:lnTo>
                  <a:pt x="5410" y="28702"/>
                </a:lnTo>
                <a:lnTo>
                  <a:pt x="4686" y="28663"/>
                </a:lnTo>
                <a:lnTo>
                  <a:pt x="77931" y="28663"/>
                </a:lnTo>
                <a:close/>
              </a:path>
              <a:path w="120015" h="238125">
                <a:moveTo>
                  <a:pt x="9733" y="29048"/>
                </a:moveTo>
                <a:lnTo>
                  <a:pt x="5071" y="28693"/>
                </a:lnTo>
                <a:lnTo>
                  <a:pt x="5410" y="28702"/>
                </a:lnTo>
                <a:lnTo>
                  <a:pt x="77975" y="28702"/>
                </a:lnTo>
                <a:lnTo>
                  <a:pt x="78312" y="28994"/>
                </a:lnTo>
                <a:lnTo>
                  <a:pt x="9309" y="28994"/>
                </a:lnTo>
                <a:lnTo>
                  <a:pt x="9733" y="29048"/>
                </a:lnTo>
                <a:close/>
              </a:path>
              <a:path w="120015" h="238125">
                <a:moveTo>
                  <a:pt x="78400" y="29070"/>
                </a:moveTo>
                <a:lnTo>
                  <a:pt x="10020" y="29070"/>
                </a:lnTo>
                <a:lnTo>
                  <a:pt x="9309" y="28994"/>
                </a:lnTo>
                <a:lnTo>
                  <a:pt x="78312" y="28994"/>
                </a:lnTo>
                <a:close/>
              </a:path>
              <a:path w="120015" h="238125">
                <a:moveTo>
                  <a:pt x="79090" y="29667"/>
                </a:moveTo>
                <a:lnTo>
                  <a:pt x="14566" y="29667"/>
                </a:lnTo>
                <a:lnTo>
                  <a:pt x="9733" y="29048"/>
                </a:lnTo>
                <a:lnTo>
                  <a:pt x="10020" y="29070"/>
                </a:lnTo>
                <a:lnTo>
                  <a:pt x="78400" y="29070"/>
                </a:lnTo>
                <a:lnTo>
                  <a:pt x="79090" y="29667"/>
                </a:lnTo>
                <a:close/>
              </a:path>
              <a:path w="120015" h="238125">
                <a:moveTo>
                  <a:pt x="80030" y="30480"/>
                </a:moveTo>
                <a:lnTo>
                  <a:pt x="19024" y="30480"/>
                </a:lnTo>
                <a:lnTo>
                  <a:pt x="18326" y="30340"/>
                </a:lnTo>
                <a:lnTo>
                  <a:pt x="14071" y="29603"/>
                </a:lnTo>
                <a:lnTo>
                  <a:pt x="14566" y="29667"/>
                </a:lnTo>
                <a:lnTo>
                  <a:pt x="79090" y="29667"/>
                </a:lnTo>
                <a:lnTo>
                  <a:pt x="80030" y="30480"/>
                </a:lnTo>
                <a:close/>
              </a:path>
              <a:path w="120015" h="238125">
                <a:moveTo>
                  <a:pt x="18629" y="30410"/>
                </a:moveTo>
                <a:lnTo>
                  <a:pt x="18234" y="30340"/>
                </a:lnTo>
                <a:lnTo>
                  <a:pt x="18629" y="30410"/>
                </a:lnTo>
                <a:close/>
              </a:path>
              <a:path w="120015" h="238125">
                <a:moveTo>
                  <a:pt x="81164" y="31508"/>
                </a:moveTo>
                <a:lnTo>
                  <a:pt x="23406" y="31508"/>
                </a:lnTo>
                <a:lnTo>
                  <a:pt x="22720" y="31330"/>
                </a:lnTo>
                <a:lnTo>
                  <a:pt x="18629" y="30410"/>
                </a:lnTo>
                <a:lnTo>
                  <a:pt x="19024" y="30480"/>
                </a:lnTo>
                <a:lnTo>
                  <a:pt x="80030" y="30480"/>
                </a:lnTo>
                <a:lnTo>
                  <a:pt x="80632" y="31000"/>
                </a:lnTo>
                <a:lnTo>
                  <a:pt x="81164" y="31508"/>
                </a:lnTo>
                <a:close/>
              </a:path>
              <a:path w="120015" h="238125">
                <a:moveTo>
                  <a:pt x="23085" y="31434"/>
                </a:moveTo>
                <a:lnTo>
                  <a:pt x="22633" y="31330"/>
                </a:lnTo>
                <a:lnTo>
                  <a:pt x="23085" y="31434"/>
                </a:lnTo>
                <a:close/>
              </a:path>
              <a:path w="120015" h="238125">
                <a:moveTo>
                  <a:pt x="82469" y="32753"/>
                </a:moveTo>
                <a:lnTo>
                  <a:pt x="27711" y="32753"/>
                </a:lnTo>
                <a:lnTo>
                  <a:pt x="27025" y="32537"/>
                </a:lnTo>
                <a:lnTo>
                  <a:pt x="23085" y="31434"/>
                </a:lnTo>
                <a:lnTo>
                  <a:pt x="23406" y="31508"/>
                </a:lnTo>
                <a:lnTo>
                  <a:pt x="81164" y="31508"/>
                </a:lnTo>
                <a:lnTo>
                  <a:pt x="82469" y="32753"/>
                </a:lnTo>
                <a:close/>
              </a:path>
              <a:path w="120015" h="238125">
                <a:moveTo>
                  <a:pt x="27413" y="32668"/>
                </a:moveTo>
                <a:lnTo>
                  <a:pt x="26953" y="32537"/>
                </a:lnTo>
                <a:lnTo>
                  <a:pt x="27413" y="32668"/>
                </a:lnTo>
                <a:close/>
              </a:path>
              <a:path w="120015" h="238125">
                <a:moveTo>
                  <a:pt x="83973" y="34188"/>
                </a:moveTo>
                <a:lnTo>
                  <a:pt x="31915" y="34188"/>
                </a:lnTo>
                <a:lnTo>
                  <a:pt x="31254" y="33947"/>
                </a:lnTo>
                <a:lnTo>
                  <a:pt x="27413" y="32668"/>
                </a:lnTo>
                <a:lnTo>
                  <a:pt x="27711" y="32753"/>
                </a:lnTo>
                <a:lnTo>
                  <a:pt x="82469" y="32753"/>
                </a:lnTo>
                <a:lnTo>
                  <a:pt x="83973" y="34188"/>
                </a:lnTo>
                <a:close/>
              </a:path>
              <a:path w="120015" h="238125">
                <a:moveTo>
                  <a:pt x="31567" y="34070"/>
                </a:moveTo>
                <a:lnTo>
                  <a:pt x="31200" y="33947"/>
                </a:lnTo>
                <a:lnTo>
                  <a:pt x="31567" y="34070"/>
                </a:lnTo>
                <a:close/>
              </a:path>
              <a:path w="120015" h="238125">
                <a:moveTo>
                  <a:pt x="85618" y="35839"/>
                </a:moveTo>
                <a:lnTo>
                  <a:pt x="36029" y="35839"/>
                </a:lnTo>
                <a:lnTo>
                  <a:pt x="35382" y="35560"/>
                </a:lnTo>
                <a:lnTo>
                  <a:pt x="31567" y="34070"/>
                </a:lnTo>
                <a:lnTo>
                  <a:pt x="31915" y="34188"/>
                </a:lnTo>
                <a:lnTo>
                  <a:pt x="83973" y="34188"/>
                </a:lnTo>
                <a:lnTo>
                  <a:pt x="84772" y="34950"/>
                </a:lnTo>
                <a:lnTo>
                  <a:pt x="85618" y="35839"/>
                </a:lnTo>
                <a:close/>
              </a:path>
              <a:path w="120015" h="238125">
                <a:moveTo>
                  <a:pt x="35779" y="35740"/>
                </a:moveTo>
                <a:lnTo>
                  <a:pt x="35324" y="35560"/>
                </a:lnTo>
                <a:lnTo>
                  <a:pt x="35779" y="35740"/>
                </a:lnTo>
                <a:close/>
              </a:path>
              <a:path w="120015" h="238125">
                <a:moveTo>
                  <a:pt x="87357" y="37668"/>
                </a:moveTo>
                <a:lnTo>
                  <a:pt x="40030" y="37668"/>
                </a:lnTo>
                <a:lnTo>
                  <a:pt x="39408" y="37363"/>
                </a:lnTo>
                <a:lnTo>
                  <a:pt x="35779" y="35740"/>
                </a:lnTo>
                <a:lnTo>
                  <a:pt x="36029" y="35839"/>
                </a:lnTo>
                <a:lnTo>
                  <a:pt x="85618" y="35839"/>
                </a:lnTo>
                <a:lnTo>
                  <a:pt x="87357" y="37668"/>
                </a:lnTo>
                <a:close/>
              </a:path>
              <a:path w="120015" h="238125">
                <a:moveTo>
                  <a:pt x="39790" y="37559"/>
                </a:moveTo>
                <a:lnTo>
                  <a:pt x="39358" y="37363"/>
                </a:lnTo>
                <a:lnTo>
                  <a:pt x="39790" y="37559"/>
                </a:lnTo>
                <a:close/>
              </a:path>
              <a:path w="120015" h="238125">
                <a:moveTo>
                  <a:pt x="89229" y="39687"/>
                </a:moveTo>
                <a:lnTo>
                  <a:pt x="43942" y="39687"/>
                </a:lnTo>
                <a:lnTo>
                  <a:pt x="43332" y="39357"/>
                </a:lnTo>
                <a:lnTo>
                  <a:pt x="39790" y="37559"/>
                </a:lnTo>
                <a:lnTo>
                  <a:pt x="40030" y="37668"/>
                </a:lnTo>
                <a:lnTo>
                  <a:pt x="87357" y="37668"/>
                </a:lnTo>
                <a:lnTo>
                  <a:pt x="88722" y="39103"/>
                </a:lnTo>
                <a:lnTo>
                  <a:pt x="89229" y="39687"/>
                </a:lnTo>
                <a:close/>
              </a:path>
              <a:path w="120015" h="238125">
                <a:moveTo>
                  <a:pt x="43615" y="39520"/>
                </a:moveTo>
                <a:lnTo>
                  <a:pt x="43297" y="39357"/>
                </a:lnTo>
                <a:lnTo>
                  <a:pt x="43615" y="39520"/>
                </a:lnTo>
                <a:close/>
              </a:path>
              <a:path w="120015" h="238125">
                <a:moveTo>
                  <a:pt x="91135" y="41884"/>
                </a:moveTo>
                <a:lnTo>
                  <a:pt x="47726" y="41884"/>
                </a:lnTo>
                <a:lnTo>
                  <a:pt x="47142" y="41529"/>
                </a:lnTo>
                <a:lnTo>
                  <a:pt x="43615" y="39520"/>
                </a:lnTo>
                <a:lnTo>
                  <a:pt x="43942" y="39687"/>
                </a:lnTo>
                <a:lnTo>
                  <a:pt x="89229" y="39687"/>
                </a:lnTo>
                <a:lnTo>
                  <a:pt x="91135" y="41884"/>
                </a:lnTo>
                <a:close/>
              </a:path>
              <a:path w="120015" h="238125">
                <a:moveTo>
                  <a:pt x="47436" y="41717"/>
                </a:moveTo>
                <a:lnTo>
                  <a:pt x="47108" y="41529"/>
                </a:lnTo>
                <a:lnTo>
                  <a:pt x="47436" y="41717"/>
                </a:lnTo>
                <a:close/>
              </a:path>
              <a:path w="120015" h="238125">
                <a:moveTo>
                  <a:pt x="93127" y="44259"/>
                </a:moveTo>
                <a:lnTo>
                  <a:pt x="51396" y="44259"/>
                </a:lnTo>
                <a:lnTo>
                  <a:pt x="50838" y="43878"/>
                </a:lnTo>
                <a:lnTo>
                  <a:pt x="47436" y="41717"/>
                </a:lnTo>
                <a:lnTo>
                  <a:pt x="47726" y="41884"/>
                </a:lnTo>
                <a:lnTo>
                  <a:pt x="91135" y="41884"/>
                </a:lnTo>
                <a:lnTo>
                  <a:pt x="92468" y="43421"/>
                </a:lnTo>
                <a:lnTo>
                  <a:pt x="93127" y="44259"/>
                </a:lnTo>
                <a:close/>
              </a:path>
              <a:path w="120015" h="238125">
                <a:moveTo>
                  <a:pt x="51166" y="44111"/>
                </a:moveTo>
                <a:lnTo>
                  <a:pt x="50803" y="43878"/>
                </a:lnTo>
                <a:lnTo>
                  <a:pt x="51166" y="44111"/>
                </a:lnTo>
                <a:close/>
              </a:path>
              <a:path w="120015" h="238125">
                <a:moveTo>
                  <a:pt x="95123" y="46799"/>
                </a:moveTo>
                <a:lnTo>
                  <a:pt x="54952" y="46799"/>
                </a:lnTo>
                <a:lnTo>
                  <a:pt x="54406" y="46393"/>
                </a:lnTo>
                <a:lnTo>
                  <a:pt x="51166" y="44111"/>
                </a:lnTo>
                <a:lnTo>
                  <a:pt x="51396" y="44259"/>
                </a:lnTo>
                <a:lnTo>
                  <a:pt x="93127" y="44259"/>
                </a:lnTo>
                <a:lnTo>
                  <a:pt x="95123" y="46799"/>
                </a:lnTo>
                <a:close/>
              </a:path>
              <a:path w="120015" h="238125">
                <a:moveTo>
                  <a:pt x="54645" y="46581"/>
                </a:moveTo>
                <a:lnTo>
                  <a:pt x="54380" y="46393"/>
                </a:lnTo>
                <a:lnTo>
                  <a:pt x="54645" y="46581"/>
                </a:lnTo>
                <a:close/>
              </a:path>
              <a:path w="120015" h="238125">
                <a:moveTo>
                  <a:pt x="97139" y="49517"/>
                </a:moveTo>
                <a:lnTo>
                  <a:pt x="58369" y="49517"/>
                </a:lnTo>
                <a:lnTo>
                  <a:pt x="57848" y="49072"/>
                </a:lnTo>
                <a:lnTo>
                  <a:pt x="54645" y="46581"/>
                </a:lnTo>
                <a:lnTo>
                  <a:pt x="54952" y="46799"/>
                </a:lnTo>
                <a:lnTo>
                  <a:pt x="95123" y="46799"/>
                </a:lnTo>
                <a:lnTo>
                  <a:pt x="96011" y="47929"/>
                </a:lnTo>
                <a:lnTo>
                  <a:pt x="97139" y="49517"/>
                </a:lnTo>
                <a:close/>
              </a:path>
              <a:path w="120015" h="238125">
                <a:moveTo>
                  <a:pt x="58282" y="49449"/>
                </a:moveTo>
                <a:lnTo>
                  <a:pt x="57805" y="49072"/>
                </a:lnTo>
                <a:lnTo>
                  <a:pt x="58282" y="49449"/>
                </a:lnTo>
                <a:close/>
              </a:path>
              <a:path w="120015" h="238125">
                <a:moveTo>
                  <a:pt x="99168" y="52374"/>
                </a:moveTo>
                <a:lnTo>
                  <a:pt x="61658" y="52374"/>
                </a:lnTo>
                <a:lnTo>
                  <a:pt x="61150" y="51917"/>
                </a:lnTo>
                <a:lnTo>
                  <a:pt x="58282" y="49449"/>
                </a:lnTo>
                <a:lnTo>
                  <a:pt x="97139" y="49517"/>
                </a:lnTo>
                <a:lnTo>
                  <a:pt x="99168" y="52374"/>
                </a:lnTo>
                <a:close/>
              </a:path>
              <a:path w="120015" h="238125">
                <a:moveTo>
                  <a:pt x="61350" y="52107"/>
                </a:moveTo>
                <a:lnTo>
                  <a:pt x="61130" y="51917"/>
                </a:lnTo>
                <a:lnTo>
                  <a:pt x="61350" y="52107"/>
                </a:lnTo>
                <a:close/>
              </a:path>
              <a:path w="120015" h="238125">
                <a:moveTo>
                  <a:pt x="101120" y="55397"/>
                </a:moveTo>
                <a:lnTo>
                  <a:pt x="64808" y="55397"/>
                </a:lnTo>
                <a:lnTo>
                  <a:pt x="64325" y="54914"/>
                </a:lnTo>
                <a:lnTo>
                  <a:pt x="61350" y="52107"/>
                </a:lnTo>
                <a:lnTo>
                  <a:pt x="61658" y="52374"/>
                </a:lnTo>
                <a:lnTo>
                  <a:pt x="99168" y="52374"/>
                </a:lnTo>
                <a:lnTo>
                  <a:pt x="99339" y="52616"/>
                </a:lnTo>
                <a:lnTo>
                  <a:pt x="101120" y="55397"/>
                </a:lnTo>
                <a:close/>
              </a:path>
              <a:path w="120015" h="238125">
                <a:moveTo>
                  <a:pt x="64560" y="55162"/>
                </a:moveTo>
                <a:lnTo>
                  <a:pt x="64300" y="54914"/>
                </a:lnTo>
                <a:lnTo>
                  <a:pt x="64560" y="55162"/>
                </a:lnTo>
                <a:close/>
              </a:path>
              <a:path w="120015" h="238125">
                <a:moveTo>
                  <a:pt x="103082" y="58572"/>
                </a:moveTo>
                <a:lnTo>
                  <a:pt x="67805" y="58572"/>
                </a:lnTo>
                <a:lnTo>
                  <a:pt x="67348" y="58064"/>
                </a:lnTo>
                <a:lnTo>
                  <a:pt x="64560" y="55162"/>
                </a:lnTo>
                <a:lnTo>
                  <a:pt x="64808" y="55397"/>
                </a:lnTo>
                <a:lnTo>
                  <a:pt x="101120" y="55397"/>
                </a:lnTo>
                <a:lnTo>
                  <a:pt x="102438" y="57454"/>
                </a:lnTo>
                <a:lnTo>
                  <a:pt x="103082" y="58572"/>
                </a:lnTo>
                <a:close/>
              </a:path>
              <a:path w="120015" h="238125">
                <a:moveTo>
                  <a:pt x="67615" y="58372"/>
                </a:moveTo>
                <a:lnTo>
                  <a:pt x="67321" y="58064"/>
                </a:lnTo>
                <a:lnTo>
                  <a:pt x="67615" y="58372"/>
                </a:lnTo>
                <a:close/>
              </a:path>
              <a:path w="120015" h="238125">
                <a:moveTo>
                  <a:pt x="104984" y="61874"/>
                </a:moveTo>
                <a:lnTo>
                  <a:pt x="70650" y="61874"/>
                </a:lnTo>
                <a:lnTo>
                  <a:pt x="67615" y="58372"/>
                </a:lnTo>
                <a:lnTo>
                  <a:pt x="67805" y="58572"/>
                </a:lnTo>
                <a:lnTo>
                  <a:pt x="103082" y="58572"/>
                </a:lnTo>
                <a:lnTo>
                  <a:pt x="104984" y="61874"/>
                </a:lnTo>
                <a:close/>
              </a:path>
              <a:path w="120015" h="238125">
                <a:moveTo>
                  <a:pt x="106781" y="65316"/>
                </a:moveTo>
                <a:lnTo>
                  <a:pt x="73329" y="65316"/>
                </a:lnTo>
                <a:lnTo>
                  <a:pt x="72923" y="64770"/>
                </a:lnTo>
                <a:lnTo>
                  <a:pt x="70273" y="61440"/>
                </a:lnTo>
                <a:lnTo>
                  <a:pt x="70650" y="61874"/>
                </a:lnTo>
                <a:lnTo>
                  <a:pt x="104984" y="61874"/>
                </a:lnTo>
                <a:lnTo>
                  <a:pt x="105321" y="62458"/>
                </a:lnTo>
                <a:lnTo>
                  <a:pt x="106781" y="65316"/>
                </a:lnTo>
                <a:close/>
              </a:path>
              <a:path w="120015" h="238125">
                <a:moveTo>
                  <a:pt x="73151" y="65090"/>
                </a:moveTo>
                <a:lnTo>
                  <a:pt x="72899" y="64770"/>
                </a:lnTo>
                <a:lnTo>
                  <a:pt x="73151" y="65090"/>
                </a:lnTo>
                <a:close/>
              </a:path>
              <a:path w="120015" h="238125">
                <a:moveTo>
                  <a:pt x="108531" y="68884"/>
                </a:moveTo>
                <a:lnTo>
                  <a:pt x="75857" y="68884"/>
                </a:lnTo>
                <a:lnTo>
                  <a:pt x="73151" y="65090"/>
                </a:lnTo>
                <a:lnTo>
                  <a:pt x="73329" y="65316"/>
                </a:lnTo>
                <a:lnTo>
                  <a:pt x="106781" y="65316"/>
                </a:lnTo>
                <a:lnTo>
                  <a:pt x="107950" y="67602"/>
                </a:lnTo>
                <a:lnTo>
                  <a:pt x="108531" y="68884"/>
                </a:lnTo>
                <a:close/>
              </a:path>
              <a:path w="120015" h="238125">
                <a:moveTo>
                  <a:pt x="110206" y="72580"/>
                </a:moveTo>
                <a:lnTo>
                  <a:pt x="78193" y="72580"/>
                </a:lnTo>
                <a:lnTo>
                  <a:pt x="77838" y="71996"/>
                </a:lnTo>
                <a:lnTo>
                  <a:pt x="75505" y="68392"/>
                </a:lnTo>
                <a:lnTo>
                  <a:pt x="75857" y="68884"/>
                </a:lnTo>
                <a:lnTo>
                  <a:pt x="108531" y="68884"/>
                </a:lnTo>
                <a:lnTo>
                  <a:pt x="110206" y="72580"/>
                </a:lnTo>
                <a:close/>
              </a:path>
              <a:path w="120015" h="238125">
                <a:moveTo>
                  <a:pt x="78005" y="72286"/>
                </a:moveTo>
                <a:lnTo>
                  <a:pt x="77818" y="71996"/>
                </a:lnTo>
                <a:lnTo>
                  <a:pt x="78005" y="72286"/>
                </a:lnTo>
                <a:close/>
              </a:path>
              <a:path w="120015" h="238125">
                <a:moveTo>
                  <a:pt x="111724" y="76390"/>
                </a:moveTo>
                <a:lnTo>
                  <a:pt x="80365" y="76390"/>
                </a:lnTo>
                <a:lnTo>
                  <a:pt x="78005" y="72286"/>
                </a:lnTo>
                <a:lnTo>
                  <a:pt x="78193" y="72580"/>
                </a:lnTo>
                <a:lnTo>
                  <a:pt x="110206" y="72580"/>
                </a:lnTo>
                <a:lnTo>
                  <a:pt x="110350" y="72898"/>
                </a:lnTo>
                <a:lnTo>
                  <a:pt x="111724" y="76390"/>
                </a:lnTo>
                <a:close/>
              </a:path>
              <a:path w="120015" h="238125">
                <a:moveTo>
                  <a:pt x="113159" y="80314"/>
                </a:moveTo>
                <a:lnTo>
                  <a:pt x="82359" y="80314"/>
                </a:lnTo>
                <a:lnTo>
                  <a:pt x="82054" y="79692"/>
                </a:lnTo>
                <a:lnTo>
                  <a:pt x="80145" y="76008"/>
                </a:lnTo>
                <a:lnTo>
                  <a:pt x="80365" y="76390"/>
                </a:lnTo>
                <a:lnTo>
                  <a:pt x="111724" y="76390"/>
                </a:lnTo>
                <a:lnTo>
                  <a:pt x="112483" y="78320"/>
                </a:lnTo>
                <a:lnTo>
                  <a:pt x="113159" y="80314"/>
                </a:lnTo>
                <a:close/>
              </a:path>
              <a:path w="120015" h="238125">
                <a:moveTo>
                  <a:pt x="82167" y="79941"/>
                </a:moveTo>
                <a:lnTo>
                  <a:pt x="82039" y="79692"/>
                </a:lnTo>
                <a:lnTo>
                  <a:pt x="82167" y="79941"/>
                </a:lnTo>
                <a:close/>
              </a:path>
              <a:path w="120015" h="238125">
                <a:moveTo>
                  <a:pt x="114497" y="84340"/>
                </a:moveTo>
                <a:lnTo>
                  <a:pt x="84162" y="84340"/>
                </a:lnTo>
                <a:lnTo>
                  <a:pt x="83896" y="83705"/>
                </a:lnTo>
                <a:lnTo>
                  <a:pt x="82167" y="79941"/>
                </a:lnTo>
                <a:lnTo>
                  <a:pt x="82359" y="80314"/>
                </a:lnTo>
                <a:lnTo>
                  <a:pt x="113159" y="80314"/>
                </a:lnTo>
                <a:lnTo>
                  <a:pt x="114497" y="84340"/>
                </a:lnTo>
                <a:close/>
              </a:path>
              <a:path w="120015" h="238125">
                <a:moveTo>
                  <a:pt x="84038" y="84067"/>
                </a:moveTo>
                <a:lnTo>
                  <a:pt x="83874" y="83705"/>
                </a:lnTo>
                <a:lnTo>
                  <a:pt x="84038" y="84067"/>
                </a:lnTo>
                <a:close/>
              </a:path>
              <a:path w="120015" h="238125">
                <a:moveTo>
                  <a:pt x="115672" y="88468"/>
                </a:moveTo>
                <a:lnTo>
                  <a:pt x="85775" y="88468"/>
                </a:lnTo>
                <a:lnTo>
                  <a:pt x="85534" y="87807"/>
                </a:lnTo>
                <a:lnTo>
                  <a:pt x="84038" y="84067"/>
                </a:lnTo>
                <a:lnTo>
                  <a:pt x="84162" y="84340"/>
                </a:lnTo>
                <a:lnTo>
                  <a:pt x="114497" y="84340"/>
                </a:lnTo>
                <a:lnTo>
                  <a:pt x="115672" y="88468"/>
                </a:lnTo>
                <a:close/>
              </a:path>
              <a:path w="120015" h="238125">
                <a:moveTo>
                  <a:pt x="85649" y="88147"/>
                </a:moveTo>
                <a:lnTo>
                  <a:pt x="85515" y="87807"/>
                </a:lnTo>
                <a:lnTo>
                  <a:pt x="85649" y="88147"/>
                </a:lnTo>
                <a:close/>
              </a:path>
              <a:path w="120015" h="238125">
                <a:moveTo>
                  <a:pt x="116706" y="92697"/>
                </a:moveTo>
                <a:lnTo>
                  <a:pt x="87185" y="92697"/>
                </a:lnTo>
                <a:lnTo>
                  <a:pt x="86969" y="92011"/>
                </a:lnTo>
                <a:lnTo>
                  <a:pt x="85649" y="88147"/>
                </a:lnTo>
                <a:lnTo>
                  <a:pt x="85775" y="88468"/>
                </a:lnTo>
                <a:lnTo>
                  <a:pt x="115672" y="88468"/>
                </a:lnTo>
                <a:lnTo>
                  <a:pt x="115976" y="89535"/>
                </a:lnTo>
                <a:lnTo>
                  <a:pt x="116706" y="92697"/>
                </a:lnTo>
                <a:close/>
              </a:path>
              <a:path w="120015" h="238125">
                <a:moveTo>
                  <a:pt x="87054" y="92308"/>
                </a:moveTo>
                <a:lnTo>
                  <a:pt x="86953" y="92011"/>
                </a:lnTo>
                <a:lnTo>
                  <a:pt x="87054" y="92308"/>
                </a:lnTo>
                <a:close/>
              </a:path>
              <a:path w="120015" h="238125">
                <a:moveTo>
                  <a:pt x="117609" y="97002"/>
                </a:moveTo>
                <a:lnTo>
                  <a:pt x="88392" y="97002"/>
                </a:lnTo>
                <a:lnTo>
                  <a:pt x="88214" y="96316"/>
                </a:lnTo>
                <a:lnTo>
                  <a:pt x="87054" y="92308"/>
                </a:lnTo>
                <a:lnTo>
                  <a:pt x="87185" y="92697"/>
                </a:lnTo>
                <a:lnTo>
                  <a:pt x="116706" y="92697"/>
                </a:lnTo>
                <a:lnTo>
                  <a:pt x="117309" y="95313"/>
                </a:lnTo>
                <a:lnTo>
                  <a:pt x="117609" y="97002"/>
                </a:lnTo>
                <a:close/>
              </a:path>
              <a:path w="120015" h="238125">
                <a:moveTo>
                  <a:pt x="88288" y="96637"/>
                </a:moveTo>
                <a:lnTo>
                  <a:pt x="88196" y="96316"/>
                </a:lnTo>
                <a:lnTo>
                  <a:pt x="88288" y="96637"/>
                </a:lnTo>
                <a:close/>
              </a:path>
              <a:path w="120015" h="238125">
                <a:moveTo>
                  <a:pt x="118377" y="101396"/>
                </a:moveTo>
                <a:lnTo>
                  <a:pt x="89382" y="101396"/>
                </a:lnTo>
                <a:lnTo>
                  <a:pt x="89242" y="100698"/>
                </a:lnTo>
                <a:lnTo>
                  <a:pt x="88288" y="96637"/>
                </a:lnTo>
                <a:lnTo>
                  <a:pt x="88392" y="97002"/>
                </a:lnTo>
                <a:lnTo>
                  <a:pt x="117609" y="97002"/>
                </a:lnTo>
                <a:lnTo>
                  <a:pt x="118377" y="101396"/>
                </a:lnTo>
                <a:close/>
              </a:path>
              <a:path w="120015" h="238125">
                <a:moveTo>
                  <a:pt x="89317" y="101112"/>
                </a:moveTo>
                <a:lnTo>
                  <a:pt x="89221" y="100698"/>
                </a:lnTo>
                <a:lnTo>
                  <a:pt x="89317" y="101112"/>
                </a:lnTo>
                <a:close/>
              </a:path>
              <a:path w="120015" h="238125">
                <a:moveTo>
                  <a:pt x="118946" y="105867"/>
                </a:moveTo>
                <a:lnTo>
                  <a:pt x="90170" y="105867"/>
                </a:lnTo>
                <a:lnTo>
                  <a:pt x="90055" y="105156"/>
                </a:lnTo>
                <a:lnTo>
                  <a:pt x="89317" y="101112"/>
                </a:lnTo>
                <a:lnTo>
                  <a:pt x="89382" y="101396"/>
                </a:lnTo>
                <a:lnTo>
                  <a:pt x="118377" y="101396"/>
                </a:lnTo>
                <a:lnTo>
                  <a:pt x="118946" y="105867"/>
                </a:lnTo>
                <a:close/>
              </a:path>
              <a:path w="120015" h="238125">
                <a:moveTo>
                  <a:pt x="90088" y="105414"/>
                </a:moveTo>
                <a:lnTo>
                  <a:pt x="90042" y="105156"/>
                </a:lnTo>
                <a:lnTo>
                  <a:pt x="90088" y="105414"/>
                </a:lnTo>
                <a:close/>
              </a:path>
              <a:path w="120015" h="238125">
                <a:moveTo>
                  <a:pt x="119364" y="110413"/>
                </a:moveTo>
                <a:lnTo>
                  <a:pt x="90728" y="110413"/>
                </a:lnTo>
                <a:lnTo>
                  <a:pt x="90652" y="109702"/>
                </a:lnTo>
                <a:lnTo>
                  <a:pt x="90088" y="105414"/>
                </a:lnTo>
                <a:lnTo>
                  <a:pt x="90170" y="105867"/>
                </a:lnTo>
                <a:lnTo>
                  <a:pt x="118946" y="105867"/>
                </a:lnTo>
                <a:lnTo>
                  <a:pt x="119113" y="107175"/>
                </a:lnTo>
                <a:lnTo>
                  <a:pt x="119364" y="110413"/>
                </a:lnTo>
                <a:close/>
              </a:path>
              <a:path w="120015" h="238125">
                <a:moveTo>
                  <a:pt x="90674" y="109989"/>
                </a:moveTo>
                <a:lnTo>
                  <a:pt x="90637" y="109702"/>
                </a:lnTo>
                <a:lnTo>
                  <a:pt x="90674" y="109989"/>
                </a:lnTo>
                <a:close/>
              </a:path>
              <a:path w="120015" h="238125">
                <a:moveTo>
                  <a:pt x="119628" y="115036"/>
                </a:moveTo>
                <a:lnTo>
                  <a:pt x="91058" y="115036"/>
                </a:lnTo>
                <a:lnTo>
                  <a:pt x="91020" y="114312"/>
                </a:lnTo>
                <a:lnTo>
                  <a:pt x="90674" y="109989"/>
                </a:lnTo>
                <a:lnTo>
                  <a:pt x="90728" y="110413"/>
                </a:lnTo>
                <a:lnTo>
                  <a:pt x="119364" y="110413"/>
                </a:lnTo>
                <a:lnTo>
                  <a:pt x="119583" y="113233"/>
                </a:lnTo>
                <a:lnTo>
                  <a:pt x="119628" y="115036"/>
                </a:lnTo>
                <a:close/>
              </a:path>
              <a:path w="120015" h="238125">
                <a:moveTo>
                  <a:pt x="91029" y="114651"/>
                </a:moveTo>
                <a:lnTo>
                  <a:pt x="91003" y="114312"/>
                </a:lnTo>
                <a:lnTo>
                  <a:pt x="91029" y="114651"/>
                </a:lnTo>
                <a:close/>
              </a:path>
              <a:path w="120015" h="238125">
                <a:moveTo>
                  <a:pt x="119726" y="119722"/>
                </a:moveTo>
                <a:lnTo>
                  <a:pt x="91160" y="119722"/>
                </a:lnTo>
                <a:lnTo>
                  <a:pt x="91160" y="119024"/>
                </a:lnTo>
                <a:lnTo>
                  <a:pt x="91029" y="114651"/>
                </a:lnTo>
                <a:lnTo>
                  <a:pt x="91058" y="115036"/>
                </a:lnTo>
                <a:lnTo>
                  <a:pt x="119628" y="115036"/>
                </a:lnTo>
                <a:lnTo>
                  <a:pt x="119726" y="119722"/>
                </a:lnTo>
                <a:close/>
              </a:path>
              <a:path w="120015" h="238125">
                <a:moveTo>
                  <a:pt x="91152" y="119394"/>
                </a:moveTo>
                <a:lnTo>
                  <a:pt x="91142" y="119024"/>
                </a:lnTo>
                <a:lnTo>
                  <a:pt x="91152" y="119394"/>
                </a:lnTo>
                <a:close/>
              </a:path>
              <a:path w="120015" h="238125">
                <a:moveTo>
                  <a:pt x="119620" y="124002"/>
                </a:moveTo>
                <a:lnTo>
                  <a:pt x="91046" y="124002"/>
                </a:lnTo>
                <a:lnTo>
                  <a:pt x="91152" y="119394"/>
                </a:lnTo>
                <a:lnTo>
                  <a:pt x="91160" y="119722"/>
                </a:lnTo>
                <a:lnTo>
                  <a:pt x="119726" y="119722"/>
                </a:lnTo>
                <a:lnTo>
                  <a:pt x="119620" y="124002"/>
                </a:lnTo>
                <a:close/>
              </a:path>
              <a:path w="120015" h="238125">
                <a:moveTo>
                  <a:pt x="91056" y="123561"/>
                </a:moveTo>
                <a:lnTo>
                  <a:pt x="91061" y="123342"/>
                </a:lnTo>
                <a:lnTo>
                  <a:pt x="91056" y="123561"/>
                </a:lnTo>
                <a:close/>
              </a:path>
              <a:path w="120015" h="238125">
                <a:moveTo>
                  <a:pt x="119373" y="128257"/>
                </a:moveTo>
                <a:lnTo>
                  <a:pt x="90728" y="128257"/>
                </a:lnTo>
                <a:lnTo>
                  <a:pt x="90792" y="127596"/>
                </a:lnTo>
                <a:lnTo>
                  <a:pt x="91056" y="123561"/>
                </a:lnTo>
                <a:lnTo>
                  <a:pt x="91046" y="124002"/>
                </a:lnTo>
                <a:lnTo>
                  <a:pt x="119620" y="124002"/>
                </a:lnTo>
                <a:lnTo>
                  <a:pt x="119595" y="124993"/>
                </a:lnTo>
                <a:lnTo>
                  <a:pt x="119373" y="128257"/>
                </a:lnTo>
                <a:close/>
              </a:path>
              <a:path w="120015" h="238125">
                <a:moveTo>
                  <a:pt x="90749" y="127959"/>
                </a:moveTo>
                <a:lnTo>
                  <a:pt x="90774" y="127596"/>
                </a:lnTo>
                <a:lnTo>
                  <a:pt x="90749" y="127959"/>
                </a:lnTo>
                <a:close/>
              </a:path>
              <a:path w="120015" h="238125">
                <a:moveTo>
                  <a:pt x="118995" y="132448"/>
                </a:moveTo>
                <a:lnTo>
                  <a:pt x="90220" y="132448"/>
                </a:lnTo>
                <a:lnTo>
                  <a:pt x="90309" y="131787"/>
                </a:lnTo>
                <a:lnTo>
                  <a:pt x="90749" y="127959"/>
                </a:lnTo>
                <a:lnTo>
                  <a:pt x="90728" y="128257"/>
                </a:lnTo>
                <a:lnTo>
                  <a:pt x="119373" y="128257"/>
                </a:lnTo>
                <a:lnTo>
                  <a:pt x="119214" y="130581"/>
                </a:lnTo>
                <a:lnTo>
                  <a:pt x="118995" y="132448"/>
                </a:lnTo>
                <a:close/>
              </a:path>
              <a:path w="120015" h="238125">
                <a:moveTo>
                  <a:pt x="90269" y="132037"/>
                </a:moveTo>
                <a:lnTo>
                  <a:pt x="90298" y="131787"/>
                </a:lnTo>
                <a:lnTo>
                  <a:pt x="90269" y="132037"/>
                </a:lnTo>
                <a:close/>
              </a:path>
              <a:path w="120015" h="238125">
                <a:moveTo>
                  <a:pt x="118488" y="136563"/>
                </a:moveTo>
                <a:lnTo>
                  <a:pt x="89534" y="136563"/>
                </a:lnTo>
                <a:lnTo>
                  <a:pt x="89649" y="135915"/>
                </a:lnTo>
                <a:lnTo>
                  <a:pt x="90269" y="132037"/>
                </a:lnTo>
                <a:lnTo>
                  <a:pt x="90220" y="132448"/>
                </a:lnTo>
                <a:lnTo>
                  <a:pt x="118995" y="132448"/>
                </a:lnTo>
                <a:lnTo>
                  <a:pt x="118586" y="135915"/>
                </a:lnTo>
                <a:lnTo>
                  <a:pt x="118488" y="136563"/>
                </a:lnTo>
                <a:close/>
              </a:path>
              <a:path w="120015" h="238125">
                <a:moveTo>
                  <a:pt x="89608" y="136107"/>
                </a:moveTo>
                <a:lnTo>
                  <a:pt x="89640" y="135915"/>
                </a:lnTo>
                <a:lnTo>
                  <a:pt x="89608" y="136107"/>
                </a:lnTo>
                <a:close/>
              </a:path>
              <a:path w="120015" h="238125">
                <a:moveTo>
                  <a:pt x="117823" y="140627"/>
                </a:moveTo>
                <a:lnTo>
                  <a:pt x="88658" y="140627"/>
                </a:lnTo>
                <a:lnTo>
                  <a:pt x="88811" y="139992"/>
                </a:lnTo>
                <a:lnTo>
                  <a:pt x="89608" y="136107"/>
                </a:lnTo>
                <a:lnTo>
                  <a:pt x="89534" y="136563"/>
                </a:lnTo>
                <a:lnTo>
                  <a:pt x="118488" y="136563"/>
                </a:lnTo>
                <a:lnTo>
                  <a:pt x="117823" y="140627"/>
                </a:lnTo>
                <a:close/>
              </a:path>
              <a:path w="120015" h="238125">
                <a:moveTo>
                  <a:pt x="88713" y="140364"/>
                </a:moveTo>
                <a:lnTo>
                  <a:pt x="88792" y="139992"/>
                </a:lnTo>
                <a:lnTo>
                  <a:pt x="88713" y="140364"/>
                </a:lnTo>
                <a:close/>
              </a:path>
              <a:path w="120015" h="238125">
                <a:moveTo>
                  <a:pt x="117023" y="144614"/>
                </a:moveTo>
                <a:lnTo>
                  <a:pt x="87604" y="144614"/>
                </a:lnTo>
                <a:lnTo>
                  <a:pt x="87782" y="143979"/>
                </a:lnTo>
                <a:lnTo>
                  <a:pt x="88713" y="140364"/>
                </a:lnTo>
                <a:lnTo>
                  <a:pt x="88658" y="140627"/>
                </a:lnTo>
                <a:lnTo>
                  <a:pt x="117823" y="140627"/>
                </a:lnTo>
                <a:lnTo>
                  <a:pt x="117678" y="141516"/>
                </a:lnTo>
                <a:lnTo>
                  <a:pt x="117023" y="144614"/>
                </a:lnTo>
                <a:close/>
              </a:path>
              <a:path w="120015" h="238125">
                <a:moveTo>
                  <a:pt x="87706" y="144225"/>
                </a:moveTo>
                <a:lnTo>
                  <a:pt x="87770" y="143979"/>
                </a:lnTo>
                <a:lnTo>
                  <a:pt x="87706" y="144225"/>
                </a:lnTo>
                <a:close/>
              </a:path>
              <a:path w="120015" h="238125">
                <a:moveTo>
                  <a:pt x="116113" y="148526"/>
                </a:moveTo>
                <a:lnTo>
                  <a:pt x="86372" y="148526"/>
                </a:lnTo>
                <a:lnTo>
                  <a:pt x="86575" y="147904"/>
                </a:lnTo>
                <a:lnTo>
                  <a:pt x="87706" y="144225"/>
                </a:lnTo>
                <a:lnTo>
                  <a:pt x="87604" y="144614"/>
                </a:lnTo>
                <a:lnTo>
                  <a:pt x="117023" y="144614"/>
                </a:lnTo>
                <a:lnTo>
                  <a:pt x="116547" y="146862"/>
                </a:lnTo>
                <a:lnTo>
                  <a:pt x="116113" y="148526"/>
                </a:lnTo>
                <a:close/>
              </a:path>
              <a:path w="120015" h="238125">
                <a:moveTo>
                  <a:pt x="86500" y="148113"/>
                </a:moveTo>
                <a:lnTo>
                  <a:pt x="86565" y="147904"/>
                </a:lnTo>
                <a:lnTo>
                  <a:pt x="86500" y="148113"/>
                </a:lnTo>
                <a:close/>
              </a:path>
              <a:path w="120015" h="238125">
                <a:moveTo>
                  <a:pt x="115101" y="152361"/>
                </a:moveTo>
                <a:lnTo>
                  <a:pt x="84975" y="152361"/>
                </a:lnTo>
                <a:lnTo>
                  <a:pt x="85217" y="151752"/>
                </a:lnTo>
                <a:lnTo>
                  <a:pt x="86500" y="148113"/>
                </a:lnTo>
                <a:lnTo>
                  <a:pt x="86372" y="148526"/>
                </a:lnTo>
                <a:lnTo>
                  <a:pt x="116113" y="148526"/>
                </a:lnTo>
                <a:lnTo>
                  <a:pt x="115101" y="152361"/>
                </a:lnTo>
                <a:close/>
              </a:path>
              <a:path w="120015" h="238125">
                <a:moveTo>
                  <a:pt x="85047" y="152160"/>
                </a:moveTo>
                <a:lnTo>
                  <a:pt x="85194" y="151752"/>
                </a:lnTo>
                <a:lnTo>
                  <a:pt x="85047" y="152160"/>
                </a:lnTo>
                <a:close/>
              </a:path>
              <a:path w="120015" h="238125">
                <a:moveTo>
                  <a:pt x="113941" y="156108"/>
                </a:moveTo>
                <a:lnTo>
                  <a:pt x="83413" y="156108"/>
                </a:lnTo>
                <a:lnTo>
                  <a:pt x="83680" y="155524"/>
                </a:lnTo>
                <a:lnTo>
                  <a:pt x="85047" y="152160"/>
                </a:lnTo>
                <a:lnTo>
                  <a:pt x="84975" y="152361"/>
                </a:lnTo>
                <a:lnTo>
                  <a:pt x="115101" y="152361"/>
                </a:lnTo>
                <a:lnTo>
                  <a:pt x="113941" y="156108"/>
                </a:lnTo>
                <a:close/>
              </a:path>
              <a:path w="120015" h="238125">
                <a:moveTo>
                  <a:pt x="83467" y="155978"/>
                </a:moveTo>
                <a:lnTo>
                  <a:pt x="83655" y="155524"/>
                </a:lnTo>
                <a:lnTo>
                  <a:pt x="83467" y="155978"/>
                </a:lnTo>
                <a:close/>
              </a:path>
              <a:path w="120015" h="238125">
                <a:moveTo>
                  <a:pt x="112675" y="159778"/>
                </a:moveTo>
                <a:lnTo>
                  <a:pt x="81686" y="159778"/>
                </a:lnTo>
                <a:lnTo>
                  <a:pt x="81978" y="159194"/>
                </a:lnTo>
                <a:lnTo>
                  <a:pt x="83467" y="155978"/>
                </a:lnTo>
                <a:lnTo>
                  <a:pt x="83413" y="156108"/>
                </a:lnTo>
                <a:lnTo>
                  <a:pt x="113941" y="156108"/>
                </a:lnTo>
                <a:lnTo>
                  <a:pt x="113576" y="157289"/>
                </a:lnTo>
                <a:lnTo>
                  <a:pt x="112675" y="159778"/>
                </a:lnTo>
                <a:close/>
              </a:path>
              <a:path w="120015" h="238125">
                <a:moveTo>
                  <a:pt x="81802" y="159531"/>
                </a:moveTo>
                <a:lnTo>
                  <a:pt x="81960" y="159194"/>
                </a:lnTo>
                <a:lnTo>
                  <a:pt x="81802" y="159531"/>
                </a:lnTo>
                <a:close/>
              </a:path>
              <a:path w="120015" h="238125">
                <a:moveTo>
                  <a:pt x="111335" y="163347"/>
                </a:moveTo>
                <a:lnTo>
                  <a:pt x="79806" y="163347"/>
                </a:lnTo>
                <a:lnTo>
                  <a:pt x="80124" y="162788"/>
                </a:lnTo>
                <a:lnTo>
                  <a:pt x="81802" y="159531"/>
                </a:lnTo>
                <a:lnTo>
                  <a:pt x="81686" y="159778"/>
                </a:lnTo>
                <a:lnTo>
                  <a:pt x="112675" y="159778"/>
                </a:lnTo>
                <a:lnTo>
                  <a:pt x="111747" y="162344"/>
                </a:lnTo>
                <a:lnTo>
                  <a:pt x="111335" y="163347"/>
                </a:lnTo>
                <a:close/>
              </a:path>
              <a:path w="120015" h="238125">
                <a:moveTo>
                  <a:pt x="79874" y="163218"/>
                </a:moveTo>
                <a:lnTo>
                  <a:pt x="80099" y="162788"/>
                </a:lnTo>
                <a:lnTo>
                  <a:pt x="79874" y="163218"/>
                </a:lnTo>
                <a:close/>
              </a:path>
              <a:path w="120015" h="238125">
                <a:moveTo>
                  <a:pt x="109908" y="166827"/>
                </a:moveTo>
                <a:lnTo>
                  <a:pt x="77774" y="166827"/>
                </a:lnTo>
                <a:lnTo>
                  <a:pt x="78104" y="166281"/>
                </a:lnTo>
                <a:lnTo>
                  <a:pt x="79874" y="163218"/>
                </a:lnTo>
                <a:lnTo>
                  <a:pt x="79806" y="163347"/>
                </a:lnTo>
                <a:lnTo>
                  <a:pt x="111335" y="163347"/>
                </a:lnTo>
                <a:lnTo>
                  <a:pt x="109908" y="166827"/>
                </a:lnTo>
                <a:close/>
              </a:path>
              <a:path w="120015" h="238125">
                <a:moveTo>
                  <a:pt x="77969" y="166492"/>
                </a:moveTo>
                <a:lnTo>
                  <a:pt x="78092" y="166281"/>
                </a:lnTo>
                <a:lnTo>
                  <a:pt x="77969" y="166492"/>
                </a:lnTo>
                <a:close/>
              </a:path>
              <a:path w="120015" h="238125">
                <a:moveTo>
                  <a:pt x="108356" y="170205"/>
                </a:moveTo>
                <a:lnTo>
                  <a:pt x="75590" y="170205"/>
                </a:lnTo>
                <a:lnTo>
                  <a:pt x="75946" y="169684"/>
                </a:lnTo>
                <a:lnTo>
                  <a:pt x="77969" y="166492"/>
                </a:lnTo>
                <a:lnTo>
                  <a:pt x="77774" y="166827"/>
                </a:lnTo>
                <a:lnTo>
                  <a:pt x="109908" y="166827"/>
                </a:lnTo>
                <a:lnTo>
                  <a:pt x="109715" y="167297"/>
                </a:lnTo>
                <a:lnTo>
                  <a:pt x="108356" y="170205"/>
                </a:lnTo>
                <a:close/>
              </a:path>
              <a:path w="120015" h="238125">
                <a:moveTo>
                  <a:pt x="75707" y="170022"/>
                </a:moveTo>
                <a:lnTo>
                  <a:pt x="75924" y="169684"/>
                </a:lnTo>
                <a:lnTo>
                  <a:pt x="75707" y="170022"/>
                </a:lnTo>
                <a:close/>
              </a:path>
              <a:path w="120015" h="238125">
                <a:moveTo>
                  <a:pt x="106754" y="173482"/>
                </a:moveTo>
                <a:lnTo>
                  <a:pt x="73266" y="173482"/>
                </a:lnTo>
                <a:lnTo>
                  <a:pt x="73647" y="172974"/>
                </a:lnTo>
                <a:lnTo>
                  <a:pt x="75707" y="170022"/>
                </a:lnTo>
                <a:lnTo>
                  <a:pt x="75590" y="170205"/>
                </a:lnTo>
                <a:lnTo>
                  <a:pt x="108356" y="170205"/>
                </a:lnTo>
                <a:lnTo>
                  <a:pt x="107454" y="172135"/>
                </a:lnTo>
                <a:lnTo>
                  <a:pt x="106754" y="173482"/>
                </a:lnTo>
                <a:close/>
              </a:path>
              <a:path w="120015" h="238125">
                <a:moveTo>
                  <a:pt x="73395" y="173298"/>
                </a:moveTo>
                <a:lnTo>
                  <a:pt x="73624" y="172974"/>
                </a:lnTo>
                <a:lnTo>
                  <a:pt x="73395" y="173298"/>
                </a:lnTo>
                <a:close/>
              </a:path>
              <a:path w="120015" h="238125">
                <a:moveTo>
                  <a:pt x="105109" y="176644"/>
                </a:moveTo>
                <a:lnTo>
                  <a:pt x="70802" y="176644"/>
                </a:lnTo>
                <a:lnTo>
                  <a:pt x="71196" y="176161"/>
                </a:lnTo>
                <a:lnTo>
                  <a:pt x="73395" y="173298"/>
                </a:lnTo>
                <a:lnTo>
                  <a:pt x="73266" y="173482"/>
                </a:lnTo>
                <a:lnTo>
                  <a:pt x="106754" y="173482"/>
                </a:lnTo>
                <a:lnTo>
                  <a:pt x="105109" y="176644"/>
                </a:lnTo>
                <a:close/>
              </a:path>
              <a:path w="120015" h="238125">
                <a:moveTo>
                  <a:pt x="70950" y="176453"/>
                </a:moveTo>
                <a:lnTo>
                  <a:pt x="71176" y="176161"/>
                </a:lnTo>
                <a:lnTo>
                  <a:pt x="70950" y="176453"/>
                </a:lnTo>
                <a:close/>
              </a:path>
              <a:path w="120015" h="238125">
                <a:moveTo>
                  <a:pt x="103341" y="179705"/>
                </a:moveTo>
                <a:lnTo>
                  <a:pt x="68211" y="179705"/>
                </a:lnTo>
                <a:lnTo>
                  <a:pt x="68618" y="179235"/>
                </a:lnTo>
                <a:lnTo>
                  <a:pt x="70950" y="176453"/>
                </a:lnTo>
                <a:lnTo>
                  <a:pt x="70802" y="176644"/>
                </a:lnTo>
                <a:lnTo>
                  <a:pt x="105109" y="176644"/>
                </a:lnTo>
                <a:lnTo>
                  <a:pt x="103341" y="179705"/>
                </a:lnTo>
                <a:close/>
              </a:path>
              <a:path w="120015" h="238125">
                <a:moveTo>
                  <a:pt x="68499" y="179362"/>
                </a:moveTo>
                <a:lnTo>
                  <a:pt x="68607" y="179235"/>
                </a:lnTo>
                <a:lnTo>
                  <a:pt x="68499" y="179362"/>
                </a:lnTo>
                <a:close/>
              </a:path>
              <a:path w="120015" h="238125">
                <a:moveTo>
                  <a:pt x="101566" y="182638"/>
                </a:moveTo>
                <a:lnTo>
                  <a:pt x="65468" y="182638"/>
                </a:lnTo>
                <a:lnTo>
                  <a:pt x="65913" y="182194"/>
                </a:lnTo>
                <a:lnTo>
                  <a:pt x="68499" y="179362"/>
                </a:lnTo>
                <a:lnTo>
                  <a:pt x="68211" y="179705"/>
                </a:lnTo>
                <a:lnTo>
                  <a:pt x="103341" y="179705"/>
                </a:lnTo>
                <a:lnTo>
                  <a:pt x="102336" y="181432"/>
                </a:lnTo>
                <a:lnTo>
                  <a:pt x="101566" y="182638"/>
                </a:lnTo>
                <a:close/>
              </a:path>
              <a:path w="120015" h="238125">
                <a:moveTo>
                  <a:pt x="65507" y="182596"/>
                </a:moveTo>
                <a:lnTo>
                  <a:pt x="65879" y="182194"/>
                </a:lnTo>
                <a:lnTo>
                  <a:pt x="65507" y="182596"/>
                </a:lnTo>
                <a:close/>
              </a:path>
              <a:path w="120015" h="238125">
                <a:moveTo>
                  <a:pt x="99767" y="185458"/>
                </a:moveTo>
                <a:lnTo>
                  <a:pt x="62623" y="185458"/>
                </a:lnTo>
                <a:lnTo>
                  <a:pt x="63068" y="185026"/>
                </a:lnTo>
                <a:lnTo>
                  <a:pt x="65507" y="182596"/>
                </a:lnTo>
                <a:lnTo>
                  <a:pt x="101566" y="182638"/>
                </a:lnTo>
                <a:lnTo>
                  <a:pt x="99767" y="185458"/>
                </a:lnTo>
                <a:close/>
              </a:path>
              <a:path w="120015" h="238125">
                <a:moveTo>
                  <a:pt x="62959" y="185125"/>
                </a:moveTo>
                <a:close/>
              </a:path>
              <a:path w="120015" h="238125">
                <a:moveTo>
                  <a:pt x="97900" y="188137"/>
                </a:moveTo>
                <a:lnTo>
                  <a:pt x="59639" y="188137"/>
                </a:lnTo>
                <a:lnTo>
                  <a:pt x="60109" y="187731"/>
                </a:lnTo>
                <a:lnTo>
                  <a:pt x="62959" y="185125"/>
                </a:lnTo>
                <a:lnTo>
                  <a:pt x="62623" y="185458"/>
                </a:lnTo>
                <a:lnTo>
                  <a:pt x="99767" y="185458"/>
                </a:lnTo>
                <a:lnTo>
                  <a:pt x="99491" y="185889"/>
                </a:lnTo>
                <a:lnTo>
                  <a:pt x="97900" y="188137"/>
                </a:lnTo>
                <a:close/>
              </a:path>
              <a:path w="120015" h="238125">
                <a:moveTo>
                  <a:pt x="59853" y="187943"/>
                </a:moveTo>
                <a:lnTo>
                  <a:pt x="60087" y="187731"/>
                </a:lnTo>
                <a:lnTo>
                  <a:pt x="59853" y="187943"/>
                </a:lnTo>
                <a:close/>
              </a:path>
              <a:path w="120015" h="238125">
                <a:moveTo>
                  <a:pt x="96061" y="190690"/>
                </a:moveTo>
                <a:lnTo>
                  <a:pt x="56540" y="190690"/>
                </a:lnTo>
                <a:lnTo>
                  <a:pt x="57035" y="190296"/>
                </a:lnTo>
                <a:lnTo>
                  <a:pt x="59853" y="187943"/>
                </a:lnTo>
                <a:lnTo>
                  <a:pt x="59639" y="188137"/>
                </a:lnTo>
                <a:lnTo>
                  <a:pt x="97900" y="188137"/>
                </a:lnTo>
                <a:lnTo>
                  <a:pt x="96365" y="190296"/>
                </a:lnTo>
                <a:lnTo>
                  <a:pt x="96061" y="190690"/>
                </a:lnTo>
                <a:close/>
              </a:path>
              <a:path w="120015" h="238125">
                <a:moveTo>
                  <a:pt x="56791" y="190481"/>
                </a:moveTo>
                <a:lnTo>
                  <a:pt x="57015" y="190296"/>
                </a:lnTo>
                <a:lnTo>
                  <a:pt x="56791" y="190481"/>
                </a:lnTo>
                <a:close/>
              </a:path>
              <a:path w="120015" h="238125">
                <a:moveTo>
                  <a:pt x="94198" y="193103"/>
                </a:moveTo>
                <a:lnTo>
                  <a:pt x="53340" y="193103"/>
                </a:lnTo>
                <a:lnTo>
                  <a:pt x="53848" y="192735"/>
                </a:lnTo>
                <a:lnTo>
                  <a:pt x="56791" y="190481"/>
                </a:lnTo>
                <a:lnTo>
                  <a:pt x="56540" y="190690"/>
                </a:lnTo>
                <a:lnTo>
                  <a:pt x="96061" y="190690"/>
                </a:lnTo>
                <a:lnTo>
                  <a:pt x="94198" y="193103"/>
                </a:lnTo>
                <a:close/>
              </a:path>
              <a:path w="120015" h="238125">
                <a:moveTo>
                  <a:pt x="53579" y="192921"/>
                </a:moveTo>
                <a:lnTo>
                  <a:pt x="53824" y="192735"/>
                </a:lnTo>
                <a:lnTo>
                  <a:pt x="53579" y="192921"/>
                </a:lnTo>
                <a:close/>
              </a:path>
              <a:path w="120015" h="238125">
                <a:moveTo>
                  <a:pt x="92362" y="195389"/>
                </a:moveTo>
                <a:lnTo>
                  <a:pt x="50025" y="195389"/>
                </a:lnTo>
                <a:lnTo>
                  <a:pt x="50558" y="195033"/>
                </a:lnTo>
                <a:lnTo>
                  <a:pt x="53579" y="192921"/>
                </a:lnTo>
                <a:lnTo>
                  <a:pt x="53340" y="193103"/>
                </a:lnTo>
                <a:lnTo>
                  <a:pt x="94198" y="193103"/>
                </a:lnTo>
                <a:lnTo>
                  <a:pt x="93218" y="194373"/>
                </a:lnTo>
                <a:lnTo>
                  <a:pt x="92362" y="195389"/>
                </a:lnTo>
                <a:close/>
              </a:path>
              <a:path w="120015" h="238125">
                <a:moveTo>
                  <a:pt x="50339" y="195171"/>
                </a:moveTo>
                <a:lnTo>
                  <a:pt x="50537" y="195033"/>
                </a:lnTo>
                <a:lnTo>
                  <a:pt x="50339" y="195171"/>
                </a:lnTo>
                <a:close/>
              </a:path>
              <a:path w="120015" h="238125">
                <a:moveTo>
                  <a:pt x="90575" y="197510"/>
                </a:moveTo>
                <a:lnTo>
                  <a:pt x="46608" y="197510"/>
                </a:lnTo>
                <a:lnTo>
                  <a:pt x="47155" y="197192"/>
                </a:lnTo>
                <a:lnTo>
                  <a:pt x="50339" y="195171"/>
                </a:lnTo>
                <a:lnTo>
                  <a:pt x="50025" y="195389"/>
                </a:lnTo>
                <a:lnTo>
                  <a:pt x="92362" y="195389"/>
                </a:lnTo>
                <a:lnTo>
                  <a:pt x="90575" y="197510"/>
                </a:lnTo>
                <a:close/>
              </a:path>
              <a:path w="120015" h="238125">
                <a:moveTo>
                  <a:pt x="46737" y="197429"/>
                </a:moveTo>
                <a:lnTo>
                  <a:pt x="47115" y="197192"/>
                </a:lnTo>
                <a:lnTo>
                  <a:pt x="46737" y="197429"/>
                </a:lnTo>
                <a:close/>
              </a:path>
              <a:path w="120015" h="238125">
                <a:moveTo>
                  <a:pt x="88813" y="199491"/>
                </a:moveTo>
                <a:lnTo>
                  <a:pt x="43103" y="199491"/>
                </a:lnTo>
                <a:lnTo>
                  <a:pt x="43662" y="199186"/>
                </a:lnTo>
                <a:lnTo>
                  <a:pt x="46737" y="197429"/>
                </a:lnTo>
                <a:lnTo>
                  <a:pt x="46608" y="197510"/>
                </a:lnTo>
                <a:lnTo>
                  <a:pt x="90575" y="197510"/>
                </a:lnTo>
                <a:lnTo>
                  <a:pt x="89827" y="198399"/>
                </a:lnTo>
                <a:lnTo>
                  <a:pt x="88813" y="199491"/>
                </a:lnTo>
                <a:close/>
              </a:path>
              <a:path w="120015" h="238125">
                <a:moveTo>
                  <a:pt x="43440" y="199300"/>
                </a:moveTo>
                <a:lnTo>
                  <a:pt x="43640" y="199186"/>
                </a:lnTo>
                <a:lnTo>
                  <a:pt x="43440" y="199300"/>
                </a:lnTo>
                <a:close/>
              </a:path>
              <a:path w="120015" h="238125">
                <a:moveTo>
                  <a:pt x="87117" y="201320"/>
                </a:moveTo>
                <a:lnTo>
                  <a:pt x="39497" y="201320"/>
                </a:lnTo>
                <a:lnTo>
                  <a:pt x="40068" y="201041"/>
                </a:lnTo>
                <a:lnTo>
                  <a:pt x="43440" y="199300"/>
                </a:lnTo>
                <a:lnTo>
                  <a:pt x="43103" y="199491"/>
                </a:lnTo>
                <a:lnTo>
                  <a:pt x="88813" y="199491"/>
                </a:lnTo>
                <a:lnTo>
                  <a:pt x="87117" y="201320"/>
                </a:lnTo>
                <a:close/>
              </a:path>
              <a:path w="120015" h="238125">
                <a:moveTo>
                  <a:pt x="39834" y="201147"/>
                </a:moveTo>
                <a:lnTo>
                  <a:pt x="40042" y="201041"/>
                </a:lnTo>
                <a:lnTo>
                  <a:pt x="39834" y="201147"/>
                </a:lnTo>
                <a:close/>
              </a:path>
              <a:path w="120015" h="238125">
                <a:moveTo>
                  <a:pt x="85516" y="202984"/>
                </a:moveTo>
                <a:lnTo>
                  <a:pt x="35801" y="202984"/>
                </a:lnTo>
                <a:lnTo>
                  <a:pt x="36385" y="202730"/>
                </a:lnTo>
                <a:lnTo>
                  <a:pt x="39834" y="201147"/>
                </a:lnTo>
                <a:lnTo>
                  <a:pt x="39497" y="201320"/>
                </a:lnTo>
                <a:lnTo>
                  <a:pt x="87117" y="201320"/>
                </a:lnTo>
                <a:lnTo>
                  <a:pt x="86245" y="202260"/>
                </a:lnTo>
                <a:lnTo>
                  <a:pt x="85516" y="202984"/>
                </a:lnTo>
                <a:close/>
              </a:path>
              <a:path w="120015" h="238125">
                <a:moveTo>
                  <a:pt x="36151" y="202824"/>
                </a:moveTo>
                <a:lnTo>
                  <a:pt x="36359" y="202730"/>
                </a:lnTo>
                <a:lnTo>
                  <a:pt x="36151" y="202824"/>
                </a:lnTo>
                <a:close/>
              </a:path>
              <a:path w="120015" h="238125">
                <a:moveTo>
                  <a:pt x="83995" y="204495"/>
                </a:moveTo>
                <a:lnTo>
                  <a:pt x="32016" y="204495"/>
                </a:lnTo>
                <a:lnTo>
                  <a:pt x="32626" y="204266"/>
                </a:lnTo>
                <a:lnTo>
                  <a:pt x="36151" y="202824"/>
                </a:lnTo>
                <a:lnTo>
                  <a:pt x="35801" y="202984"/>
                </a:lnTo>
                <a:lnTo>
                  <a:pt x="85516" y="202984"/>
                </a:lnTo>
                <a:lnTo>
                  <a:pt x="83995" y="204495"/>
                </a:lnTo>
                <a:close/>
              </a:path>
              <a:path w="120015" h="238125">
                <a:moveTo>
                  <a:pt x="32301" y="204380"/>
                </a:moveTo>
                <a:lnTo>
                  <a:pt x="32582" y="204266"/>
                </a:lnTo>
                <a:lnTo>
                  <a:pt x="32301" y="204380"/>
                </a:lnTo>
                <a:close/>
              </a:path>
              <a:path w="120015" h="238125">
                <a:moveTo>
                  <a:pt x="82652" y="205828"/>
                </a:moveTo>
                <a:lnTo>
                  <a:pt x="28155" y="205828"/>
                </a:lnTo>
                <a:lnTo>
                  <a:pt x="28778" y="205625"/>
                </a:lnTo>
                <a:lnTo>
                  <a:pt x="32301" y="204380"/>
                </a:lnTo>
                <a:lnTo>
                  <a:pt x="32016" y="204495"/>
                </a:lnTo>
                <a:lnTo>
                  <a:pt x="83995" y="204495"/>
                </a:lnTo>
                <a:lnTo>
                  <a:pt x="82652" y="205828"/>
                </a:lnTo>
                <a:close/>
              </a:path>
              <a:path w="120015" h="238125">
                <a:moveTo>
                  <a:pt x="28484" y="205713"/>
                </a:moveTo>
                <a:lnTo>
                  <a:pt x="28737" y="205625"/>
                </a:lnTo>
                <a:lnTo>
                  <a:pt x="28484" y="205713"/>
                </a:lnTo>
                <a:close/>
              </a:path>
              <a:path w="120015" h="238125">
                <a:moveTo>
                  <a:pt x="81379" y="206997"/>
                </a:moveTo>
                <a:lnTo>
                  <a:pt x="24218" y="206997"/>
                </a:lnTo>
                <a:lnTo>
                  <a:pt x="24853" y="206819"/>
                </a:lnTo>
                <a:lnTo>
                  <a:pt x="28484" y="205713"/>
                </a:lnTo>
                <a:lnTo>
                  <a:pt x="28155" y="205828"/>
                </a:lnTo>
                <a:lnTo>
                  <a:pt x="82652" y="205828"/>
                </a:lnTo>
                <a:lnTo>
                  <a:pt x="81379" y="206997"/>
                </a:lnTo>
                <a:close/>
              </a:path>
              <a:path w="120015" h="238125">
                <a:moveTo>
                  <a:pt x="24597" y="206883"/>
                </a:moveTo>
                <a:lnTo>
                  <a:pt x="24809" y="206819"/>
                </a:lnTo>
                <a:lnTo>
                  <a:pt x="24597" y="206883"/>
                </a:lnTo>
                <a:close/>
              </a:path>
              <a:path w="120015" h="238125">
                <a:moveTo>
                  <a:pt x="80303" y="207975"/>
                </a:moveTo>
                <a:lnTo>
                  <a:pt x="20218" y="207975"/>
                </a:lnTo>
                <a:lnTo>
                  <a:pt x="20853" y="207835"/>
                </a:lnTo>
                <a:lnTo>
                  <a:pt x="24597" y="206883"/>
                </a:lnTo>
                <a:lnTo>
                  <a:pt x="24218" y="206997"/>
                </a:lnTo>
                <a:lnTo>
                  <a:pt x="81379" y="206997"/>
                </a:lnTo>
                <a:lnTo>
                  <a:pt x="80303" y="207975"/>
                </a:lnTo>
                <a:close/>
              </a:path>
              <a:path w="120015" h="238125">
                <a:moveTo>
                  <a:pt x="20463" y="207914"/>
                </a:moveTo>
                <a:lnTo>
                  <a:pt x="20778" y="207835"/>
                </a:lnTo>
                <a:lnTo>
                  <a:pt x="20463" y="207914"/>
                </a:lnTo>
                <a:close/>
              </a:path>
              <a:path w="120015" h="238125">
                <a:moveTo>
                  <a:pt x="79408" y="208788"/>
                </a:moveTo>
                <a:lnTo>
                  <a:pt x="16128" y="208788"/>
                </a:lnTo>
                <a:lnTo>
                  <a:pt x="16789" y="208673"/>
                </a:lnTo>
                <a:lnTo>
                  <a:pt x="20463" y="207914"/>
                </a:lnTo>
                <a:lnTo>
                  <a:pt x="20218" y="207975"/>
                </a:lnTo>
                <a:lnTo>
                  <a:pt x="80303" y="207975"/>
                </a:lnTo>
                <a:lnTo>
                  <a:pt x="79408" y="208788"/>
                </a:lnTo>
                <a:close/>
              </a:path>
              <a:path w="120015" h="238125">
                <a:moveTo>
                  <a:pt x="16398" y="208733"/>
                </a:moveTo>
                <a:lnTo>
                  <a:pt x="16695" y="208673"/>
                </a:lnTo>
                <a:lnTo>
                  <a:pt x="16398" y="208733"/>
                </a:lnTo>
                <a:close/>
              </a:path>
              <a:path w="120015" h="238125">
                <a:moveTo>
                  <a:pt x="16357" y="237655"/>
                </a:moveTo>
                <a:lnTo>
                  <a:pt x="11988" y="209410"/>
                </a:lnTo>
                <a:lnTo>
                  <a:pt x="16398" y="208733"/>
                </a:lnTo>
                <a:lnTo>
                  <a:pt x="16128" y="208788"/>
                </a:lnTo>
                <a:lnTo>
                  <a:pt x="79408" y="208788"/>
                </a:lnTo>
                <a:lnTo>
                  <a:pt x="42379" y="231127"/>
                </a:lnTo>
                <a:lnTo>
                  <a:pt x="21475" y="236867"/>
                </a:lnTo>
                <a:lnTo>
                  <a:pt x="16357" y="2376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348626" y="228981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344702" y="3441814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307220" y="3915155"/>
            <a:ext cx="1010411" cy="14127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872179" y="3625608"/>
            <a:ext cx="18053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升压变压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348679" y="3606558"/>
            <a:ext cx="18053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降压变压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器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39596" y="1981200"/>
            <a:ext cx="4489704" cy="2689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28003" y="1981200"/>
            <a:ext cx="4782311" cy="2689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27832" y="1467611"/>
            <a:ext cx="5705856" cy="358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9844" y="973836"/>
            <a:ext cx="8596884" cy="4835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12592" y="1485900"/>
            <a:ext cx="5722620" cy="3662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9844" y="972311"/>
            <a:ext cx="8577072" cy="4824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7967" y="1537716"/>
            <a:ext cx="9049512" cy="39121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7089" y="1604137"/>
            <a:ext cx="8253730" cy="2364105"/>
          </a:xfrm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algn="just" marL="12700" marR="558800" indent="711200">
              <a:lnSpc>
                <a:spcPts val="3020"/>
              </a:lnSpc>
              <a:spcBef>
                <a:spcPts val="475"/>
              </a:spcBef>
            </a:pPr>
            <a:r>
              <a:rPr dirty="0" sz="2800" b="1">
                <a:latin typeface="华文楷体"/>
                <a:cs typeface="华文楷体"/>
              </a:rPr>
              <a:t>某个小水电站发电机的输出功率为</a:t>
            </a:r>
            <a:r>
              <a:rPr dirty="0" sz="2800" spc="-5" b="1">
                <a:latin typeface="Times New Roman"/>
                <a:cs typeface="Times New Roman"/>
              </a:rPr>
              <a:t>100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kW</a:t>
            </a:r>
            <a:r>
              <a:rPr dirty="0" sz="2800" spc="-5" b="1">
                <a:latin typeface="华文楷体"/>
                <a:cs typeface="华文楷体"/>
              </a:rPr>
              <a:t>，  </a:t>
            </a:r>
            <a:r>
              <a:rPr dirty="0" sz="2800" b="1">
                <a:latin typeface="华文楷体"/>
                <a:cs typeface="华文楷体"/>
              </a:rPr>
              <a:t>发电机的电压为</a:t>
            </a:r>
            <a:r>
              <a:rPr dirty="0" sz="2800" spc="-5" b="1">
                <a:latin typeface="Times New Roman"/>
                <a:cs typeface="Times New Roman"/>
              </a:rPr>
              <a:t>250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V</a:t>
            </a:r>
            <a:r>
              <a:rPr dirty="0" sz="2800" b="1">
                <a:latin typeface="华文楷体"/>
                <a:cs typeface="华文楷体"/>
              </a:rPr>
              <a:t>。通过升压变压器升压后</a:t>
            </a:r>
            <a:r>
              <a:rPr dirty="0" sz="2800" spc="-10" b="1">
                <a:latin typeface="华文楷体"/>
                <a:cs typeface="华文楷体"/>
              </a:rPr>
              <a:t>向 </a:t>
            </a:r>
            <a:r>
              <a:rPr dirty="0" sz="2800" b="1">
                <a:latin typeface="华文楷体"/>
                <a:cs typeface="华文楷体"/>
              </a:rPr>
              <a:t>远处输电，输电线的总电阻为</a:t>
            </a:r>
            <a:r>
              <a:rPr dirty="0" sz="2800" spc="-5" b="1">
                <a:latin typeface="Times New Roman"/>
                <a:cs typeface="Times New Roman"/>
              </a:rPr>
              <a:t>8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Ω</a:t>
            </a:r>
            <a:r>
              <a:rPr dirty="0" sz="2800" spc="-5" b="1">
                <a:latin typeface="华文楷体"/>
                <a:cs typeface="华文楷体"/>
              </a:rPr>
              <a:t>，</a:t>
            </a:r>
            <a:r>
              <a:rPr dirty="0" sz="2800" b="1">
                <a:latin typeface="华文楷体"/>
                <a:cs typeface="华文楷体"/>
              </a:rPr>
              <a:t>在用户端用</a:t>
            </a:r>
            <a:r>
              <a:rPr dirty="0" sz="2800" spc="-10" b="1">
                <a:latin typeface="华文楷体"/>
                <a:cs typeface="华文楷体"/>
              </a:rPr>
              <a:t>降 </a:t>
            </a:r>
            <a:r>
              <a:rPr dirty="0" sz="2800" b="1">
                <a:latin typeface="华文楷体"/>
                <a:cs typeface="华文楷体"/>
              </a:rPr>
              <a:t>压变压器把电压降为</a:t>
            </a:r>
            <a:r>
              <a:rPr dirty="0" sz="2800" spc="-5" b="1">
                <a:latin typeface="Times New Roman"/>
                <a:cs typeface="Times New Roman"/>
              </a:rPr>
              <a:t>220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V</a:t>
            </a:r>
            <a:r>
              <a:rPr dirty="0" sz="2800" b="1">
                <a:latin typeface="华文楷体"/>
                <a:cs typeface="华文楷体"/>
              </a:rPr>
              <a:t>。要求在输电线上损</a:t>
            </a:r>
            <a:r>
              <a:rPr dirty="0" sz="2800" spc="-10" b="1">
                <a:latin typeface="华文楷体"/>
                <a:cs typeface="华文楷体"/>
              </a:rPr>
              <a:t>失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ts val="2980"/>
              </a:lnSpc>
              <a:spcBef>
                <a:spcPts val="35"/>
              </a:spcBef>
            </a:pPr>
            <a:r>
              <a:rPr dirty="0" sz="2800" b="1">
                <a:latin typeface="华文楷体"/>
                <a:cs typeface="华文楷体"/>
              </a:rPr>
              <a:t>的功率控制在</a:t>
            </a:r>
            <a:r>
              <a:rPr dirty="0" sz="2800" spc="-5" b="1">
                <a:latin typeface="Times New Roman"/>
                <a:cs typeface="Times New Roman"/>
              </a:rPr>
              <a:t>5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kW</a:t>
            </a:r>
            <a:r>
              <a:rPr dirty="0" sz="2800" spc="-5" b="1">
                <a:latin typeface="华文楷体"/>
                <a:cs typeface="华文楷体"/>
              </a:rPr>
              <a:t>（</a:t>
            </a:r>
            <a:r>
              <a:rPr dirty="0" sz="2800" b="1">
                <a:latin typeface="华文楷体"/>
                <a:cs typeface="华文楷体"/>
              </a:rPr>
              <a:t>即用户得到的功率为</a:t>
            </a:r>
            <a:r>
              <a:rPr dirty="0" sz="2800" spc="-5" b="1">
                <a:latin typeface="Times New Roman"/>
                <a:cs typeface="Times New Roman"/>
              </a:rPr>
              <a:t>95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kW</a:t>
            </a:r>
            <a:r>
              <a:rPr dirty="0" sz="2800" spc="-5" b="1">
                <a:latin typeface="华文楷体"/>
                <a:cs typeface="华文楷体"/>
              </a:rPr>
              <a:t>）</a:t>
            </a:r>
            <a:r>
              <a:rPr dirty="0" sz="2800" spc="-10" b="1">
                <a:latin typeface="华文楷体"/>
                <a:cs typeface="华文楷体"/>
              </a:rPr>
              <a:t>。 </a:t>
            </a:r>
            <a:r>
              <a:rPr dirty="0" sz="2800" b="1">
                <a:latin typeface="华文楷体"/>
                <a:cs typeface="华文楷体"/>
              </a:rPr>
              <a:t>请你设计两个变压器的匝数比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55513" y="896581"/>
            <a:ext cx="1245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想一</a:t>
            </a:r>
            <a:r>
              <a:rPr dirty="0" sz="3200" spc="5">
                <a:latin typeface="黑体"/>
                <a:cs typeface="黑体"/>
              </a:rPr>
              <a:t>想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765" y="14435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68751" y="117348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66872" y="13959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087611" y="4154423"/>
            <a:ext cx="1062227" cy="1205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67276" y="1486319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12085" y="1295539"/>
            <a:ext cx="1497330" cy="1480820"/>
          </a:xfrm>
          <a:custGeom>
            <a:avLst/>
            <a:gdLst/>
            <a:ahLst/>
            <a:cxnLst/>
            <a:rect l="l" t="t" r="r" b="b"/>
            <a:pathLst>
              <a:path w="1497329" h="1480820">
                <a:moveTo>
                  <a:pt x="14287" y="1466075"/>
                </a:moveTo>
                <a:lnTo>
                  <a:pt x="0" y="1466075"/>
                </a:lnTo>
                <a:lnTo>
                  <a:pt x="0" y="1380350"/>
                </a:lnTo>
                <a:lnTo>
                  <a:pt x="28575" y="1380350"/>
                </a:lnTo>
                <a:lnTo>
                  <a:pt x="28575" y="1451787"/>
                </a:lnTo>
                <a:lnTo>
                  <a:pt x="14287" y="1451787"/>
                </a:lnTo>
                <a:lnTo>
                  <a:pt x="14287" y="1466075"/>
                </a:lnTo>
                <a:close/>
              </a:path>
              <a:path w="1497329" h="1480820">
                <a:moveTo>
                  <a:pt x="25349" y="1480362"/>
                </a:moveTo>
                <a:lnTo>
                  <a:pt x="14287" y="1480362"/>
                </a:lnTo>
                <a:lnTo>
                  <a:pt x="14287" y="1451787"/>
                </a:lnTo>
                <a:lnTo>
                  <a:pt x="25349" y="1451787"/>
                </a:lnTo>
                <a:lnTo>
                  <a:pt x="25349" y="1480362"/>
                </a:lnTo>
                <a:close/>
              </a:path>
              <a:path w="1497329" h="1480820">
                <a:moveTo>
                  <a:pt x="28575" y="1466075"/>
                </a:moveTo>
                <a:lnTo>
                  <a:pt x="25349" y="1466075"/>
                </a:lnTo>
                <a:lnTo>
                  <a:pt x="25349" y="1451787"/>
                </a:lnTo>
                <a:lnTo>
                  <a:pt x="28575" y="1451787"/>
                </a:lnTo>
                <a:lnTo>
                  <a:pt x="28575" y="1466075"/>
                </a:lnTo>
                <a:close/>
              </a:path>
              <a:path w="1497329" h="1480820">
                <a:moveTo>
                  <a:pt x="28575" y="1351775"/>
                </a:moveTo>
                <a:lnTo>
                  <a:pt x="0" y="1351775"/>
                </a:lnTo>
                <a:lnTo>
                  <a:pt x="0" y="1266050"/>
                </a:lnTo>
                <a:lnTo>
                  <a:pt x="28575" y="1266050"/>
                </a:lnTo>
                <a:lnTo>
                  <a:pt x="28575" y="1351775"/>
                </a:lnTo>
                <a:close/>
              </a:path>
              <a:path w="1497329" h="1480820">
                <a:moveTo>
                  <a:pt x="28575" y="1237475"/>
                </a:moveTo>
                <a:lnTo>
                  <a:pt x="0" y="1237475"/>
                </a:lnTo>
                <a:lnTo>
                  <a:pt x="0" y="1151750"/>
                </a:lnTo>
                <a:lnTo>
                  <a:pt x="28575" y="1151750"/>
                </a:lnTo>
                <a:lnTo>
                  <a:pt x="28575" y="1237475"/>
                </a:lnTo>
                <a:close/>
              </a:path>
              <a:path w="1497329" h="1480820">
                <a:moveTo>
                  <a:pt x="28575" y="1123175"/>
                </a:moveTo>
                <a:lnTo>
                  <a:pt x="0" y="1123175"/>
                </a:lnTo>
                <a:lnTo>
                  <a:pt x="0" y="1037450"/>
                </a:lnTo>
                <a:lnTo>
                  <a:pt x="28575" y="1037450"/>
                </a:lnTo>
                <a:lnTo>
                  <a:pt x="28575" y="1123175"/>
                </a:lnTo>
                <a:close/>
              </a:path>
              <a:path w="1497329" h="1480820">
                <a:moveTo>
                  <a:pt x="28575" y="1008875"/>
                </a:moveTo>
                <a:lnTo>
                  <a:pt x="0" y="1008875"/>
                </a:lnTo>
                <a:lnTo>
                  <a:pt x="0" y="923150"/>
                </a:lnTo>
                <a:lnTo>
                  <a:pt x="28575" y="923150"/>
                </a:lnTo>
                <a:lnTo>
                  <a:pt x="28575" y="1008875"/>
                </a:lnTo>
                <a:close/>
              </a:path>
              <a:path w="1497329" h="1480820">
                <a:moveTo>
                  <a:pt x="28575" y="894575"/>
                </a:moveTo>
                <a:lnTo>
                  <a:pt x="0" y="894575"/>
                </a:lnTo>
                <a:lnTo>
                  <a:pt x="0" y="808850"/>
                </a:lnTo>
                <a:lnTo>
                  <a:pt x="28575" y="808850"/>
                </a:lnTo>
                <a:lnTo>
                  <a:pt x="28575" y="894575"/>
                </a:lnTo>
                <a:close/>
              </a:path>
              <a:path w="1497329" h="1480820">
                <a:moveTo>
                  <a:pt x="28575" y="780275"/>
                </a:moveTo>
                <a:lnTo>
                  <a:pt x="0" y="780275"/>
                </a:lnTo>
                <a:lnTo>
                  <a:pt x="0" y="694550"/>
                </a:lnTo>
                <a:lnTo>
                  <a:pt x="28575" y="694550"/>
                </a:lnTo>
                <a:lnTo>
                  <a:pt x="28575" y="780275"/>
                </a:lnTo>
                <a:close/>
              </a:path>
              <a:path w="1497329" h="1480820">
                <a:moveTo>
                  <a:pt x="28575" y="665975"/>
                </a:moveTo>
                <a:lnTo>
                  <a:pt x="0" y="665975"/>
                </a:lnTo>
                <a:lnTo>
                  <a:pt x="0" y="580250"/>
                </a:lnTo>
                <a:lnTo>
                  <a:pt x="28575" y="580250"/>
                </a:lnTo>
                <a:lnTo>
                  <a:pt x="28575" y="665975"/>
                </a:lnTo>
                <a:close/>
              </a:path>
              <a:path w="1497329" h="1480820">
                <a:moveTo>
                  <a:pt x="28575" y="551675"/>
                </a:moveTo>
                <a:lnTo>
                  <a:pt x="0" y="551675"/>
                </a:lnTo>
                <a:lnTo>
                  <a:pt x="0" y="465950"/>
                </a:lnTo>
                <a:lnTo>
                  <a:pt x="28575" y="465950"/>
                </a:lnTo>
                <a:lnTo>
                  <a:pt x="28575" y="551675"/>
                </a:lnTo>
                <a:close/>
              </a:path>
              <a:path w="1497329" h="1480820">
                <a:moveTo>
                  <a:pt x="28575" y="437375"/>
                </a:moveTo>
                <a:lnTo>
                  <a:pt x="0" y="437375"/>
                </a:lnTo>
                <a:lnTo>
                  <a:pt x="0" y="351650"/>
                </a:lnTo>
                <a:lnTo>
                  <a:pt x="28575" y="351650"/>
                </a:lnTo>
                <a:lnTo>
                  <a:pt x="28575" y="437375"/>
                </a:lnTo>
                <a:close/>
              </a:path>
              <a:path w="1497329" h="1480820">
                <a:moveTo>
                  <a:pt x="28575" y="323075"/>
                </a:moveTo>
                <a:lnTo>
                  <a:pt x="0" y="323075"/>
                </a:lnTo>
                <a:lnTo>
                  <a:pt x="0" y="237350"/>
                </a:lnTo>
                <a:lnTo>
                  <a:pt x="28575" y="237350"/>
                </a:lnTo>
                <a:lnTo>
                  <a:pt x="28575" y="323075"/>
                </a:lnTo>
                <a:close/>
              </a:path>
              <a:path w="1497329" h="1480820">
                <a:moveTo>
                  <a:pt x="28575" y="208775"/>
                </a:moveTo>
                <a:lnTo>
                  <a:pt x="0" y="208775"/>
                </a:lnTo>
                <a:lnTo>
                  <a:pt x="0" y="123050"/>
                </a:lnTo>
                <a:lnTo>
                  <a:pt x="28575" y="123050"/>
                </a:lnTo>
                <a:lnTo>
                  <a:pt x="28575" y="208775"/>
                </a:lnTo>
                <a:close/>
              </a:path>
              <a:path w="1497329" h="1480820">
                <a:moveTo>
                  <a:pt x="28575" y="94475"/>
                </a:moveTo>
                <a:lnTo>
                  <a:pt x="0" y="94475"/>
                </a:lnTo>
                <a:lnTo>
                  <a:pt x="0" y="0"/>
                </a:lnTo>
                <a:lnTo>
                  <a:pt x="19837" y="0"/>
                </a:lnTo>
                <a:lnTo>
                  <a:pt x="19837" y="23025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94475"/>
                </a:lnTo>
                <a:close/>
              </a:path>
              <a:path w="1497329" h="1480820">
                <a:moveTo>
                  <a:pt x="28575" y="28575"/>
                </a:moveTo>
                <a:lnTo>
                  <a:pt x="19837" y="28575"/>
                </a:lnTo>
                <a:lnTo>
                  <a:pt x="19837" y="2302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97329" h="1480820">
                <a:moveTo>
                  <a:pt x="19837" y="28575"/>
                </a:moveTo>
                <a:lnTo>
                  <a:pt x="14287" y="28575"/>
                </a:lnTo>
                <a:lnTo>
                  <a:pt x="19837" y="23025"/>
                </a:lnTo>
                <a:lnTo>
                  <a:pt x="19837" y="28575"/>
                </a:lnTo>
                <a:close/>
              </a:path>
              <a:path w="1497329" h="1480820">
                <a:moveTo>
                  <a:pt x="134137" y="28575"/>
                </a:moveTo>
                <a:lnTo>
                  <a:pt x="48412" y="28575"/>
                </a:lnTo>
                <a:lnTo>
                  <a:pt x="48412" y="0"/>
                </a:lnTo>
                <a:lnTo>
                  <a:pt x="134137" y="0"/>
                </a:lnTo>
                <a:lnTo>
                  <a:pt x="134137" y="28575"/>
                </a:lnTo>
                <a:close/>
              </a:path>
              <a:path w="1497329" h="1480820">
                <a:moveTo>
                  <a:pt x="248437" y="28575"/>
                </a:moveTo>
                <a:lnTo>
                  <a:pt x="162712" y="28575"/>
                </a:lnTo>
                <a:lnTo>
                  <a:pt x="162712" y="0"/>
                </a:lnTo>
                <a:lnTo>
                  <a:pt x="248437" y="0"/>
                </a:lnTo>
                <a:lnTo>
                  <a:pt x="248437" y="28575"/>
                </a:lnTo>
                <a:close/>
              </a:path>
              <a:path w="1497329" h="1480820">
                <a:moveTo>
                  <a:pt x="362737" y="28575"/>
                </a:moveTo>
                <a:lnTo>
                  <a:pt x="277012" y="28575"/>
                </a:lnTo>
                <a:lnTo>
                  <a:pt x="277012" y="0"/>
                </a:lnTo>
                <a:lnTo>
                  <a:pt x="362737" y="0"/>
                </a:lnTo>
                <a:lnTo>
                  <a:pt x="362737" y="28575"/>
                </a:lnTo>
                <a:close/>
              </a:path>
              <a:path w="1497329" h="1480820">
                <a:moveTo>
                  <a:pt x="477037" y="28575"/>
                </a:moveTo>
                <a:lnTo>
                  <a:pt x="391312" y="28575"/>
                </a:lnTo>
                <a:lnTo>
                  <a:pt x="391312" y="0"/>
                </a:lnTo>
                <a:lnTo>
                  <a:pt x="477037" y="0"/>
                </a:lnTo>
                <a:lnTo>
                  <a:pt x="477037" y="28575"/>
                </a:lnTo>
                <a:close/>
              </a:path>
              <a:path w="1497329" h="1480820">
                <a:moveTo>
                  <a:pt x="591337" y="28575"/>
                </a:moveTo>
                <a:lnTo>
                  <a:pt x="505612" y="28575"/>
                </a:lnTo>
                <a:lnTo>
                  <a:pt x="505612" y="0"/>
                </a:lnTo>
                <a:lnTo>
                  <a:pt x="591337" y="0"/>
                </a:lnTo>
                <a:lnTo>
                  <a:pt x="591337" y="28575"/>
                </a:lnTo>
                <a:close/>
              </a:path>
              <a:path w="1497329" h="1480820">
                <a:moveTo>
                  <a:pt x="705637" y="28575"/>
                </a:moveTo>
                <a:lnTo>
                  <a:pt x="619912" y="28575"/>
                </a:lnTo>
                <a:lnTo>
                  <a:pt x="619912" y="0"/>
                </a:lnTo>
                <a:lnTo>
                  <a:pt x="705637" y="0"/>
                </a:lnTo>
                <a:lnTo>
                  <a:pt x="705637" y="28575"/>
                </a:lnTo>
                <a:close/>
              </a:path>
              <a:path w="1497329" h="1480820">
                <a:moveTo>
                  <a:pt x="819937" y="28575"/>
                </a:moveTo>
                <a:lnTo>
                  <a:pt x="734212" y="28575"/>
                </a:lnTo>
                <a:lnTo>
                  <a:pt x="734212" y="0"/>
                </a:lnTo>
                <a:lnTo>
                  <a:pt x="819937" y="0"/>
                </a:lnTo>
                <a:lnTo>
                  <a:pt x="819937" y="28575"/>
                </a:lnTo>
                <a:close/>
              </a:path>
              <a:path w="1497329" h="1480820">
                <a:moveTo>
                  <a:pt x="934237" y="28575"/>
                </a:moveTo>
                <a:lnTo>
                  <a:pt x="848512" y="28575"/>
                </a:lnTo>
                <a:lnTo>
                  <a:pt x="848512" y="0"/>
                </a:lnTo>
                <a:lnTo>
                  <a:pt x="934237" y="0"/>
                </a:lnTo>
                <a:lnTo>
                  <a:pt x="934237" y="28575"/>
                </a:lnTo>
                <a:close/>
              </a:path>
              <a:path w="1497329" h="1480820">
                <a:moveTo>
                  <a:pt x="1048537" y="28575"/>
                </a:moveTo>
                <a:lnTo>
                  <a:pt x="962812" y="28575"/>
                </a:lnTo>
                <a:lnTo>
                  <a:pt x="962812" y="0"/>
                </a:lnTo>
                <a:lnTo>
                  <a:pt x="1048537" y="0"/>
                </a:lnTo>
                <a:lnTo>
                  <a:pt x="1048537" y="28575"/>
                </a:lnTo>
                <a:close/>
              </a:path>
              <a:path w="1497329" h="1480820">
                <a:moveTo>
                  <a:pt x="1162837" y="28575"/>
                </a:moveTo>
                <a:lnTo>
                  <a:pt x="1077112" y="28575"/>
                </a:lnTo>
                <a:lnTo>
                  <a:pt x="1077112" y="0"/>
                </a:lnTo>
                <a:lnTo>
                  <a:pt x="1162837" y="0"/>
                </a:lnTo>
                <a:lnTo>
                  <a:pt x="1162837" y="28575"/>
                </a:lnTo>
                <a:close/>
              </a:path>
              <a:path w="1497329" h="1480820">
                <a:moveTo>
                  <a:pt x="1277137" y="28575"/>
                </a:moveTo>
                <a:lnTo>
                  <a:pt x="1191412" y="28575"/>
                </a:lnTo>
                <a:lnTo>
                  <a:pt x="1191412" y="0"/>
                </a:lnTo>
                <a:lnTo>
                  <a:pt x="1277137" y="0"/>
                </a:lnTo>
                <a:lnTo>
                  <a:pt x="1277137" y="28575"/>
                </a:lnTo>
                <a:close/>
              </a:path>
              <a:path w="1497329" h="1480820">
                <a:moveTo>
                  <a:pt x="1391437" y="28575"/>
                </a:moveTo>
                <a:lnTo>
                  <a:pt x="1305712" y="28575"/>
                </a:lnTo>
                <a:lnTo>
                  <a:pt x="1305712" y="0"/>
                </a:lnTo>
                <a:lnTo>
                  <a:pt x="1391437" y="0"/>
                </a:lnTo>
                <a:lnTo>
                  <a:pt x="1391437" y="28575"/>
                </a:lnTo>
                <a:close/>
              </a:path>
              <a:path w="1497329" h="1480820">
                <a:moveTo>
                  <a:pt x="1468399" y="28575"/>
                </a:moveTo>
                <a:lnTo>
                  <a:pt x="1420012" y="28575"/>
                </a:lnTo>
                <a:lnTo>
                  <a:pt x="1420012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480820">
                <a:moveTo>
                  <a:pt x="1496974" y="37338"/>
                </a:moveTo>
                <a:lnTo>
                  <a:pt x="1468399" y="37338"/>
                </a:lnTo>
                <a:lnTo>
                  <a:pt x="1468399" y="14287"/>
                </a:lnTo>
                <a:lnTo>
                  <a:pt x="1482686" y="28575"/>
                </a:lnTo>
                <a:lnTo>
                  <a:pt x="1496974" y="28575"/>
                </a:lnTo>
                <a:lnTo>
                  <a:pt x="1496974" y="37338"/>
                </a:lnTo>
                <a:close/>
              </a:path>
              <a:path w="1497329" h="1480820">
                <a:moveTo>
                  <a:pt x="1496974" y="28575"/>
                </a:moveTo>
                <a:lnTo>
                  <a:pt x="1482686" y="28575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8575"/>
                </a:lnTo>
                <a:close/>
              </a:path>
              <a:path w="1497329" h="1480820">
                <a:moveTo>
                  <a:pt x="1496974" y="151638"/>
                </a:moveTo>
                <a:lnTo>
                  <a:pt x="1468399" y="151638"/>
                </a:lnTo>
                <a:lnTo>
                  <a:pt x="1468399" y="65913"/>
                </a:lnTo>
                <a:lnTo>
                  <a:pt x="1496974" y="65913"/>
                </a:lnTo>
                <a:lnTo>
                  <a:pt x="1496974" y="151638"/>
                </a:lnTo>
                <a:close/>
              </a:path>
              <a:path w="1497329" h="1480820">
                <a:moveTo>
                  <a:pt x="1496974" y="265938"/>
                </a:moveTo>
                <a:lnTo>
                  <a:pt x="1468399" y="265938"/>
                </a:lnTo>
                <a:lnTo>
                  <a:pt x="1468399" y="180213"/>
                </a:lnTo>
                <a:lnTo>
                  <a:pt x="1496974" y="180213"/>
                </a:lnTo>
                <a:lnTo>
                  <a:pt x="1496974" y="265938"/>
                </a:lnTo>
                <a:close/>
              </a:path>
              <a:path w="1497329" h="1480820">
                <a:moveTo>
                  <a:pt x="1496974" y="380238"/>
                </a:moveTo>
                <a:lnTo>
                  <a:pt x="1468399" y="380238"/>
                </a:lnTo>
                <a:lnTo>
                  <a:pt x="1468399" y="294513"/>
                </a:lnTo>
                <a:lnTo>
                  <a:pt x="1496974" y="294513"/>
                </a:lnTo>
                <a:lnTo>
                  <a:pt x="1496974" y="380238"/>
                </a:lnTo>
                <a:close/>
              </a:path>
              <a:path w="1497329" h="1480820">
                <a:moveTo>
                  <a:pt x="1496974" y="494538"/>
                </a:moveTo>
                <a:lnTo>
                  <a:pt x="1468399" y="494538"/>
                </a:lnTo>
                <a:lnTo>
                  <a:pt x="1468399" y="408813"/>
                </a:lnTo>
                <a:lnTo>
                  <a:pt x="1496974" y="408813"/>
                </a:lnTo>
                <a:lnTo>
                  <a:pt x="1496974" y="494538"/>
                </a:lnTo>
                <a:close/>
              </a:path>
              <a:path w="1497329" h="1480820">
                <a:moveTo>
                  <a:pt x="1496974" y="608838"/>
                </a:moveTo>
                <a:lnTo>
                  <a:pt x="1468399" y="608838"/>
                </a:lnTo>
                <a:lnTo>
                  <a:pt x="1468399" y="523113"/>
                </a:lnTo>
                <a:lnTo>
                  <a:pt x="1496974" y="523113"/>
                </a:lnTo>
                <a:lnTo>
                  <a:pt x="1496974" y="608838"/>
                </a:lnTo>
                <a:close/>
              </a:path>
              <a:path w="1497329" h="1480820">
                <a:moveTo>
                  <a:pt x="1496974" y="723138"/>
                </a:moveTo>
                <a:lnTo>
                  <a:pt x="1468399" y="723138"/>
                </a:lnTo>
                <a:lnTo>
                  <a:pt x="1468399" y="637413"/>
                </a:lnTo>
                <a:lnTo>
                  <a:pt x="1496974" y="637413"/>
                </a:lnTo>
                <a:lnTo>
                  <a:pt x="1496974" y="723138"/>
                </a:lnTo>
                <a:close/>
              </a:path>
              <a:path w="1497329" h="1480820">
                <a:moveTo>
                  <a:pt x="1496974" y="837438"/>
                </a:moveTo>
                <a:lnTo>
                  <a:pt x="1468399" y="837438"/>
                </a:lnTo>
                <a:lnTo>
                  <a:pt x="1468399" y="751713"/>
                </a:lnTo>
                <a:lnTo>
                  <a:pt x="1496974" y="751713"/>
                </a:lnTo>
                <a:lnTo>
                  <a:pt x="1496974" y="837438"/>
                </a:lnTo>
                <a:close/>
              </a:path>
              <a:path w="1497329" h="1480820">
                <a:moveTo>
                  <a:pt x="1496974" y="951738"/>
                </a:moveTo>
                <a:lnTo>
                  <a:pt x="1468399" y="951738"/>
                </a:lnTo>
                <a:lnTo>
                  <a:pt x="1468399" y="866013"/>
                </a:lnTo>
                <a:lnTo>
                  <a:pt x="1496974" y="866013"/>
                </a:lnTo>
                <a:lnTo>
                  <a:pt x="1496974" y="951738"/>
                </a:lnTo>
                <a:close/>
              </a:path>
              <a:path w="1497329" h="1480820">
                <a:moveTo>
                  <a:pt x="1496974" y="1066038"/>
                </a:moveTo>
                <a:lnTo>
                  <a:pt x="1468399" y="1066038"/>
                </a:lnTo>
                <a:lnTo>
                  <a:pt x="1468399" y="980313"/>
                </a:lnTo>
                <a:lnTo>
                  <a:pt x="1496974" y="980313"/>
                </a:lnTo>
                <a:lnTo>
                  <a:pt x="1496974" y="1066038"/>
                </a:lnTo>
                <a:close/>
              </a:path>
              <a:path w="1497329" h="1480820">
                <a:moveTo>
                  <a:pt x="1496974" y="1180338"/>
                </a:moveTo>
                <a:lnTo>
                  <a:pt x="1468399" y="1180338"/>
                </a:lnTo>
                <a:lnTo>
                  <a:pt x="1468399" y="1094613"/>
                </a:lnTo>
                <a:lnTo>
                  <a:pt x="1496974" y="1094613"/>
                </a:lnTo>
                <a:lnTo>
                  <a:pt x="1496974" y="1180338"/>
                </a:lnTo>
                <a:close/>
              </a:path>
              <a:path w="1497329" h="1480820">
                <a:moveTo>
                  <a:pt x="1496974" y="1294638"/>
                </a:moveTo>
                <a:lnTo>
                  <a:pt x="1468399" y="1294638"/>
                </a:lnTo>
                <a:lnTo>
                  <a:pt x="1468399" y="1208913"/>
                </a:lnTo>
                <a:lnTo>
                  <a:pt x="1496974" y="1208913"/>
                </a:lnTo>
                <a:lnTo>
                  <a:pt x="1496974" y="1294638"/>
                </a:lnTo>
                <a:close/>
              </a:path>
              <a:path w="1497329" h="1480820">
                <a:moveTo>
                  <a:pt x="1496974" y="1408938"/>
                </a:moveTo>
                <a:lnTo>
                  <a:pt x="1468399" y="1408938"/>
                </a:lnTo>
                <a:lnTo>
                  <a:pt x="1468399" y="1323213"/>
                </a:lnTo>
                <a:lnTo>
                  <a:pt x="1496974" y="1323213"/>
                </a:lnTo>
                <a:lnTo>
                  <a:pt x="1496974" y="1408938"/>
                </a:lnTo>
                <a:close/>
              </a:path>
              <a:path w="1497329" h="1480820">
                <a:moveTo>
                  <a:pt x="1468399" y="1466075"/>
                </a:moveTo>
                <a:lnTo>
                  <a:pt x="1468399" y="1437513"/>
                </a:lnTo>
                <a:lnTo>
                  <a:pt x="1496974" y="1437513"/>
                </a:lnTo>
                <a:lnTo>
                  <a:pt x="1496974" y="1451787"/>
                </a:lnTo>
                <a:lnTo>
                  <a:pt x="1482686" y="1451787"/>
                </a:lnTo>
                <a:lnTo>
                  <a:pt x="1468399" y="1466075"/>
                </a:lnTo>
                <a:close/>
              </a:path>
              <a:path w="1497329" h="1480820">
                <a:moveTo>
                  <a:pt x="1496974" y="1480362"/>
                </a:moveTo>
                <a:lnTo>
                  <a:pt x="1425524" y="1480362"/>
                </a:lnTo>
                <a:lnTo>
                  <a:pt x="1425524" y="1451787"/>
                </a:lnTo>
                <a:lnTo>
                  <a:pt x="1468399" y="1451787"/>
                </a:lnTo>
                <a:lnTo>
                  <a:pt x="1468399" y="1466075"/>
                </a:lnTo>
                <a:lnTo>
                  <a:pt x="1496974" y="1466075"/>
                </a:lnTo>
                <a:lnTo>
                  <a:pt x="1496974" y="1480362"/>
                </a:lnTo>
                <a:close/>
              </a:path>
              <a:path w="1497329" h="1480820">
                <a:moveTo>
                  <a:pt x="1496974" y="1466075"/>
                </a:moveTo>
                <a:lnTo>
                  <a:pt x="1468399" y="1466075"/>
                </a:lnTo>
                <a:lnTo>
                  <a:pt x="1482686" y="1451787"/>
                </a:lnTo>
                <a:lnTo>
                  <a:pt x="1496974" y="1451787"/>
                </a:lnTo>
                <a:lnTo>
                  <a:pt x="1496974" y="1466075"/>
                </a:lnTo>
                <a:close/>
              </a:path>
              <a:path w="1497329" h="1480820">
                <a:moveTo>
                  <a:pt x="1396949" y="1480362"/>
                </a:moveTo>
                <a:lnTo>
                  <a:pt x="1311224" y="1480362"/>
                </a:lnTo>
                <a:lnTo>
                  <a:pt x="1311224" y="1451787"/>
                </a:lnTo>
                <a:lnTo>
                  <a:pt x="1396949" y="1451787"/>
                </a:lnTo>
                <a:lnTo>
                  <a:pt x="1396949" y="1480362"/>
                </a:lnTo>
                <a:close/>
              </a:path>
              <a:path w="1497329" h="1480820">
                <a:moveTo>
                  <a:pt x="1282649" y="1480362"/>
                </a:moveTo>
                <a:lnTo>
                  <a:pt x="1196924" y="1480362"/>
                </a:lnTo>
                <a:lnTo>
                  <a:pt x="1196924" y="1451787"/>
                </a:lnTo>
                <a:lnTo>
                  <a:pt x="1282649" y="1451787"/>
                </a:lnTo>
                <a:lnTo>
                  <a:pt x="1282649" y="1480362"/>
                </a:lnTo>
                <a:close/>
              </a:path>
              <a:path w="1497329" h="1480820">
                <a:moveTo>
                  <a:pt x="1168349" y="1480362"/>
                </a:moveTo>
                <a:lnTo>
                  <a:pt x="1082624" y="1480362"/>
                </a:lnTo>
                <a:lnTo>
                  <a:pt x="1082624" y="1451787"/>
                </a:lnTo>
                <a:lnTo>
                  <a:pt x="1168349" y="1451787"/>
                </a:lnTo>
                <a:lnTo>
                  <a:pt x="1168349" y="1480362"/>
                </a:lnTo>
                <a:close/>
              </a:path>
              <a:path w="1497329" h="1480820">
                <a:moveTo>
                  <a:pt x="1054049" y="1480362"/>
                </a:moveTo>
                <a:lnTo>
                  <a:pt x="968324" y="1480362"/>
                </a:lnTo>
                <a:lnTo>
                  <a:pt x="968324" y="1451787"/>
                </a:lnTo>
                <a:lnTo>
                  <a:pt x="1054049" y="1451787"/>
                </a:lnTo>
                <a:lnTo>
                  <a:pt x="1054049" y="1480362"/>
                </a:lnTo>
                <a:close/>
              </a:path>
              <a:path w="1497329" h="1480820">
                <a:moveTo>
                  <a:pt x="939749" y="1480362"/>
                </a:moveTo>
                <a:lnTo>
                  <a:pt x="854024" y="1480362"/>
                </a:lnTo>
                <a:lnTo>
                  <a:pt x="854024" y="1451787"/>
                </a:lnTo>
                <a:lnTo>
                  <a:pt x="939749" y="1451787"/>
                </a:lnTo>
                <a:lnTo>
                  <a:pt x="939749" y="1480362"/>
                </a:lnTo>
                <a:close/>
              </a:path>
              <a:path w="1497329" h="1480820">
                <a:moveTo>
                  <a:pt x="825449" y="1480362"/>
                </a:moveTo>
                <a:lnTo>
                  <a:pt x="739724" y="1480362"/>
                </a:lnTo>
                <a:lnTo>
                  <a:pt x="739724" y="1451787"/>
                </a:lnTo>
                <a:lnTo>
                  <a:pt x="825449" y="1451787"/>
                </a:lnTo>
                <a:lnTo>
                  <a:pt x="825449" y="1480362"/>
                </a:lnTo>
                <a:close/>
              </a:path>
              <a:path w="1497329" h="1480820">
                <a:moveTo>
                  <a:pt x="711149" y="1480362"/>
                </a:moveTo>
                <a:lnTo>
                  <a:pt x="625424" y="1480362"/>
                </a:lnTo>
                <a:lnTo>
                  <a:pt x="625424" y="1451787"/>
                </a:lnTo>
                <a:lnTo>
                  <a:pt x="711149" y="1451787"/>
                </a:lnTo>
                <a:lnTo>
                  <a:pt x="711149" y="1480362"/>
                </a:lnTo>
                <a:close/>
              </a:path>
              <a:path w="1497329" h="1480820">
                <a:moveTo>
                  <a:pt x="596849" y="1480362"/>
                </a:moveTo>
                <a:lnTo>
                  <a:pt x="511124" y="1480362"/>
                </a:lnTo>
                <a:lnTo>
                  <a:pt x="511124" y="1451787"/>
                </a:lnTo>
                <a:lnTo>
                  <a:pt x="596849" y="1451787"/>
                </a:lnTo>
                <a:lnTo>
                  <a:pt x="596849" y="1480362"/>
                </a:lnTo>
                <a:close/>
              </a:path>
              <a:path w="1497329" h="1480820">
                <a:moveTo>
                  <a:pt x="482549" y="1480362"/>
                </a:moveTo>
                <a:lnTo>
                  <a:pt x="396824" y="1480362"/>
                </a:lnTo>
                <a:lnTo>
                  <a:pt x="396824" y="1451787"/>
                </a:lnTo>
                <a:lnTo>
                  <a:pt x="482549" y="1451787"/>
                </a:lnTo>
                <a:lnTo>
                  <a:pt x="482549" y="1480362"/>
                </a:lnTo>
                <a:close/>
              </a:path>
              <a:path w="1497329" h="1480820">
                <a:moveTo>
                  <a:pt x="368249" y="1480362"/>
                </a:moveTo>
                <a:lnTo>
                  <a:pt x="282524" y="1480362"/>
                </a:lnTo>
                <a:lnTo>
                  <a:pt x="282524" y="1451787"/>
                </a:lnTo>
                <a:lnTo>
                  <a:pt x="368249" y="1451787"/>
                </a:lnTo>
                <a:lnTo>
                  <a:pt x="368249" y="1480362"/>
                </a:lnTo>
                <a:close/>
              </a:path>
              <a:path w="1497329" h="1480820">
                <a:moveTo>
                  <a:pt x="253949" y="1480362"/>
                </a:moveTo>
                <a:lnTo>
                  <a:pt x="168224" y="1480362"/>
                </a:lnTo>
                <a:lnTo>
                  <a:pt x="168224" y="1451787"/>
                </a:lnTo>
                <a:lnTo>
                  <a:pt x="253949" y="1451787"/>
                </a:lnTo>
                <a:lnTo>
                  <a:pt x="253949" y="1480362"/>
                </a:lnTo>
                <a:close/>
              </a:path>
              <a:path w="1497329" h="1480820">
                <a:moveTo>
                  <a:pt x="139649" y="1480362"/>
                </a:moveTo>
                <a:lnTo>
                  <a:pt x="53924" y="1480362"/>
                </a:lnTo>
                <a:lnTo>
                  <a:pt x="53924" y="1451787"/>
                </a:lnTo>
                <a:lnTo>
                  <a:pt x="139649" y="1451787"/>
                </a:lnTo>
                <a:lnTo>
                  <a:pt x="139649" y="148036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13062" y="1768297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发电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46046" y="1286992"/>
            <a:ext cx="1497330" cy="1470025"/>
          </a:xfrm>
          <a:custGeom>
            <a:avLst/>
            <a:gdLst/>
            <a:ahLst/>
            <a:cxnLst/>
            <a:rect l="l" t="t" r="r" b="b"/>
            <a:pathLst>
              <a:path w="1497329" h="1470025">
                <a:moveTo>
                  <a:pt x="28575" y="1455572"/>
                </a:moveTo>
                <a:lnTo>
                  <a:pt x="0" y="1455572"/>
                </a:lnTo>
                <a:lnTo>
                  <a:pt x="0" y="1369847"/>
                </a:lnTo>
                <a:lnTo>
                  <a:pt x="28575" y="1369847"/>
                </a:lnTo>
                <a:lnTo>
                  <a:pt x="28575" y="1455572"/>
                </a:lnTo>
                <a:close/>
              </a:path>
              <a:path w="1497329" h="1470025">
                <a:moveTo>
                  <a:pt x="28575" y="1341272"/>
                </a:moveTo>
                <a:lnTo>
                  <a:pt x="0" y="1341272"/>
                </a:lnTo>
                <a:lnTo>
                  <a:pt x="0" y="1255547"/>
                </a:lnTo>
                <a:lnTo>
                  <a:pt x="28575" y="1255547"/>
                </a:lnTo>
                <a:lnTo>
                  <a:pt x="28575" y="1341272"/>
                </a:lnTo>
                <a:close/>
              </a:path>
              <a:path w="1497329" h="1470025">
                <a:moveTo>
                  <a:pt x="28575" y="1226972"/>
                </a:moveTo>
                <a:lnTo>
                  <a:pt x="0" y="1226972"/>
                </a:lnTo>
                <a:lnTo>
                  <a:pt x="0" y="1141247"/>
                </a:lnTo>
                <a:lnTo>
                  <a:pt x="28575" y="1141247"/>
                </a:lnTo>
                <a:lnTo>
                  <a:pt x="28575" y="1226972"/>
                </a:lnTo>
                <a:close/>
              </a:path>
              <a:path w="1497329" h="1470025">
                <a:moveTo>
                  <a:pt x="28575" y="1112672"/>
                </a:moveTo>
                <a:lnTo>
                  <a:pt x="0" y="1112672"/>
                </a:lnTo>
                <a:lnTo>
                  <a:pt x="0" y="1026947"/>
                </a:lnTo>
                <a:lnTo>
                  <a:pt x="28575" y="1026947"/>
                </a:lnTo>
                <a:lnTo>
                  <a:pt x="28575" y="1112672"/>
                </a:lnTo>
                <a:close/>
              </a:path>
              <a:path w="1497329" h="1470025">
                <a:moveTo>
                  <a:pt x="28575" y="998372"/>
                </a:moveTo>
                <a:lnTo>
                  <a:pt x="0" y="998372"/>
                </a:lnTo>
                <a:lnTo>
                  <a:pt x="0" y="912647"/>
                </a:lnTo>
                <a:lnTo>
                  <a:pt x="28575" y="912647"/>
                </a:lnTo>
                <a:lnTo>
                  <a:pt x="28575" y="998372"/>
                </a:lnTo>
                <a:close/>
              </a:path>
              <a:path w="1497329" h="1470025">
                <a:moveTo>
                  <a:pt x="28575" y="884072"/>
                </a:moveTo>
                <a:lnTo>
                  <a:pt x="0" y="884072"/>
                </a:lnTo>
                <a:lnTo>
                  <a:pt x="0" y="798347"/>
                </a:lnTo>
                <a:lnTo>
                  <a:pt x="28575" y="798347"/>
                </a:lnTo>
                <a:lnTo>
                  <a:pt x="28575" y="884072"/>
                </a:lnTo>
                <a:close/>
              </a:path>
              <a:path w="1497329" h="1470025">
                <a:moveTo>
                  <a:pt x="28575" y="769772"/>
                </a:moveTo>
                <a:lnTo>
                  <a:pt x="0" y="769772"/>
                </a:lnTo>
                <a:lnTo>
                  <a:pt x="0" y="684047"/>
                </a:lnTo>
                <a:lnTo>
                  <a:pt x="28575" y="684047"/>
                </a:lnTo>
                <a:lnTo>
                  <a:pt x="28575" y="769772"/>
                </a:lnTo>
                <a:close/>
              </a:path>
              <a:path w="1497329" h="1470025">
                <a:moveTo>
                  <a:pt x="28575" y="655472"/>
                </a:moveTo>
                <a:lnTo>
                  <a:pt x="0" y="655472"/>
                </a:lnTo>
                <a:lnTo>
                  <a:pt x="0" y="569747"/>
                </a:lnTo>
                <a:lnTo>
                  <a:pt x="28575" y="569747"/>
                </a:lnTo>
                <a:lnTo>
                  <a:pt x="28575" y="655472"/>
                </a:lnTo>
                <a:close/>
              </a:path>
              <a:path w="1497329" h="1470025">
                <a:moveTo>
                  <a:pt x="28575" y="541172"/>
                </a:moveTo>
                <a:lnTo>
                  <a:pt x="0" y="541172"/>
                </a:lnTo>
                <a:lnTo>
                  <a:pt x="0" y="455447"/>
                </a:lnTo>
                <a:lnTo>
                  <a:pt x="28575" y="455447"/>
                </a:lnTo>
                <a:lnTo>
                  <a:pt x="28575" y="541172"/>
                </a:lnTo>
                <a:close/>
              </a:path>
              <a:path w="1497329" h="1470025">
                <a:moveTo>
                  <a:pt x="28575" y="426872"/>
                </a:moveTo>
                <a:lnTo>
                  <a:pt x="0" y="426872"/>
                </a:lnTo>
                <a:lnTo>
                  <a:pt x="0" y="341147"/>
                </a:lnTo>
                <a:lnTo>
                  <a:pt x="28575" y="341147"/>
                </a:lnTo>
                <a:lnTo>
                  <a:pt x="28575" y="426872"/>
                </a:lnTo>
                <a:close/>
              </a:path>
              <a:path w="1497329" h="1470025">
                <a:moveTo>
                  <a:pt x="28575" y="312572"/>
                </a:moveTo>
                <a:lnTo>
                  <a:pt x="0" y="312572"/>
                </a:lnTo>
                <a:lnTo>
                  <a:pt x="0" y="226847"/>
                </a:lnTo>
                <a:lnTo>
                  <a:pt x="28575" y="226847"/>
                </a:lnTo>
                <a:lnTo>
                  <a:pt x="28575" y="312572"/>
                </a:lnTo>
                <a:close/>
              </a:path>
              <a:path w="1497329" h="1470025">
                <a:moveTo>
                  <a:pt x="28575" y="198272"/>
                </a:moveTo>
                <a:lnTo>
                  <a:pt x="0" y="198272"/>
                </a:lnTo>
                <a:lnTo>
                  <a:pt x="0" y="112547"/>
                </a:lnTo>
                <a:lnTo>
                  <a:pt x="28575" y="112547"/>
                </a:lnTo>
                <a:lnTo>
                  <a:pt x="28575" y="198272"/>
                </a:lnTo>
                <a:close/>
              </a:path>
              <a:path w="1497329" h="1470025">
                <a:moveTo>
                  <a:pt x="28575" y="83972"/>
                </a:moveTo>
                <a:lnTo>
                  <a:pt x="0" y="83972"/>
                </a:lnTo>
                <a:lnTo>
                  <a:pt x="0" y="0"/>
                </a:lnTo>
                <a:lnTo>
                  <a:pt x="30327" y="0"/>
                </a:lnTo>
                <a:lnTo>
                  <a:pt x="3032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3972"/>
                </a:lnTo>
                <a:close/>
              </a:path>
              <a:path w="1497329" h="14700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97329" h="1470025">
                <a:moveTo>
                  <a:pt x="3032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0327" y="14287"/>
                </a:lnTo>
                <a:lnTo>
                  <a:pt x="30327" y="28575"/>
                </a:lnTo>
                <a:close/>
              </a:path>
              <a:path w="1497329" h="1470025">
                <a:moveTo>
                  <a:pt x="144627" y="28575"/>
                </a:moveTo>
                <a:lnTo>
                  <a:pt x="58902" y="28575"/>
                </a:lnTo>
                <a:lnTo>
                  <a:pt x="58902" y="0"/>
                </a:lnTo>
                <a:lnTo>
                  <a:pt x="144627" y="0"/>
                </a:lnTo>
                <a:lnTo>
                  <a:pt x="144627" y="28575"/>
                </a:lnTo>
                <a:close/>
              </a:path>
              <a:path w="1497329" h="1470025">
                <a:moveTo>
                  <a:pt x="258927" y="28575"/>
                </a:moveTo>
                <a:lnTo>
                  <a:pt x="173202" y="28575"/>
                </a:lnTo>
                <a:lnTo>
                  <a:pt x="173202" y="0"/>
                </a:lnTo>
                <a:lnTo>
                  <a:pt x="258927" y="0"/>
                </a:lnTo>
                <a:lnTo>
                  <a:pt x="258927" y="28575"/>
                </a:lnTo>
                <a:close/>
              </a:path>
              <a:path w="1497329" h="1470025">
                <a:moveTo>
                  <a:pt x="373227" y="28575"/>
                </a:moveTo>
                <a:lnTo>
                  <a:pt x="287502" y="28575"/>
                </a:lnTo>
                <a:lnTo>
                  <a:pt x="287502" y="0"/>
                </a:lnTo>
                <a:lnTo>
                  <a:pt x="373227" y="0"/>
                </a:lnTo>
                <a:lnTo>
                  <a:pt x="373227" y="28575"/>
                </a:lnTo>
                <a:close/>
              </a:path>
              <a:path w="1497329" h="1470025">
                <a:moveTo>
                  <a:pt x="487527" y="28575"/>
                </a:moveTo>
                <a:lnTo>
                  <a:pt x="401802" y="28575"/>
                </a:lnTo>
                <a:lnTo>
                  <a:pt x="401802" y="0"/>
                </a:lnTo>
                <a:lnTo>
                  <a:pt x="487527" y="0"/>
                </a:lnTo>
                <a:lnTo>
                  <a:pt x="487527" y="28575"/>
                </a:lnTo>
                <a:close/>
              </a:path>
              <a:path w="1497329" h="1470025">
                <a:moveTo>
                  <a:pt x="601827" y="28575"/>
                </a:moveTo>
                <a:lnTo>
                  <a:pt x="516102" y="28575"/>
                </a:lnTo>
                <a:lnTo>
                  <a:pt x="516102" y="0"/>
                </a:lnTo>
                <a:lnTo>
                  <a:pt x="601827" y="0"/>
                </a:lnTo>
                <a:lnTo>
                  <a:pt x="601827" y="28575"/>
                </a:lnTo>
                <a:close/>
              </a:path>
              <a:path w="1497329" h="1470025">
                <a:moveTo>
                  <a:pt x="716127" y="28575"/>
                </a:moveTo>
                <a:lnTo>
                  <a:pt x="630402" y="28575"/>
                </a:lnTo>
                <a:lnTo>
                  <a:pt x="630402" y="0"/>
                </a:lnTo>
                <a:lnTo>
                  <a:pt x="716127" y="0"/>
                </a:lnTo>
                <a:lnTo>
                  <a:pt x="716127" y="28575"/>
                </a:lnTo>
                <a:close/>
              </a:path>
              <a:path w="1497329" h="1470025">
                <a:moveTo>
                  <a:pt x="830427" y="28575"/>
                </a:moveTo>
                <a:lnTo>
                  <a:pt x="744702" y="28575"/>
                </a:lnTo>
                <a:lnTo>
                  <a:pt x="744702" y="0"/>
                </a:lnTo>
                <a:lnTo>
                  <a:pt x="830427" y="0"/>
                </a:lnTo>
                <a:lnTo>
                  <a:pt x="830427" y="28575"/>
                </a:lnTo>
                <a:close/>
              </a:path>
              <a:path w="1497329" h="1470025">
                <a:moveTo>
                  <a:pt x="944727" y="28575"/>
                </a:moveTo>
                <a:lnTo>
                  <a:pt x="859002" y="28575"/>
                </a:lnTo>
                <a:lnTo>
                  <a:pt x="859002" y="0"/>
                </a:lnTo>
                <a:lnTo>
                  <a:pt x="944727" y="0"/>
                </a:lnTo>
                <a:lnTo>
                  <a:pt x="944727" y="28575"/>
                </a:lnTo>
                <a:close/>
              </a:path>
              <a:path w="1497329" h="1470025">
                <a:moveTo>
                  <a:pt x="1059027" y="28575"/>
                </a:moveTo>
                <a:lnTo>
                  <a:pt x="973302" y="28575"/>
                </a:lnTo>
                <a:lnTo>
                  <a:pt x="973302" y="0"/>
                </a:lnTo>
                <a:lnTo>
                  <a:pt x="1059027" y="0"/>
                </a:lnTo>
                <a:lnTo>
                  <a:pt x="1059027" y="28575"/>
                </a:lnTo>
                <a:close/>
              </a:path>
              <a:path w="1497329" h="1470025">
                <a:moveTo>
                  <a:pt x="1173327" y="28575"/>
                </a:moveTo>
                <a:lnTo>
                  <a:pt x="1087602" y="28575"/>
                </a:lnTo>
                <a:lnTo>
                  <a:pt x="1087602" y="0"/>
                </a:lnTo>
                <a:lnTo>
                  <a:pt x="1173327" y="0"/>
                </a:lnTo>
                <a:lnTo>
                  <a:pt x="1173327" y="28575"/>
                </a:lnTo>
                <a:close/>
              </a:path>
              <a:path w="1497329" h="1470025">
                <a:moveTo>
                  <a:pt x="1287627" y="28575"/>
                </a:moveTo>
                <a:lnTo>
                  <a:pt x="1201902" y="28575"/>
                </a:lnTo>
                <a:lnTo>
                  <a:pt x="1201902" y="0"/>
                </a:lnTo>
                <a:lnTo>
                  <a:pt x="1287627" y="0"/>
                </a:lnTo>
                <a:lnTo>
                  <a:pt x="1287627" y="28575"/>
                </a:lnTo>
                <a:close/>
              </a:path>
              <a:path w="1497329" h="1470025">
                <a:moveTo>
                  <a:pt x="1401927" y="28575"/>
                </a:moveTo>
                <a:lnTo>
                  <a:pt x="1316202" y="28575"/>
                </a:lnTo>
                <a:lnTo>
                  <a:pt x="1316202" y="0"/>
                </a:lnTo>
                <a:lnTo>
                  <a:pt x="1401927" y="0"/>
                </a:lnTo>
                <a:lnTo>
                  <a:pt x="1401927" y="28575"/>
                </a:lnTo>
                <a:close/>
              </a:path>
              <a:path w="1497329" h="1470025">
                <a:moveTo>
                  <a:pt x="1468399" y="28575"/>
                </a:moveTo>
                <a:lnTo>
                  <a:pt x="1430502" y="28575"/>
                </a:lnTo>
                <a:lnTo>
                  <a:pt x="1430502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470025">
                <a:moveTo>
                  <a:pt x="1496974" y="47828"/>
                </a:moveTo>
                <a:lnTo>
                  <a:pt x="1468399" y="47828"/>
                </a:lnTo>
                <a:lnTo>
                  <a:pt x="1468399" y="14287"/>
                </a:lnTo>
                <a:lnTo>
                  <a:pt x="1482686" y="28575"/>
                </a:lnTo>
                <a:lnTo>
                  <a:pt x="1496974" y="28575"/>
                </a:lnTo>
                <a:lnTo>
                  <a:pt x="1496974" y="47828"/>
                </a:lnTo>
                <a:close/>
              </a:path>
              <a:path w="1497329" h="1470025">
                <a:moveTo>
                  <a:pt x="1496974" y="28575"/>
                </a:moveTo>
                <a:lnTo>
                  <a:pt x="1482686" y="28575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8575"/>
                </a:lnTo>
                <a:close/>
              </a:path>
              <a:path w="1497329" h="1470025">
                <a:moveTo>
                  <a:pt x="1496974" y="162128"/>
                </a:moveTo>
                <a:lnTo>
                  <a:pt x="1468399" y="162128"/>
                </a:lnTo>
                <a:lnTo>
                  <a:pt x="1468399" y="76403"/>
                </a:lnTo>
                <a:lnTo>
                  <a:pt x="1496974" y="76403"/>
                </a:lnTo>
                <a:lnTo>
                  <a:pt x="1496974" y="162128"/>
                </a:lnTo>
                <a:close/>
              </a:path>
              <a:path w="1497329" h="1470025">
                <a:moveTo>
                  <a:pt x="1496974" y="276428"/>
                </a:moveTo>
                <a:lnTo>
                  <a:pt x="1468399" y="276428"/>
                </a:lnTo>
                <a:lnTo>
                  <a:pt x="1468399" y="190703"/>
                </a:lnTo>
                <a:lnTo>
                  <a:pt x="1496974" y="190703"/>
                </a:lnTo>
                <a:lnTo>
                  <a:pt x="1496974" y="276428"/>
                </a:lnTo>
                <a:close/>
              </a:path>
              <a:path w="1497329" h="1470025">
                <a:moveTo>
                  <a:pt x="1496974" y="390728"/>
                </a:moveTo>
                <a:lnTo>
                  <a:pt x="1468399" y="390728"/>
                </a:lnTo>
                <a:lnTo>
                  <a:pt x="1468399" y="305003"/>
                </a:lnTo>
                <a:lnTo>
                  <a:pt x="1496974" y="305003"/>
                </a:lnTo>
                <a:lnTo>
                  <a:pt x="1496974" y="390728"/>
                </a:lnTo>
                <a:close/>
              </a:path>
              <a:path w="1497329" h="1470025">
                <a:moveTo>
                  <a:pt x="1496974" y="505028"/>
                </a:moveTo>
                <a:lnTo>
                  <a:pt x="1468399" y="505028"/>
                </a:lnTo>
                <a:lnTo>
                  <a:pt x="1468399" y="419303"/>
                </a:lnTo>
                <a:lnTo>
                  <a:pt x="1496974" y="419303"/>
                </a:lnTo>
                <a:lnTo>
                  <a:pt x="1496974" y="505028"/>
                </a:lnTo>
                <a:close/>
              </a:path>
              <a:path w="1497329" h="1470025">
                <a:moveTo>
                  <a:pt x="1496974" y="619328"/>
                </a:moveTo>
                <a:lnTo>
                  <a:pt x="1468399" y="619328"/>
                </a:lnTo>
                <a:lnTo>
                  <a:pt x="1468399" y="533603"/>
                </a:lnTo>
                <a:lnTo>
                  <a:pt x="1496974" y="533603"/>
                </a:lnTo>
                <a:lnTo>
                  <a:pt x="1496974" y="619328"/>
                </a:lnTo>
                <a:close/>
              </a:path>
              <a:path w="1497329" h="1470025">
                <a:moveTo>
                  <a:pt x="1496974" y="733628"/>
                </a:moveTo>
                <a:lnTo>
                  <a:pt x="1468399" y="733628"/>
                </a:lnTo>
                <a:lnTo>
                  <a:pt x="1468399" y="647903"/>
                </a:lnTo>
                <a:lnTo>
                  <a:pt x="1496974" y="647903"/>
                </a:lnTo>
                <a:lnTo>
                  <a:pt x="1496974" y="733628"/>
                </a:lnTo>
                <a:close/>
              </a:path>
              <a:path w="1497329" h="1470025">
                <a:moveTo>
                  <a:pt x="1496974" y="847928"/>
                </a:moveTo>
                <a:lnTo>
                  <a:pt x="1468399" y="847928"/>
                </a:lnTo>
                <a:lnTo>
                  <a:pt x="1468399" y="762203"/>
                </a:lnTo>
                <a:lnTo>
                  <a:pt x="1496974" y="762203"/>
                </a:lnTo>
                <a:lnTo>
                  <a:pt x="1496974" y="847928"/>
                </a:lnTo>
                <a:close/>
              </a:path>
              <a:path w="1497329" h="1470025">
                <a:moveTo>
                  <a:pt x="1496974" y="962228"/>
                </a:moveTo>
                <a:lnTo>
                  <a:pt x="1468399" y="962228"/>
                </a:lnTo>
                <a:lnTo>
                  <a:pt x="1468399" y="876503"/>
                </a:lnTo>
                <a:lnTo>
                  <a:pt x="1496974" y="876503"/>
                </a:lnTo>
                <a:lnTo>
                  <a:pt x="1496974" y="962228"/>
                </a:lnTo>
                <a:close/>
              </a:path>
              <a:path w="1497329" h="1470025">
                <a:moveTo>
                  <a:pt x="1496974" y="1076528"/>
                </a:moveTo>
                <a:lnTo>
                  <a:pt x="1468399" y="1076528"/>
                </a:lnTo>
                <a:lnTo>
                  <a:pt x="1468399" y="990803"/>
                </a:lnTo>
                <a:lnTo>
                  <a:pt x="1496974" y="990803"/>
                </a:lnTo>
                <a:lnTo>
                  <a:pt x="1496974" y="1076528"/>
                </a:lnTo>
                <a:close/>
              </a:path>
              <a:path w="1497329" h="1470025">
                <a:moveTo>
                  <a:pt x="1496974" y="1190828"/>
                </a:moveTo>
                <a:lnTo>
                  <a:pt x="1468399" y="1190828"/>
                </a:lnTo>
                <a:lnTo>
                  <a:pt x="1468399" y="1105103"/>
                </a:lnTo>
                <a:lnTo>
                  <a:pt x="1496974" y="1105103"/>
                </a:lnTo>
                <a:lnTo>
                  <a:pt x="1496974" y="1190828"/>
                </a:lnTo>
                <a:close/>
              </a:path>
              <a:path w="1497329" h="1470025">
                <a:moveTo>
                  <a:pt x="1496974" y="1305128"/>
                </a:moveTo>
                <a:lnTo>
                  <a:pt x="1468399" y="1305128"/>
                </a:lnTo>
                <a:lnTo>
                  <a:pt x="1468399" y="1219403"/>
                </a:lnTo>
                <a:lnTo>
                  <a:pt x="1496974" y="1219403"/>
                </a:lnTo>
                <a:lnTo>
                  <a:pt x="1496974" y="1305128"/>
                </a:lnTo>
                <a:close/>
              </a:path>
              <a:path w="1497329" h="1470025">
                <a:moveTo>
                  <a:pt x="1496974" y="1419428"/>
                </a:moveTo>
                <a:lnTo>
                  <a:pt x="1468399" y="1419428"/>
                </a:lnTo>
                <a:lnTo>
                  <a:pt x="1468399" y="1333703"/>
                </a:lnTo>
                <a:lnTo>
                  <a:pt x="1496974" y="1333703"/>
                </a:lnTo>
                <a:lnTo>
                  <a:pt x="1496974" y="1419428"/>
                </a:lnTo>
                <a:close/>
              </a:path>
              <a:path w="1497329" h="1470025">
                <a:moveTo>
                  <a:pt x="1496974" y="1469859"/>
                </a:moveTo>
                <a:lnTo>
                  <a:pt x="1404531" y="1469859"/>
                </a:lnTo>
                <a:lnTo>
                  <a:pt x="1404531" y="1441284"/>
                </a:lnTo>
                <a:lnTo>
                  <a:pt x="1468399" y="1441284"/>
                </a:lnTo>
                <a:lnTo>
                  <a:pt x="1468399" y="1455572"/>
                </a:lnTo>
                <a:lnTo>
                  <a:pt x="1496974" y="1455572"/>
                </a:lnTo>
                <a:lnTo>
                  <a:pt x="1496974" y="1469859"/>
                </a:lnTo>
                <a:close/>
              </a:path>
              <a:path w="1497329" h="1470025">
                <a:moveTo>
                  <a:pt x="1468399" y="1455572"/>
                </a:moveTo>
                <a:lnTo>
                  <a:pt x="1468399" y="1441284"/>
                </a:lnTo>
                <a:lnTo>
                  <a:pt x="1482686" y="1441284"/>
                </a:lnTo>
                <a:lnTo>
                  <a:pt x="1468399" y="1455572"/>
                </a:lnTo>
                <a:close/>
              </a:path>
              <a:path w="1497329" h="1470025">
                <a:moveTo>
                  <a:pt x="1496974" y="1455572"/>
                </a:moveTo>
                <a:lnTo>
                  <a:pt x="1468399" y="1455572"/>
                </a:lnTo>
                <a:lnTo>
                  <a:pt x="1475968" y="1448003"/>
                </a:lnTo>
                <a:lnTo>
                  <a:pt x="1496974" y="1448003"/>
                </a:lnTo>
                <a:lnTo>
                  <a:pt x="1496974" y="1455572"/>
                </a:lnTo>
                <a:close/>
              </a:path>
              <a:path w="1497329" h="1470025">
                <a:moveTo>
                  <a:pt x="1375956" y="1469859"/>
                </a:moveTo>
                <a:lnTo>
                  <a:pt x="1290231" y="1469859"/>
                </a:lnTo>
                <a:lnTo>
                  <a:pt x="1290231" y="1441284"/>
                </a:lnTo>
                <a:lnTo>
                  <a:pt x="1375956" y="1441284"/>
                </a:lnTo>
                <a:lnTo>
                  <a:pt x="1375956" y="1469859"/>
                </a:lnTo>
                <a:close/>
              </a:path>
              <a:path w="1497329" h="1470025">
                <a:moveTo>
                  <a:pt x="1261656" y="1469859"/>
                </a:moveTo>
                <a:lnTo>
                  <a:pt x="1175931" y="1469859"/>
                </a:lnTo>
                <a:lnTo>
                  <a:pt x="1175931" y="1441284"/>
                </a:lnTo>
                <a:lnTo>
                  <a:pt x="1261656" y="1441284"/>
                </a:lnTo>
                <a:lnTo>
                  <a:pt x="1261656" y="1469859"/>
                </a:lnTo>
                <a:close/>
              </a:path>
              <a:path w="1497329" h="1470025">
                <a:moveTo>
                  <a:pt x="1147356" y="1469859"/>
                </a:moveTo>
                <a:lnTo>
                  <a:pt x="1061631" y="1469859"/>
                </a:lnTo>
                <a:lnTo>
                  <a:pt x="1061631" y="1441284"/>
                </a:lnTo>
                <a:lnTo>
                  <a:pt x="1147356" y="1441284"/>
                </a:lnTo>
                <a:lnTo>
                  <a:pt x="1147356" y="1469859"/>
                </a:lnTo>
                <a:close/>
              </a:path>
              <a:path w="1497329" h="1470025">
                <a:moveTo>
                  <a:pt x="1033056" y="1469859"/>
                </a:moveTo>
                <a:lnTo>
                  <a:pt x="947331" y="1469859"/>
                </a:lnTo>
                <a:lnTo>
                  <a:pt x="947331" y="1441284"/>
                </a:lnTo>
                <a:lnTo>
                  <a:pt x="1033056" y="1441284"/>
                </a:lnTo>
                <a:lnTo>
                  <a:pt x="1033056" y="1469859"/>
                </a:lnTo>
                <a:close/>
              </a:path>
              <a:path w="1497329" h="1470025">
                <a:moveTo>
                  <a:pt x="918756" y="1469859"/>
                </a:moveTo>
                <a:lnTo>
                  <a:pt x="833031" y="1469859"/>
                </a:lnTo>
                <a:lnTo>
                  <a:pt x="833031" y="1441284"/>
                </a:lnTo>
                <a:lnTo>
                  <a:pt x="918756" y="1441284"/>
                </a:lnTo>
                <a:lnTo>
                  <a:pt x="918756" y="1469859"/>
                </a:lnTo>
                <a:close/>
              </a:path>
              <a:path w="1497329" h="1470025">
                <a:moveTo>
                  <a:pt x="804456" y="1469859"/>
                </a:moveTo>
                <a:lnTo>
                  <a:pt x="718731" y="1469859"/>
                </a:lnTo>
                <a:lnTo>
                  <a:pt x="718731" y="1441284"/>
                </a:lnTo>
                <a:lnTo>
                  <a:pt x="804456" y="1441284"/>
                </a:lnTo>
                <a:lnTo>
                  <a:pt x="804456" y="1469859"/>
                </a:lnTo>
                <a:close/>
              </a:path>
              <a:path w="1497329" h="1470025">
                <a:moveTo>
                  <a:pt x="690156" y="1469859"/>
                </a:moveTo>
                <a:lnTo>
                  <a:pt x="604431" y="1469859"/>
                </a:lnTo>
                <a:lnTo>
                  <a:pt x="604431" y="1441284"/>
                </a:lnTo>
                <a:lnTo>
                  <a:pt x="690156" y="1441284"/>
                </a:lnTo>
                <a:lnTo>
                  <a:pt x="690156" y="1469859"/>
                </a:lnTo>
                <a:close/>
              </a:path>
              <a:path w="1497329" h="1470025">
                <a:moveTo>
                  <a:pt x="575856" y="1469859"/>
                </a:moveTo>
                <a:lnTo>
                  <a:pt x="490131" y="1469859"/>
                </a:lnTo>
                <a:lnTo>
                  <a:pt x="490131" y="1441284"/>
                </a:lnTo>
                <a:lnTo>
                  <a:pt x="575856" y="1441284"/>
                </a:lnTo>
                <a:lnTo>
                  <a:pt x="575856" y="1469859"/>
                </a:lnTo>
                <a:close/>
              </a:path>
              <a:path w="1497329" h="1470025">
                <a:moveTo>
                  <a:pt x="461556" y="1469859"/>
                </a:moveTo>
                <a:lnTo>
                  <a:pt x="375831" y="1469859"/>
                </a:lnTo>
                <a:lnTo>
                  <a:pt x="375831" y="1441284"/>
                </a:lnTo>
                <a:lnTo>
                  <a:pt x="461556" y="1441284"/>
                </a:lnTo>
                <a:lnTo>
                  <a:pt x="461556" y="1469859"/>
                </a:lnTo>
                <a:close/>
              </a:path>
              <a:path w="1497329" h="1470025">
                <a:moveTo>
                  <a:pt x="347256" y="1469859"/>
                </a:moveTo>
                <a:lnTo>
                  <a:pt x="261531" y="1469859"/>
                </a:lnTo>
                <a:lnTo>
                  <a:pt x="261531" y="1441284"/>
                </a:lnTo>
                <a:lnTo>
                  <a:pt x="347256" y="1441284"/>
                </a:lnTo>
                <a:lnTo>
                  <a:pt x="347256" y="1469859"/>
                </a:lnTo>
                <a:close/>
              </a:path>
              <a:path w="1497329" h="1470025">
                <a:moveTo>
                  <a:pt x="232956" y="1469859"/>
                </a:moveTo>
                <a:lnTo>
                  <a:pt x="147231" y="1469859"/>
                </a:lnTo>
                <a:lnTo>
                  <a:pt x="147231" y="1441284"/>
                </a:lnTo>
                <a:lnTo>
                  <a:pt x="232956" y="1441284"/>
                </a:lnTo>
                <a:lnTo>
                  <a:pt x="232956" y="1469859"/>
                </a:lnTo>
                <a:close/>
              </a:path>
              <a:path w="1497329" h="1470025">
                <a:moveTo>
                  <a:pt x="118656" y="1469859"/>
                </a:moveTo>
                <a:lnTo>
                  <a:pt x="32931" y="1469859"/>
                </a:lnTo>
                <a:lnTo>
                  <a:pt x="32931" y="1441284"/>
                </a:lnTo>
                <a:lnTo>
                  <a:pt x="118656" y="1441284"/>
                </a:lnTo>
                <a:lnTo>
                  <a:pt x="118656" y="146985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25459" y="1754034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用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户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7335" y="2638310"/>
            <a:ext cx="1965960" cy="0"/>
          </a:xfrm>
          <a:custGeom>
            <a:avLst/>
            <a:gdLst/>
            <a:ahLst/>
            <a:cxnLst/>
            <a:rect l="l" t="t" r="r" b="b"/>
            <a:pathLst>
              <a:path w="1965959" h="0">
                <a:moveTo>
                  <a:pt x="0" y="0"/>
                </a:moveTo>
                <a:lnTo>
                  <a:pt x="1965363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17427" y="1838756"/>
            <a:ext cx="119726" cy="237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41455" y="1486319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99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17427" y="2048306"/>
            <a:ext cx="119726" cy="237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41455" y="2272906"/>
            <a:ext cx="0" cy="360045"/>
          </a:xfrm>
          <a:custGeom>
            <a:avLst/>
            <a:gdLst/>
            <a:ahLst/>
            <a:cxnLst/>
            <a:rect l="l" t="t" r="r" b="b"/>
            <a:pathLst>
              <a:path w="0" h="360044">
                <a:moveTo>
                  <a:pt x="0" y="0"/>
                </a:moveTo>
                <a:lnTo>
                  <a:pt x="0" y="35999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82402" y="263831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22385" y="1762556"/>
            <a:ext cx="119615" cy="237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47335" y="1486319"/>
            <a:ext cx="0" cy="304165"/>
          </a:xfrm>
          <a:custGeom>
            <a:avLst/>
            <a:gdLst/>
            <a:ahLst/>
            <a:cxnLst/>
            <a:rect l="l" t="t" r="r" b="b"/>
            <a:pathLst>
              <a:path w="0" h="304164">
                <a:moveTo>
                  <a:pt x="0" y="0"/>
                </a:moveTo>
                <a:lnTo>
                  <a:pt x="0" y="30402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22385" y="1991156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4" h="238125">
                <a:moveTo>
                  <a:pt x="103258" y="237655"/>
                </a:moveTo>
                <a:lnTo>
                  <a:pt x="62681" y="224497"/>
                </a:lnTo>
                <a:lnTo>
                  <a:pt x="29801" y="198386"/>
                </a:lnTo>
                <a:lnTo>
                  <a:pt x="7868" y="162344"/>
                </a:lnTo>
                <a:lnTo>
                  <a:pt x="19" y="124993"/>
                </a:lnTo>
                <a:lnTo>
                  <a:pt x="0" y="115036"/>
                </a:lnTo>
                <a:lnTo>
                  <a:pt x="45" y="113220"/>
                </a:lnTo>
                <a:lnTo>
                  <a:pt x="9278" y="72885"/>
                </a:lnTo>
                <a:lnTo>
                  <a:pt x="30906" y="39090"/>
                </a:lnTo>
                <a:lnTo>
                  <a:pt x="62351" y="14401"/>
                </a:lnTo>
                <a:lnTo>
                  <a:pt x="101099" y="1358"/>
                </a:lnTo>
                <a:lnTo>
                  <a:pt x="118891" y="0"/>
                </a:lnTo>
                <a:lnTo>
                  <a:pt x="119615" y="28562"/>
                </a:lnTo>
                <a:lnTo>
                  <a:pt x="115690" y="28663"/>
                </a:lnTo>
                <a:lnTo>
                  <a:pt x="114929" y="28663"/>
                </a:lnTo>
                <a:lnTo>
                  <a:pt x="114218" y="28702"/>
                </a:lnTo>
                <a:lnTo>
                  <a:pt x="114429" y="28702"/>
                </a:lnTo>
                <a:lnTo>
                  <a:pt x="110595" y="28994"/>
                </a:lnTo>
                <a:lnTo>
                  <a:pt x="110319" y="28994"/>
                </a:lnTo>
                <a:lnTo>
                  <a:pt x="109595" y="29070"/>
                </a:lnTo>
                <a:lnTo>
                  <a:pt x="109724" y="29070"/>
                </a:lnTo>
                <a:lnTo>
                  <a:pt x="105954" y="29552"/>
                </a:lnTo>
                <a:lnTo>
                  <a:pt x="105772" y="29552"/>
                </a:lnTo>
                <a:lnTo>
                  <a:pt x="105061" y="29667"/>
                </a:lnTo>
                <a:lnTo>
                  <a:pt x="101371" y="30340"/>
                </a:lnTo>
                <a:lnTo>
                  <a:pt x="100591" y="30480"/>
                </a:lnTo>
                <a:lnTo>
                  <a:pt x="96982" y="31330"/>
                </a:lnTo>
                <a:lnTo>
                  <a:pt x="96209" y="31508"/>
                </a:lnTo>
                <a:lnTo>
                  <a:pt x="92672" y="32537"/>
                </a:lnTo>
                <a:lnTo>
                  <a:pt x="91917" y="32753"/>
                </a:lnTo>
                <a:lnTo>
                  <a:pt x="88426" y="33947"/>
                </a:lnTo>
                <a:lnTo>
                  <a:pt x="87713" y="34188"/>
                </a:lnTo>
                <a:lnTo>
                  <a:pt x="83598" y="35826"/>
                </a:lnTo>
                <a:lnTo>
                  <a:pt x="79585" y="37655"/>
                </a:lnTo>
                <a:lnTo>
                  <a:pt x="76334" y="39344"/>
                </a:lnTo>
                <a:lnTo>
                  <a:pt x="75686" y="39674"/>
                </a:lnTo>
                <a:lnTo>
                  <a:pt x="72528" y="41516"/>
                </a:lnTo>
                <a:lnTo>
                  <a:pt x="71889" y="41884"/>
                </a:lnTo>
                <a:lnTo>
                  <a:pt x="68831" y="43865"/>
                </a:lnTo>
                <a:lnTo>
                  <a:pt x="68218" y="44259"/>
                </a:lnTo>
                <a:lnTo>
                  <a:pt x="65245" y="46393"/>
                </a:lnTo>
                <a:lnTo>
                  <a:pt x="64675" y="46799"/>
                </a:lnTo>
                <a:lnTo>
                  <a:pt x="61246" y="49504"/>
                </a:lnTo>
                <a:lnTo>
                  <a:pt x="58486" y="51917"/>
                </a:lnTo>
                <a:lnTo>
                  <a:pt x="57957" y="52374"/>
                </a:lnTo>
                <a:lnTo>
                  <a:pt x="55325" y="54914"/>
                </a:lnTo>
                <a:lnTo>
                  <a:pt x="54820" y="55397"/>
                </a:lnTo>
                <a:lnTo>
                  <a:pt x="51823" y="58559"/>
                </a:lnTo>
                <a:lnTo>
                  <a:pt x="49440" y="61341"/>
                </a:lnTo>
                <a:lnTo>
                  <a:pt x="46285" y="65316"/>
                </a:lnTo>
                <a:lnTo>
                  <a:pt x="44178" y="68313"/>
                </a:lnTo>
                <a:lnTo>
                  <a:pt x="43771" y="68884"/>
                </a:lnTo>
                <a:lnTo>
                  <a:pt x="41795" y="71996"/>
                </a:lnTo>
                <a:lnTo>
                  <a:pt x="41421" y="72580"/>
                </a:lnTo>
                <a:lnTo>
                  <a:pt x="39600" y="75780"/>
                </a:lnTo>
                <a:lnTo>
                  <a:pt x="39250" y="76390"/>
                </a:lnTo>
                <a:lnTo>
                  <a:pt x="37256" y="80314"/>
                </a:lnTo>
                <a:lnTo>
                  <a:pt x="35757" y="83693"/>
                </a:lnTo>
                <a:lnTo>
                  <a:pt x="34112" y="87807"/>
                </a:lnTo>
                <a:lnTo>
                  <a:pt x="32670" y="92011"/>
                </a:lnTo>
                <a:lnTo>
                  <a:pt x="31433" y="96304"/>
                </a:lnTo>
                <a:lnTo>
                  <a:pt x="30408" y="100685"/>
                </a:lnTo>
                <a:lnTo>
                  <a:pt x="29585" y="105156"/>
                </a:lnTo>
                <a:lnTo>
                  <a:pt x="28992" y="109689"/>
                </a:lnTo>
                <a:lnTo>
                  <a:pt x="28707" y="113220"/>
                </a:lnTo>
                <a:lnTo>
                  <a:pt x="28607" y="114312"/>
                </a:lnTo>
                <a:lnTo>
                  <a:pt x="28467" y="119024"/>
                </a:lnTo>
                <a:lnTo>
                  <a:pt x="28556" y="123329"/>
                </a:lnTo>
                <a:lnTo>
                  <a:pt x="28853" y="127584"/>
                </a:lnTo>
                <a:lnTo>
                  <a:pt x="29320" y="131787"/>
                </a:lnTo>
                <a:lnTo>
                  <a:pt x="29986" y="135915"/>
                </a:lnTo>
                <a:lnTo>
                  <a:pt x="30831" y="139979"/>
                </a:lnTo>
                <a:lnTo>
                  <a:pt x="31861" y="143979"/>
                </a:lnTo>
                <a:lnTo>
                  <a:pt x="33051" y="147904"/>
                </a:lnTo>
                <a:lnTo>
                  <a:pt x="33243" y="148526"/>
                </a:lnTo>
                <a:lnTo>
                  <a:pt x="34425" y="151752"/>
                </a:lnTo>
                <a:lnTo>
                  <a:pt x="34640" y="152349"/>
                </a:lnTo>
                <a:lnTo>
                  <a:pt x="35956" y="155511"/>
                </a:lnTo>
                <a:lnTo>
                  <a:pt x="36202" y="156108"/>
                </a:lnTo>
                <a:lnTo>
                  <a:pt x="37663" y="159194"/>
                </a:lnTo>
                <a:lnTo>
                  <a:pt x="37929" y="159766"/>
                </a:lnTo>
                <a:lnTo>
                  <a:pt x="39518" y="162788"/>
                </a:lnTo>
                <a:lnTo>
                  <a:pt x="39808" y="163347"/>
                </a:lnTo>
                <a:lnTo>
                  <a:pt x="41524" y="166281"/>
                </a:lnTo>
                <a:lnTo>
                  <a:pt x="41840" y="166827"/>
                </a:lnTo>
                <a:lnTo>
                  <a:pt x="43691" y="169684"/>
                </a:lnTo>
                <a:lnTo>
                  <a:pt x="45990" y="172974"/>
                </a:lnTo>
                <a:lnTo>
                  <a:pt x="46349" y="173481"/>
                </a:lnTo>
                <a:lnTo>
                  <a:pt x="48440" y="176161"/>
                </a:lnTo>
                <a:lnTo>
                  <a:pt x="51019" y="179235"/>
                </a:lnTo>
                <a:lnTo>
                  <a:pt x="53724" y="182181"/>
                </a:lnTo>
                <a:lnTo>
                  <a:pt x="54147" y="182638"/>
                </a:lnTo>
                <a:lnTo>
                  <a:pt x="56569" y="185013"/>
                </a:lnTo>
                <a:lnTo>
                  <a:pt x="59516" y="187718"/>
                </a:lnTo>
                <a:lnTo>
                  <a:pt x="59976" y="188137"/>
                </a:lnTo>
                <a:lnTo>
                  <a:pt x="62480" y="190195"/>
                </a:lnTo>
                <a:lnTo>
                  <a:pt x="63075" y="190690"/>
                </a:lnTo>
                <a:lnTo>
                  <a:pt x="65801" y="192735"/>
                </a:lnTo>
                <a:lnTo>
                  <a:pt x="69094" y="195033"/>
                </a:lnTo>
                <a:lnTo>
                  <a:pt x="69590" y="195376"/>
                </a:lnTo>
                <a:lnTo>
                  <a:pt x="72481" y="197180"/>
                </a:lnTo>
                <a:lnTo>
                  <a:pt x="73006" y="197510"/>
                </a:lnTo>
                <a:lnTo>
                  <a:pt x="75988" y="199186"/>
                </a:lnTo>
                <a:lnTo>
                  <a:pt x="76524" y="199491"/>
                </a:lnTo>
                <a:lnTo>
                  <a:pt x="79585" y="201041"/>
                </a:lnTo>
                <a:lnTo>
                  <a:pt x="80131" y="201320"/>
                </a:lnTo>
                <a:lnTo>
                  <a:pt x="83269" y="202730"/>
                </a:lnTo>
                <a:lnTo>
                  <a:pt x="83827" y="202984"/>
                </a:lnTo>
                <a:lnTo>
                  <a:pt x="87040" y="204254"/>
                </a:lnTo>
                <a:lnTo>
                  <a:pt x="87611" y="204482"/>
                </a:lnTo>
                <a:lnTo>
                  <a:pt x="90895" y="205625"/>
                </a:lnTo>
                <a:lnTo>
                  <a:pt x="91472" y="205828"/>
                </a:lnTo>
                <a:lnTo>
                  <a:pt x="94844" y="206819"/>
                </a:lnTo>
                <a:lnTo>
                  <a:pt x="98849" y="207835"/>
                </a:lnTo>
                <a:lnTo>
                  <a:pt x="102921" y="208673"/>
                </a:lnTo>
                <a:lnTo>
                  <a:pt x="103486" y="208787"/>
                </a:lnTo>
                <a:lnTo>
                  <a:pt x="107626" y="209410"/>
                </a:lnTo>
                <a:lnTo>
                  <a:pt x="103258" y="237655"/>
                </a:lnTo>
                <a:close/>
              </a:path>
              <a:path w="120014" h="238125">
                <a:moveTo>
                  <a:pt x="114537" y="28693"/>
                </a:moveTo>
                <a:lnTo>
                  <a:pt x="114929" y="28663"/>
                </a:lnTo>
                <a:lnTo>
                  <a:pt x="115690" y="28663"/>
                </a:lnTo>
                <a:lnTo>
                  <a:pt x="114537" y="28693"/>
                </a:lnTo>
                <a:close/>
              </a:path>
              <a:path w="120014" h="238125">
                <a:moveTo>
                  <a:pt x="114429" y="28702"/>
                </a:moveTo>
                <a:lnTo>
                  <a:pt x="114218" y="28702"/>
                </a:lnTo>
                <a:lnTo>
                  <a:pt x="114537" y="28693"/>
                </a:lnTo>
                <a:close/>
              </a:path>
              <a:path w="120014" h="238125">
                <a:moveTo>
                  <a:pt x="109913" y="29046"/>
                </a:moveTo>
                <a:lnTo>
                  <a:pt x="110319" y="28994"/>
                </a:lnTo>
                <a:lnTo>
                  <a:pt x="110595" y="28994"/>
                </a:lnTo>
                <a:lnTo>
                  <a:pt x="109913" y="29046"/>
                </a:lnTo>
                <a:close/>
              </a:path>
              <a:path w="120014" h="238125">
                <a:moveTo>
                  <a:pt x="109724" y="29070"/>
                </a:moveTo>
                <a:lnTo>
                  <a:pt x="109595" y="29070"/>
                </a:lnTo>
                <a:lnTo>
                  <a:pt x="109913" y="29046"/>
                </a:lnTo>
                <a:lnTo>
                  <a:pt x="109724" y="29070"/>
                </a:lnTo>
                <a:close/>
              </a:path>
              <a:path w="120014" h="238125">
                <a:moveTo>
                  <a:pt x="105315" y="29634"/>
                </a:moveTo>
                <a:lnTo>
                  <a:pt x="105772" y="29552"/>
                </a:lnTo>
                <a:lnTo>
                  <a:pt x="105954" y="29552"/>
                </a:lnTo>
                <a:lnTo>
                  <a:pt x="105315" y="29634"/>
                </a:lnTo>
                <a:close/>
              </a:path>
              <a:path w="120014" h="238125">
                <a:moveTo>
                  <a:pt x="105133" y="29667"/>
                </a:moveTo>
                <a:lnTo>
                  <a:pt x="105315" y="29634"/>
                </a:lnTo>
                <a:lnTo>
                  <a:pt x="105133" y="29667"/>
                </a:lnTo>
                <a:close/>
              </a:path>
              <a:path w="120014" h="238125">
                <a:moveTo>
                  <a:pt x="101001" y="30406"/>
                </a:moveTo>
                <a:lnTo>
                  <a:pt x="101289" y="30340"/>
                </a:lnTo>
                <a:lnTo>
                  <a:pt x="101001" y="30406"/>
                </a:lnTo>
                <a:close/>
              </a:path>
              <a:path w="120014" h="238125">
                <a:moveTo>
                  <a:pt x="100682" y="30480"/>
                </a:moveTo>
                <a:lnTo>
                  <a:pt x="101001" y="30406"/>
                </a:lnTo>
                <a:lnTo>
                  <a:pt x="100682" y="30480"/>
                </a:lnTo>
                <a:close/>
              </a:path>
              <a:path w="120014" h="238125">
                <a:moveTo>
                  <a:pt x="96535" y="31433"/>
                </a:moveTo>
                <a:lnTo>
                  <a:pt x="96895" y="31330"/>
                </a:lnTo>
                <a:lnTo>
                  <a:pt x="96535" y="31433"/>
                </a:lnTo>
                <a:close/>
              </a:path>
              <a:path w="120014" h="238125">
                <a:moveTo>
                  <a:pt x="96273" y="31508"/>
                </a:moveTo>
                <a:lnTo>
                  <a:pt x="96535" y="31433"/>
                </a:lnTo>
                <a:lnTo>
                  <a:pt x="96273" y="31508"/>
                </a:lnTo>
                <a:close/>
              </a:path>
              <a:path w="120014" h="238125">
                <a:moveTo>
                  <a:pt x="92143" y="32688"/>
                </a:moveTo>
                <a:lnTo>
                  <a:pt x="92590" y="32537"/>
                </a:lnTo>
                <a:lnTo>
                  <a:pt x="92143" y="32688"/>
                </a:lnTo>
                <a:close/>
              </a:path>
              <a:path w="120014" h="238125">
                <a:moveTo>
                  <a:pt x="91952" y="32753"/>
                </a:moveTo>
                <a:lnTo>
                  <a:pt x="92143" y="32688"/>
                </a:lnTo>
                <a:lnTo>
                  <a:pt x="91952" y="32753"/>
                </a:lnTo>
                <a:close/>
              </a:path>
              <a:path w="120014" h="238125">
                <a:moveTo>
                  <a:pt x="88051" y="34073"/>
                </a:moveTo>
                <a:lnTo>
                  <a:pt x="88373" y="33947"/>
                </a:lnTo>
                <a:lnTo>
                  <a:pt x="88051" y="34073"/>
                </a:lnTo>
                <a:close/>
              </a:path>
              <a:path w="120014" h="238125">
                <a:moveTo>
                  <a:pt x="87760" y="34188"/>
                </a:moveTo>
                <a:lnTo>
                  <a:pt x="88051" y="34073"/>
                </a:lnTo>
                <a:lnTo>
                  <a:pt x="87760" y="34188"/>
                </a:lnTo>
                <a:close/>
              </a:path>
              <a:path w="120014" h="238125">
                <a:moveTo>
                  <a:pt x="84036" y="35654"/>
                </a:moveTo>
                <a:lnTo>
                  <a:pt x="84246" y="35560"/>
                </a:lnTo>
                <a:lnTo>
                  <a:pt x="84036" y="35654"/>
                </a:lnTo>
                <a:close/>
              </a:path>
              <a:path w="120014" h="238125">
                <a:moveTo>
                  <a:pt x="83653" y="35826"/>
                </a:moveTo>
                <a:lnTo>
                  <a:pt x="84036" y="35654"/>
                </a:lnTo>
                <a:lnTo>
                  <a:pt x="83653" y="35826"/>
                </a:lnTo>
                <a:close/>
              </a:path>
              <a:path w="120014" h="238125">
                <a:moveTo>
                  <a:pt x="80110" y="37419"/>
                </a:moveTo>
                <a:close/>
              </a:path>
              <a:path w="120014" h="238125">
                <a:moveTo>
                  <a:pt x="79647" y="37655"/>
                </a:moveTo>
                <a:lnTo>
                  <a:pt x="80110" y="37419"/>
                </a:lnTo>
                <a:lnTo>
                  <a:pt x="79647" y="37655"/>
                </a:lnTo>
                <a:close/>
              </a:path>
              <a:path w="120014" h="238125">
                <a:moveTo>
                  <a:pt x="76004" y="39512"/>
                </a:moveTo>
                <a:lnTo>
                  <a:pt x="76296" y="39344"/>
                </a:lnTo>
                <a:lnTo>
                  <a:pt x="76004" y="39512"/>
                </a:lnTo>
                <a:close/>
              </a:path>
              <a:path w="120014" h="238125">
                <a:moveTo>
                  <a:pt x="75723" y="39674"/>
                </a:moveTo>
                <a:lnTo>
                  <a:pt x="76004" y="39512"/>
                </a:lnTo>
                <a:lnTo>
                  <a:pt x="75723" y="39674"/>
                </a:lnTo>
                <a:close/>
              </a:path>
              <a:path w="120014" h="238125">
                <a:moveTo>
                  <a:pt x="72121" y="41750"/>
                </a:moveTo>
                <a:lnTo>
                  <a:pt x="72486" y="41516"/>
                </a:lnTo>
                <a:lnTo>
                  <a:pt x="72121" y="41750"/>
                </a:lnTo>
                <a:close/>
              </a:path>
              <a:path w="120014" h="238125">
                <a:moveTo>
                  <a:pt x="71913" y="41884"/>
                </a:moveTo>
                <a:lnTo>
                  <a:pt x="72121" y="41750"/>
                </a:lnTo>
                <a:lnTo>
                  <a:pt x="71913" y="41884"/>
                </a:lnTo>
                <a:close/>
              </a:path>
              <a:path w="120014" h="238125">
                <a:moveTo>
                  <a:pt x="68415" y="44133"/>
                </a:moveTo>
                <a:lnTo>
                  <a:pt x="68790" y="43865"/>
                </a:lnTo>
                <a:lnTo>
                  <a:pt x="68415" y="44133"/>
                </a:lnTo>
                <a:close/>
              </a:path>
              <a:path w="120014" h="238125">
                <a:moveTo>
                  <a:pt x="68238" y="44259"/>
                </a:moveTo>
                <a:lnTo>
                  <a:pt x="68415" y="44133"/>
                </a:lnTo>
                <a:lnTo>
                  <a:pt x="68238" y="44259"/>
                </a:lnTo>
                <a:close/>
              </a:path>
              <a:path w="120014" h="238125">
                <a:moveTo>
                  <a:pt x="64977" y="46584"/>
                </a:moveTo>
                <a:lnTo>
                  <a:pt x="65221" y="46393"/>
                </a:lnTo>
                <a:lnTo>
                  <a:pt x="64977" y="46584"/>
                </a:lnTo>
                <a:close/>
              </a:path>
              <a:path w="120014" h="238125">
                <a:moveTo>
                  <a:pt x="64702" y="46799"/>
                </a:moveTo>
                <a:lnTo>
                  <a:pt x="64977" y="46584"/>
                </a:lnTo>
                <a:lnTo>
                  <a:pt x="64702" y="46799"/>
                </a:lnTo>
                <a:close/>
              </a:path>
              <a:path w="120014" h="238125">
                <a:moveTo>
                  <a:pt x="61603" y="49225"/>
                </a:moveTo>
                <a:lnTo>
                  <a:pt x="61779" y="49072"/>
                </a:lnTo>
                <a:lnTo>
                  <a:pt x="61603" y="49225"/>
                </a:lnTo>
                <a:close/>
              </a:path>
              <a:path w="120014" h="238125">
                <a:moveTo>
                  <a:pt x="61280" y="49504"/>
                </a:moveTo>
                <a:lnTo>
                  <a:pt x="61603" y="49225"/>
                </a:lnTo>
                <a:lnTo>
                  <a:pt x="61280" y="49504"/>
                </a:lnTo>
                <a:close/>
              </a:path>
              <a:path w="120014" h="238125">
                <a:moveTo>
                  <a:pt x="58262" y="52110"/>
                </a:moveTo>
                <a:lnTo>
                  <a:pt x="58465" y="51917"/>
                </a:lnTo>
                <a:lnTo>
                  <a:pt x="58262" y="52110"/>
                </a:lnTo>
                <a:close/>
              </a:path>
              <a:path w="120014" h="238125">
                <a:moveTo>
                  <a:pt x="57986" y="52374"/>
                </a:moveTo>
                <a:lnTo>
                  <a:pt x="58262" y="52110"/>
                </a:lnTo>
                <a:lnTo>
                  <a:pt x="57986" y="52374"/>
                </a:lnTo>
                <a:close/>
              </a:path>
              <a:path w="120014" h="238125">
                <a:moveTo>
                  <a:pt x="55067" y="55161"/>
                </a:moveTo>
                <a:lnTo>
                  <a:pt x="55302" y="54914"/>
                </a:lnTo>
                <a:lnTo>
                  <a:pt x="55067" y="55161"/>
                </a:lnTo>
                <a:close/>
              </a:path>
              <a:path w="120014" h="238125">
                <a:moveTo>
                  <a:pt x="54842" y="55397"/>
                </a:moveTo>
                <a:lnTo>
                  <a:pt x="55067" y="55161"/>
                </a:lnTo>
                <a:lnTo>
                  <a:pt x="54842" y="55397"/>
                </a:lnTo>
                <a:close/>
              </a:path>
              <a:path w="120014" h="238125">
                <a:moveTo>
                  <a:pt x="52126" y="58242"/>
                </a:moveTo>
                <a:lnTo>
                  <a:pt x="52280" y="58064"/>
                </a:lnTo>
                <a:lnTo>
                  <a:pt x="52126" y="58242"/>
                </a:lnTo>
                <a:close/>
              </a:path>
              <a:path w="120014" h="238125">
                <a:moveTo>
                  <a:pt x="51851" y="58559"/>
                </a:moveTo>
                <a:lnTo>
                  <a:pt x="52126" y="58242"/>
                </a:lnTo>
                <a:lnTo>
                  <a:pt x="51851" y="58559"/>
                </a:lnTo>
                <a:close/>
              </a:path>
              <a:path w="120014" h="238125">
                <a:moveTo>
                  <a:pt x="49113" y="61718"/>
                </a:moveTo>
                <a:lnTo>
                  <a:pt x="49410" y="61341"/>
                </a:lnTo>
                <a:lnTo>
                  <a:pt x="49113" y="61718"/>
                </a:lnTo>
                <a:close/>
              </a:path>
              <a:path w="120014" h="238125">
                <a:moveTo>
                  <a:pt x="48990" y="61874"/>
                </a:moveTo>
                <a:lnTo>
                  <a:pt x="49113" y="61718"/>
                </a:lnTo>
                <a:lnTo>
                  <a:pt x="48990" y="61874"/>
                </a:lnTo>
                <a:close/>
              </a:path>
              <a:path w="120014" h="238125">
                <a:moveTo>
                  <a:pt x="46606" y="64908"/>
                </a:moveTo>
                <a:lnTo>
                  <a:pt x="46705" y="64769"/>
                </a:lnTo>
                <a:lnTo>
                  <a:pt x="46606" y="64908"/>
                </a:lnTo>
                <a:close/>
              </a:path>
              <a:path w="120014" h="238125">
                <a:moveTo>
                  <a:pt x="46315" y="65316"/>
                </a:moveTo>
                <a:lnTo>
                  <a:pt x="46606" y="64908"/>
                </a:lnTo>
                <a:lnTo>
                  <a:pt x="46315" y="65316"/>
                </a:lnTo>
                <a:close/>
              </a:path>
              <a:path w="120014" h="238125">
                <a:moveTo>
                  <a:pt x="43920" y="68675"/>
                </a:moveTo>
                <a:lnTo>
                  <a:pt x="44152" y="68313"/>
                </a:lnTo>
                <a:lnTo>
                  <a:pt x="43920" y="68675"/>
                </a:lnTo>
                <a:close/>
              </a:path>
              <a:path w="120014" h="238125">
                <a:moveTo>
                  <a:pt x="43786" y="68884"/>
                </a:moveTo>
                <a:lnTo>
                  <a:pt x="43920" y="68675"/>
                </a:lnTo>
                <a:lnTo>
                  <a:pt x="43786" y="68884"/>
                </a:lnTo>
                <a:close/>
              </a:path>
              <a:path w="120014" h="238125">
                <a:moveTo>
                  <a:pt x="41615" y="72277"/>
                </a:moveTo>
                <a:lnTo>
                  <a:pt x="41777" y="71996"/>
                </a:lnTo>
                <a:lnTo>
                  <a:pt x="41615" y="72277"/>
                </a:lnTo>
                <a:close/>
              </a:path>
              <a:path w="120014" h="238125">
                <a:moveTo>
                  <a:pt x="41441" y="72580"/>
                </a:moveTo>
                <a:lnTo>
                  <a:pt x="41615" y="72277"/>
                </a:lnTo>
                <a:lnTo>
                  <a:pt x="41441" y="72580"/>
                </a:lnTo>
                <a:close/>
              </a:path>
              <a:path w="120014" h="238125">
                <a:moveTo>
                  <a:pt x="39413" y="76107"/>
                </a:moveTo>
                <a:lnTo>
                  <a:pt x="39580" y="75780"/>
                </a:lnTo>
                <a:lnTo>
                  <a:pt x="39413" y="76107"/>
                </a:lnTo>
                <a:close/>
              </a:path>
              <a:path w="120014" h="238125">
                <a:moveTo>
                  <a:pt x="39267" y="76390"/>
                </a:moveTo>
                <a:lnTo>
                  <a:pt x="39413" y="76107"/>
                </a:lnTo>
                <a:lnTo>
                  <a:pt x="39267" y="76390"/>
                </a:lnTo>
                <a:close/>
              </a:path>
              <a:path w="120014" h="238125">
                <a:moveTo>
                  <a:pt x="37457" y="79922"/>
                </a:moveTo>
                <a:lnTo>
                  <a:pt x="37561" y="79692"/>
                </a:lnTo>
                <a:lnTo>
                  <a:pt x="37457" y="79922"/>
                </a:lnTo>
                <a:close/>
              </a:path>
              <a:path w="120014" h="238125">
                <a:moveTo>
                  <a:pt x="37280" y="80314"/>
                </a:moveTo>
                <a:lnTo>
                  <a:pt x="37457" y="79922"/>
                </a:lnTo>
                <a:lnTo>
                  <a:pt x="37280" y="80314"/>
                </a:lnTo>
                <a:close/>
              </a:path>
              <a:path w="120014" h="238125">
                <a:moveTo>
                  <a:pt x="35558" y="84135"/>
                </a:moveTo>
                <a:lnTo>
                  <a:pt x="35732" y="83693"/>
                </a:lnTo>
                <a:lnTo>
                  <a:pt x="35558" y="84135"/>
                </a:lnTo>
                <a:close/>
              </a:path>
              <a:path w="120014" h="238125">
                <a:moveTo>
                  <a:pt x="35477" y="84340"/>
                </a:moveTo>
                <a:lnTo>
                  <a:pt x="35558" y="84135"/>
                </a:lnTo>
                <a:lnTo>
                  <a:pt x="35477" y="84340"/>
                </a:lnTo>
                <a:close/>
              </a:path>
              <a:path w="120014" h="238125">
                <a:moveTo>
                  <a:pt x="33979" y="88146"/>
                </a:moveTo>
                <a:lnTo>
                  <a:pt x="34093" y="87807"/>
                </a:lnTo>
                <a:lnTo>
                  <a:pt x="33979" y="88146"/>
                </a:lnTo>
                <a:close/>
              </a:path>
              <a:path w="120014" h="238125">
                <a:moveTo>
                  <a:pt x="33870" y="88468"/>
                </a:moveTo>
                <a:lnTo>
                  <a:pt x="33979" y="88146"/>
                </a:lnTo>
                <a:lnTo>
                  <a:pt x="33870" y="88468"/>
                </a:lnTo>
                <a:close/>
              </a:path>
              <a:path w="120014" h="238125">
                <a:moveTo>
                  <a:pt x="32521" y="92451"/>
                </a:moveTo>
                <a:lnTo>
                  <a:pt x="32646" y="92011"/>
                </a:lnTo>
                <a:lnTo>
                  <a:pt x="32521" y="92451"/>
                </a:lnTo>
                <a:close/>
              </a:path>
              <a:path w="120014" h="238125">
                <a:moveTo>
                  <a:pt x="32456" y="92684"/>
                </a:moveTo>
                <a:lnTo>
                  <a:pt x="32521" y="92451"/>
                </a:lnTo>
                <a:lnTo>
                  <a:pt x="32456" y="92684"/>
                </a:lnTo>
                <a:close/>
              </a:path>
              <a:path w="120014" h="238125">
                <a:moveTo>
                  <a:pt x="31329" y="96671"/>
                </a:moveTo>
                <a:lnTo>
                  <a:pt x="31414" y="96304"/>
                </a:lnTo>
                <a:lnTo>
                  <a:pt x="31329" y="96671"/>
                </a:lnTo>
                <a:close/>
              </a:path>
              <a:path w="120014" h="238125">
                <a:moveTo>
                  <a:pt x="31253" y="97002"/>
                </a:moveTo>
                <a:lnTo>
                  <a:pt x="31329" y="96671"/>
                </a:lnTo>
                <a:lnTo>
                  <a:pt x="31253" y="97002"/>
                </a:lnTo>
                <a:close/>
              </a:path>
              <a:path w="120014" h="238125">
                <a:moveTo>
                  <a:pt x="30302" y="101150"/>
                </a:moveTo>
                <a:lnTo>
                  <a:pt x="30385" y="100685"/>
                </a:lnTo>
                <a:lnTo>
                  <a:pt x="30302" y="101150"/>
                </a:lnTo>
                <a:close/>
              </a:path>
              <a:path w="120014" h="238125">
                <a:moveTo>
                  <a:pt x="30258" y="101396"/>
                </a:moveTo>
                <a:lnTo>
                  <a:pt x="30302" y="101150"/>
                </a:lnTo>
                <a:lnTo>
                  <a:pt x="30258" y="101396"/>
                </a:lnTo>
                <a:close/>
              </a:path>
              <a:path w="120014" h="238125">
                <a:moveTo>
                  <a:pt x="29540" y="105410"/>
                </a:moveTo>
                <a:lnTo>
                  <a:pt x="29572" y="105156"/>
                </a:lnTo>
                <a:lnTo>
                  <a:pt x="29540" y="105410"/>
                </a:lnTo>
                <a:close/>
              </a:path>
              <a:path w="120014" h="238125">
                <a:moveTo>
                  <a:pt x="29481" y="105867"/>
                </a:moveTo>
                <a:lnTo>
                  <a:pt x="29540" y="105410"/>
                </a:lnTo>
                <a:lnTo>
                  <a:pt x="29481" y="105867"/>
                </a:lnTo>
                <a:close/>
              </a:path>
              <a:path w="120014" h="238125">
                <a:moveTo>
                  <a:pt x="28951" y="110006"/>
                </a:moveTo>
                <a:lnTo>
                  <a:pt x="28975" y="109689"/>
                </a:lnTo>
                <a:lnTo>
                  <a:pt x="28951" y="110006"/>
                </a:lnTo>
                <a:close/>
              </a:path>
              <a:path w="120014" h="238125">
                <a:moveTo>
                  <a:pt x="28920" y="110413"/>
                </a:moveTo>
                <a:lnTo>
                  <a:pt x="28951" y="110006"/>
                </a:lnTo>
                <a:lnTo>
                  <a:pt x="28920" y="110413"/>
                </a:lnTo>
                <a:close/>
              </a:path>
              <a:path w="120014" h="238125">
                <a:moveTo>
                  <a:pt x="28598" y="114649"/>
                </a:moveTo>
                <a:lnTo>
                  <a:pt x="28607" y="114312"/>
                </a:lnTo>
                <a:lnTo>
                  <a:pt x="28598" y="114649"/>
                </a:lnTo>
                <a:close/>
              </a:path>
              <a:path w="120014" h="238125">
                <a:moveTo>
                  <a:pt x="28588" y="115036"/>
                </a:moveTo>
                <a:lnTo>
                  <a:pt x="28598" y="114649"/>
                </a:lnTo>
                <a:lnTo>
                  <a:pt x="28588" y="115036"/>
                </a:lnTo>
                <a:close/>
              </a:path>
              <a:path w="120014" h="238125">
                <a:moveTo>
                  <a:pt x="28476" y="119394"/>
                </a:moveTo>
                <a:lnTo>
                  <a:pt x="28467" y="119024"/>
                </a:lnTo>
                <a:lnTo>
                  <a:pt x="28476" y="119394"/>
                </a:lnTo>
                <a:close/>
              </a:path>
              <a:path w="120014" h="238125">
                <a:moveTo>
                  <a:pt x="28483" y="119722"/>
                </a:moveTo>
                <a:lnTo>
                  <a:pt x="28476" y="119394"/>
                </a:lnTo>
                <a:lnTo>
                  <a:pt x="28483" y="119722"/>
                </a:lnTo>
                <a:close/>
              </a:path>
              <a:path w="120014" h="238125">
                <a:moveTo>
                  <a:pt x="28603" y="124002"/>
                </a:moveTo>
                <a:lnTo>
                  <a:pt x="28571" y="123542"/>
                </a:lnTo>
                <a:lnTo>
                  <a:pt x="28603" y="124002"/>
                </a:lnTo>
                <a:close/>
              </a:path>
              <a:path w="120014" h="238125">
                <a:moveTo>
                  <a:pt x="28880" y="127967"/>
                </a:moveTo>
                <a:lnTo>
                  <a:pt x="28836" y="127584"/>
                </a:lnTo>
                <a:lnTo>
                  <a:pt x="28880" y="127967"/>
                </a:lnTo>
                <a:close/>
              </a:path>
              <a:path w="120014" h="238125">
                <a:moveTo>
                  <a:pt x="29353" y="132075"/>
                </a:moveTo>
                <a:lnTo>
                  <a:pt x="29306" y="131787"/>
                </a:lnTo>
                <a:lnTo>
                  <a:pt x="29353" y="132075"/>
                </a:lnTo>
                <a:close/>
              </a:path>
              <a:path w="120014" h="238125">
                <a:moveTo>
                  <a:pt x="29412" y="132435"/>
                </a:moveTo>
                <a:lnTo>
                  <a:pt x="29353" y="132075"/>
                </a:lnTo>
                <a:lnTo>
                  <a:pt x="29412" y="132435"/>
                </a:lnTo>
                <a:close/>
              </a:path>
              <a:path w="120014" h="238125">
                <a:moveTo>
                  <a:pt x="30055" y="136335"/>
                </a:moveTo>
                <a:lnTo>
                  <a:pt x="29966" y="135915"/>
                </a:lnTo>
                <a:lnTo>
                  <a:pt x="30055" y="136335"/>
                </a:lnTo>
                <a:close/>
              </a:path>
              <a:path w="120014" h="238125">
                <a:moveTo>
                  <a:pt x="30895" y="140280"/>
                </a:moveTo>
                <a:lnTo>
                  <a:pt x="30817" y="139979"/>
                </a:lnTo>
                <a:lnTo>
                  <a:pt x="30895" y="140280"/>
                </a:lnTo>
                <a:close/>
              </a:path>
              <a:path w="120014" h="238125">
                <a:moveTo>
                  <a:pt x="30986" y="140627"/>
                </a:moveTo>
                <a:lnTo>
                  <a:pt x="30895" y="140280"/>
                </a:lnTo>
                <a:lnTo>
                  <a:pt x="30986" y="140627"/>
                </a:lnTo>
                <a:close/>
              </a:path>
              <a:path w="120014" h="238125">
                <a:moveTo>
                  <a:pt x="31948" y="144312"/>
                </a:moveTo>
                <a:lnTo>
                  <a:pt x="31846" y="143979"/>
                </a:lnTo>
                <a:lnTo>
                  <a:pt x="31948" y="144312"/>
                </a:lnTo>
                <a:close/>
              </a:path>
              <a:path w="120014" h="238125">
                <a:moveTo>
                  <a:pt x="32037" y="144602"/>
                </a:moveTo>
                <a:lnTo>
                  <a:pt x="31948" y="144312"/>
                </a:lnTo>
                <a:lnTo>
                  <a:pt x="32037" y="144602"/>
                </a:lnTo>
                <a:close/>
              </a:path>
              <a:path w="120014" h="238125">
                <a:moveTo>
                  <a:pt x="33263" y="148526"/>
                </a:moveTo>
                <a:lnTo>
                  <a:pt x="33121" y="148131"/>
                </a:lnTo>
                <a:lnTo>
                  <a:pt x="33263" y="148526"/>
                </a:lnTo>
                <a:close/>
              </a:path>
              <a:path w="120014" h="238125">
                <a:moveTo>
                  <a:pt x="34656" y="152349"/>
                </a:moveTo>
                <a:lnTo>
                  <a:pt x="34521" y="152020"/>
                </a:lnTo>
                <a:lnTo>
                  <a:pt x="34656" y="152349"/>
                </a:lnTo>
                <a:close/>
              </a:path>
              <a:path w="120014" h="238125">
                <a:moveTo>
                  <a:pt x="36226" y="156108"/>
                </a:moveTo>
                <a:lnTo>
                  <a:pt x="36021" y="155669"/>
                </a:lnTo>
                <a:lnTo>
                  <a:pt x="36226" y="156108"/>
                </a:lnTo>
                <a:close/>
              </a:path>
              <a:path w="120014" h="238125">
                <a:moveTo>
                  <a:pt x="37947" y="159766"/>
                </a:moveTo>
                <a:lnTo>
                  <a:pt x="37777" y="159439"/>
                </a:lnTo>
                <a:lnTo>
                  <a:pt x="37947" y="159766"/>
                </a:lnTo>
                <a:close/>
              </a:path>
              <a:path w="120014" h="238125">
                <a:moveTo>
                  <a:pt x="39827" y="163347"/>
                </a:moveTo>
                <a:lnTo>
                  <a:pt x="39644" y="163031"/>
                </a:lnTo>
                <a:lnTo>
                  <a:pt x="39827" y="163347"/>
                </a:lnTo>
                <a:close/>
              </a:path>
              <a:path w="120014" h="238125">
                <a:moveTo>
                  <a:pt x="41860" y="166827"/>
                </a:moveTo>
                <a:lnTo>
                  <a:pt x="41657" y="166509"/>
                </a:lnTo>
                <a:lnTo>
                  <a:pt x="41860" y="166827"/>
                </a:lnTo>
                <a:close/>
              </a:path>
              <a:path w="120014" h="238125">
                <a:moveTo>
                  <a:pt x="43908" y="170022"/>
                </a:moveTo>
                <a:lnTo>
                  <a:pt x="43669" y="169684"/>
                </a:lnTo>
                <a:lnTo>
                  <a:pt x="43908" y="170022"/>
                </a:lnTo>
                <a:close/>
              </a:path>
              <a:path w="120014" h="238125">
                <a:moveTo>
                  <a:pt x="46373" y="173481"/>
                </a:moveTo>
                <a:lnTo>
                  <a:pt x="46095" y="173122"/>
                </a:lnTo>
                <a:lnTo>
                  <a:pt x="46373" y="173481"/>
                </a:lnTo>
                <a:close/>
              </a:path>
              <a:path w="120014" h="238125">
                <a:moveTo>
                  <a:pt x="48662" y="176448"/>
                </a:moveTo>
                <a:lnTo>
                  <a:pt x="48419" y="176161"/>
                </a:lnTo>
                <a:lnTo>
                  <a:pt x="48662" y="176448"/>
                </a:lnTo>
                <a:close/>
              </a:path>
              <a:path w="120014" h="238125">
                <a:moveTo>
                  <a:pt x="51249" y="179507"/>
                </a:moveTo>
                <a:lnTo>
                  <a:pt x="50997" y="179235"/>
                </a:lnTo>
                <a:lnTo>
                  <a:pt x="51249" y="179507"/>
                </a:lnTo>
                <a:close/>
              </a:path>
              <a:path w="120014" h="238125">
                <a:moveTo>
                  <a:pt x="54176" y="182638"/>
                </a:moveTo>
                <a:lnTo>
                  <a:pt x="53822" y="182287"/>
                </a:lnTo>
                <a:lnTo>
                  <a:pt x="54176" y="182638"/>
                </a:lnTo>
                <a:close/>
              </a:path>
              <a:path w="120014" h="238125">
                <a:moveTo>
                  <a:pt x="56816" y="185259"/>
                </a:moveTo>
                <a:lnTo>
                  <a:pt x="56547" y="185013"/>
                </a:lnTo>
                <a:lnTo>
                  <a:pt x="56816" y="185259"/>
                </a:lnTo>
                <a:close/>
              </a:path>
              <a:path w="120014" h="238125">
                <a:moveTo>
                  <a:pt x="60009" y="188137"/>
                </a:moveTo>
                <a:lnTo>
                  <a:pt x="59621" y="187814"/>
                </a:lnTo>
                <a:lnTo>
                  <a:pt x="60009" y="188137"/>
                </a:lnTo>
                <a:close/>
              </a:path>
              <a:path w="120014" h="238125">
                <a:moveTo>
                  <a:pt x="62827" y="190483"/>
                </a:moveTo>
                <a:lnTo>
                  <a:pt x="62580" y="190296"/>
                </a:lnTo>
                <a:lnTo>
                  <a:pt x="62827" y="190483"/>
                </a:lnTo>
                <a:close/>
              </a:path>
              <a:path w="120014" h="238125">
                <a:moveTo>
                  <a:pt x="63100" y="190690"/>
                </a:moveTo>
                <a:lnTo>
                  <a:pt x="62827" y="190483"/>
                </a:lnTo>
                <a:lnTo>
                  <a:pt x="63100" y="190690"/>
                </a:lnTo>
                <a:close/>
              </a:path>
              <a:path w="120014" h="238125">
                <a:moveTo>
                  <a:pt x="66159" y="193005"/>
                </a:moveTo>
                <a:lnTo>
                  <a:pt x="65767" y="192735"/>
                </a:lnTo>
                <a:lnTo>
                  <a:pt x="66159" y="193005"/>
                </a:lnTo>
                <a:close/>
              </a:path>
              <a:path w="120014" h="238125">
                <a:moveTo>
                  <a:pt x="69342" y="195205"/>
                </a:moveTo>
                <a:lnTo>
                  <a:pt x="69069" y="195033"/>
                </a:lnTo>
                <a:lnTo>
                  <a:pt x="69342" y="195205"/>
                </a:lnTo>
                <a:close/>
              </a:path>
              <a:path w="120014" h="238125">
                <a:moveTo>
                  <a:pt x="69614" y="195376"/>
                </a:moveTo>
                <a:lnTo>
                  <a:pt x="69342" y="195205"/>
                </a:lnTo>
                <a:lnTo>
                  <a:pt x="69614" y="195376"/>
                </a:lnTo>
                <a:close/>
              </a:path>
              <a:path w="120014" h="238125">
                <a:moveTo>
                  <a:pt x="73041" y="197510"/>
                </a:moveTo>
                <a:lnTo>
                  <a:pt x="72681" y="197305"/>
                </a:lnTo>
                <a:lnTo>
                  <a:pt x="73041" y="197510"/>
                </a:lnTo>
                <a:close/>
              </a:path>
              <a:path w="120014" h="238125">
                <a:moveTo>
                  <a:pt x="76560" y="199491"/>
                </a:moveTo>
                <a:lnTo>
                  <a:pt x="76195" y="199304"/>
                </a:lnTo>
                <a:lnTo>
                  <a:pt x="76560" y="199491"/>
                </a:lnTo>
                <a:close/>
              </a:path>
              <a:path w="120014" h="238125">
                <a:moveTo>
                  <a:pt x="80173" y="201320"/>
                </a:moveTo>
                <a:lnTo>
                  <a:pt x="79794" y="201147"/>
                </a:lnTo>
                <a:lnTo>
                  <a:pt x="80173" y="201320"/>
                </a:lnTo>
                <a:close/>
              </a:path>
              <a:path w="120014" h="238125">
                <a:moveTo>
                  <a:pt x="83551" y="202858"/>
                </a:moveTo>
                <a:lnTo>
                  <a:pt x="83230" y="202730"/>
                </a:lnTo>
                <a:lnTo>
                  <a:pt x="83551" y="202858"/>
                </a:lnTo>
                <a:close/>
              </a:path>
              <a:path w="120014" h="238125">
                <a:moveTo>
                  <a:pt x="83865" y="202984"/>
                </a:moveTo>
                <a:lnTo>
                  <a:pt x="83551" y="202858"/>
                </a:lnTo>
                <a:lnTo>
                  <a:pt x="83865" y="202984"/>
                </a:lnTo>
                <a:close/>
              </a:path>
              <a:path w="120014" h="238125">
                <a:moveTo>
                  <a:pt x="87651" y="204482"/>
                </a:moveTo>
                <a:lnTo>
                  <a:pt x="87321" y="204366"/>
                </a:lnTo>
                <a:lnTo>
                  <a:pt x="87651" y="204482"/>
                </a:lnTo>
                <a:close/>
              </a:path>
              <a:path w="120014" h="238125">
                <a:moveTo>
                  <a:pt x="91150" y="205715"/>
                </a:moveTo>
                <a:lnTo>
                  <a:pt x="90850" y="205625"/>
                </a:lnTo>
                <a:lnTo>
                  <a:pt x="91150" y="205715"/>
                </a:lnTo>
                <a:close/>
              </a:path>
              <a:path w="120014" h="238125">
                <a:moveTo>
                  <a:pt x="91530" y="205828"/>
                </a:moveTo>
                <a:lnTo>
                  <a:pt x="91150" y="205715"/>
                </a:lnTo>
                <a:lnTo>
                  <a:pt x="91530" y="205828"/>
                </a:lnTo>
                <a:close/>
              </a:path>
              <a:path w="120014" h="238125">
                <a:moveTo>
                  <a:pt x="95196" y="206924"/>
                </a:moveTo>
                <a:lnTo>
                  <a:pt x="94774" y="206819"/>
                </a:lnTo>
                <a:lnTo>
                  <a:pt x="95196" y="206924"/>
                </a:lnTo>
                <a:close/>
              </a:path>
              <a:path w="120014" h="238125">
                <a:moveTo>
                  <a:pt x="99169" y="207915"/>
                </a:moveTo>
                <a:lnTo>
                  <a:pt x="98775" y="207835"/>
                </a:lnTo>
                <a:lnTo>
                  <a:pt x="99169" y="207915"/>
                </a:lnTo>
                <a:close/>
              </a:path>
              <a:path w="120014" h="238125">
                <a:moveTo>
                  <a:pt x="103581" y="208787"/>
                </a:moveTo>
                <a:lnTo>
                  <a:pt x="103183" y="208726"/>
                </a:lnTo>
                <a:lnTo>
                  <a:pt x="103581" y="2087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47335" y="2444788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97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34984" y="2220353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4" h="238125">
                <a:moveTo>
                  <a:pt x="103270" y="237655"/>
                </a:moveTo>
                <a:lnTo>
                  <a:pt x="62694" y="224497"/>
                </a:lnTo>
                <a:lnTo>
                  <a:pt x="29801" y="198386"/>
                </a:lnTo>
                <a:lnTo>
                  <a:pt x="7868" y="162344"/>
                </a:lnTo>
                <a:lnTo>
                  <a:pt x="32" y="124993"/>
                </a:lnTo>
                <a:lnTo>
                  <a:pt x="0" y="115036"/>
                </a:lnTo>
                <a:lnTo>
                  <a:pt x="44" y="113233"/>
                </a:lnTo>
                <a:lnTo>
                  <a:pt x="9277" y="72897"/>
                </a:lnTo>
                <a:lnTo>
                  <a:pt x="30905" y="39090"/>
                </a:lnTo>
                <a:lnTo>
                  <a:pt x="62351" y="14401"/>
                </a:lnTo>
                <a:lnTo>
                  <a:pt x="101098" y="1371"/>
                </a:lnTo>
                <a:lnTo>
                  <a:pt x="118904" y="0"/>
                </a:lnTo>
                <a:lnTo>
                  <a:pt x="119628" y="28562"/>
                </a:lnTo>
                <a:lnTo>
                  <a:pt x="115693" y="28663"/>
                </a:lnTo>
                <a:lnTo>
                  <a:pt x="114941" y="28663"/>
                </a:lnTo>
                <a:lnTo>
                  <a:pt x="114217" y="28701"/>
                </a:lnTo>
                <a:lnTo>
                  <a:pt x="114441" y="28701"/>
                </a:lnTo>
                <a:lnTo>
                  <a:pt x="110608" y="28994"/>
                </a:lnTo>
                <a:lnTo>
                  <a:pt x="110319" y="28994"/>
                </a:lnTo>
                <a:lnTo>
                  <a:pt x="109607" y="29070"/>
                </a:lnTo>
                <a:lnTo>
                  <a:pt x="105061" y="29667"/>
                </a:lnTo>
                <a:lnTo>
                  <a:pt x="105198" y="29667"/>
                </a:lnTo>
                <a:lnTo>
                  <a:pt x="101393" y="30340"/>
                </a:lnTo>
                <a:lnTo>
                  <a:pt x="100603" y="30479"/>
                </a:lnTo>
                <a:lnTo>
                  <a:pt x="96984" y="31330"/>
                </a:lnTo>
                <a:lnTo>
                  <a:pt x="96209" y="31508"/>
                </a:lnTo>
                <a:lnTo>
                  <a:pt x="92674" y="32537"/>
                </a:lnTo>
                <a:lnTo>
                  <a:pt x="91916" y="32753"/>
                </a:lnTo>
                <a:lnTo>
                  <a:pt x="88425" y="33947"/>
                </a:lnTo>
                <a:lnTo>
                  <a:pt x="87713" y="34188"/>
                </a:lnTo>
                <a:lnTo>
                  <a:pt x="83598" y="35826"/>
                </a:lnTo>
                <a:lnTo>
                  <a:pt x="80269" y="37363"/>
                </a:lnTo>
                <a:lnTo>
                  <a:pt x="79597" y="37668"/>
                </a:lnTo>
                <a:lnTo>
                  <a:pt x="76330" y="39357"/>
                </a:lnTo>
                <a:lnTo>
                  <a:pt x="75686" y="39687"/>
                </a:lnTo>
                <a:lnTo>
                  <a:pt x="72519" y="41528"/>
                </a:lnTo>
                <a:lnTo>
                  <a:pt x="71901" y="41884"/>
                </a:lnTo>
                <a:lnTo>
                  <a:pt x="68814" y="43878"/>
                </a:lnTo>
                <a:lnTo>
                  <a:pt x="68218" y="44259"/>
                </a:lnTo>
                <a:lnTo>
                  <a:pt x="65247" y="46393"/>
                </a:lnTo>
                <a:lnTo>
                  <a:pt x="64675" y="46799"/>
                </a:lnTo>
                <a:lnTo>
                  <a:pt x="61811" y="49072"/>
                </a:lnTo>
                <a:lnTo>
                  <a:pt x="61246" y="49517"/>
                </a:lnTo>
                <a:lnTo>
                  <a:pt x="58497" y="51917"/>
                </a:lnTo>
                <a:lnTo>
                  <a:pt x="57969" y="52374"/>
                </a:lnTo>
                <a:lnTo>
                  <a:pt x="55325" y="54914"/>
                </a:lnTo>
                <a:lnTo>
                  <a:pt x="54820" y="55397"/>
                </a:lnTo>
                <a:lnTo>
                  <a:pt x="52306" y="58064"/>
                </a:lnTo>
                <a:lnTo>
                  <a:pt x="51822" y="58572"/>
                </a:lnTo>
                <a:lnTo>
                  <a:pt x="49429" y="61353"/>
                </a:lnTo>
                <a:lnTo>
                  <a:pt x="48978" y="61874"/>
                </a:lnTo>
                <a:lnTo>
                  <a:pt x="46727" y="64769"/>
                </a:lnTo>
                <a:lnTo>
                  <a:pt x="46298" y="65316"/>
                </a:lnTo>
                <a:lnTo>
                  <a:pt x="43771" y="68884"/>
                </a:lnTo>
                <a:lnTo>
                  <a:pt x="41421" y="72580"/>
                </a:lnTo>
                <a:lnTo>
                  <a:pt x="39602" y="75780"/>
                </a:lnTo>
                <a:lnTo>
                  <a:pt x="39249" y="76390"/>
                </a:lnTo>
                <a:lnTo>
                  <a:pt x="37585" y="79692"/>
                </a:lnTo>
                <a:lnTo>
                  <a:pt x="35751" y="83705"/>
                </a:lnTo>
                <a:lnTo>
                  <a:pt x="34113" y="87807"/>
                </a:lnTo>
                <a:lnTo>
                  <a:pt x="32674" y="92011"/>
                </a:lnTo>
                <a:lnTo>
                  <a:pt x="31431" y="96316"/>
                </a:lnTo>
                <a:lnTo>
                  <a:pt x="30406" y="100698"/>
                </a:lnTo>
                <a:lnTo>
                  <a:pt x="29585" y="105155"/>
                </a:lnTo>
                <a:lnTo>
                  <a:pt x="28990" y="109702"/>
                </a:lnTo>
                <a:lnTo>
                  <a:pt x="28706" y="113233"/>
                </a:lnTo>
                <a:lnTo>
                  <a:pt x="28607" y="114312"/>
                </a:lnTo>
                <a:lnTo>
                  <a:pt x="28467" y="119024"/>
                </a:lnTo>
                <a:lnTo>
                  <a:pt x="28556" y="123342"/>
                </a:lnTo>
                <a:lnTo>
                  <a:pt x="28853" y="127596"/>
                </a:lnTo>
                <a:lnTo>
                  <a:pt x="29330" y="131787"/>
                </a:lnTo>
                <a:lnTo>
                  <a:pt x="29986" y="135915"/>
                </a:lnTo>
                <a:lnTo>
                  <a:pt x="30093" y="136563"/>
                </a:lnTo>
                <a:lnTo>
                  <a:pt x="30835" y="139992"/>
                </a:lnTo>
                <a:lnTo>
                  <a:pt x="31857" y="143979"/>
                </a:lnTo>
                <a:lnTo>
                  <a:pt x="32023" y="144614"/>
                </a:lnTo>
                <a:lnTo>
                  <a:pt x="33062" y="147904"/>
                </a:lnTo>
                <a:lnTo>
                  <a:pt x="34431" y="151752"/>
                </a:lnTo>
                <a:lnTo>
                  <a:pt x="35972" y="155524"/>
                </a:lnTo>
                <a:lnTo>
                  <a:pt x="37657" y="159194"/>
                </a:lnTo>
                <a:lnTo>
                  <a:pt x="37929" y="159778"/>
                </a:lnTo>
                <a:lnTo>
                  <a:pt x="39518" y="162788"/>
                </a:lnTo>
                <a:lnTo>
                  <a:pt x="39808" y="163347"/>
                </a:lnTo>
                <a:lnTo>
                  <a:pt x="41535" y="166281"/>
                </a:lnTo>
                <a:lnTo>
                  <a:pt x="41853" y="166827"/>
                </a:lnTo>
                <a:lnTo>
                  <a:pt x="43693" y="169684"/>
                </a:lnTo>
                <a:lnTo>
                  <a:pt x="44025" y="170205"/>
                </a:lnTo>
                <a:lnTo>
                  <a:pt x="45992" y="172973"/>
                </a:lnTo>
                <a:lnTo>
                  <a:pt x="46349" y="173481"/>
                </a:lnTo>
                <a:lnTo>
                  <a:pt x="48451" y="176161"/>
                </a:lnTo>
                <a:lnTo>
                  <a:pt x="51020" y="179235"/>
                </a:lnTo>
                <a:lnTo>
                  <a:pt x="51416" y="179704"/>
                </a:lnTo>
                <a:lnTo>
                  <a:pt x="53737" y="182194"/>
                </a:lnTo>
                <a:lnTo>
                  <a:pt x="56569" y="185026"/>
                </a:lnTo>
                <a:lnTo>
                  <a:pt x="57004" y="185458"/>
                </a:lnTo>
                <a:lnTo>
                  <a:pt x="59539" y="187731"/>
                </a:lnTo>
                <a:lnTo>
                  <a:pt x="63075" y="190690"/>
                </a:lnTo>
                <a:lnTo>
                  <a:pt x="65803" y="192735"/>
                </a:lnTo>
                <a:lnTo>
                  <a:pt x="66288" y="193103"/>
                </a:lnTo>
                <a:lnTo>
                  <a:pt x="69090" y="195033"/>
                </a:lnTo>
                <a:lnTo>
                  <a:pt x="69602" y="195389"/>
                </a:lnTo>
                <a:lnTo>
                  <a:pt x="72512" y="197192"/>
                </a:lnTo>
                <a:lnTo>
                  <a:pt x="75987" y="199186"/>
                </a:lnTo>
                <a:lnTo>
                  <a:pt x="76524" y="199491"/>
                </a:lnTo>
                <a:lnTo>
                  <a:pt x="79585" y="201040"/>
                </a:lnTo>
                <a:lnTo>
                  <a:pt x="80131" y="201320"/>
                </a:lnTo>
                <a:lnTo>
                  <a:pt x="83269" y="202730"/>
                </a:lnTo>
                <a:lnTo>
                  <a:pt x="83826" y="202984"/>
                </a:lnTo>
                <a:lnTo>
                  <a:pt x="87045" y="204266"/>
                </a:lnTo>
                <a:lnTo>
                  <a:pt x="87611" y="204495"/>
                </a:lnTo>
                <a:lnTo>
                  <a:pt x="90890" y="205625"/>
                </a:lnTo>
                <a:lnTo>
                  <a:pt x="91472" y="205828"/>
                </a:lnTo>
                <a:lnTo>
                  <a:pt x="94818" y="206819"/>
                </a:lnTo>
                <a:lnTo>
                  <a:pt x="95409" y="206997"/>
                </a:lnTo>
                <a:lnTo>
                  <a:pt x="98849" y="207835"/>
                </a:lnTo>
                <a:lnTo>
                  <a:pt x="102921" y="208673"/>
                </a:lnTo>
                <a:lnTo>
                  <a:pt x="103486" y="208787"/>
                </a:lnTo>
                <a:lnTo>
                  <a:pt x="107626" y="209410"/>
                </a:lnTo>
                <a:lnTo>
                  <a:pt x="103270" y="237655"/>
                </a:lnTo>
                <a:close/>
              </a:path>
              <a:path w="120014" h="238125">
                <a:moveTo>
                  <a:pt x="114556" y="28693"/>
                </a:moveTo>
                <a:lnTo>
                  <a:pt x="114941" y="28663"/>
                </a:lnTo>
                <a:lnTo>
                  <a:pt x="115693" y="28663"/>
                </a:lnTo>
                <a:lnTo>
                  <a:pt x="114556" y="28693"/>
                </a:lnTo>
                <a:close/>
              </a:path>
              <a:path w="120014" h="238125">
                <a:moveTo>
                  <a:pt x="114441" y="28701"/>
                </a:moveTo>
                <a:lnTo>
                  <a:pt x="114217" y="28701"/>
                </a:lnTo>
                <a:lnTo>
                  <a:pt x="114556" y="28693"/>
                </a:lnTo>
                <a:close/>
              </a:path>
              <a:path w="120014" h="238125">
                <a:moveTo>
                  <a:pt x="109894" y="29048"/>
                </a:moveTo>
                <a:lnTo>
                  <a:pt x="110319" y="28994"/>
                </a:lnTo>
                <a:lnTo>
                  <a:pt x="110608" y="28994"/>
                </a:lnTo>
                <a:lnTo>
                  <a:pt x="109894" y="29048"/>
                </a:lnTo>
                <a:close/>
              </a:path>
              <a:path w="120014" h="238125">
                <a:moveTo>
                  <a:pt x="109723" y="29070"/>
                </a:moveTo>
                <a:lnTo>
                  <a:pt x="109894" y="29048"/>
                </a:lnTo>
                <a:lnTo>
                  <a:pt x="109723" y="29070"/>
                </a:lnTo>
                <a:close/>
              </a:path>
              <a:path w="120014" h="238125">
                <a:moveTo>
                  <a:pt x="105556" y="29603"/>
                </a:moveTo>
                <a:lnTo>
                  <a:pt x="105772" y="29565"/>
                </a:lnTo>
                <a:lnTo>
                  <a:pt x="105556" y="29603"/>
                </a:lnTo>
                <a:close/>
              </a:path>
              <a:path w="120014" h="238125">
                <a:moveTo>
                  <a:pt x="105198" y="29667"/>
                </a:moveTo>
                <a:lnTo>
                  <a:pt x="105061" y="29667"/>
                </a:lnTo>
                <a:lnTo>
                  <a:pt x="105556" y="29603"/>
                </a:lnTo>
                <a:lnTo>
                  <a:pt x="105198" y="29667"/>
                </a:lnTo>
                <a:close/>
              </a:path>
              <a:path w="120014" h="238125">
                <a:moveTo>
                  <a:pt x="100994" y="30410"/>
                </a:moveTo>
                <a:lnTo>
                  <a:pt x="101302" y="30340"/>
                </a:lnTo>
                <a:lnTo>
                  <a:pt x="100994" y="30410"/>
                </a:lnTo>
                <a:close/>
              </a:path>
              <a:path w="120014" h="238125">
                <a:moveTo>
                  <a:pt x="100693" y="30479"/>
                </a:moveTo>
                <a:lnTo>
                  <a:pt x="100994" y="30410"/>
                </a:lnTo>
                <a:lnTo>
                  <a:pt x="100693" y="30479"/>
                </a:lnTo>
                <a:close/>
              </a:path>
              <a:path w="120014" h="238125">
                <a:moveTo>
                  <a:pt x="96592" y="31420"/>
                </a:moveTo>
                <a:lnTo>
                  <a:pt x="96907" y="31330"/>
                </a:lnTo>
                <a:lnTo>
                  <a:pt x="96592" y="31420"/>
                </a:lnTo>
                <a:close/>
              </a:path>
              <a:path w="120014" h="238125">
                <a:moveTo>
                  <a:pt x="96284" y="31508"/>
                </a:moveTo>
                <a:lnTo>
                  <a:pt x="96592" y="31420"/>
                </a:lnTo>
                <a:lnTo>
                  <a:pt x="96284" y="31508"/>
                </a:lnTo>
                <a:close/>
              </a:path>
              <a:path w="120014" h="238125">
                <a:moveTo>
                  <a:pt x="92140" y="32689"/>
                </a:moveTo>
                <a:lnTo>
                  <a:pt x="92589" y="32537"/>
                </a:lnTo>
                <a:lnTo>
                  <a:pt x="92140" y="32689"/>
                </a:lnTo>
                <a:close/>
              </a:path>
              <a:path w="120014" h="238125">
                <a:moveTo>
                  <a:pt x="91952" y="32753"/>
                </a:moveTo>
                <a:lnTo>
                  <a:pt x="92140" y="32689"/>
                </a:lnTo>
                <a:lnTo>
                  <a:pt x="91952" y="32753"/>
                </a:lnTo>
                <a:close/>
              </a:path>
              <a:path w="120014" h="238125">
                <a:moveTo>
                  <a:pt x="88051" y="34073"/>
                </a:moveTo>
                <a:lnTo>
                  <a:pt x="88373" y="33947"/>
                </a:lnTo>
                <a:lnTo>
                  <a:pt x="88051" y="34073"/>
                </a:lnTo>
                <a:close/>
              </a:path>
              <a:path w="120014" h="238125">
                <a:moveTo>
                  <a:pt x="87760" y="34188"/>
                </a:moveTo>
                <a:lnTo>
                  <a:pt x="88051" y="34073"/>
                </a:lnTo>
                <a:lnTo>
                  <a:pt x="87760" y="34188"/>
                </a:lnTo>
                <a:close/>
              </a:path>
              <a:path w="120014" h="238125">
                <a:moveTo>
                  <a:pt x="84049" y="35648"/>
                </a:moveTo>
                <a:lnTo>
                  <a:pt x="84245" y="35559"/>
                </a:lnTo>
                <a:lnTo>
                  <a:pt x="84049" y="35648"/>
                </a:lnTo>
                <a:close/>
              </a:path>
              <a:path w="120014" h="238125">
                <a:moveTo>
                  <a:pt x="83657" y="35826"/>
                </a:moveTo>
                <a:lnTo>
                  <a:pt x="84049" y="35648"/>
                </a:lnTo>
                <a:lnTo>
                  <a:pt x="83657" y="35826"/>
                </a:lnTo>
                <a:close/>
              </a:path>
              <a:path w="120014" h="238125">
                <a:moveTo>
                  <a:pt x="79838" y="37559"/>
                </a:moveTo>
                <a:lnTo>
                  <a:pt x="80220" y="37363"/>
                </a:lnTo>
                <a:lnTo>
                  <a:pt x="79838" y="37559"/>
                </a:lnTo>
                <a:close/>
              </a:path>
              <a:path w="120014" h="238125">
                <a:moveTo>
                  <a:pt x="79625" y="37668"/>
                </a:moveTo>
                <a:lnTo>
                  <a:pt x="79838" y="37559"/>
                </a:lnTo>
                <a:lnTo>
                  <a:pt x="79625" y="37668"/>
                </a:lnTo>
                <a:close/>
              </a:path>
              <a:path w="120014" h="238125">
                <a:moveTo>
                  <a:pt x="76012" y="39520"/>
                </a:moveTo>
                <a:lnTo>
                  <a:pt x="76295" y="39357"/>
                </a:lnTo>
                <a:lnTo>
                  <a:pt x="76012" y="39520"/>
                </a:lnTo>
                <a:close/>
              </a:path>
              <a:path w="120014" h="238125">
                <a:moveTo>
                  <a:pt x="75721" y="39687"/>
                </a:moveTo>
                <a:lnTo>
                  <a:pt x="76012" y="39520"/>
                </a:lnTo>
                <a:lnTo>
                  <a:pt x="75721" y="39687"/>
                </a:lnTo>
                <a:close/>
              </a:path>
              <a:path w="120014" h="238125">
                <a:moveTo>
                  <a:pt x="72183" y="41722"/>
                </a:moveTo>
                <a:lnTo>
                  <a:pt x="72485" y="41528"/>
                </a:lnTo>
                <a:lnTo>
                  <a:pt x="72183" y="41722"/>
                </a:lnTo>
                <a:close/>
              </a:path>
              <a:path w="120014" h="238125">
                <a:moveTo>
                  <a:pt x="71930" y="41884"/>
                </a:moveTo>
                <a:lnTo>
                  <a:pt x="72183" y="41722"/>
                </a:lnTo>
                <a:lnTo>
                  <a:pt x="71930" y="41884"/>
                </a:lnTo>
                <a:close/>
              </a:path>
              <a:path w="120014" h="238125">
                <a:moveTo>
                  <a:pt x="68571" y="44033"/>
                </a:moveTo>
                <a:lnTo>
                  <a:pt x="68790" y="43878"/>
                </a:lnTo>
                <a:lnTo>
                  <a:pt x="68571" y="44033"/>
                </a:lnTo>
                <a:close/>
              </a:path>
              <a:path w="120014" h="238125">
                <a:moveTo>
                  <a:pt x="68253" y="44259"/>
                </a:moveTo>
                <a:lnTo>
                  <a:pt x="68571" y="44033"/>
                </a:lnTo>
                <a:lnTo>
                  <a:pt x="68253" y="44259"/>
                </a:lnTo>
                <a:close/>
              </a:path>
              <a:path w="120014" h="238125">
                <a:moveTo>
                  <a:pt x="64975" y="46586"/>
                </a:moveTo>
                <a:lnTo>
                  <a:pt x="65221" y="46393"/>
                </a:lnTo>
                <a:lnTo>
                  <a:pt x="64975" y="46586"/>
                </a:lnTo>
                <a:close/>
              </a:path>
              <a:path w="120014" h="238125">
                <a:moveTo>
                  <a:pt x="64704" y="46799"/>
                </a:moveTo>
                <a:lnTo>
                  <a:pt x="64975" y="46586"/>
                </a:lnTo>
                <a:lnTo>
                  <a:pt x="64704" y="46799"/>
                </a:lnTo>
                <a:close/>
              </a:path>
              <a:path w="120014" h="238125">
                <a:moveTo>
                  <a:pt x="61466" y="49344"/>
                </a:moveTo>
                <a:lnTo>
                  <a:pt x="61779" y="49072"/>
                </a:lnTo>
                <a:lnTo>
                  <a:pt x="61466" y="49344"/>
                </a:lnTo>
                <a:close/>
              </a:path>
              <a:path w="120014" h="238125">
                <a:moveTo>
                  <a:pt x="61266" y="49517"/>
                </a:moveTo>
                <a:lnTo>
                  <a:pt x="61466" y="49344"/>
                </a:lnTo>
                <a:lnTo>
                  <a:pt x="61266" y="49517"/>
                </a:lnTo>
                <a:close/>
              </a:path>
              <a:path w="120014" h="238125">
                <a:moveTo>
                  <a:pt x="58147" y="52220"/>
                </a:moveTo>
                <a:lnTo>
                  <a:pt x="58464" y="51917"/>
                </a:lnTo>
                <a:lnTo>
                  <a:pt x="58147" y="52220"/>
                </a:lnTo>
                <a:close/>
              </a:path>
              <a:path w="120014" h="238125">
                <a:moveTo>
                  <a:pt x="57986" y="52374"/>
                </a:moveTo>
                <a:lnTo>
                  <a:pt x="58147" y="52220"/>
                </a:lnTo>
                <a:lnTo>
                  <a:pt x="57986" y="52374"/>
                </a:lnTo>
                <a:close/>
              </a:path>
              <a:path w="120014" h="238125">
                <a:moveTo>
                  <a:pt x="55075" y="55153"/>
                </a:moveTo>
                <a:lnTo>
                  <a:pt x="55302" y="54914"/>
                </a:lnTo>
                <a:lnTo>
                  <a:pt x="55075" y="55153"/>
                </a:lnTo>
                <a:close/>
              </a:path>
              <a:path w="120014" h="238125">
                <a:moveTo>
                  <a:pt x="54843" y="55397"/>
                </a:moveTo>
                <a:lnTo>
                  <a:pt x="55075" y="55153"/>
                </a:lnTo>
                <a:lnTo>
                  <a:pt x="54843" y="55397"/>
                </a:lnTo>
                <a:close/>
              </a:path>
              <a:path w="120014" h="238125">
                <a:moveTo>
                  <a:pt x="52013" y="58372"/>
                </a:moveTo>
                <a:lnTo>
                  <a:pt x="52280" y="58064"/>
                </a:lnTo>
                <a:lnTo>
                  <a:pt x="52013" y="58372"/>
                </a:lnTo>
                <a:close/>
              </a:path>
              <a:path w="120014" h="238125">
                <a:moveTo>
                  <a:pt x="51839" y="58572"/>
                </a:moveTo>
                <a:lnTo>
                  <a:pt x="52013" y="58372"/>
                </a:lnTo>
                <a:lnTo>
                  <a:pt x="51839" y="58572"/>
                </a:lnTo>
                <a:close/>
              </a:path>
              <a:path w="120014" h="238125">
                <a:moveTo>
                  <a:pt x="49222" y="61592"/>
                </a:moveTo>
                <a:lnTo>
                  <a:pt x="49409" y="61353"/>
                </a:lnTo>
                <a:lnTo>
                  <a:pt x="49222" y="61592"/>
                </a:lnTo>
                <a:close/>
              </a:path>
              <a:path w="120014" h="238125">
                <a:moveTo>
                  <a:pt x="49001" y="61874"/>
                </a:moveTo>
                <a:lnTo>
                  <a:pt x="49222" y="61592"/>
                </a:lnTo>
                <a:lnTo>
                  <a:pt x="49001" y="61874"/>
                </a:lnTo>
                <a:close/>
              </a:path>
              <a:path w="120014" h="238125">
                <a:moveTo>
                  <a:pt x="46483" y="65080"/>
                </a:moveTo>
                <a:lnTo>
                  <a:pt x="46704" y="64769"/>
                </a:lnTo>
                <a:lnTo>
                  <a:pt x="46483" y="65080"/>
                </a:lnTo>
                <a:close/>
              </a:path>
              <a:path w="120014" h="238125">
                <a:moveTo>
                  <a:pt x="46315" y="65316"/>
                </a:moveTo>
                <a:lnTo>
                  <a:pt x="46483" y="65080"/>
                </a:lnTo>
                <a:lnTo>
                  <a:pt x="46315" y="65316"/>
                </a:lnTo>
                <a:close/>
              </a:path>
              <a:path w="120014" h="238125">
                <a:moveTo>
                  <a:pt x="44120" y="68394"/>
                </a:moveTo>
                <a:close/>
              </a:path>
              <a:path w="120014" h="238125">
                <a:moveTo>
                  <a:pt x="43804" y="68884"/>
                </a:moveTo>
                <a:lnTo>
                  <a:pt x="44120" y="68394"/>
                </a:lnTo>
                <a:lnTo>
                  <a:pt x="43804" y="68884"/>
                </a:lnTo>
                <a:close/>
              </a:path>
              <a:path w="120014" h="238125">
                <a:moveTo>
                  <a:pt x="41717" y="72121"/>
                </a:moveTo>
                <a:close/>
              </a:path>
              <a:path w="120014" h="238125">
                <a:moveTo>
                  <a:pt x="41452" y="72580"/>
                </a:moveTo>
                <a:lnTo>
                  <a:pt x="41717" y="72121"/>
                </a:lnTo>
                <a:lnTo>
                  <a:pt x="41452" y="72580"/>
                </a:lnTo>
                <a:close/>
              </a:path>
              <a:path w="120014" h="238125">
                <a:moveTo>
                  <a:pt x="39414" y="76105"/>
                </a:moveTo>
                <a:lnTo>
                  <a:pt x="39580" y="75780"/>
                </a:lnTo>
                <a:lnTo>
                  <a:pt x="39414" y="76105"/>
                </a:lnTo>
                <a:close/>
              </a:path>
              <a:path w="120014" h="238125">
                <a:moveTo>
                  <a:pt x="39269" y="76390"/>
                </a:moveTo>
                <a:lnTo>
                  <a:pt x="39414" y="76105"/>
                </a:lnTo>
                <a:lnTo>
                  <a:pt x="39269" y="76390"/>
                </a:lnTo>
                <a:close/>
              </a:path>
              <a:path w="120014" h="238125">
                <a:moveTo>
                  <a:pt x="37368" y="80118"/>
                </a:moveTo>
                <a:lnTo>
                  <a:pt x="37560" y="79692"/>
                </a:lnTo>
                <a:lnTo>
                  <a:pt x="37368" y="80118"/>
                </a:lnTo>
                <a:close/>
              </a:path>
              <a:path w="120014" h="238125">
                <a:moveTo>
                  <a:pt x="37280" y="80314"/>
                </a:moveTo>
                <a:lnTo>
                  <a:pt x="37368" y="80118"/>
                </a:lnTo>
                <a:lnTo>
                  <a:pt x="37280" y="80314"/>
                </a:lnTo>
                <a:close/>
              </a:path>
              <a:path w="120014" h="238125">
                <a:moveTo>
                  <a:pt x="35594" y="84054"/>
                </a:moveTo>
                <a:lnTo>
                  <a:pt x="35731" y="83705"/>
                </a:lnTo>
                <a:lnTo>
                  <a:pt x="35594" y="84054"/>
                </a:lnTo>
                <a:close/>
              </a:path>
              <a:path w="120014" h="238125">
                <a:moveTo>
                  <a:pt x="35481" y="84340"/>
                </a:moveTo>
                <a:lnTo>
                  <a:pt x="35594" y="84054"/>
                </a:lnTo>
                <a:lnTo>
                  <a:pt x="35481" y="84340"/>
                </a:lnTo>
                <a:close/>
              </a:path>
              <a:path w="120014" h="238125">
                <a:moveTo>
                  <a:pt x="33979" y="88147"/>
                </a:moveTo>
                <a:lnTo>
                  <a:pt x="34093" y="87807"/>
                </a:lnTo>
                <a:lnTo>
                  <a:pt x="33979" y="88147"/>
                </a:lnTo>
                <a:close/>
              </a:path>
              <a:path w="120014" h="238125">
                <a:moveTo>
                  <a:pt x="33870" y="88468"/>
                </a:moveTo>
                <a:lnTo>
                  <a:pt x="33979" y="88147"/>
                </a:lnTo>
                <a:lnTo>
                  <a:pt x="33870" y="88468"/>
                </a:lnTo>
                <a:close/>
              </a:path>
              <a:path w="120014" h="238125">
                <a:moveTo>
                  <a:pt x="32573" y="92308"/>
                </a:moveTo>
                <a:lnTo>
                  <a:pt x="32658" y="92011"/>
                </a:lnTo>
                <a:lnTo>
                  <a:pt x="32573" y="92308"/>
                </a:lnTo>
                <a:close/>
              </a:path>
              <a:path w="120014" h="238125">
                <a:moveTo>
                  <a:pt x="32463" y="92697"/>
                </a:moveTo>
                <a:lnTo>
                  <a:pt x="32573" y="92308"/>
                </a:lnTo>
                <a:lnTo>
                  <a:pt x="32463" y="92697"/>
                </a:lnTo>
                <a:close/>
              </a:path>
              <a:path w="120014" h="238125">
                <a:moveTo>
                  <a:pt x="31340" y="96637"/>
                </a:moveTo>
                <a:lnTo>
                  <a:pt x="31413" y="96316"/>
                </a:lnTo>
                <a:lnTo>
                  <a:pt x="31340" y="96637"/>
                </a:lnTo>
                <a:close/>
              </a:path>
              <a:path w="120014" h="238125">
                <a:moveTo>
                  <a:pt x="31256" y="97002"/>
                </a:moveTo>
                <a:lnTo>
                  <a:pt x="31340" y="96637"/>
                </a:lnTo>
                <a:lnTo>
                  <a:pt x="31256" y="97002"/>
                </a:lnTo>
                <a:close/>
              </a:path>
              <a:path w="120014" h="238125">
                <a:moveTo>
                  <a:pt x="30311" y="101112"/>
                </a:moveTo>
                <a:lnTo>
                  <a:pt x="30385" y="100698"/>
                </a:lnTo>
                <a:lnTo>
                  <a:pt x="30311" y="101112"/>
                </a:lnTo>
                <a:close/>
              </a:path>
              <a:path w="120014" h="238125">
                <a:moveTo>
                  <a:pt x="30260" y="101396"/>
                </a:moveTo>
                <a:lnTo>
                  <a:pt x="30311" y="101112"/>
                </a:lnTo>
                <a:lnTo>
                  <a:pt x="30260" y="101396"/>
                </a:lnTo>
                <a:close/>
              </a:path>
              <a:path w="120014" h="238125">
                <a:moveTo>
                  <a:pt x="29539" y="105414"/>
                </a:moveTo>
                <a:lnTo>
                  <a:pt x="29572" y="105155"/>
                </a:lnTo>
                <a:lnTo>
                  <a:pt x="29539" y="105414"/>
                </a:lnTo>
                <a:close/>
              </a:path>
              <a:path w="120014" h="238125">
                <a:moveTo>
                  <a:pt x="29481" y="105867"/>
                </a:moveTo>
                <a:lnTo>
                  <a:pt x="29539" y="105414"/>
                </a:lnTo>
                <a:lnTo>
                  <a:pt x="29481" y="105867"/>
                </a:lnTo>
                <a:close/>
              </a:path>
              <a:path w="120014" h="238125">
                <a:moveTo>
                  <a:pt x="28953" y="109989"/>
                </a:moveTo>
                <a:lnTo>
                  <a:pt x="28975" y="109702"/>
                </a:lnTo>
                <a:lnTo>
                  <a:pt x="28953" y="109989"/>
                </a:lnTo>
                <a:close/>
              </a:path>
              <a:path w="120014" h="238125">
                <a:moveTo>
                  <a:pt x="28921" y="110413"/>
                </a:moveTo>
                <a:lnTo>
                  <a:pt x="28953" y="109989"/>
                </a:lnTo>
                <a:lnTo>
                  <a:pt x="28921" y="110413"/>
                </a:lnTo>
                <a:close/>
              </a:path>
              <a:path w="120014" h="238125">
                <a:moveTo>
                  <a:pt x="28598" y="114651"/>
                </a:moveTo>
                <a:lnTo>
                  <a:pt x="28607" y="114312"/>
                </a:lnTo>
                <a:lnTo>
                  <a:pt x="28598" y="114651"/>
                </a:lnTo>
                <a:close/>
              </a:path>
              <a:path w="120014" h="238125">
                <a:moveTo>
                  <a:pt x="28588" y="115036"/>
                </a:moveTo>
                <a:lnTo>
                  <a:pt x="28598" y="114651"/>
                </a:lnTo>
                <a:lnTo>
                  <a:pt x="28588" y="115036"/>
                </a:lnTo>
                <a:close/>
              </a:path>
              <a:path w="120014" h="238125">
                <a:moveTo>
                  <a:pt x="28476" y="119394"/>
                </a:moveTo>
                <a:lnTo>
                  <a:pt x="28467" y="119024"/>
                </a:lnTo>
                <a:lnTo>
                  <a:pt x="28476" y="119394"/>
                </a:lnTo>
                <a:close/>
              </a:path>
              <a:path w="120014" h="238125">
                <a:moveTo>
                  <a:pt x="28483" y="119722"/>
                </a:moveTo>
                <a:lnTo>
                  <a:pt x="28476" y="119394"/>
                </a:lnTo>
                <a:lnTo>
                  <a:pt x="28483" y="119722"/>
                </a:lnTo>
                <a:close/>
              </a:path>
              <a:path w="120014" h="238125">
                <a:moveTo>
                  <a:pt x="28602" y="124002"/>
                </a:moveTo>
                <a:lnTo>
                  <a:pt x="28571" y="123561"/>
                </a:lnTo>
                <a:lnTo>
                  <a:pt x="28602" y="124002"/>
                </a:lnTo>
                <a:close/>
              </a:path>
              <a:path w="120014" h="238125">
                <a:moveTo>
                  <a:pt x="28878" y="127957"/>
                </a:moveTo>
                <a:lnTo>
                  <a:pt x="28835" y="127596"/>
                </a:lnTo>
                <a:lnTo>
                  <a:pt x="28878" y="127957"/>
                </a:lnTo>
                <a:close/>
              </a:path>
              <a:path w="120014" h="238125">
                <a:moveTo>
                  <a:pt x="28913" y="128257"/>
                </a:moveTo>
                <a:lnTo>
                  <a:pt x="28878" y="127957"/>
                </a:lnTo>
                <a:lnTo>
                  <a:pt x="28913" y="128257"/>
                </a:lnTo>
                <a:close/>
              </a:path>
              <a:path w="120014" h="238125">
                <a:moveTo>
                  <a:pt x="29394" y="132324"/>
                </a:moveTo>
                <a:lnTo>
                  <a:pt x="29305" y="131787"/>
                </a:lnTo>
                <a:lnTo>
                  <a:pt x="29394" y="132324"/>
                </a:lnTo>
                <a:close/>
              </a:path>
              <a:path w="120014" h="238125">
                <a:moveTo>
                  <a:pt x="30115" y="136563"/>
                </a:moveTo>
                <a:lnTo>
                  <a:pt x="30013" y="136080"/>
                </a:lnTo>
                <a:lnTo>
                  <a:pt x="30115" y="136563"/>
                </a:lnTo>
                <a:close/>
              </a:path>
              <a:path w="120014" h="238125">
                <a:moveTo>
                  <a:pt x="30914" y="140364"/>
                </a:moveTo>
                <a:lnTo>
                  <a:pt x="30817" y="139992"/>
                </a:lnTo>
                <a:lnTo>
                  <a:pt x="30914" y="140364"/>
                </a:lnTo>
                <a:close/>
              </a:path>
              <a:path w="120014" h="238125">
                <a:moveTo>
                  <a:pt x="30982" y="140627"/>
                </a:moveTo>
                <a:lnTo>
                  <a:pt x="30914" y="140364"/>
                </a:lnTo>
                <a:lnTo>
                  <a:pt x="30982" y="140627"/>
                </a:lnTo>
                <a:close/>
              </a:path>
              <a:path w="120014" h="238125">
                <a:moveTo>
                  <a:pt x="32042" y="144614"/>
                </a:moveTo>
                <a:lnTo>
                  <a:pt x="31922" y="144225"/>
                </a:lnTo>
                <a:lnTo>
                  <a:pt x="32042" y="144614"/>
                </a:lnTo>
                <a:close/>
              </a:path>
              <a:path w="120014" h="238125">
                <a:moveTo>
                  <a:pt x="33200" y="148347"/>
                </a:moveTo>
                <a:lnTo>
                  <a:pt x="33039" y="147904"/>
                </a:lnTo>
                <a:lnTo>
                  <a:pt x="33200" y="148347"/>
                </a:lnTo>
                <a:close/>
              </a:path>
              <a:path w="120014" h="238125">
                <a:moveTo>
                  <a:pt x="34575" y="152149"/>
                </a:moveTo>
                <a:lnTo>
                  <a:pt x="34411" y="151752"/>
                </a:lnTo>
                <a:lnTo>
                  <a:pt x="34575" y="152149"/>
                </a:lnTo>
                <a:close/>
              </a:path>
              <a:path w="120014" h="238125">
                <a:moveTo>
                  <a:pt x="36171" y="156004"/>
                </a:moveTo>
                <a:lnTo>
                  <a:pt x="35947" y="155524"/>
                </a:lnTo>
                <a:lnTo>
                  <a:pt x="36171" y="156004"/>
                </a:lnTo>
                <a:close/>
              </a:path>
              <a:path w="120014" h="238125">
                <a:moveTo>
                  <a:pt x="37953" y="159778"/>
                </a:moveTo>
                <a:lnTo>
                  <a:pt x="37720" y="159330"/>
                </a:lnTo>
                <a:lnTo>
                  <a:pt x="37953" y="159778"/>
                </a:lnTo>
                <a:close/>
              </a:path>
              <a:path w="120014" h="238125">
                <a:moveTo>
                  <a:pt x="39828" y="163347"/>
                </a:moveTo>
                <a:lnTo>
                  <a:pt x="39638" y="163019"/>
                </a:lnTo>
                <a:lnTo>
                  <a:pt x="39828" y="163347"/>
                </a:lnTo>
                <a:close/>
              </a:path>
              <a:path w="120014" h="238125">
                <a:moveTo>
                  <a:pt x="41871" y="166827"/>
                </a:moveTo>
                <a:lnTo>
                  <a:pt x="41666" y="166505"/>
                </a:lnTo>
                <a:lnTo>
                  <a:pt x="41871" y="166827"/>
                </a:lnTo>
                <a:close/>
              </a:path>
              <a:path w="120014" h="238125">
                <a:moveTo>
                  <a:pt x="44047" y="170205"/>
                </a:moveTo>
                <a:lnTo>
                  <a:pt x="43800" y="169853"/>
                </a:lnTo>
                <a:lnTo>
                  <a:pt x="44047" y="170205"/>
                </a:lnTo>
                <a:close/>
              </a:path>
              <a:path w="120014" h="238125">
                <a:moveTo>
                  <a:pt x="46374" y="173481"/>
                </a:moveTo>
                <a:lnTo>
                  <a:pt x="46103" y="173132"/>
                </a:lnTo>
                <a:lnTo>
                  <a:pt x="46374" y="173481"/>
                </a:lnTo>
                <a:close/>
              </a:path>
              <a:path w="120014" h="238125">
                <a:moveTo>
                  <a:pt x="48678" y="176453"/>
                </a:moveTo>
                <a:lnTo>
                  <a:pt x="48431" y="176161"/>
                </a:lnTo>
                <a:lnTo>
                  <a:pt x="48678" y="176453"/>
                </a:lnTo>
                <a:close/>
              </a:path>
              <a:path w="120014" h="238125">
                <a:moveTo>
                  <a:pt x="51443" y="179704"/>
                </a:moveTo>
                <a:lnTo>
                  <a:pt x="51133" y="179368"/>
                </a:lnTo>
                <a:lnTo>
                  <a:pt x="51443" y="179704"/>
                </a:lnTo>
                <a:close/>
              </a:path>
              <a:path w="120014" h="238125">
                <a:moveTo>
                  <a:pt x="53974" y="182451"/>
                </a:moveTo>
                <a:lnTo>
                  <a:pt x="53715" y="182194"/>
                </a:lnTo>
                <a:lnTo>
                  <a:pt x="53974" y="182451"/>
                </a:lnTo>
                <a:close/>
              </a:path>
              <a:path w="120014" h="238125">
                <a:moveTo>
                  <a:pt x="56795" y="185250"/>
                </a:moveTo>
                <a:lnTo>
                  <a:pt x="56547" y="185026"/>
                </a:lnTo>
                <a:lnTo>
                  <a:pt x="56795" y="185250"/>
                </a:lnTo>
                <a:close/>
              </a:path>
              <a:path w="120014" h="238125">
                <a:moveTo>
                  <a:pt x="57024" y="185458"/>
                </a:moveTo>
                <a:lnTo>
                  <a:pt x="56795" y="185250"/>
                </a:lnTo>
                <a:lnTo>
                  <a:pt x="57024" y="185458"/>
                </a:lnTo>
                <a:close/>
              </a:path>
              <a:path w="120014" h="238125">
                <a:moveTo>
                  <a:pt x="59905" y="188062"/>
                </a:moveTo>
                <a:lnTo>
                  <a:pt x="59506" y="187731"/>
                </a:lnTo>
                <a:lnTo>
                  <a:pt x="59905" y="188062"/>
                </a:lnTo>
                <a:close/>
              </a:path>
              <a:path w="120014" h="238125">
                <a:moveTo>
                  <a:pt x="63110" y="190690"/>
                </a:moveTo>
                <a:lnTo>
                  <a:pt x="62685" y="190367"/>
                </a:lnTo>
                <a:lnTo>
                  <a:pt x="63110" y="190690"/>
                </a:lnTo>
                <a:close/>
              </a:path>
              <a:path w="120014" h="238125">
                <a:moveTo>
                  <a:pt x="66049" y="192921"/>
                </a:moveTo>
                <a:lnTo>
                  <a:pt x="65780" y="192735"/>
                </a:lnTo>
                <a:lnTo>
                  <a:pt x="66049" y="192921"/>
                </a:lnTo>
                <a:close/>
              </a:path>
              <a:path w="120014" h="238125">
                <a:moveTo>
                  <a:pt x="66310" y="193103"/>
                </a:moveTo>
                <a:lnTo>
                  <a:pt x="66049" y="192921"/>
                </a:lnTo>
                <a:lnTo>
                  <a:pt x="66310" y="193103"/>
                </a:lnTo>
                <a:close/>
              </a:path>
              <a:path w="120014" h="238125">
                <a:moveTo>
                  <a:pt x="69636" y="195389"/>
                </a:moveTo>
                <a:lnTo>
                  <a:pt x="69288" y="195171"/>
                </a:lnTo>
                <a:lnTo>
                  <a:pt x="69636" y="195389"/>
                </a:lnTo>
                <a:close/>
              </a:path>
              <a:path w="120014" h="238125">
                <a:moveTo>
                  <a:pt x="72890" y="197429"/>
                </a:moveTo>
                <a:lnTo>
                  <a:pt x="72473" y="197192"/>
                </a:lnTo>
                <a:lnTo>
                  <a:pt x="72890" y="197429"/>
                </a:lnTo>
                <a:close/>
              </a:path>
              <a:path w="120014" h="238125">
                <a:moveTo>
                  <a:pt x="76560" y="199491"/>
                </a:moveTo>
                <a:lnTo>
                  <a:pt x="76187" y="199300"/>
                </a:lnTo>
                <a:lnTo>
                  <a:pt x="76560" y="199491"/>
                </a:lnTo>
                <a:close/>
              </a:path>
              <a:path w="120014" h="238125">
                <a:moveTo>
                  <a:pt x="80173" y="201320"/>
                </a:moveTo>
                <a:lnTo>
                  <a:pt x="79794" y="201147"/>
                </a:lnTo>
                <a:lnTo>
                  <a:pt x="80173" y="201320"/>
                </a:lnTo>
                <a:close/>
              </a:path>
              <a:path w="120014" h="238125">
                <a:moveTo>
                  <a:pt x="83871" y="202984"/>
                </a:moveTo>
                <a:lnTo>
                  <a:pt x="83477" y="202824"/>
                </a:lnTo>
                <a:lnTo>
                  <a:pt x="83871" y="202984"/>
                </a:lnTo>
                <a:close/>
              </a:path>
              <a:path w="120014" h="238125">
                <a:moveTo>
                  <a:pt x="87326" y="204380"/>
                </a:moveTo>
                <a:lnTo>
                  <a:pt x="87001" y="204266"/>
                </a:lnTo>
                <a:lnTo>
                  <a:pt x="87326" y="204380"/>
                </a:lnTo>
                <a:close/>
              </a:path>
              <a:path w="120014" h="238125">
                <a:moveTo>
                  <a:pt x="87656" y="204495"/>
                </a:moveTo>
                <a:lnTo>
                  <a:pt x="87326" y="204380"/>
                </a:lnTo>
                <a:lnTo>
                  <a:pt x="87656" y="204495"/>
                </a:lnTo>
                <a:close/>
              </a:path>
              <a:path w="120014" h="238125">
                <a:moveTo>
                  <a:pt x="91525" y="205828"/>
                </a:moveTo>
                <a:lnTo>
                  <a:pt x="91143" y="205713"/>
                </a:lnTo>
                <a:lnTo>
                  <a:pt x="91525" y="205828"/>
                </a:lnTo>
                <a:close/>
              </a:path>
              <a:path w="120014" h="238125">
                <a:moveTo>
                  <a:pt x="95487" y="206997"/>
                </a:moveTo>
                <a:lnTo>
                  <a:pt x="95031" y="206883"/>
                </a:lnTo>
                <a:lnTo>
                  <a:pt x="95487" y="206997"/>
                </a:lnTo>
                <a:close/>
              </a:path>
              <a:path w="120014" h="238125">
                <a:moveTo>
                  <a:pt x="99169" y="207915"/>
                </a:moveTo>
                <a:lnTo>
                  <a:pt x="98774" y="207835"/>
                </a:lnTo>
                <a:lnTo>
                  <a:pt x="99169" y="207915"/>
                </a:lnTo>
                <a:close/>
              </a:path>
              <a:path w="120014" h="238125">
                <a:moveTo>
                  <a:pt x="103581" y="208787"/>
                </a:moveTo>
                <a:lnTo>
                  <a:pt x="103183" y="208726"/>
                </a:lnTo>
                <a:lnTo>
                  <a:pt x="103581" y="2087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51091" y="1486319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 h="0">
                <a:moveTo>
                  <a:pt x="0" y="0"/>
                </a:moveTo>
                <a:lnTo>
                  <a:pt x="561606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47335" y="1486319"/>
            <a:ext cx="521970" cy="0"/>
          </a:xfrm>
          <a:custGeom>
            <a:avLst/>
            <a:gdLst/>
            <a:ahLst/>
            <a:cxnLst/>
            <a:rect l="l" t="t" r="r" b="b"/>
            <a:pathLst>
              <a:path w="521970" h="0">
                <a:moveTo>
                  <a:pt x="0" y="0"/>
                </a:moveTo>
                <a:lnTo>
                  <a:pt x="52136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568696" y="1377696"/>
            <a:ext cx="882650" cy="228600"/>
          </a:xfrm>
          <a:custGeom>
            <a:avLst/>
            <a:gdLst/>
            <a:ahLst/>
            <a:cxnLst/>
            <a:rect l="l" t="t" r="r" b="b"/>
            <a:pathLst>
              <a:path w="882650" h="228600">
                <a:moveTo>
                  <a:pt x="0" y="0"/>
                </a:moveTo>
                <a:lnTo>
                  <a:pt x="882396" y="0"/>
                </a:lnTo>
                <a:lnTo>
                  <a:pt x="882396" y="228599"/>
                </a:lnTo>
                <a:lnTo>
                  <a:pt x="0" y="228599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55069" y="1363421"/>
            <a:ext cx="909955" cy="257175"/>
          </a:xfrm>
          <a:custGeom>
            <a:avLst/>
            <a:gdLst/>
            <a:ahLst/>
            <a:cxnLst/>
            <a:rect l="l" t="t" r="r" b="b"/>
            <a:pathLst>
              <a:path w="909954" h="257175">
                <a:moveTo>
                  <a:pt x="909637" y="256870"/>
                </a:moveTo>
                <a:lnTo>
                  <a:pt x="0" y="256870"/>
                </a:lnTo>
                <a:lnTo>
                  <a:pt x="0" y="0"/>
                </a:lnTo>
                <a:lnTo>
                  <a:pt x="909637" y="0"/>
                </a:lnTo>
                <a:lnTo>
                  <a:pt x="9096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8295"/>
                </a:lnTo>
                <a:lnTo>
                  <a:pt x="14287" y="228295"/>
                </a:lnTo>
                <a:lnTo>
                  <a:pt x="28575" y="242582"/>
                </a:lnTo>
                <a:lnTo>
                  <a:pt x="909637" y="242582"/>
                </a:lnTo>
                <a:lnTo>
                  <a:pt x="909637" y="256870"/>
                </a:lnTo>
                <a:close/>
              </a:path>
              <a:path w="909954" h="257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09954" h="257175">
                <a:moveTo>
                  <a:pt x="8810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81062" y="14287"/>
                </a:lnTo>
                <a:lnTo>
                  <a:pt x="881062" y="28575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881062" y="14287"/>
                </a:lnTo>
                <a:lnTo>
                  <a:pt x="895350" y="28575"/>
                </a:lnTo>
                <a:lnTo>
                  <a:pt x="909637" y="28575"/>
                </a:lnTo>
                <a:lnTo>
                  <a:pt x="909637" y="228295"/>
                </a:lnTo>
                <a:lnTo>
                  <a:pt x="895350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8575"/>
                </a:moveTo>
                <a:lnTo>
                  <a:pt x="895350" y="28575"/>
                </a:lnTo>
                <a:lnTo>
                  <a:pt x="881062" y="14287"/>
                </a:lnTo>
                <a:lnTo>
                  <a:pt x="909637" y="14287"/>
                </a:lnTo>
                <a:lnTo>
                  <a:pt x="909637" y="28575"/>
                </a:lnTo>
                <a:close/>
              </a:path>
              <a:path w="909954" h="257175">
                <a:moveTo>
                  <a:pt x="28575" y="242582"/>
                </a:moveTo>
                <a:lnTo>
                  <a:pt x="14287" y="228295"/>
                </a:lnTo>
                <a:lnTo>
                  <a:pt x="28575" y="228295"/>
                </a:lnTo>
                <a:lnTo>
                  <a:pt x="28575" y="242582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28575" y="242582"/>
                </a:lnTo>
                <a:lnTo>
                  <a:pt x="28575" y="228295"/>
                </a:lnTo>
                <a:lnTo>
                  <a:pt x="881062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42582"/>
                </a:moveTo>
                <a:lnTo>
                  <a:pt x="881062" y="242582"/>
                </a:lnTo>
                <a:lnTo>
                  <a:pt x="895350" y="228295"/>
                </a:lnTo>
                <a:lnTo>
                  <a:pt x="909637" y="228295"/>
                </a:lnTo>
                <a:lnTo>
                  <a:pt x="909637" y="24258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08385" y="1819706"/>
            <a:ext cx="119615" cy="237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51306" y="1467269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99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08385" y="2029256"/>
            <a:ext cx="119615" cy="237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332256" y="2253856"/>
            <a:ext cx="0" cy="360045"/>
          </a:xfrm>
          <a:custGeom>
            <a:avLst/>
            <a:gdLst/>
            <a:ahLst/>
            <a:cxnLst/>
            <a:rect l="l" t="t" r="r" b="b"/>
            <a:pathLst>
              <a:path w="0" h="360044">
                <a:moveTo>
                  <a:pt x="0" y="0"/>
                </a:moveTo>
                <a:lnTo>
                  <a:pt x="0" y="35999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23811" y="1749044"/>
            <a:ext cx="119714" cy="237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29869" y="1472806"/>
            <a:ext cx="0" cy="304165"/>
          </a:xfrm>
          <a:custGeom>
            <a:avLst/>
            <a:gdLst/>
            <a:ahLst/>
            <a:cxnLst/>
            <a:rect l="l" t="t" r="r" b="b"/>
            <a:pathLst>
              <a:path w="0" h="304164">
                <a:moveTo>
                  <a:pt x="0" y="0"/>
                </a:moveTo>
                <a:lnTo>
                  <a:pt x="0" y="30402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23811" y="1977644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5" h="238125">
                <a:moveTo>
                  <a:pt x="5071" y="28693"/>
                </a:moveTo>
                <a:lnTo>
                  <a:pt x="0" y="28562"/>
                </a:lnTo>
                <a:lnTo>
                  <a:pt x="723" y="0"/>
                </a:lnTo>
                <a:lnTo>
                  <a:pt x="6489" y="152"/>
                </a:lnTo>
                <a:lnTo>
                  <a:pt x="46824" y="9385"/>
                </a:lnTo>
                <a:lnTo>
                  <a:pt x="77926" y="28663"/>
                </a:lnTo>
                <a:lnTo>
                  <a:pt x="4686" y="28663"/>
                </a:lnTo>
                <a:lnTo>
                  <a:pt x="5071" y="28693"/>
                </a:lnTo>
                <a:close/>
              </a:path>
              <a:path w="120015" h="238125">
                <a:moveTo>
                  <a:pt x="77970" y="28701"/>
                </a:moveTo>
                <a:lnTo>
                  <a:pt x="5410" y="28701"/>
                </a:lnTo>
                <a:lnTo>
                  <a:pt x="4686" y="28663"/>
                </a:lnTo>
                <a:lnTo>
                  <a:pt x="77926" y="28663"/>
                </a:lnTo>
                <a:close/>
              </a:path>
              <a:path w="120015" h="238125">
                <a:moveTo>
                  <a:pt x="78394" y="29070"/>
                </a:moveTo>
                <a:lnTo>
                  <a:pt x="10020" y="29070"/>
                </a:lnTo>
                <a:lnTo>
                  <a:pt x="5071" y="28693"/>
                </a:lnTo>
                <a:lnTo>
                  <a:pt x="5410" y="28701"/>
                </a:lnTo>
                <a:lnTo>
                  <a:pt x="77970" y="28701"/>
                </a:lnTo>
                <a:lnTo>
                  <a:pt x="78394" y="29070"/>
                </a:lnTo>
                <a:close/>
              </a:path>
              <a:path w="120015" h="238125">
                <a:moveTo>
                  <a:pt x="79082" y="29667"/>
                </a:moveTo>
                <a:lnTo>
                  <a:pt x="14566" y="29667"/>
                </a:lnTo>
                <a:lnTo>
                  <a:pt x="9497" y="29030"/>
                </a:lnTo>
                <a:lnTo>
                  <a:pt x="10020" y="29070"/>
                </a:lnTo>
                <a:lnTo>
                  <a:pt x="78394" y="29070"/>
                </a:lnTo>
                <a:lnTo>
                  <a:pt x="79082" y="29667"/>
                </a:lnTo>
                <a:close/>
              </a:path>
              <a:path w="120015" h="238125">
                <a:moveTo>
                  <a:pt x="80019" y="30479"/>
                </a:moveTo>
                <a:lnTo>
                  <a:pt x="19024" y="30479"/>
                </a:lnTo>
                <a:lnTo>
                  <a:pt x="18326" y="30340"/>
                </a:lnTo>
                <a:lnTo>
                  <a:pt x="14094" y="29607"/>
                </a:lnTo>
                <a:lnTo>
                  <a:pt x="14566" y="29667"/>
                </a:lnTo>
                <a:lnTo>
                  <a:pt x="79082" y="29667"/>
                </a:lnTo>
                <a:lnTo>
                  <a:pt x="80019" y="30479"/>
                </a:lnTo>
                <a:close/>
              </a:path>
              <a:path w="120015" h="238125">
                <a:moveTo>
                  <a:pt x="18629" y="30410"/>
                </a:moveTo>
                <a:lnTo>
                  <a:pt x="18234" y="30340"/>
                </a:lnTo>
                <a:lnTo>
                  <a:pt x="18629" y="30410"/>
                </a:lnTo>
                <a:close/>
              </a:path>
              <a:path w="120015" h="238125">
                <a:moveTo>
                  <a:pt x="81153" y="31508"/>
                </a:moveTo>
                <a:lnTo>
                  <a:pt x="23406" y="31508"/>
                </a:lnTo>
                <a:lnTo>
                  <a:pt x="22720" y="31330"/>
                </a:lnTo>
                <a:lnTo>
                  <a:pt x="18629" y="30410"/>
                </a:lnTo>
                <a:lnTo>
                  <a:pt x="19024" y="30479"/>
                </a:lnTo>
                <a:lnTo>
                  <a:pt x="80019" y="30479"/>
                </a:lnTo>
                <a:lnTo>
                  <a:pt x="80619" y="31000"/>
                </a:lnTo>
                <a:lnTo>
                  <a:pt x="81153" y="31508"/>
                </a:lnTo>
                <a:close/>
              </a:path>
              <a:path w="120015" h="238125">
                <a:moveTo>
                  <a:pt x="23080" y="31433"/>
                </a:moveTo>
                <a:lnTo>
                  <a:pt x="22633" y="31330"/>
                </a:lnTo>
                <a:lnTo>
                  <a:pt x="23080" y="31433"/>
                </a:lnTo>
                <a:close/>
              </a:path>
              <a:path w="120015" h="238125">
                <a:moveTo>
                  <a:pt x="82462" y="32753"/>
                </a:moveTo>
                <a:lnTo>
                  <a:pt x="27698" y="32753"/>
                </a:lnTo>
                <a:lnTo>
                  <a:pt x="27025" y="32537"/>
                </a:lnTo>
                <a:lnTo>
                  <a:pt x="23080" y="31433"/>
                </a:lnTo>
                <a:lnTo>
                  <a:pt x="23406" y="31508"/>
                </a:lnTo>
                <a:lnTo>
                  <a:pt x="81153" y="31508"/>
                </a:lnTo>
                <a:lnTo>
                  <a:pt x="82462" y="32753"/>
                </a:lnTo>
                <a:close/>
              </a:path>
              <a:path w="120015" h="238125">
                <a:moveTo>
                  <a:pt x="27479" y="32690"/>
                </a:moveTo>
                <a:lnTo>
                  <a:pt x="26943" y="32537"/>
                </a:lnTo>
                <a:lnTo>
                  <a:pt x="27479" y="32690"/>
                </a:lnTo>
                <a:close/>
              </a:path>
              <a:path w="120015" h="238125">
                <a:moveTo>
                  <a:pt x="83971" y="34188"/>
                </a:moveTo>
                <a:lnTo>
                  <a:pt x="31915" y="34188"/>
                </a:lnTo>
                <a:lnTo>
                  <a:pt x="31254" y="33947"/>
                </a:lnTo>
                <a:lnTo>
                  <a:pt x="27479" y="32690"/>
                </a:lnTo>
                <a:lnTo>
                  <a:pt x="27698" y="32753"/>
                </a:lnTo>
                <a:lnTo>
                  <a:pt x="82462" y="32753"/>
                </a:lnTo>
                <a:lnTo>
                  <a:pt x="83971" y="34188"/>
                </a:lnTo>
                <a:close/>
              </a:path>
              <a:path w="120015" h="238125">
                <a:moveTo>
                  <a:pt x="31561" y="34069"/>
                </a:moveTo>
                <a:lnTo>
                  <a:pt x="31200" y="33947"/>
                </a:lnTo>
                <a:lnTo>
                  <a:pt x="31561" y="34069"/>
                </a:lnTo>
                <a:close/>
              </a:path>
              <a:path w="120015" h="238125">
                <a:moveTo>
                  <a:pt x="85618" y="35839"/>
                </a:moveTo>
                <a:lnTo>
                  <a:pt x="36017" y="35839"/>
                </a:lnTo>
                <a:lnTo>
                  <a:pt x="35369" y="35559"/>
                </a:lnTo>
                <a:lnTo>
                  <a:pt x="31561" y="34069"/>
                </a:lnTo>
                <a:lnTo>
                  <a:pt x="31915" y="34188"/>
                </a:lnTo>
                <a:lnTo>
                  <a:pt x="83971" y="34188"/>
                </a:lnTo>
                <a:lnTo>
                  <a:pt x="84772" y="34950"/>
                </a:lnTo>
                <a:lnTo>
                  <a:pt x="85618" y="35839"/>
                </a:lnTo>
                <a:close/>
              </a:path>
              <a:path w="120015" h="238125">
                <a:moveTo>
                  <a:pt x="35770" y="35741"/>
                </a:moveTo>
                <a:lnTo>
                  <a:pt x="35314" y="35559"/>
                </a:lnTo>
                <a:lnTo>
                  <a:pt x="35770" y="35741"/>
                </a:lnTo>
                <a:close/>
              </a:path>
              <a:path w="120015" h="238125">
                <a:moveTo>
                  <a:pt x="87357" y="37668"/>
                </a:moveTo>
                <a:lnTo>
                  <a:pt x="40030" y="37668"/>
                </a:lnTo>
                <a:lnTo>
                  <a:pt x="39408" y="37363"/>
                </a:lnTo>
                <a:lnTo>
                  <a:pt x="35770" y="35741"/>
                </a:lnTo>
                <a:lnTo>
                  <a:pt x="36017" y="35839"/>
                </a:lnTo>
                <a:lnTo>
                  <a:pt x="85618" y="35839"/>
                </a:lnTo>
                <a:lnTo>
                  <a:pt x="87357" y="37668"/>
                </a:lnTo>
                <a:close/>
              </a:path>
              <a:path w="120015" h="238125">
                <a:moveTo>
                  <a:pt x="39785" y="37557"/>
                </a:moveTo>
                <a:lnTo>
                  <a:pt x="39356" y="37363"/>
                </a:lnTo>
                <a:lnTo>
                  <a:pt x="39785" y="37557"/>
                </a:lnTo>
                <a:close/>
              </a:path>
              <a:path w="120015" h="238125">
                <a:moveTo>
                  <a:pt x="89229" y="39687"/>
                </a:moveTo>
                <a:lnTo>
                  <a:pt x="43929" y="39687"/>
                </a:lnTo>
                <a:lnTo>
                  <a:pt x="43319" y="39357"/>
                </a:lnTo>
                <a:lnTo>
                  <a:pt x="39785" y="37557"/>
                </a:lnTo>
                <a:lnTo>
                  <a:pt x="40030" y="37668"/>
                </a:lnTo>
                <a:lnTo>
                  <a:pt x="87357" y="37668"/>
                </a:lnTo>
                <a:lnTo>
                  <a:pt x="88722" y="39103"/>
                </a:lnTo>
                <a:lnTo>
                  <a:pt x="89229" y="39687"/>
                </a:lnTo>
                <a:close/>
              </a:path>
              <a:path w="120015" h="238125">
                <a:moveTo>
                  <a:pt x="43602" y="39519"/>
                </a:moveTo>
                <a:lnTo>
                  <a:pt x="43286" y="39357"/>
                </a:lnTo>
                <a:lnTo>
                  <a:pt x="43602" y="39519"/>
                </a:lnTo>
                <a:close/>
              </a:path>
              <a:path w="120015" h="238125">
                <a:moveTo>
                  <a:pt x="91135" y="41884"/>
                </a:moveTo>
                <a:lnTo>
                  <a:pt x="47726" y="41884"/>
                </a:lnTo>
                <a:lnTo>
                  <a:pt x="43602" y="39519"/>
                </a:lnTo>
                <a:lnTo>
                  <a:pt x="43929" y="39687"/>
                </a:lnTo>
                <a:lnTo>
                  <a:pt x="89229" y="39687"/>
                </a:lnTo>
                <a:lnTo>
                  <a:pt x="91135" y="41884"/>
                </a:lnTo>
                <a:close/>
              </a:path>
              <a:path w="120015" h="238125">
                <a:moveTo>
                  <a:pt x="93127" y="44259"/>
                </a:moveTo>
                <a:lnTo>
                  <a:pt x="51396" y="44259"/>
                </a:lnTo>
                <a:lnTo>
                  <a:pt x="50825" y="43878"/>
                </a:lnTo>
                <a:lnTo>
                  <a:pt x="47329" y="41657"/>
                </a:lnTo>
                <a:lnTo>
                  <a:pt x="47726" y="41884"/>
                </a:lnTo>
                <a:lnTo>
                  <a:pt x="91135" y="41884"/>
                </a:lnTo>
                <a:lnTo>
                  <a:pt x="92468" y="43421"/>
                </a:lnTo>
                <a:lnTo>
                  <a:pt x="93127" y="44259"/>
                </a:lnTo>
                <a:close/>
              </a:path>
              <a:path w="120015" h="238125">
                <a:moveTo>
                  <a:pt x="51051" y="44038"/>
                </a:moveTo>
                <a:lnTo>
                  <a:pt x="50801" y="43878"/>
                </a:lnTo>
                <a:lnTo>
                  <a:pt x="51051" y="44038"/>
                </a:lnTo>
                <a:close/>
              </a:path>
              <a:path w="120015" h="238125">
                <a:moveTo>
                  <a:pt x="95123" y="46799"/>
                </a:moveTo>
                <a:lnTo>
                  <a:pt x="54952" y="46799"/>
                </a:lnTo>
                <a:lnTo>
                  <a:pt x="54406" y="46393"/>
                </a:lnTo>
                <a:lnTo>
                  <a:pt x="51051" y="44038"/>
                </a:lnTo>
                <a:lnTo>
                  <a:pt x="51396" y="44259"/>
                </a:lnTo>
                <a:lnTo>
                  <a:pt x="93127" y="44259"/>
                </a:lnTo>
                <a:lnTo>
                  <a:pt x="95123" y="46799"/>
                </a:lnTo>
                <a:close/>
              </a:path>
              <a:path w="120015" h="238125">
                <a:moveTo>
                  <a:pt x="54653" y="46587"/>
                </a:moveTo>
                <a:lnTo>
                  <a:pt x="54378" y="46393"/>
                </a:lnTo>
                <a:lnTo>
                  <a:pt x="54653" y="46587"/>
                </a:lnTo>
                <a:close/>
              </a:path>
              <a:path w="120015" h="238125">
                <a:moveTo>
                  <a:pt x="97139" y="49517"/>
                </a:moveTo>
                <a:lnTo>
                  <a:pt x="58369" y="49517"/>
                </a:lnTo>
                <a:lnTo>
                  <a:pt x="57848" y="49072"/>
                </a:lnTo>
                <a:lnTo>
                  <a:pt x="54653" y="46587"/>
                </a:lnTo>
                <a:lnTo>
                  <a:pt x="54952" y="46799"/>
                </a:lnTo>
                <a:lnTo>
                  <a:pt x="95123" y="46799"/>
                </a:lnTo>
                <a:lnTo>
                  <a:pt x="96011" y="47929"/>
                </a:lnTo>
                <a:lnTo>
                  <a:pt x="97139" y="49517"/>
                </a:lnTo>
                <a:close/>
              </a:path>
              <a:path w="120015" h="238125">
                <a:moveTo>
                  <a:pt x="58282" y="49449"/>
                </a:moveTo>
                <a:lnTo>
                  <a:pt x="57805" y="49072"/>
                </a:lnTo>
                <a:lnTo>
                  <a:pt x="58282" y="49449"/>
                </a:lnTo>
                <a:close/>
              </a:path>
              <a:path w="120015" h="238125">
                <a:moveTo>
                  <a:pt x="99168" y="52374"/>
                </a:moveTo>
                <a:lnTo>
                  <a:pt x="61658" y="52374"/>
                </a:lnTo>
                <a:lnTo>
                  <a:pt x="61150" y="51917"/>
                </a:lnTo>
                <a:lnTo>
                  <a:pt x="58282" y="49449"/>
                </a:lnTo>
                <a:lnTo>
                  <a:pt x="97139" y="49517"/>
                </a:lnTo>
                <a:lnTo>
                  <a:pt x="99168" y="52374"/>
                </a:lnTo>
                <a:close/>
              </a:path>
              <a:path w="120015" h="238125">
                <a:moveTo>
                  <a:pt x="61350" y="52107"/>
                </a:moveTo>
                <a:lnTo>
                  <a:pt x="61130" y="51917"/>
                </a:lnTo>
                <a:lnTo>
                  <a:pt x="61350" y="52107"/>
                </a:lnTo>
                <a:close/>
              </a:path>
              <a:path w="120015" h="238125">
                <a:moveTo>
                  <a:pt x="101120" y="55397"/>
                </a:moveTo>
                <a:lnTo>
                  <a:pt x="64808" y="55397"/>
                </a:lnTo>
                <a:lnTo>
                  <a:pt x="64325" y="54914"/>
                </a:lnTo>
                <a:lnTo>
                  <a:pt x="61350" y="52107"/>
                </a:lnTo>
                <a:lnTo>
                  <a:pt x="61658" y="52374"/>
                </a:lnTo>
                <a:lnTo>
                  <a:pt x="99168" y="52374"/>
                </a:lnTo>
                <a:lnTo>
                  <a:pt x="99339" y="52616"/>
                </a:lnTo>
                <a:lnTo>
                  <a:pt x="101120" y="55397"/>
                </a:lnTo>
                <a:close/>
              </a:path>
              <a:path w="120015" h="238125">
                <a:moveTo>
                  <a:pt x="64560" y="55162"/>
                </a:moveTo>
                <a:lnTo>
                  <a:pt x="64300" y="54914"/>
                </a:lnTo>
                <a:lnTo>
                  <a:pt x="64560" y="55162"/>
                </a:lnTo>
                <a:close/>
              </a:path>
              <a:path w="120015" h="238125">
                <a:moveTo>
                  <a:pt x="103079" y="58572"/>
                </a:moveTo>
                <a:lnTo>
                  <a:pt x="67805" y="58572"/>
                </a:lnTo>
                <a:lnTo>
                  <a:pt x="64560" y="55162"/>
                </a:lnTo>
                <a:lnTo>
                  <a:pt x="64808" y="55397"/>
                </a:lnTo>
                <a:lnTo>
                  <a:pt x="101120" y="55397"/>
                </a:lnTo>
                <a:lnTo>
                  <a:pt x="102438" y="57454"/>
                </a:lnTo>
                <a:lnTo>
                  <a:pt x="103079" y="58572"/>
                </a:lnTo>
                <a:close/>
              </a:path>
              <a:path w="120015" h="238125">
                <a:moveTo>
                  <a:pt x="104973" y="61874"/>
                </a:moveTo>
                <a:lnTo>
                  <a:pt x="70637" y="61874"/>
                </a:lnTo>
                <a:lnTo>
                  <a:pt x="70205" y="61353"/>
                </a:lnTo>
                <a:lnTo>
                  <a:pt x="67472" y="58222"/>
                </a:lnTo>
                <a:lnTo>
                  <a:pt x="67805" y="58572"/>
                </a:lnTo>
                <a:lnTo>
                  <a:pt x="103079" y="58572"/>
                </a:lnTo>
                <a:lnTo>
                  <a:pt x="104973" y="61874"/>
                </a:lnTo>
                <a:close/>
              </a:path>
              <a:path w="120015" h="238125">
                <a:moveTo>
                  <a:pt x="70401" y="61602"/>
                </a:moveTo>
                <a:lnTo>
                  <a:pt x="70186" y="61353"/>
                </a:lnTo>
                <a:lnTo>
                  <a:pt x="70401" y="61602"/>
                </a:lnTo>
                <a:close/>
              </a:path>
              <a:path w="120015" h="238125">
                <a:moveTo>
                  <a:pt x="106775" y="65316"/>
                </a:moveTo>
                <a:lnTo>
                  <a:pt x="73329" y="65316"/>
                </a:lnTo>
                <a:lnTo>
                  <a:pt x="72923" y="64769"/>
                </a:lnTo>
                <a:lnTo>
                  <a:pt x="70401" y="61602"/>
                </a:lnTo>
                <a:lnTo>
                  <a:pt x="70637" y="61874"/>
                </a:lnTo>
                <a:lnTo>
                  <a:pt x="104973" y="61874"/>
                </a:lnTo>
                <a:lnTo>
                  <a:pt x="105308" y="62458"/>
                </a:lnTo>
                <a:lnTo>
                  <a:pt x="106775" y="65316"/>
                </a:lnTo>
                <a:close/>
              </a:path>
              <a:path w="120015" h="238125">
                <a:moveTo>
                  <a:pt x="73135" y="65069"/>
                </a:moveTo>
                <a:lnTo>
                  <a:pt x="72899" y="64769"/>
                </a:lnTo>
                <a:lnTo>
                  <a:pt x="73135" y="65069"/>
                </a:lnTo>
                <a:close/>
              </a:path>
              <a:path w="120015" h="238125">
                <a:moveTo>
                  <a:pt x="108534" y="68897"/>
                </a:moveTo>
                <a:lnTo>
                  <a:pt x="75844" y="68897"/>
                </a:lnTo>
                <a:lnTo>
                  <a:pt x="75463" y="68325"/>
                </a:lnTo>
                <a:lnTo>
                  <a:pt x="73135" y="65069"/>
                </a:lnTo>
                <a:lnTo>
                  <a:pt x="73329" y="65316"/>
                </a:lnTo>
                <a:lnTo>
                  <a:pt x="106775" y="65316"/>
                </a:lnTo>
                <a:lnTo>
                  <a:pt x="107950" y="67602"/>
                </a:lnTo>
                <a:lnTo>
                  <a:pt x="108534" y="68897"/>
                </a:lnTo>
                <a:close/>
              </a:path>
              <a:path w="120015" h="238125">
                <a:moveTo>
                  <a:pt x="75691" y="68681"/>
                </a:moveTo>
                <a:lnTo>
                  <a:pt x="75439" y="68325"/>
                </a:lnTo>
                <a:lnTo>
                  <a:pt x="75691" y="68681"/>
                </a:lnTo>
                <a:close/>
              </a:path>
              <a:path w="120015" h="238125">
                <a:moveTo>
                  <a:pt x="110194" y="72580"/>
                </a:moveTo>
                <a:lnTo>
                  <a:pt x="78193" y="72580"/>
                </a:lnTo>
                <a:lnTo>
                  <a:pt x="77838" y="71996"/>
                </a:lnTo>
                <a:lnTo>
                  <a:pt x="75691" y="68681"/>
                </a:lnTo>
                <a:lnTo>
                  <a:pt x="75844" y="68897"/>
                </a:lnTo>
                <a:lnTo>
                  <a:pt x="108534" y="68897"/>
                </a:lnTo>
                <a:lnTo>
                  <a:pt x="110194" y="72580"/>
                </a:lnTo>
                <a:close/>
              </a:path>
              <a:path w="120015" h="238125">
                <a:moveTo>
                  <a:pt x="78005" y="72286"/>
                </a:moveTo>
                <a:lnTo>
                  <a:pt x="77818" y="71996"/>
                </a:lnTo>
                <a:lnTo>
                  <a:pt x="78005" y="72286"/>
                </a:lnTo>
                <a:close/>
              </a:path>
              <a:path w="120015" h="238125">
                <a:moveTo>
                  <a:pt x="111719" y="76390"/>
                </a:moveTo>
                <a:lnTo>
                  <a:pt x="80365" y="76390"/>
                </a:lnTo>
                <a:lnTo>
                  <a:pt x="78005" y="72286"/>
                </a:lnTo>
                <a:lnTo>
                  <a:pt x="78193" y="72580"/>
                </a:lnTo>
                <a:lnTo>
                  <a:pt x="110194" y="72580"/>
                </a:lnTo>
                <a:lnTo>
                  <a:pt x="110337" y="72897"/>
                </a:lnTo>
                <a:lnTo>
                  <a:pt x="111719" y="76390"/>
                </a:lnTo>
                <a:close/>
              </a:path>
              <a:path w="120015" h="238125">
                <a:moveTo>
                  <a:pt x="113159" y="80314"/>
                </a:moveTo>
                <a:lnTo>
                  <a:pt x="82359" y="80314"/>
                </a:lnTo>
                <a:lnTo>
                  <a:pt x="82054" y="79692"/>
                </a:lnTo>
                <a:lnTo>
                  <a:pt x="80145" y="76008"/>
                </a:lnTo>
                <a:lnTo>
                  <a:pt x="80365" y="76390"/>
                </a:lnTo>
                <a:lnTo>
                  <a:pt x="111719" y="76390"/>
                </a:lnTo>
                <a:lnTo>
                  <a:pt x="112483" y="78320"/>
                </a:lnTo>
                <a:lnTo>
                  <a:pt x="113159" y="80314"/>
                </a:lnTo>
                <a:close/>
              </a:path>
              <a:path w="120015" h="238125">
                <a:moveTo>
                  <a:pt x="82167" y="79941"/>
                </a:moveTo>
                <a:lnTo>
                  <a:pt x="82039" y="79692"/>
                </a:lnTo>
                <a:lnTo>
                  <a:pt x="82167" y="79941"/>
                </a:lnTo>
                <a:close/>
              </a:path>
              <a:path w="120015" h="238125">
                <a:moveTo>
                  <a:pt x="114497" y="84340"/>
                </a:moveTo>
                <a:lnTo>
                  <a:pt x="84162" y="84340"/>
                </a:lnTo>
                <a:lnTo>
                  <a:pt x="82167" y="79941"/>
                </a:lnTo>
                <a:lnTo>
                  <a:pt x="82359" y="80314"/>
                </a:lnTo>
                <a:lnTo>
                  <a:pt x="113159" y="80314"/>
                </a:lnTo>
                <a:lnTo>
                  <a:pt x="114363" y="83870"/>
                </a:lnTo>
                <a:lnTo>
                  <a:pt x="114497" y="84340"/>
                </a:lnTo>
                <a:close/>
              </a:path>
              <a:path w="120015" h="238125">
                <a:moveTo>
                  <a:pt x="115672" y="88468"/>
                </a:moveTo>
                <a:lnTo>
                  <a:pt x="85763" y="88468"/>
                </a:lnTo>
                <a:lnTo>
                  <a:pt x="85521" y="87807"/>
                </a:lnTo>
                <a:lnTo>
                  <a:pt x="83941" y="83851"/>
                </a:lnTo>
                <a:lnTo>
                  <a:pt x="84162" y="84340"/>
                </a:lnTo>
                <a:lnTo>
                  <a:pt x="114497" y="84340"/>
                </a:lnTo>
                <a:lnTo>
                  <a:pt x="115672" y="88468"/>
                </a:lnTo>
                <a:close/>
              </a:path>
              <a:path w="120015" h="238125">
                <a:moveTo>
                  <a:pt x="85636" y="88147"/>
                </a:moveTo>
                <a:lnTo>
                  <a:pt x="85502" y="87807"/>
                </a:lnTo>
                <a:lnTo>
                  <a:pt x="85636" y="88147"/>
                </a:lnTo>
                <a:close/>
              </a:path>
              <a:path w="120015" h="238125">
                <a:moveTo>
                  <a:pt x="116706" y="92697"/>
                </a:moveTo>
                <a:lnTo>
                  <a:pt x="87172" y="92697"/>
                </a:lnTo>
                <a:lnTo>
                  <a:pt x="86969" y="92011"/>
                </a:lnTo>
                <a:lnTo>
                  <a:pt x="85636" y="88147"/>
                </a:lnTo>
                <a:lnTo>
                  <a:pt x="85763" y="88468"/>
                </a:lnTo>
                <a:lnTo>
                  <a:pt x="115672" y="88468"/>
                </a:lnTo>
                <a:lnTo>
                  <a:pt x="115976" y="89534"/>
                </a:lnTo>
                <a:lnTo>
                  <a:pt x="116706" y="92697"/>
                </a:lnTo>
                <a:close/>
              </a:path>
              <a:path w="120015" h="238125">
                <a:moveTo>
                  <a:pt x="87114" y="92525"/>
                </a:moveTo>
                <a:lnTo>
                  <a:pt x="86941" y="92011"/>
                </a:lnTo>
                <a:lnTo>
                  <a:pt x="87114" y="92525"/>
                </a:lnTo>
                <a:close/>
              </a:path>
              <a:path w="120015" h="238125">
                <a:moveTo>
                  <a:pt x="117608" y="97002"/>
                </a:moveTo>
                <a:lnTo>
                  <a:pt x="88379" y="97002"/>
                </a:lnTo>
                <a:lnTo>
                  <a:pt x="88201" y="96316"/>
                </a:lnTo>
                <a:lnTo>
                  <a:pt x="87114" y="92525"/>
                </a:lnTo>
                <a:lnTo>
                  <a:pt x="87172" y="92697"/>
                </a:lnTo>
                <a:lnTo>
                  <a:pt x="116706" y="92697"/>
                </a:lnTo>
                <a:lnTo>
                  <a:pt x="117309" y="95313"/>
                </a:lnTo>
                <a:lnTo>
                  <a:pt x="117608" y="97002"/>
                </a:lnTo>
                <a:close/>
              </a:path>
              <a:path w="120015" h="238125">
                <a:moveTo>
                  <a:pt x="88275" y="96635"/>
                </a:moveTo>
                <a:lnTo>
                  <a:pt x="88185" y="96316"/>
                </a:lnTo>
                <a:lnTo>
                  <a:pt x="88275" y="96635"/>
                </a:lnTo>
                <a:close/>
              </a:path>
              <a:path w="120015" h="238125">
                <a:moveTo>
                  <a:pt x="118375" y="101396"/>
                </a:moveTo>
                <a:lnTo>
                  <a:pt x="89382" y="101396"/>
                </a:lnTo>
                <a:lnTo>
                  <a:pt x="89242" y="100698"/>
                </a:lnTo>
                <a:lnTo>
                  <a:pt x="88275" y="96635"/>
                </a:lnTo>
                <a:lnTo>
                  <a:pt x="88379" y="97002"/>
                </a:lnTo>
                <a:lnTo>
                  <a:pt x="117608" y="97002"/>
                </a:lnTo>
                <a:lnTo>
                  <a:pt x="118375" y="101396"/>
                </a:lnTo>
                <a:close/>
              </a:path>
              <a:path w="120015" h="238125">
                <a:moveTo>
                  <a:pt x="89315" y="101106"/>
                </a:moveTo>
                <a:lnTo>
                  <a:pt x="89220" y="100698"/>
                </a:lnTo>
                <a:lnTo>
                  <a:pt x="89315" y="101106"/>
                </a:lnTo>
                <a:close/>
              </a:path>
              <a:path w="120015" h="238125">
                <a:moveTo>
                  <a:pt x="118946" y="105867"/>
                </a:moveTo>
                <a:lnTo>
                  <a:pt x="90157" y="105867"/>
                </a:lnTo>
                <a:lnTo>
                  <a:pt x="90055" y="105155"/>
                </a:lnTo>
                <a:lnTo>
                  <a:pt x="89315" y="101106"/>
                </a:lnTo>
                <a:lnTo>
                  <a:pt x="89382" y="101396"/>
                </a:lnTo>
                <a:lnTo>
                  <a:pt x="118375" y="101396"/>
                </a:lnTo>
                <a:lnTo>
                  <a:pt x="118946" y="105867"/>
                </a:lnTo>
                <a:close/>
              </a:path>
              <a:path w="120015" h="238125">
                <a:moveTo>
                  <a:pt x="90114" y="105628"/>
                </a:moveTo>
                <a:lnTo>
                  <a:pt x="90031" y="105155"/>
                </a:lnTo>
                <a:lnTo>
                  <a:pt x="90114" y="105628"/>
                </a:lnTo>
                <a:close/>
              </a:path>
              <a:path w="120015" h="238125">
                <a:moveTo>
                  <a:pt x="119357" y="110413"/>
                </a:moveTo>
                <a:lnTo>
                  <a:pt x="90716" y="110413"/>
                </a:lnTo>
                <a:lnTo>
                  <a:pt x="90652" y="109702"/>
                </a:lnTo>
                <a:lnTo>
                  <a:pt x="90114" y="105628"/>
                </a:lnTo>
                <a:lnTo>
                  <a:pt x="90157" y="105867"/>
                </a:lnTo>
                <a:lnTo>
                  <a:pt x="118946" y="105867"/>
                </a:lnTo>
                <a:lnTo>
                  <a:pt x="119113" y="107175"/>
                </a:lnTo>
                <a:lnTo>
                  <a:pt x="119357" y="110413"/>
                </a:lnTo>
                <a:close/>
              </a:path>
              <a:path w="120015" h="238125">
                <a:moveTo>
                  <a:pt x="90692" y="110225"/>
                </a:moveTo>
                <a:lnTo>
                  <a:pt x="90626" y="109702"/>
                </a:lnTo>
                <a:lnTo>
                  <a:pt x="90692" y="110225"/>
                </a:lnTo>
                <a:close/>
              </a:path>
              <a:path w="120015" h="238125">
                <a:moveTo>
                  <a:pt x="119615" y="115036"/>
                </a:moveTo>
                <a:lnTo>
                  <a:pt x="91058" y="115036"/>
                </a:lnTo>
                <a:lnTo>
                  <a:pt x="91020" y="114312"/>
                </a:lnTo>
                <a:lnTo>
                  <a:pt x="90692" y="110225"/>
                </a:lnTo>
                <a:lnTo>
                  <a:pt x="90716" y="110413"/>
                </a:lnTo>
                <a:lnTo>
                  <a:pt x="119357" y="110413"/>
                </a:lnTo>
                <a:lnTo>
                  <a:pt x="119570" y="113233"/>
                </a:lnTo>
                <a:lnTo>
                  <a:pt x="119615" y="115036"/>
                </a:lnTo>
                <a:close/>
              </a:path>
              <a:path w="120015" h="238125">
                <a:moveTo>
                  <a:pt x="91028" y="114636"/>
                </a:moveTo>
                <a:lnTo>
                  <a:pt x="91003" y="114312"/>
                </a:lnTo>
                <a:lnTo>
                  <a:pt x="91028" y="114636"/>
                </a:lnTo>
                <a:close/>
              </a:path>
              <a:path w="120015" h="238125">
                <a:moveTo>
                  <a:pt x="119714" y="119722"/>
                </a:moveTo>
                <a:lnTo>
                  <a:pt x="91147" y="119722"/>
                </a:lnTo>
                <a:lnTo>
                  <a:pt x="91147" y="119024"/>
                </a:lnTo>
                <a:lnTo>
                  <a:pt x="91028" y="114636"/>
                </a:lnTo>
                <a:lnTo>
                  <a:pt x="91058" y="115036"/>
                </a:lnTo>
                <a:lnTo>
                  <a:pt x="119615" y="115036"/>
                </a:lnTo>
                <a:lnTo>
                  <a:pt x="119714" y="119722"/>
                </a:lnTo>
                <a:close/>
              </a:path>
              <a:path w="120015" h="238125">
                <a:moveTo>
                  <a:pt x="91139" y="119377"/>
                </a:moveTo>
                <a:lnTo>
                  <a:pt x="91131" y="119024"/>
                </a:lnTo>
                <a:lnTo>
                  <a:pt x="91139" y="119377"/>
                </a:lnTo>
                <a:close/>
              </a:path>
              <a:path w="120015" h="238125">
                <a:moveTo>
                  <a:pt x="119618" y="124002"/>
                </a:moveTo>
                <a:lnTo>
                  <a:pt x="91033" y="124002"/>
                </a:lnTo>
                <a:lnTo>
                  <a:pt x="91071" y="123342"/>
                </a:lnTo>
                <a:lnTo>
                  <a:pt x="91139" y="119377"/>
                </a:lnTo>
                <a:lnTo>
                  <a:pt x="91147" y="119722"/>
                </a:lnTo>
                <a:lnTo>
                  <a:pt x="119714" y="119722"/>
                </a:lnTo>
                <a:lnTo>
                  <a:pt x="119618" y="124002"/>
                </a:lnTo>
                <a:close/>
              </a:path>
              <a:path w="120015" h="238125">
                <a:moveTo>
                  <a:pt x="91037" y="123832"/>
                </a:moveTo>
                <a:lnTo>
                  <a:pt x="91048" y="123342"/>
                </a:lnTo>
                <a:lnTo>
                  <a:pt x="91037" y="123832"/>
                </a:lnTo>
                <a:close/>
              </a:path>
              <a:path w="120015" h="238125">
                <a:moveTo>
                  <a:pt x="119365" y="128257"/>
                </a:moveTo>
                <a:lnTo>
                  <a:pt x="90728" y="128257"/>
                </a:lnTo>
                <a:lnTo>
                  <a:pt x="90792" y="127596"/>
                </a:lnTo>
                <a:lnTo>
                  <a:pt x="91037" y="123832"/>
                </a:lnTo>
                <a:lnTo>
                  <a:pt x="91033" y="124002"/>
                </a:lnTo>
                <a:lnTo>
                  <a:pt x="119618" y="124002"/>
                </a:lnTo>
                <a:lnTo>
                  <a:pt x="119595" y="124993"/>
                </a:lnTo>
                <a:lnTo>
                  <a:pt x="119365" y="128257"/>
                </a:lnTo>
                <a:close/>
              </a:path>
              <a:path w="120015" h="238125">
                <a:moveTo>
                  <a:pt x="90749" y="127959"/>
                </a:moveTo>
                <a:lnTo>
                  <a:pt x="90774" y="127596"/>
                </a:lnTo>
                <a:lnTo>
                  <a:pt x="90749" y="127959"/>
                </a:lnTo>
                <a:close/>
              </a:path>
              <a:path w="120015" h="238125">
                <a:moveTo>
                  <a:pt x="118986" y="132448"/>
                </a:moveTo>
                <a:lnTo>
                  <a:pt x="90220" y="132448"/>
                </a:lnTo>
                <a:lnTo>
                  <a:pt x="90309" y="131787"/>
                </a:lnTo>
                <a:lnTo>
                  <a:pt x="90749" y="127959"/>
                </a:lnTo>
                <a:lnTo>
                  <a:pt x="90728" y="128257"/>
                </a:lnTo>
                <a:lnTo>
                  <a:pt x="119365" y="128257"/>
                </a:lnTo>
                <a:lnTo>
                  <a:pt x="119202" y="130581"/>
                </a:lnTo>
                <a:lnTo>
                  <a:pt x="118986" y="132448"/>
                </a:lnTo>
                <a:close/>
              </a:path>
              <a:path w="120015" h="238125">
                <a:moveTo>
                  <a:pt x="90270" y="132023"/>
                </a:moveTo>
                <a:lnTo>
                  <a:pt x="90298" y="131787"/>
                </a:lnTo>
                <a:lnTo>
                  <a:pt x="90270" y="132023"/>
                </a:lnTo>
                <a:close/>
              </a:path>
              <a:path w="120015" h="238125">
                <a:moveTo>
                  <a:pt x="118488" y="136563"/>
                </a:moveTo>
                <a:lnTo>
                  <a:pt x="89522" y="136563"/>
                </a:lnTo>
                <a:lnTo>
                  <a:pt x="89649" y="135915"/>
                </a:lnTo>
                <a:lnTo>
                  <a:pt x="90270" y="132023"/>
                </a:lnTo>
                <a:lnTo>
                  <a:pt x="90220" y="132448"/>
                </a:lnTo>
                <a:lnTo>
                  <a:pt x="118986" y="132448"/>
                </a:lnTo>
                <a:lnTo>
                  <a:pt x="118586" y="135915"/>
                </a:lnTo>
                <a:lnTo>
                  <a:pt x="118488" y="136563"/>
                </a:lnTo>
                <a:close/>
              </a:path>
              <a:path w="120015" h="238125">
                <a:moveTo>
                  <a:pt x="89555" y="136360"/>
                </a:moveTo>
                <a:lnTo>
                  <a:pt x="89629" y="135915"/>
                </a:lnTo>
                <a:lnTo>
                  <a:pt x="89555" y="136360"/>
                </a:lnTo>
                <a:close/>
              </a:path>
              <a:path w="120015" h="238125">
                <a:moveTo>
                  <a:pt x="117823" y="140627"/>
                </a:moveTo>
                <a:lnTo>
                  <a:pt x="88658" y="140627"/>
                </a:lnTo>
                <a:lnTo>
                  <a:pt x="88798" y="139992"/>
                </a:lnTo>
                <a:lnTo>
                  <a:pt x="89555" y="136360"/>
                </a:lnTo>
                <a:lnTo>
                  <a:pt x="89522" y="136563"/>
                </a:lnTo>
                <a:lnTo>
                  <a:pt x="118488" y="136563"/>
                </a:lnTo>
                <a:lnTo>
                  <a:pt x="117823" y="140627"/>
                </a:lnTo>
                <a:close/>
              </a:path>
              <a:path w="120015" h="238125">
                <a:moveTo>
                  <a:pt x="88765" y="140121"/>
                </a:moveTo>
                <a:lnTo>
                  <a:pt x="88792" y="139992"/>
                </a:lnTo>
                <a:lnTo>
                  <a:pt x="88765" y="140121"/>
                </a:lnTo>
                <a:close/>
              </a:path>
              <a:path w="120015" h="238125">
                <a:moveTo>
                  <a:pt x="117015" y="144614"/>
                </a:moveTo>
                <a:lnTo>
                  <a:pt x="87604" y="144614"/>
                </a:lnTo>
                <a:lnTo>
                  <a:pt x="87782" y="143979"/>
                </a:lnTo>
                <a:lnTo>
                  <a:pt x="88765" y="140121"/>
                </a:lnTo>
                <a:lnTo>
                  <a:pt x="88658" y="140627"/>
                </a:lnTo>
                <a:lnTo>
                  <a:pt x="117823" y="140627"/>
                </a:lnTo>
                <a:lnTo>
                  <a:pt x="117678" y="141516"/>
                </a:lnTo>
                <a:lnTo>
                  <a:pt x="117015" y="144614"/>
                </a:lnTo>
                <a:close/>
              </a:path>
              <a:path w="120015" h="238125">
                <a:moveTo>
                  <a:pt x="87699" y="144246"/>
                </a:moveTo>
                <a:lnTo>
                  <a:pt x="87768" y="143979"/>
                </a:lnTo>
                <a:lnTo>
                  <a:pt x="87699" y="144246"/>
                </a:lnTo>
                <a:close/>
              </a:path>
              <a:path w="120015" h="238125">
                <a:moveTo>
                  <a:pt x="116105" y="148526"/>
                </a:moveTo>
                <a:lnTo>
                  <a:pt x="86372" y="148526"/>
                </a:lnTo>
                <a:lnTo>
                  <a:pt x="86575" y="147904"/>
                </a:lnTo>
                <a:lnTo>
                  <a:pt x="87699" y="144246"/>
                </a:lnTo>
                <a:lnTo>
                  <a:pt x="87604" y="144614"/>
                </a:lnTo>
                <a:lnTo>
                  <a:pt x="117015" y="144614"/>
                </a:lnTo>
                <a:lnTo>
                  <a:pt x="116535" y="146862"/>
                </a:lnTo>
                <a:lnTo>
                  <a:pt x="116105" y="148526"/>
                </a:lnTo>
                <a:close/>
              </a:path>
              <a:path w="120015" h="238125">
                <a:moveTo>
                  <a:pt x="86500" y="148113"/>
                </a:moveTo>
                <a:lnTo>
                  <a:pt x="86565" y="147904"/>
                </a:lnTo>
                <a:lnTo>
                  <a:pt x="86500" y="148113"/>
                </a:lnTo>
                <a:close/>
              </a:path>
              <a:path w="120015" h="238125">
                <a:moveTo>
                  <a:pt x="115101" y="152361"/>
                </a:moveTo>
                <a:lnTo>
                  <a:pt x="84975" y="152361"/>
                </a:lnTo>
                <a:lnTo>
                  <a:pt x="85204" y="151752"/>
                </a:lnTo>
                <a:lnTo>
                  <a:pt x="86500" y="148113"/>
                </a:lnTo>
                <a:lnTo>
                  <a:pt x="86372" y="148526"/>
                </a:lnTo>
                <a:lnTo>
                  <a:pt x="116105" y="148526"/>
                </a:lnTo>
                <a:lnTo>
                  <a:pt x="115101" y="152361"/>
                </a:lnTo>
                <a:close/>
              </a:path>
              <a:path w="120015" h="238125">
                <a:moveTo>
                  <a:pt x="85127" y="151939"/>
                </a:moveTo>
                <a:lnTo>
                  <a:pt x="85194" y="151752"/>
                </a:lnTo>
                <a:lnTo>
                  <a:pt x="85127" y="151939"/>
                </a:lnTo>
                <a:close/>
              </a:path>
              <a:path w="120015" h="238125">
                <a:moveTo>
                  <a:pt x="113941" y="156108"/>
                </a:moveTo>
                <a:lnTo>
                  <a:pt x="83413" y="156108"/>
                </a:lnTo>
                <a:lnTo>
                  <a:pt x="83667" y="155524"/>
                </a:lnTo>
                <a:lnTo>
                  <a:pt x="85127" y="151939"/>
                </a:lnTo>
                <a:lnTo>
                  <a:pt x="84975" y="152361"/>
                </a:lnTo>
                <a:lnTo>
                  <a:pt x="115101" y="152361"/>
                </a:lnTo>
                <a:lnTo>
                  <a:pt x="113941" y="156108"/>
                </a:lnTo>
                <a:close/>
              </a:path>
              <a:path w="120015" h="238125">
                <a:moveTo>
                  <a:pt x="83549" y="155777"/>
                </a:moveTo>
                <a:lnTo>
                  <a:pt x="83653" y="155524"/>
                </a:lnTo>
                <a:lnTo>
                  <a:pt x="83549" y="155777"/>
                </a:lnTo>
                <a:close/>
              </a:path>
              <a:path w="120015" h="238125">
                <a:moveTo>
                  <a:pt x="112675" y="159778"/>
                </a:moveTo>
                <a:lnTo>
                  <a:pt x="81686" y="159778"/>
                </a:lnTo>
                <a:lnTo>
                  <a:pt x="81965" y="159194"/>
                </a:lnTo>
                <a:lnTo>
                  <a:pt x="83549" y="155777"/>
                </a:lnTo>
                <a:lnTo>
                  <a:pt x="83413" y="156108"/>
                </a:lnTo>
                <a:lnTo>
                  <a:pt x="113941" y="156108"/>
                </a:lnTo>
                <a:lnTo>
                  <a:pt x="113576" y="157289"/>
                </a:lnTo>
                <a:lnTo>
                  <a:pt x="112675" y="159778"/>
                </a:lnTo>
                <a:close/>
              </a:path>
              <a:path w="120015" h="238125">
                <a:moveTo>
                  <a:pt x="81895" y="159330"/>
                </a:moveTo>
                <a:lnTo>
                  <a:pt x="81958" y="159194"/>
                </a:lnTo>
                <a:lnTo>
                  <a:pt x="81895" y="159330"/>
                </a:lnTo>
                <a:close/>
              </a:path>
              <a:path w="120015" h="238125">
                <a:moveTo>
                  <a:pt x="111333" y="163347"/>
                </a:moveTo>
                <a:lnTo>
                  <a:pt x="79806" y="163347"/>
                </a:lnTo>
                <a:lnTo>
                  <a:pt x="80111" y="162788"/>
                </a:lnTo>
                <a:lnTo>
                  <a:pt x="81895" y="159330"/>
                </a:lnTo>
                <a:lnTo>
                  <a:pt x="81686" y="159778"/>
                </a:lnTo>
                <a:lnTo>
                  <a:pt x="112675" y="159778"/>
                </a:lnTo>
                <a:lnTo>
                  <a:pt x="111747" y="162344"/>
                </a:lnTo>
                <a:lnTo>
                  <a:pt x="111333" y="163347"/>
                </a:lnTo>
                <a:close/>
              </a:path>
              <a:path w="120015" h="238125">
                <a:moveTo>
                  <a:pt x="79970" y="163031"/>
                </a:moveTo>
                <a:lnTo>
                  <a:pt x="80097" y="162788"/>
                </a:lnTo>
                <a:lnTo>
                  <a:pt x="79970" y="163031"/>
                </a:lnTo>
                <a:close/>
              </a:path>
              <a:path w="120015" h="238125">
                <a:moveTo>
                  <a:pt x="109896" y="166827"/>
                </a:moveTo>
                <a:lnTo>
                  <a:pt x="77774" y="166827"/>
                </a:lnTo>
                <a:lnTo>
                  <a:pt x="78104" y="166281"/>
                </a:lnTo>
                <a:lnTo>
                  <a:pt x="79970" y="163031"/>
                </a:lnTo>
                <a:lnTo>
                  <a:pt x="79806" y="163347"/>
                </a:lnTo>
                <a:lnTo>
                  <a:pt x="111333" y="163347"/>
                </a:lnTo>
                <a:lnTo>
                  <a:pt x="109896" y="166827"/>
                </a:lnTo>
                <a:close/>
              </a:path>
              <a:path w="120015" h="238125">
                <a:moveTo>
                  <a:pt x="77958" y="166509"/>
                </a:moveTo>
                <a:lnTo>
                  <a:pt x="78090" y="166281"/>
                </a:lnTo>
                <a:lnTo>
                  <a:pt x="77958" y="166509"/>
                </a:lnTo>
                <a:close/>
              </a:path>
              <a:path w="120015" h="238125">
                <a:moveTo>
                  <a:pt x="108351" y="170205"/>
                </a:moveTo>
                <a:lnTo>
                  <a:pt x="75590" y="170205"/>
                </a:lnTo>
                <a:lnTo>
                  <a:pt x="75945" y="169684"/>
                </a:lnTo>
                <a:lnTo>
                  <a:pt x="77958" y="166509"/>
                </a:lnTo>
                <a:lnTo>
                  <a:pt x="77774" y="166827"/>
                </a:lnTo>
                <a:lnTo>
                  <a:pt x="109896" y="166827"/>
                </a:lnTo>
                <a:lnTo>
                  <a:pt x="109702" y="167297"/>
                </a:lnTo>
                <a:lnTo>
                  <a:pt x="108351" y="170205"/>
                </a:lnTo>
                <a:close/>
              </a:path>
              <a:path w="120015" h="238125">
                <a:moveTo>
                  <a:pt x="75707" y="170022"/>
                </a:moveTo>
                <a:lnTo>
                  <a:pt x="75924" y="169684"/>
                </a:lnTo>
                <a:lnTo>
                  <a:pt x="75707" y="170022"/>
                </a:lnTo>
                <a:close/>
              </a:path>
              <a:path w="120015" h="238125">
                <a:moveTo>
                  <a:pt x="106750" y="173481"/>
                </a:moveTo>
                <a:lnTo>
                  <a:pt x="73266" y="173481"/>
                </a:lnTo>
                <a:lnTo>
                  <a:pt x="73647" y="172973"/>
                </a:lnTo>
                <a:lnTo>
                  <a:pt x="75707" y="170022"/>
                </a:lnTo>
                <a:lnTo>
                  <a:pt x="75590" y="170205"/>
                </a:lnTo>
                <a:lnTo>
                  <a:pt x="108351" y="170205"/>
                </a:lnTo>
                <a:lnTo>
                  <a:pt x="107454" y="172135"/>
                </a:lnTo>
                <a:lnTo>
                  <a:pt x="106750" y="173481"/>
                </a:lnTo>
                <a:close/>
              </a:path>
              <a:path w="120015" h="238125">
                <a:moveTo>
                  <a:pt x="73395" y="173298"/>
                </a:moveTo>
                <a:lnTo>
                  <a:pt x="73624" y="172973"/>
                </a:lnTo>
                <a:lnTo>
                  <a:pt x="73395" y="173298"/>
                </a:lnTo>
                <a:close/>
              </a:path>
              <a:path w="120015" h="238125">
                <a:moveTo>
                  <a:pt x="105097" y="176644"/>
                </a:moveTo>
                <a:lnTo>
                  <a:pt x="70802" y="176644"/>
                </a:lnTo>
                <a:lnTo>
                  <a:pt x="71196" y="176161"/>
                </a:lnTo>
                <a:lnTo>
                  <a:pt x="73395" y="173298"/>
                </a:lnTo>
                <a:lnTo>
                  <a:pt x="73266" y="173481"/>
                </a:lnTo>
                <a:lnTo>
                  <a:pt x="106750" y="173481"/>
                </a:lnTo>
                <a:lnTo>
                  <a:pt x="105097" y="176644"/>
                </a:lnTo>
                <a:close/>
              </a:path>
              <a:path w="120015" h="238125">
                <a:moveTo>
                  <a:pt x="70961" y="176439"/>
                </a:moveTo>
                <a:lnTo>
                  <a:pt x="71176" y="176161"/>
                </a:lnTo>
                <a:lnTo>
                  <a:pt x="70961" y="176439"/>
                </a:lnTo>
                <a:close/>
              </a:path>
              <a:path w="120015" h="238125">
                <a:moveTo>
                  <a:pt x="103336" y="179704"/>
                </a:moveTo>
                <a:lnTo>
                  <a:pt x="68199" y="179704"/>
                </a:lnTo>
                <a:lnTo>
                  <a:pt x="68618" y="179235"/>
                </a:lnTo>
                <a:lnTo>
                  <a:pt x="70961" y="176439"/>
                </a:lnTo>
                <a:lnTo>
                  <a:pt x="70802" y="176644"/>
                </a:lnTo>
                <a:lnTo>
                  <a:pt x="105097" y="176644"/>
                </a:lnTo>
                <a:lnTo>
                  <a:pt x="103336" y="179704"/>
                </a:lnTo>
                <a:close/>
              </a:path>
              <a:path w="120015" h="238125">
                <a:moveTo>
                  <a:pt x="68366" y="179507"/>
                </a:moveTo>
                <a:lnTo>
                  <a:pt x="68596" y="179235"/>
                </a:lnTo>
                <a:lnTo>
                  <a:pt x="68366" y="179507"/>
                </a:lnTo>
                <a:close/>
              </a:path>
              <a:path w="120015" h="238125">
                <a:moveTo>
                  <a:pt x="101563" y="182638"/>
                </a:moveTo>
                <a:lnTo>
                  <a:pt x="65468" y="182638"/>
                </a:lnTo>
                <a:lnTo>
                  <a:pt x="65912" y="182194"/>
                </a:lnTo>
                <a:lnTo>
                  <a:pt x="68366" y="179507"/>
                </a:lnTo>
                <a:lnTo>
                  <a:pt x="68199" y="179704"/>
                </a:lnTo>
                <a:lnTo>
                  <a:pt x="103336" y="179704"/>
                </a:lnTo>
                <a:lnTo>
                  <a:pt x="102336" y="181432"/>
                </a:lnTo>
                <a:lnTo>
                  <a:pt x="101563" y="182638"/>
                </a:lnTo>
                <a:close/>
              </a:path>
              <a:path w="120015" h="238125">
                <a:moveTo>
                  <a:pt x="65524" y="182578"/>
                </a:moveTo>
                <a:lnTo>
                  <a:pt x="65879" y="182194"/>
                </a:lnTo>
                <a:lnTo>
                  <a:pt x="65524" y="182578"/>
                </a:lnTo>
                <a:close/>
              </a:path>
              <a:path w="120015" h="238125">
                <a:moveTo>
                  <a:pt x="99755" y="185458"/>
                </a:moveTo>
                <a:lnTo>
                  <a:pt x="62610" y="185458"/>
                </a:lnTo>
                <a:lnTo>
                  <a:pt x="63068" y="185026"/>
                </a:lnTo>
                <a:lnTo>
                  <a:pt x="65524" y="182578"/>
                </a:lnTo>
                <a:lnTo>
                  <a:pt x="101563" y="182638"/>
                </a:lnTo>
                <a:lnTo>
                  <a:pt x="99755" y="185458"/>
                </a:lnTo>
                <a:close/>
              </a:path>
              <a:path w="120015" h="238125">
                <a:moveTo>
                  <a:pt x="62819" y="185251"/>
                </a:moveTo>
                <a:lnTo>
                  <a:pt x="63047" y="185026"/>
                </a:lnTo>
                <a:lnTo>
                  <a:pt x="62819" y="185251"/>
                </a:lnTo>
                <a:close/>
              </a:path>
              <a:path w="120015" h="238125">
                <a:moveTo>
                  <a:pt x="97898" y="188137"/>
                </a:moveTo>
                <a:lnTo>
                  <a:pt x="59639" y="188137"/>
                </a:lnTo>
                <a:lnTo>
                  <a:pt x="60109" y="187731"/>
                </a:lnTo>
                <a:lnTo>
                  <a:pt x="62819" y="185251"/>
                </a:lnTo>
                <a:lnTo>
                  <a:pt x="62610" y="185458"/>
                </a:lnTo>
                <a:lnTo>
                  <a:pt x="99755" y="185458"/>
                </a:lnTo>
                <a:lnTo>
                  <a:pt x="99479" y="185889"/>
                </a:lnTo>
                <a:lnTo>
                  <a:pt x="97898" y="188137"/>
                </a:lnTo>
                <a:close/>
              </a:path>
              <a:path w="120015" h="238125">
                <a:moveTo>
                  <a:pt x="59853" y="187943"/>
                </a:moveTo>
                <a:lnTo>
                  <a:pt x="60087" y="187731"/>
                </a:lnTo>
                <a:lnTo>
                  <a:pt x="59853" y="187943"/>
                </a:lnTo>
                <a:close/>
              </a:path>
              <a:path w="120015" h="238125">
                <a:moveTo>
                  <a:pt x="96070" y="190690"/>
                </a:moveTo>
                <a:lnTo>
                  <a:pt x="56540" y="190690"/>
                </a:lnTo>
                <a:lnTo>
                  <a:pt x="57035" y="190296"/>
                </a:lnTo>
                <a:lnTo>
                  <a:pt x="59853" y="187943"/>
                </a:lnTo>
                <a:lnTo>
                  <a:pt x="59639" y="188137"/>
                </a:lnTo>
                <a:lnTo>
                  <a:pt x="97898" y="188137"/>
                </a:lnTo>
                <a:lnTo>
                  <a:pt x="96374" y="190296"/>
                </a:lnTo>
                <a:lnTo>
                  <a:pt x="96070" y="190690"/>
                </a:lnTo>
                <a:close/>
              </a:path>
              <a:path w="120015" h="238125">
                <a:moveTo>
                  <a:pt x="56791" y="190481"/>
                </a:moveTo>
                <a:lnTo>
                  <a:pt x="57015" y="190296"/>
                </a:lnTo>
                <a:lnTo>
                  <a:pt x="56791" y="190481"/>
                </a:lnTo>
                <a:close/>
              </a:path>
              <a:path w="120015" h="238125">
                <a:moveTo>
                  <a:pt x="94201" y="193103"/>
                </a:moveTo>
                <a:lnTo>
                  <a:pt x="53339" y="193103"/>
                </a:lnTo>
                <a:lnTo>
                  <a:pt x="53848" y="192735"/>
                </a:lnTo>
                <a:lnTo>
                  <a:pt x="56791" y="190481"/>
                </a:lnTo>
                <a:lnTo>
                  <a:pt x="56540" y="190690"/>
                </a:lnTo>
                <a:lnTo>
                  <a:pt x="96070" y="190690"/>
                </a:lnTo>
                <a:lnTo>
                  <a:pt x="94201" y="193103"/>
                </a:lnTo>
                <a:close/>
              </a:path>
              <a:path w="120015" h="238125">
                <a:moveTo>
                  <a:pt x="53579" y="192921"/>
                </a:moveTo>
                <a:lnTo>
                  <a:pt x="53824" y="192735"/>
                </a:lnTo>
                <a:lnTo>
                  <a:pt x="53579" y="192921"/>
                </a:lnTo>
                <a:close/>
              </a:path>
              <a:path w="120015" h="238125">
                <a:moveTo>
                  <a:pt x="92359" y="195389"/>
                </a:moveTo>
                <a:lnTo>
                  <a:pt x="50025" y="195389"/>
                </a:lnTo>
                <a:lnTo>
                  <a:pt x="50545" y="195033"/>
                </a:lnTo>
                <a:lnTo>
                  <a:pt x="53579" y="192921"/>
                </a:lnTo>
                <a:lnTo>
                  <a:pt x="53339" y="193103"/>
                </a:lnTo>
                <a:lnTo>
                  <a:pt x="94201" y="193103"/>
                </a:lnTo>
                <a:lnTo>
                  <a:pt x="93217" y="194373"/>
                </a:lnTo>
                <a:lnTo>
                  <a:pt x="92359" y="195389"/>
                </a:lnTo>
                <a:close/>
              </a:path>
              <a:path w="120015" h="238125">
                <a:moveTo>
                  <a:pt x="50454" y="195091"/>
                </a:moveTo>
                <a:close/>
              </a:path>
              <a:path w="120015" h="238125">
                <a:moveTo>
                  <a:pt x="90565" y="197510"/>
                </a:moveTo>
                <a:lnTo>
                  <a:pt x="46608" y="197510"/>
                </a:lnTo>
                <a:lnTo>
                  <a:pt x="47155" y="197192"/>
                </a:lnTo>
                <a:lnTo>
                  <a:pt x="50454" y="195091"/>
                </a:lnTo>
                <a:lnTo>
                  <a:pt x="50025" y="195389"/>
                </a:lnTo>
                <a:lnTo>
                  <a:pt x="92359" y="195389"/>
                </a:lnTo>
                <a:lnTo>
                  <a:pt x="90565" y="197510"/>
                </a:lnTo>
                <a:close/>
              </a:path>
              <a:path w="120015" h="238125">
                <a:moveTo>
                  <a:pt x="46744" y="197424"/>
                </a:moveTo>
                <a:lnTo>
                  <a:pt x="47113" y="197192"/>
                </a:lnTo>
                <a:lnTo>
                  <a:pt x="46744" y="197424"/>
                </a:lnTo>
                <a:close/>
              </a:path>
              <a:path w="120015" h="238125">
                <a:moveTo>
                  <a:pt x="88804" y="199491"/>
                </a:moveTo>
                <a:lnTo>
                  <a:pt x="43091" y="199491"/>
                </a:lnTo>
                <a:lnTo>
                  <a:pt x="43662" y="199186"/>
                </a:lnTo>
                <a:lnTo>
                  <a:pt x="46744" y="197424"/>
                </a:lnTo>
                <a:lnTo>
                  <a:pt x="46608" y="197510"/>
                </a:lnTo>
                <a:lnTo>
                  <a:pt x="90565" y="197510"/>
                </a:lnTo>
                <a:lnTo>
                  <a:pt x="89814" y="198399"/>
                </a:lnTo>
                <a:lnTo>
                  <a:pt x="88804" y="199491"/>
                </a:lnTo>
                <a:close/>
              </a:path>
              <a:path w="120015" h="238125">
                <a:moveTo>
                  <a:pt x="43326" y="199358"/>
                </a:moveTo>
                <a:lnTo>
                  <a:pt x="43629" y="199186"/>
                </a:lnTo>
                <a:lnTo>
                  <a:pt x="43326" y="199358"/>
                </a:lnTo>
                <a:close/>
              </a:path>
              <a:path w="120015" h="238125">
                <a:moveTo>
                  <a:pt x="87114" y="201320"/>
                </a:moveTo>
                <a:lnTo>
                  <a:pt x="39484" y="201320"/>
                </a:lnTo>
                <a:lnTo>
                  <a:pt x="40068" y="201040"/>
                </a:lnTo>
                <a:lnTo>
                  <a:pt x="43326" y="199358"/>
                </a:lnTo>
                <a:lnTo>
                  <a:pt x="43091" y="199491"/>
                </a:lnTo>
                <a:lnTo>
                  <a:pt x="88804" y="199491"/>
                </a:lnTo>
                <a:lnTo>
                  <a:pt x="87114" y="201320"/>
                </a:lnTo>
                <a:close/>
              </a:path>
              <a:path w="120015" h="238125">
                <a:moveTo>
                  <a:pt x="39734" y="201192"/>
                </a:moveTo>
                <a:lnTo>
                  <a:pt x="40031" y="201040"/>
                </a:lnTo>
                <a:lnTo>
                  <a:pt x="39734" y="201192"/>
                </a:lnTo>
                <a:close/>
              </a:path>
              <a:path w="120015" h="238125">
                <a:moveTo>
                  <a:pt x="85516" y="202984"/>
                </a:moveTo>
                <a:lnTo>
                  <a:pt x="35788" y="202984"/>
                </a:lnTo>
                <a:lnTo>
                  <a:pt x="36385" y="202730"/>
                </a:lnTo>
                <a:lnTo>
                  <a:pt x="39734" y="201192"/>
                </a:lnTo>
                <a:lnTo>
                  <a:pt x="39484" y="201320"/>
                </a:lnTo>
                <a:lnTo>
                  <a:pt x="87114" y="201320"/>
                </a:lnTo>
                <a:lnTo>
                  <a:pt x="86245" y="202260"/>
                </a:lnTo>
                <a:lnTo>
                  <a:pt x="85516" y="202984"/>
                </a:lnTo>
                <a:close/>
              </a:path>
              <a:path w="120015" h="238125">
                <a:moveTo>
                  <a:pt x="36045" y="202867"/>
                </a:moveTo>
                <a:lnTo>
                  <a:pt x="36348" y="202730"/>
                </a:lnTo>
                <a:lnTo>
                  <a:pt x="36045" y="202867"/>
                </a:lnTo>
                <a:close/>
              </a:path>
              <a:path w="120015" h="238125">
                <a:moveTo>
                  <a:pt x="83995" y="204495"/>
                </a:moveTo>
                <a:lnTo>
                  <a:pt x="32016" y="204495"/>
                </a:lnTo>
                <a:lnTo>
                  <a:pt x="32626" y="204266"/>
                </a:lnTo>
                <a:lnTo>
                  <a:pt x="36045" y="202867"/>
                </a:lnTo>
                <a:lnTo>
                  <a:pt x="35788" y="202984"/>
                </a:lnTo>
                <a:lnTo>
                  <a:pt x="85516" y="202984"/>
                </a:lnTo>
                <a:lnTo>
                  <a:pt x="83995" y="204495"/>
                </a:lnTo>
                <a:close/>
              </a:path>
              <a:path w="120015" h="238125">
                <a:moveTo>
                  <a:pt x="32301" y="204380"/>
                </a:moveTo>
                <a:lnTo>
                  <a:pt x="32582" y="204266"/>
                </a:lnTo>
                <a:lnTo>
                  <a:pt x="32301" y="204380"/>
                </a:lnTo>
                <a:close/>
              </a:path>
              <a:path w="120015" h="238125">
                <a:moveTo>
                  <a:pt x="82652" y="205828"/>
                </a:moveTo>
                <a:lnTo>
                  <a:pt x="28155" y="205828"/>
                </a:lnTo>
                <a:lnTo>
                  <a:pt x="28778" y="205625"/>
                </a:lnTo>
                <a:lnTo>
                  <a:pt x="32301" y="204380"/>
                </a:lnTo>
                <a:lnTo>
                  <a:pt x="32016" y="204495"/>
                </a:lnTo>
                <a:lnTo>
                  <a:pt x="83995" y="204495"/>
                </a:lnTo>
                <a:lnTo>
                  <a:pt x="82652" y="205828"/>
                </a:lnTo>
                <a:close/>
              </a:path>
              <a:path w="120015" h="238125">
                <a:moveTo>
                  <a:pt x="28484" y="205713"/>
                </a:moveTo>
                <a:lnTo>
                  <a:pt x="28737" y="205625"/>
                </a:lnTo>
                <a:lnTo>
                  <a:pt x="28484" y="205713"/>
                </a:lnTo>
                <a:close/>
              </a:path>
              <a:path w="120015" h="238125">
                <a:moveTo>
                  <a:pt x="81375" y="206997"/>
                </a:moveTo>
                <a:lnTo>
                  <a:pt x="24218" y="206997"/>
                </a:lnTo>
                <a:lnTo>
                  <a:pt x="24853" y="206819"/>
                </a:lnTo>
                <a:lnTo>
                  <a:pt x="28484" y="205713"/>
                </a:lnTo>
                <a:lnTo>
                  <a:pt x="28155" y="205828"/>
                </a:lnTo>
                <a:lnTo>
                  <a:pt x="82652" y="205828"/>
                </a:lnTo>
                <a:lnTo>
                  <a:pt x="81375" y="206997"/>
                </a:lnTo>
                <a:close/>
              </a:path>
              <a:path w="120015" h="238125">
                <a:moveTo>
                  <a:pt x="24600" y="206882"/>
                </a:moveTo>
                <a:lnTo>
                  <a:pt x="24809" y="206819"/>
                </a:lnTo>
                <a:lnTo>
                  <a:pt x="24600" y="206882"/>
                </a:lnTo>
                <a:close/>
              </a:path>
              <a:path w="120015" h="238125">
                <a:moveTo>
                  <a:pt x="80295" y="207975"/>
                </a:moveTo>
                <a:lnTo>
                  <a:pt x="20205" y="207975"/>
                </a:lnTo>
                <a:lnTo>
                  <a:pt x="20853" y="207835"/>
                </a:lnTo>
                <a:lnTo>
                  <a:pt x="24600" y="206882"/>
                </a:lnTo>
                <a:lnTo>
                  <a:pt x="24218" y="206997"/>
                </a:lnTo>
                <a:lnTo>
                  <a:pt x="81375" y="206997"/>
                </a:lnTo>
                <a:lnTo>
                  <a:pt x="80295" y="207975"/>
                </a:lnTo>
                <a:close/>
              </a:path>
              <a:path w="120015" h="238125">
                <a:moveTo>
                  <a:pt x="20399" y="207927"/>
                </a:moveTo>
                <a:lnTo>
                  <a:pt x="20767" y="207835"/>
                </a:lnTo>
                <a:lnTo>
                  <a:pt x="20399" y="207927"/>
                </a:lnTo>
                <a:close/>
              </a:path>
              <a:path w="120015" h="238125">
                <a:moveTo>
                  <a:pt x="79398" y="208787"/>
                </a:moveTo>
                <a:lnTo>
                  <a:pt x="16128" y="208787"/>
                </a:lnTo>
                <a:lnTo>
                  <a:pt x="16776" y="208673"/>
                </a:lnTo>
                <a:lnTo>
                  <a:pt x="20399" y="207927"/>
                </a:lnTo>
                <a:lnTo>
                  <a:pt x="20205" y="207975"/>
                </a:lnTo>
                <a:lnTo>
                  <a:pt x="80295" y="207975"/>
                </a:lnTo>
                <a:lnTo>
                  <a:pt x="79398" y="208787"/>
                </a:lnTo>
                <a:close/>
              </a:path>
              <a:path w="120015" h="238125">
                <a:moveTo>
                  <a:pt x="16435" y="208726"/>
                </a:moveTo>
                <a:lnTo>
                  <a:pt x="16695" y="208673"/>
                </a:lnTo>
                <a:lnTo>
                  <a:pt x="16435" y="208726"/>
                </a:lnTo>
                <a:close/>
              </a:path>
              <a:path w="120015" h="238125">
                <a:moveTo>
                  <a:pt x="16357" y="237655"/>
                </a:moveTo>
                <a:lnTo>
                  <a:pt x="11988" y="209410"/>
                </a:lnTo>
                <a:lnTo>
                  <a:pt x="16435" y="208726"/>
                </a:lnTo>
                <a:lnTo>
                  <a:pt x="16128" y="208787"/>
                </a:lnTo>
                <a:lnTo>
                  <a:pt x="79398" y="208787"/>
                </a:lnTo>
                <a:lnTo>
                  <a:pt x="42367" y="231127"/>
                </a:lnTo>
                <a:lnTo>
                  <a:pt x="21475" y="236867"/>
                </a:lnTo>
                <a:lnTo>
                  <a:pt x="16357" y="2376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29869" y="2431275"/>
            <a:ext cx="0" cy="216535"/>
          </a:xfrm>
          <a:custGeom>
            <a:avLst/>
            <a:gdLst/>
            <a:ahLst/>
            <a:cxnLst/>
            <a:rect l="l" t="t" r="r" b="b"/>
            <a:pathLst>
              <a:path w="0" h="216535">
                <a:moveTo>
                  <a:pt x="0" y="0"/>
                </a:moveTo>
                <a:lnTo>
                  <a:pt x="0" y="216001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36409" y="2206840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5" h="238125">
                <a:moveTo>
                  <a:pt x="4845" y="28688"/>
                </a:moveTo>
                <a:lnTo>
                  <a:pt x="0" y="28575"/>
                </a:lnTo>
                <a:lnTo>
                  <a:pt x="723" y="0"/>
                </a:lnTo>
                <a:lnTo>
                  <a:pt x="6489" y="152"/>
                </a:lnTo>
                <a:lnTo>
                  <a:pt x="46824" y="9385"/>
                </a:lnTo>
                <a:lnTo>
                  <a:pt x="77940" y="28676"/>
                </a:lnTo>
                <a:lnTo>
                  <a:pt x="4686" y="28676"/>
                </a:lnTo>
                <a:lnTo>
                  <a:pt x="4845" y="28688"/>
                </a:lnTo>
                <a:close/>
              </a:path>
              <a:path w="120015" h="238125">
                <a:moveTo>
                  <a:pt x="77969" y="28701"/>
                </a:moveTo>
                <a:lnTo>
                  <a:pt x="5410" y="28701"/>
                </a:lnTo>
                <a:lnTo>
                  <a:pt x="4686" y="28676"/>
                </a:lnTo>
                <a:lnTo>
                  <a:pt x="77940" y="28676"/>
                </a:lnTo>
                <a:close/>
              </a:path>
              <a:path w="120015" h="238125">
                <a:moveTo>
                  <a:pt x="9754" y="29062"/>
                </a:moveTo>
                <a:lnTo>
                  <a:pt x="4845" y="28688"/>
                </a:lnTo>
                <a:lnTo>
                  <a:pt x="5410" y="28701"/>
                </a:lnTo>
                <a:lnTo>
                  <a:pt x="77969" y="28701"/>
                </a:lnTo>
                <a:lnTo>
                  <a:pt x="78320" y="29006"/>
                </a:lnTo>
                <a:lnTo>
                  <a:pt x="9309" y="29006"/>
                </a:lnTo>
                <a:lnTo>
                  <a:pt x="9754" y="29062"/>
                </a:lnTo>
                <a:close/>
              </a:path>
              <a:path w="120015" h="238125">
                <a:moveTo>
                  <a:pt x="78408" y="29082"/>
                </a:moveTo>
                <a:lnTo>
                  <a:pt x="10020" y="29082"/>
                </a:lnTo>
                <a:lnTo>
                  <a:pt x="9309" y="29006"/>
                </a:lnTo>
                <a:lnTo>
                  <a:pt x="78320" y="29006"/>
                </a:lnTo>
                <a:close/>
              </a:path>
              <a:path w="120015" h="238125">
                <a:moveTo>
                  <a:pt x="79081" y="29667"/>
                </a:moveTo>
                <a:lnTo>
                  <a:pt x="14566" y="29667"/>
                </a:lnTo>
                <a:lnTo>
                  <a:pt x="9754" y="29062"/>
                </a:lnTo>
                <a:lnTo>
                  <a:pt x="10020" y="29082"/>
                </a:lnTo>
                <a:lnTo>
                  <a:pt x="78408" y="29082"/>
                </a:lnTo>
                <a:lnTo>
                  <a:pt x="79081" y="29667"/>
                </a:lnTo>
                <a:close/>
              </a:path>
              <a:path w="120015" h="238125">
                <a:moveTo>
                  <a:pt x="18836" y="30458"/>
                </a:moveTo>
                <a:lnTo>
                  <a:pt x="14083" y="29606"/>
                </a:lnTo>
                <a:lnTo>
                  <a:pt x="14566" y="29667"/>
                </a:lnTo>
                <a:lnTo>
                  <a:pt x="79081" y="29667"/>
                </a:lnTo>
                <a:lnTo>
                  <a:pt x="79856" y="30340"/>
                </a:lnTo>
                <a:lnTo>
                  <a:pt x="18326" y="30340"/>
                </a:lnTo>
                <a:lnTo>
                  <a:pt x="18836" y="30458"/>
                </a:lnTo>
                <a:close/>
              </a:path>
              <a:path w="120015" h="238125">
                <a:moveTo>
                  <a:pt x="80032" y="30492"/>
                </a:moveTo>
                <a:lnTo>
                  <a:pt x="19024" y="30492"/>
                </a:lnTo>
                <a:lnTo>
                  <a:pt x="18326" y="30340"/>
                </a:lnTo>
                <a:lnTo>
                  <a:pt x="79856" y="30340"/>
                </a:lnTo>
                <a:lnTo>
                  <a:pt x="80032" y="30492"/>
                </a:lnTo>
                <a:close/>
              </a:path>
              <a:path w="120015" h="238125">
                <a:moveTo>
                  <a:pt x="81164" y="31521"/>
                </a:moveTo>
                <a:lnTo>
                  <a:pt x="23406" y="31521"/>
                </a:lnTo>
                <a:lnTo>
                  <a:pt x="22720" y="31343"/>
                </a:lnTo>
                <a:lnTo>
                  <a:pt x="18836" y="30458"/>
                </a:lnTo>
                <a:lnTo>
                  <a:pt x="19024" y="30492"/>
                </a:lnTo>
                <a:lnTo>
                  <a:pt x="80032" y="30492"/>
                </a:lnTo>
                <a:lnTo>
                  <a:pt x="80632" y="31013"/>
                </a:lnTo>
                <a:lnTo>
                  <a:pt x="81164" y="31521"/>
                </a:lnTo>
                <a:close/>
              </a:path>
              <a:path w="120015" h="238125">
                <a:moveTo>
                  <a:pt x="23087" y="31447"/>
                </a:moveTo>
                <a:lnTo>
                  <a:pt x="22641" y="31343"/>
                </a:lnTo>
                <a:lnTo>
                  <a:pt x="23087" y="31447"/>
                </a:lnTo>
                <a:close/>
              </a:path>
              <a:path w="120015" h="238125">
                <a:moveTo>
                  <a:pt x="82456" y="32753"/>
                </a:moveTo>
                <a:lnTo>
                  <a:pt x="27711" y="32753"/>
                </a:lnTo>
                <a:lnTo>
                  <a:pt x="23087" y="31447"/>
                </a:lnTo>
                <a:lnTo>
                  <a:pt x="23406" y="31521"/>
                </a:lnTo>
                <a:lnTo>
                  <a:pt x="81164" y="31521"/>
                </a:lnTo>
                <a:lnTo>
                  <a:pt x="82456" y="32753"/>
                </a:lnTo>
                <a:close/>
              </a:path>
              <a:path w="120015" h="238125">
                <a:moveTo>
                  <a:pt x="83973" y="34201"/>
                </a:moveTo>
                <a:lnTo>
                  <a:pt x="31915" y="34201"/>
                </a:lnTo>
                <a:lnTo>
                  <a:pt x="31254" y="33959"/>
                </a:lnTo>
                <a:lnTo>
                  <a:pt x="27197" y="32608"/>
                </a:lnTo>
                <a:lnTo>
                  <a:pt x="27711" y="32753"/>
                </a:lnTo>
                <a:lnTo>
                  <a:pt x="82456" y="32753"/>
                </a:lnTo>
                <a:lnTo>
                  <a:pt x="83973" y="34201"/>
                </a:lnTo>
                <a:close/>
              </a:path>
              <a:path w="120015" h="238125">
                <a:moveTo>
                  <a:pt x="31581" y="34088"/>
                </a:moveTo>
                <a:lnTo>
                  <a:pt x="31200" y="33959"/>
                </a:lnTo>
                <a:lnTo>
                  <a:pt x="31581" y="34088"/>
                </a:lnTo>
                <a:close/>
              </a:path>
              <a:path w="120015" h="238125">
                <a:moveTo>
                  <a:pt x="85608" y="35839"/>
                </a:moveTo>
                <a:lnTo>
                  <a:pt x="36029" y="35839"/>
                </a:lnTo>
                <a:lnTo>
                  <a:pt x="35382" y="35560"/>
                </a:lnTo>
                <a:lnTo>
                  <a:pt x="31581" y="34088"/>
                </a:lnTo>
                <a:lnTo>
                  <a:pt x="31915" y="34201"/>
                </a:lnTo>
                <a:lnTo>
                  <a:pt x="83973" y="34201"/>
                </a:lnTo>
                <a:lnTo>
                  <a:pt x="84772" y="34963"/>
                </a:lnTo>
                <a:lnTo>
                  <a:pt x="85608" y="35839"/>
                </a:lnTo>
                <a:close/>
              </a:path>
              <a:path w="120015" h="238125">
                <a:moveTo>
                  <a:pt x="35790" y="35745"/>
                </a:moveTo>
                <a:lnTo>
                  <a:pt x="35320" y="35560"/>
                </a:lnTo>
                <a:lnTo>
                  <a:pt x="35790" y="35745"/>
                </a:lnTo>
                <a:close/>
              </a:path>
              <a:path w="120015" h="238125">
                <a:moveTo>
                  <a:pt x="87353" y="37668"/>
                </a:moveTo>
                <a:lnTo>
                  <a:pt x="40030" y="37668"/>
                </a:lnTo>
                <a:lnTo>
                  <a:pt x="39408" y="37363"/>
                </a:lnTo>
                <a:lnTo>
                  <a:pt x="35790" y="35745"/>
                </a:lnTo>
                <a:lnTo>
                  <a:pt x="36029" y="35839"/>
                </a:lnTo>
                <a:lnTo>
                  <a:pt x="85608" y="35839"/>
                </a:lnTo>
                <a:lnTo>
                  <a:pt x="87353" y="37668"/>
                </a:lnTo>
                <a:close/>
              </a:path>
              <a:path w="120015" h="238125">
                <a:moveTo>
                  <a:pt x="39790" y="37559"/>
                </a:moveTo>
                <a:lnTo>
                  <a:pt x="39358" y="37363"/>
                </a:lnTo>
                <a:lnTo>
                  <a:pt x="39790" y="37559"/>
                </a:lnTo>
                <a:close/>
              </a:path>
              <a:path w="120015" h="238125">
                <a:moveTo>
                  <a:pt x="89227" y="39687"/>
                </a:moveTo>
                <a:lnTo>
                  <a:pt x="43942" y="39687"/>
                </a:lnTo>
                <a:lnTo>
                  <a:pt x="43332" y="39357"/>
                </a:lnTo>
                <a:lnTo>
                  <a:pt x="39790" y="37559"/>
                </a:lnTo>
                <a:lnTo>
                  <a:pt x="40030" y="37668"/>
                </a:lnTo>
                <a:lnTo>
                  <a:pt x="87353" y="37668"/>
                </a:lnTo>
                <a:lnTo>
                  <a:pt x="88722" y="39103"/>
                </a:lnTo>
                <a:lnTo>
                  <a:pt x="89227" y="39687"/>
                </a:lnTo>
                <a:close/>
              </a:path>
              <a:path w="120015" h="238125">
                <a:moveTo>
                  <a:pt x="43615" y="39520"/>
                </a:moveTo>
                <a:lnTo>
                  <a:pt x="43297" y="39357"/>
                </a:lnTo>
                <a:lnTo>
                  <a:pt x="43615" y="39520"/>
                </a:lnTo>
                <a:close/>
              </a:path>
              <a:path w="120015" h="238125">
                <a:moveTo>
                  <a:pt x="91128" y="41884"/>
                </a:moveTo>
                <a:lnTo>
                  <a:pt x="47726" y="41884"/>
                </a:lnTo>
                <a:lnTo>
                  <a:pt x="47142" y="41529"/>
                </a:lnTo>
                <a:lnTo>
                  <a:pt x="43615" y="39520"/>
                </a:lnTo>
                <a:lnTo>
                  <a:pt x="43942" y="39687"/>
                </a:lnTo>
                <a:lnTo>
                  <a:pt x="89227" y="39687"/>
                </a:lnTo>
                <a:lnTo>
                  <a:pt x="91128" y="41884"/>
                </a:lnTo>
                <a:close/>
              </a:path>
              <a:path w="120015" h="238125">
                <a:moveTo>
                  <a:pt x="47436" y="41717"/>
                </a:moveTo>
                <a:lnTo>
                  <a:pt x="47108" y="41529"/>
                </a:lnTo>
                <a:lnTo>
                  <a:pt x="47436" y="41717"/>
                </a:lnTo>
                <a:close/>
              </a:path>
              <a:path w="120015" h="238125">
                <a:moveTo>
                  <a:pt x="93119" y="44259"/>
                </a:moveTo>
                <a:lnTo>
                  <a:pt x="51396" y="44259"/>
                </a:lnTo>
                <a:lnTo>
                  <a:pt x="50838" y="43878"/>
                </a:lnTo>
                <a:lnTo>
                  <a:pt x="47436" y="41717"/>
                </a:lnTo>
                <a:lnTo>
                  <a:pt x="47726" y="41884"/>
                </a:lnTo>
                <a:lnTo>
                  <a:pt x="91128" y="41884"/>
                </a:lnTo>
                <a:lnTo>
                  <a:pt x="92468" y="43434"/>
                </a:lnTo>
                <a:lnTo>
                  <a:pt x="93119" y="44259"/>
                </a:lnTo>
                <a:close/>
              </a:path>
              <a:path w="120015" h="238125">
                <a:moveTo>
                  <a:pt x="51152" y="44102"/>
                </a:moveTo>
                <a:lnTo>
                  <a:pt x="50803" y="43878"/>
                </a:lnTo>
                <a:lnTo>
                  <a:pt x="51152" y="44102"/>
                </a:lnTo>
                <a:close/>
              </a:path>
              <a:path w="120015" h="238125">
                <a:moveTo>
                  <a:pt x="95131" y="46812"/>
                </a:moveTo>
                <a:lnTo>
                  <a:pt x="54952" y="46812"/>
                </a:lnTo>
                <a:lnTo>
                  <a:pt x="54406" y="46393"/>
                </a:lnTo>
                <a:lnTo>
                  <a:pt x="51152" y="44102"/>
                </a:lnTo>
                <a:lnTo>
                  <a:pt x="51396" y="44259"/>
                </a:lnTo>
                <a:lnTo>
                  <a:pt x="93119" y="44259"/>
                </a:lnTo>
                <a:lnTo>
                  <a:pt x="95131" y="46812"/>
                </a:lnTo>
                <a:close/>
              </a:path>
              <a:path w="120015" h="238125">
                <a:moveTo>
                  <a:pt x="54800" y="46703"/>
                </a:moveTo>
                <a:lnTo>
                  <a:pt x="54365" y="46393"/>
                </a:lnTo>
                <a:lnTo>
                  <a:pt x="54800" y="46703"/>
                </a:lnTo>
                <a:close/>
              </a:path>
              <a:path w="120015" h="238125">
                <a:moveTo>
                  <a:pt x="97139" y="49517"/>
                </a:moveTo>
                <a:lnTo>
                  <a:pt x="58369" y="49517"/>
                </a:lnTo>
                <a:lnTo>
                  <a:pt x="57848" y="49085"/>
                </a:lnTo>
                <a:lnTo>
                  <a:pt x="54800" y="46703"/>
                </a:lnTo>
                <a:lnTo>
                  <a:pt x="54952" y="46812"/>
                </a:lnTo>
                <a:lnTo>
                  <a:pt x="95131" y="46812"/>
                </a:lnTo>
                <a:lnTo>
                  <a:pt x="96011" y="47929"/>
                </a:lnTo>
                <a:lnTo>
                  <a:pt x="97139" y="49517"/>
                </a:lnTo>
                <a:close/>
              </a:path>
              <a:path w="120015" h="238125">
                <a:moveTo>
                  <a:pt x="58120" y="49320"/>
                </a:moveTo>
                <a:lnTo>
                  <a:pt x="57821" y="49085"/>
                </a:lnTo>
                <a:lnTo>
                  <a:pt x="58120" y="49320"/>
                </a:lnTo>
                <a:close/>
              </a:path>
              <a:path w="120015" h="238125">
                <a:moveTo>
                  <a:pt x="99177" y="52387"/>
                </a:moveTo>
                <a:lnTo>
                  <a:pt x="61658" y="52387"/>
                </a:lnTo>
                <a:lnTo>
                  <a:pt x="61150" y="51930"/>
                </a:lnTo>
                <a:lnTo>
                  <a:pt x="58120" y="49320"/>
                </a:lnTo>
                <a:lnTo>
                  <a:pt x="58369" y="49517"/>
                </a:lnTo>
                <a:lnTo>
                  <a:pt x="97139" y="49517"/>
                </a:lnTo>
                <a:lnTo>
                  <a:pt x="99177" y="52387"/>
                </a:lnTo>
                <a:close/>
              </a:path>
              <a:path w="120015" h="238125">
                <a:moveTo>
                  <a:pt x="61350" y="52120"/>
                </a:moveTo>
                <a:lnTo>
                  <a:pt x="61130" y="51930"/>
                </a:lnTo>
                <a:lnTo>
                  <a:pt x="61350" y="52120"/>
                </a:lnTo>
                <a:close/>
              </a:path>
              <a:path w="120015" h="238125">
                <a:moveTo>
                  <a:pt x="101128" y="55410"/>
                </a:moveTo>
                <a:lnTo>
                  <a:pt x="64808" y="55410"/>
                </a:lnTo>
                <a:lnTo>
                  <a:pt x="64325" y="54927"/>
                </a:lnTo>
                <a:lnTo>
                  <a:pt x="61350" y="52120"/>
                </a:lnTo>
                <a:lnTo>
                  <a:pt x="61658" y="52387"/>
                </a:lnTo>
                <a:lnTo>
                  <a:pt x="99177" y="52387"/>
                </a:lnTo>
                <a:lnTo>
                  <a:pt x="101128" y="55410"/>
                </a:lnTo>
                <a:close/>
              </a:path>
              <a:path w="120015" h="238125">
                <a:moveTo>
                  <a:pt x="64569" y="55183"/>
                </a:moveTo>
                <a:lnTo>
                  <a:pt x="64300" y="54927"/>
                </a:lnTo>
                <a:lnTo>
                  <a:pt x="64569" y="55183"/>
                </a:lnTo>
                <a:close/>
              </a:path>
              <a:path w="120015" h="238125">
                <a:moveTo>
                  <a:pt x="103082" y="58572"/>
                </a:moveTo>
                <a:lnTo>
                  <a:pt x="67805" y="58572"/>
                </a:lnTo>
                <a:lnTo>
                  <a:pt x="67348" y="58064"/>
                </a:lnTo>
                <a:lnTo>
                  <a:pt x="64569" y="55183"/>
                </a:lnTo>
                <a:lnTo>
                  <a:pt x="64808" y="55410"/>
                </a:lnTo>
                <a:lnTo>
                  <a:pt x="101128" y="55410"/>
                </a:lnTo>
                <a:lnTo>
                  <a:pt x="102438" y="57454"/>
                </a:lnTo>
                <a:lnTo>
                  <a:pt x="103082" y="58572"/>
                </a:lnTo>
                <a:close/>
              </a:path>
              <a:path w="120015" h="238125">
                <a:moveTo>
                  <a:pt x="67621" y="58380"/>
                </a:moveTo>
                <a:lnTo>
                  <a:pt x="67320" y="58064"/>
                </a:lnTo>
                <a:lnTo>
                  <a:pt x="67621" y="58380"/>
                </a:lnTo>
                <a:close/>
              </a:path>
              <a:path w="120015" h="238125">
                <a:moveTo>
                  <a:pt x="104984" y="61874"/>
                </a:moveTo>
                <a:lnTo>
                  <a:pt x="70650" y="61874"/>
                </a:lnTo>
                <a:lnTo>
                  <a:pt x="67621" y="58380"/>
                </a:lnTo>
                <a:lnTo>
                  <a:pt x="67805" y="58572"/>
                </a:lnTo>
                <a:lnTo>
                  <a:pt x="103082" y="58572"/>
                </a:lnTo>
                <a:lnTo>
                  <a:pt x="104984" y="61874"/>
                </a:lnTo>
                <a:close/>
              </a:path>
              <a:path w="120015" h="238125">
                <a:moveTo>
                  <a:pt x="106788" y="65328"/>
                </a:moveTo>
                <a:lnTo>
                  <a:pt x="73329" y="65328"/>
                </a:lnTo>
                <a:lnTo>
                  <a:pt x="72923" y="64769"/>
                </a:lnTo>
                <a:lnTo>
                  <a:pt x="70271" y="61437"/>
                </a:lnTo>
                <a:lnTo>
                  <a:pt x="70650" y="61874"/>
                </a:lnTo>
                <a:lnTo>
                  <a:pt x="104984" y="61874"/>
                </a:lnTo>
                <a:lnTo>
                  <a:pt x="105321" y="62458"/>
                </a:lnTo>
                <a:lnTo>
                  <a:pt x="106788" y="65328"/>
                </a:lnTo>
                <a:close/>
              </a:path>
              <a:path w="120015" h="238125">
                <a:moveTo>
                  <a:pt x="73233" y="65206"/>
                </a:moveTo>
                <a:lnTo>
                  <a:pt x="72890" y="64769"/>
                </a:lnTo>
                <a:lnTo>
                  <a:pt x="73233" y="65206"/>
                </a:lnTo>
                <a:close/>
              </a:path>
              <a:path w="120015" h="238125">
                <a:moveTo>
                  <a:pt x="108537" y="68897"/>
                </a:moveTo>
                <a:lnTo>
                  <a:pt x="75857" y="68897"/>
                </a:lnTo>
                <a:lnTo>
                  <a:pt x="73233" y="65206"/>
                </a:lnTo>
                <a:lnTo>
                  <a:pt x="106788" y="65328"/>
                </a:lnTo>
                <a:lnTo>
                  <a:pt x="107950" y="67602"/>
                </a:lnTo>
                <a:lnTo>
                  <a:pt x="108537" y="68897"/>
                </a:lnTo>
                <a:close/>
              </a:path>
              <a:path w="120015" h="238125">
                <a:moveTo>
                  <a:pt x="110212" y="72593"/>
                </a:moveTo>
                <a:lnTo>
                  <a:pt x="78193" y="72593"/>
                </a:lnTo>
                <a:lnTo>
                  <a:pt x="77838" y="71996"/>
                </a:lnTo>
                <a:lnTo>
                  <a:pt x="75576" y="68502"/>
                </a:lnTo>
                <a:lnTo>
                  <a:pt x="75857" y="68897"/>
                </a:lnTo>
                <a:lnTo>
                  <a:pt x="108537" y="68897"/>
                </a:lnTo>
                <a:lnTo>
                  <a:pt x="110212" y="72593"/>
                </a:lnTo>
                <a:close/>
              </a:path>
              <a:path w="120015" h="238125">
                <a:moveTo>
                  <a:pt x="78065" y="72393"/>
                </a:moveTo>
                <a:lnTo>
                  <a:pt x="77811" y="71996"/>
                </a:lnTo>
                <a:lnTo>
                  <a:pt x="78065" y="72393"/>
                </a:lnTo>
                <a:close/>
              </a:path>
              <a:path w="120015" h="238125">
                <a:moveTo>
                  <a:pt x="111729" y="76403"/>
                </a:moveTo>
                <a:lnTo>
                  <a:pt x="80365" y="76403"/>
                </a:lnTo>
                <a:lnTo>
                  <a:pt x="80035" y="75793"/>
                </a:lnTo>
                <a:lnTo>
                  <a:pt x="78065" y="72393"/>
                </a:lnTo>
                <a:lnTo>
                  <a:pt x="78193" y="72593"/>
                </a:lnTo>
                <a:lnTo>
                  <a:pt x="110212" y="72593"/>
                </a:lnTo>
                <a:lnTo>
                  <a:pt x="110350" y="72898"/>
                </a:lnTo>
                <a:lnTo>
                  <a:pt x="111729" y="76403"/>
                </a:lnTo>
                <a:close/>
              </a:path>
              <a:path w="120015" h="238125">
                <a:moveTo>
                  <a:pt x="80198" y="76112"/>
                </a:moveTo>
                <a:lnTo>
                  <a:pt x="80016" y="75793"/>
                </a:lnTo>
                <a:lnTo>
                  <a:pt x="80198" y="76112"/>
                </a:lnTo>
                <a:close/>
              </a:path>
              <a:path w="120015" h="238125">
                <a:moveTo>
                  <a:pt x="113163" y="80327"/>
                </a:moveTo>
                <a:lnTo>
                  <a:pt x="82359" y="80327"/>
                </a:lnTo>
                <a:lnTo>
                  <a:pt x="82054" y="79692"/>
                </a:lnTo>
                <a:lnTo>
                  <a:pt x="80198" y="76112"/>
                </a:lnTo>
                <a:lnTo>
                  <a:pt x="80365" y="76403"/>
                </a:lnTo>
                <a:lnTo>
                  <a:pt x="111729" y="76403"/>
                </a:lnTo>
                <a:lnTo>
                  <a:pt x="112483" y="78320"/>
                </a:lnTo>
                <a:lnTo>
                  <a:pt x="113163" y="80327"/>
                </a:lnTo>
                <a:close/>
              </a:path>
              <a:path w="120015" h="238125">
                <a:moveTo>
                  <a:pt x="82210" y="80035"/>
                </a:moveTo>
                <a:lnTo>
                  <a:pt x="82033" y="79692"/>
                </a:lnTo>
                <a:lnTo>
                  <a:pt x="82210" y="80035"/>
                </a:lnTo>
                <a:close/>
              </a:path>
              <a:path w="120015" h="238125">
                <a:moveTo>
                  <a:pt x="114500" y="84353"/>
                </a:moveTo>
                <a:lnTo>
                  <a:pt x="84162" y="84353"/>
                </a:lnTo>
                <a:lnTo>
                  <a:pt x="83896" y="83705"/>
                </a:lnTo>
                <a:lnTo>
                  <a:pt x="82210" y="80035"/>
                </a:lnTo>
                <a:lnTo>
                  <a:pt x="82359" y="80327"/>
                </a:lnTo>
                <a:lnTo>
                  <a:pt x="113163" y="80327"/>
                </a:lnTo>
                <a:lnTo>
                  <a:pt x="114363" y="83870"/>
                </a:lnTo>
                <a:lnTo>
                  <a:pt x="114500" y="84353"/>
                </a:lnTo>
                <a:close/>
              </a:path>
              <a:path w="120015" h="238125">
                <a:moveTo>
                  <a:pt x="84072" y="84153"/>
                </a:moveTo>
                <a:lnTo>
                  <a:pt x="83869" y="83705"/>
                </a:lnTo>
                <a:lnTo>
                  <a:pt x="84072" y="84153"/>
                </a:lnTo>
                <a:close/>
              </a:path>
              <a:path w="120015" h="238125">
                <a:moveTo>
                  <a:pt x="115673" y="88480"/>
                </a:moveTo>
                <a:lnTo>
                  <a:pt x="85775" y="88480"/>
                </a:lnTo>
                <a:lnTo>
                  <a:pt x="85534" y="87807"/>
                </a:lnTo>
                <a:lnTo>
                  <a:pt x="84072" y="84153"/>
                </a:lnTo>
                <a:lnTo>
                  <a:pt x="84162" y="84353"/>
                </a:lnTo>
                <a:lnTo>
                  <a:pt x="114500" y="84353"/>
                </a:lnTo>
                <a:lnTo>
                  <a:pt x="115673" y="88480"/>
                </a:lnTo>
                <a:close/>
              </a:path>
              <a:path w="120015" h="238125">
                <a:moveTo>
                  <a:pt x="85677" y="88230"/>
                </a:moveTo>
                <a:lnTo>
                  <a:pt x="85510" y="87807"/>
                </a:lnTo>
                <a:lnTo>
                  <a:pt x="85677" y="88230"/>
                </a:lnTo>
                <a:close/>
              </a:path>
              <a:path w="120015" h="238125">
                <a:moveTo>
                  <a:pt x="116703" y="92697"/>
                </a:moveTo>
                <a:lnTo>
                  <a:pt x="87185" y="92697"/>
                </a:lnTo>
                <a:lnTo>
                  <a:pt x="85677" y="88230"/>
                </a:lnTo>
                <a:lnTo>
                  <a:pt x="85775" y="88480"/>
                </a:lnTo>
                <a:lnTo>
                  <a:pt x="115673" y="88480"/>
                </a:lnTo>
                <a:lnTo>
                  <a:pt x="115976" y="89547"/>
                </a:lnTo>
                <a:lnTo>
                  <a:pt x="116703" y="92697"/>
                </a:lnTo>
                <a:close/>
              </a:path>
              <a:path w="120015" h="238125">
                <a:moveTo>
                  <a:pt x="117606" y="97002"/>
                </a:moveTo>
                <a:lnTo>
                  <a:pt x="88392" y="97002"/>
                </a:lnTo>
                <a:lnTo>
                  <a:pt x="88214" y="96316"/>
                </a:lnTo>
                <a:lnTo>
                  <a:pt x="87032" y="92243"/>
                </a:lnTo>
                <a:lnTo>
                  <a:pt x="87185" y="92697"/>
                </a:lnTo>
                <a:lnTo>
                  <a:pt x="116703" y="92697"/>
                </a:lnTo>
                <a:lnTo>
                  <a:pt x="117309" y="95326"/>
                </a:lnTo>
                <a:lnTo>
                  <a:pt x="117606" y="97002"/>
                </a:lnTo>
                <a:close/>
              </a:path>
              <a:path w="120015" h="238125">
                <a:moveTo>
                  <a:pt x="88289" y="96642"/>
                </a:moveTo>
                <a:lnTo>
                  <a:pt x="88196" y="96316"/>
                </a:lnTo>
                <a:lnTo>
                  <a:pt x="88289" y="96642"/>
                </a:lnTo>
                <a:close/>
              </a:path>
              <a:path w="120015" h="238125">
                <a:moveTo>
                  <a:pt x="118375" y="101396"/>
                </a:moveTo>
                <a:lnTo>
                  <a:pt x="89382" y="101396"/>
                </a:lnTo>
                <a:lnTo>
                  <a:pt x="89242" y="100698"/>
                </a:lnTo>
                <a:lnTo>
                  <a:pt x="88289" y="96642"/>
                </a:lnTo>
                <a:lnTo>
                  <a:pt x="88392" y="97002"/>
                </a:lnTo>
                <a:lnTo>
                  <a:pt x="117606" y="97002"/>
                </a:lnTo>
                <a:lnTo>
                  <a:pt x="118375" y="101396"/>
                </a:lnTo>
                <a:close/>
              </a:path>
              <a:path w="120015" h="238125">
                <a:moveTo>
                  <a:pt x="89317" y="101112"/>
                </a:moveTo>
                <a:lnTo>
                  <a:pt x="89221" y="100698"/>
                </a:lnTo>
                <a:lnTo>
                  <a:pt x="89317" y="101112"/>
                </a:lnTo>
                <a:close/>
              </a:path>
              <a:path w="120015" h="238125">
                <a:moveTo>
                  <a:pt x="118946" y="105867"/>
                </a:moveTo>
                <a:lnTo>
                  <a:pt x="90170" y="105867"/>
                </a:lnTo>
                <a:lnTo>
                  <a:pt x="90055" y="105156"/>
                </a:lnTo>
                <a:lnTo>
                  <a:pt x="89317" y="101112"/>
                </a:lnTo>
                <a:lnTo>
                  <a:pt x="89382" y="101396"/>
                </a:lnTo>
                <a:lnTo>
                  <a:pt x="118375" y="101396"/>
                </a:lnTo>
                <a:lnTo>
                  <a:pt x="118946" y="105867"/>
                </a:lnTo>
                <a:close/>
              </a:path>
              <a:path w="120015" h="238125">
                <a:moveTo>
                  <a:pt x="90088" y="105412"/>
                </a:moveTo>
                <a:lnTo>
                  <a:pt x="90042" y="105156"/>
                </a:lnTo>
                <a:lnTo>
                  <a:pt x="90088" y="105412"/>
                </a:lnTo>
                <a:close/>
              </a:path>
              <a:path w="120015" h="238125">
                <a:moveTo>
                  <a:pt x="119365" y="110426"/>
                </a:moveTo>
                <a:lnTo>
                  <a:pt x="90728" y="110426"/>
                </a:lnTo>
                <a:lnTo>
                  <a:pt x="90652" y="109702"/>
                </a:lnTo>
                <a:lnTo>
                  <a:pt x="90088" y="105412"/>
                </a:lnTo>
                <a:lnTo>
                  <a:pt x="90170" y="105867"/>
                </a:lnTo>
                <a:lnTo>
                  <a:pt x="118946" y="105867"/>
                </a:lnTo>
                <a:lnTo>
                  <a:pt x="119113" y="107175"/>
                </a:lnTo>
                <a:lnTo>
                  <a:pt x="119365" y="110426"/>
                </a:lnTo>
                <a:close/>
              </a:path>
              <a:path w="120015" h="238125">
                <a:moveTo>
                  <a:pt x="90676" y="110018"/>
                </a:moveTo>
                <a:lnTo>
                  <a:pt x="90636" y="109702"/>
                </a:lnTo>
                <a:lnTo>
                  <a:pt x="90676" y="110018"/>
                </a:lnTo>
                <a:close/>
              </a:path>
              <a:path w="120015" h="238125">
                <a:moveTo>
                  <a:pt x="119628" y="115036"/>
                </a:moveTo>
                <a:lnTo>
                  <a:pt x="91058" y="115036"/>
                </a:lnTo>
                <a:lnTo>
                  <a:pt x="91020" y="114312"/>
                </a:lnTo>
                <a:lnTo>
                  <a:pt x="90676" y="110018"/>
                </a:lnTo>
                <a:lnTo>
                  <a:pt x="90728" y="110426"/>
                </a:lnTo>
                <a:lnTo>
                  <a:pt x="119365" y="110426"/>
                </a:lnTo>
                <a:lnTo>
                  <a:pt x="119583" y="113233"/>
                </a:lnTo>
                <a:lnTo>
                  <a:pt x="119628" y="115036"/>
                </a:lnTo>
                <a:close/>
              </a:path>
              <a:path w="120015" h="238125">
                <a:moveTo>
                  <a:pt x="91029" y="114651"/>
                </a:moveTo>
                <a:lnTo>
                  <a:pt x="91003" y="114312"/>
                </a:lnTo>
                <a:lnTo>
                  <a:pt x="91029" y="114651"/>
                </a:lnTo>
                <a:close/>
              </a:path>
              <a:path w="120015" h="238125">
                <a:moveTo>
                  <a:pt x="119726" y="119722"/>
                </a:moveTo>
                <a:lnTo>
                  <a:pt x="91160" y="119722"/>
                </a:lnTo>
                <a:lnTo>
                  <a:pt x="91160" y="119037"/>
                </a:lnTo>
                <a:lnTo>
                  <a:pt x="91029" y="114651"/>
                </a:lnTo>
                <a:lnTo>
                  <a:pt x="91058" y="115036"/>
                </a:lnTo>
                <a:lnTo>
                  <a:pt x="119628" y="115036"/>
                </a:lnTo>
                <a:lnTo>
                  <a:pt x="119726" y="119722"/>
                </a:lnTo>
                <a:close/>
              </a:path>
              <a:path w="120015" h="238125">
                <a:moveTo>
                  <a:pt x="91152" y="119399"/>
                </a:moveTo>
                <a:lnTo>
                  <a:pt x="91142" y="119037"/>
                </a:lnTo>
                <a:lnTo>
                  <a:pt x="91152" y="119399"/>
                </a:lnTo>
                <a:close/>
              </a:path>
              <a:path w="120015" h="238125">
                <a:moveTo>
                  <a:pt x="119620" y="124002"/>
                </a:moveTo>
                <a:lnTo>
                  <a:pt x="91046" y="124002"/>
                </a:lnTo>
                <a:lnTo>
                  <a:pt x="91152" y="119399"/>
                </a:lnTo>
                <a:lnTo>
                  <a:pt x="91160" y="119722"/>
                </a:lnTo>
                <a:lnTo>
                  <a:pt x="119726" y="119722"/>
                </a:lnTo>
                <a:lnTo>
                  <a:pt x="119620" y="124002"/>
                </a:lnTo>
                <a:close/>
              </a:path>
              <a:path w="120015" h="238125">
                <a:moveTo>
                  <a:pt x="91056" y="123560"/>
                </a:moveTo>
                <a:lnTo>
                  <a:pt x="91061" y="123342"/>
                </a:lnTo>
                <a:lnTo>
                  <a:pt x="91056" y="123560"/>
                </a:lnTo>
                <a:close/>
              </a:path>
              <a:path w="120015" h="238125">
                <a:moveTo>
                  <a:pt x="119373" y="128257"/>
                </a:moveTo>
                <a:lnTo>
                  <a:pt x="90728" y="128257"/>
                </a:lnTo>
                <a:lnTo>
                  <a:pt x="90792" y="127596"/>
                </a:lnTo>
                <a:lnTo>
                  <a:pt x="91056" y="123560"/>
                </a:lnTo>
                <a:lnTo>
                  <a:pt x="91046" y="124002"/>
                </a:lnTo>
                <a:lnTo>
                  <a:pt x="119620" y="124002"/>
                </a:lnTo>
                <a:lnTo>
                  <a:pt x="119595" y="125006"/>
                </a:lnTo>
                <a:lnTo>
                  <a:pt x="119373" y="128257"/>
                </a:lnTo>
                <a:close/>
              </a:path>
              <a:path w="120015" h="238125">
                <a:moveTo>
                  <a:pt x="90749" y="127959"/>
                </a:moveTo>
                <a:lnTo>
                  <a:pt x="90774" y="127596"/>
                </a:lnTo>
                <a:lnTo>
                  <a:pt x="90749" y="127959"/>
                </a:lnTo>
                <a:close/>
              </a:path>
              <a:path w="120015" h="238125">
                <a:moveTo>
                  <a:pt x="118995" y="132448"/>
                </a:moveTo>
                <a:lnTo>
                  <a:pt x="90220" y="132448"/>
                </a:lnTo>
                <a:lnTo>
                  <a:pt x="90309" y="131787"/>
                </a:lnTo>
                <a:lnTo>
                  <a:pt x="90749" y="127959"/>
                </a:lnTo>
                <a:lnTo>
                  <a:pt x="90728" y="128257"/>
                </a:lnTo>
                <a:lnTo>
                  <a:pt x="119373" y="128257"/>
                </a:lnTo>
                <a:lnTo>
                  <a:pt x="119214" y="130581"/>
                </a:lnTo>
                <a:lnTo>
                  <a:pt x="118995" y="132448"/>
                </a:lnTo>
                <a:close/>
              </a:path>
              <a:path w="120015" h="238125">
                <a:moveTo>
                  <a:pt x="90268" y="132040"/>
                </a:moveTo>
                <a:lnTo>
                  <a:pt x="90298" y="131787"/>
                </a:lnTo>
                <a:lnTo>
                  <a:pt x="90268" y="132040"/>
                </a:lnTo>
                <a:close/>
              </a:path>
              <a:path w="120015" h="238125">
                <a:moveTo>
                  <a:pt x="118488" y="136575"/>
                </a:moveTo>
                <a:lnTo>
                  <a:pt x="89534" y="136575"/>
                </a:lnTo>
                <a:lnTo>
                  <a:pt x="89649" y="135928"/>
                </a:lnTo>
                <a:lnTo>
                  <a:pt x="90268" y="132040"/>
                </a:lnTo>
                <a:lnTo>
                  <a:pt x="90220" y="132448"/>
                </a:lnTo>
                <a:lnTo>
                  <a:pt x="118995" y="132448"/>
                </a:lnTo>
                <a:lnTo>
                  <a:pt x="118586" y="135928"/>
                </a:lnTo>
                <a:lnTo>
                  <a:pt x="118488" y="136575"/>
                </a:lnTo>
                <a:close/>
              </a:path>
              <a:path w="120015" h="238125">
                <a:moveTo>
                  <a:pt x="89608" y="136121"/>
                </a:moveTo>
                <a:lnTo>
                  <a:pt x="89639" y="135928"/>
                </a:lnTo>
                <a:lnTo>
                  <a:pt x="89608" y="136121"/>
                </a:lnTo>
                <a:close/>
              </a:path>
              <a:path w="120015" h="238125">
                <a:moveTo>
                  <a:pt x="117823" y="140627"/>
                </a:moveTo>
                <a:lnTo>
                  <a:pt x="88658" y="140627"/>
                </a:lnTo>
                <a:lnTo>
                  <a:pt x="88811" y="139992"/>
                </a:lnTo>
                <a:lnTo>
                  <a:pt x="89608" y="136121"/>
                </a:lnTo>
                <a:lnTo>
                  <a:pt x="89534" y="136575"/>
                </a:lnTo>
                <a:lnTo>
                  <a:pt x="118488" y="136575"/>
                </a:lnTo>
                <a:lnTo>
                  <a:pt x="117823" y="140627"/>
                </a:lnTo>
                <a:close/>
              </a:path>
              <a:path w="120015" h="238125">
                <a:moveTo>
                  <a:pt x="88714" y="140361"/>
                </a:moveTo>
                <a:lnTo>
                  <a:pt x="88792" y="139992"/>
                </a:lnTo>
                <a:lnTo>
                  <a:pt x="88714" y="140361"/>
                </a:lnTo>
                <a:close/>
              </a:path>
              <a:path w="120015" h="238125">
                <a:moveTo>
                  <a:pt x="117024" y="144614"/>
                </a:moveTo>
                <a:lnTo>
                  <a:pt x="87604" y="144614"/>
                </a:lnTo>
                <a:lnTo>
                  <a:pt x="87782" y="143992"/>
                </a:lnTo>
                <a:lnTo>
                  <a:pt x="88714" y="140361"/>
                </a:lnTo>
                <a:lnTo>
                  <a:pt x="88658" y="140627"/>
                </a:lnTo>
                <a:lnTo>
                  <a:pt x="117823" y="140627"/>
                </a:lnTo>
                <a:lnTo>
                  <a:pt x="117678" y="141516"/>
                </a:lnTo>
                <a:lnTo>
                  <a:pt x="117024" y="144614"/>
                </a:lnTo>
                <a:close/>
              </a:path>
              <a:path w="120015" h="238125">
                <a:moveTo>
                  <a:pt x="87686" y="144300"/>
                </a:moveTo>
                <a:lnTo>
                  <a:pt x="87767" y="143992"/>
                </a:lnTo>
                <a:lnTo>
                  <a:pt x="87686" y="144300"/>
                </a:lnTo>
                <a:close/>
              </a:path>
              <a:path w="120015" h="238125">
                <a:moveTo>
                  <a:pt x="116117" y="148526"/>
                </a:moveTo>
                <a:lnTo>
                  <a:pt x="86372" y="148526"/>
                </a:lnTo>
                <a:lnTo>
                  <a:pt x="86575" y="147916"/>
                </a:lnTo>
                <a:lnTo>
                  <a:pt x="87686" y="144300"/>
                </a:lnTo>
                <a:lnTo>
                  <a:pt x="87604" y="144614"/>
                </a:lnTo>
                <a:lnTo>
                  <a:pt x="117024" y="144614"/>
                </a:lnTo>
                <a:lnTo>
                  <a:pt x="116547" y="146875"/>
                </a:lnTo>
                <a:lnTo>
                  <a:pt x="116117" y="148526"/>
                </a:lnTo>
                <a:close/>
              </a:path>
              <a:path w="120015" h="238125">
                <a:moveTo>
                  <a:pt x="86475" y="148195"/>
                </a:moveTo>
                <a:lnTo>
                  <a:pt x="86562" y="147916"/>
                </a:lnTo>
                <a:lnTo>
                  <a:pt x="86475" y="148195"/>
                </a:lnTo>
                <a:close/>
              </a:path>
              <a:path w="120015" h="238125">
                <a:moveTo>
                  <a:pt x="115105" y="152361"/>
                </a:moveTo>
                <a:lnTo>
                  <a:pt x="84975" y="152361"/>
                </a:lnTo>
                <a:lnTo>
                  <a:pt x="85217" y="151752"/>
                </a:lnTo>
                <a:lnTo>
                  <a:pt x="86475" y="148195"/>
                </a:lnTo>
                <a:lnTo>
                  <a:pt x="86372" y="148526"/>
                </a:lnTo>
                <a:lnTo>
                  <a:pt x="116117" y="148526"/>
                </a:lnTo>
                <a:lnTo>
                  <a:pt x="115105" y="152361"/>
                </a:lnTo>
                <a:close/>
              </a:path>
              <a:path w="120015" h="238125">
                <a:moveTo>
                  <a:pt x="85049" y="152156"/>
                </a:moveTo>
                <a:lnTo>
                  <a:pt x="85195" y="151752"/>
                </a:lnTo>
                <a:lnTo>
                  <a:pt x="85049" y="152156"/>
                </a:lnTo>
                <a:close/>
              </a:path>
              <a:path w="120015" h="238125">
                <a:moveTo>
                  <a:pt x="113942" y="156108"/>
                </a:moveTo>
                <a:lnTo>
                  <a:pt x="83413" y="156108"/>
                </a:lnTo>
                <a:lnTo>
                  <a:pt x="83680" y="155524"/>
                </a:lnTo>
                <a:lnTo>
                  <a:pt x="85049" y="152156"/>
                </a:lnTo>
                <a:lnTo>
                  <a:pt x="84975" y="152361"/>
                </a:lnTo>
                <a:lnTo>
                  <a:pt x="115105" y="152361"/>
                </a:lnTo>
                <a:lnTo>
                  <a:pt x="113942" y="156108"/>
                </a:lnTo>
                <a:close/>
              </a:path>
              <a:path w="120015" h="238125">
                <a:moveTo>
                  <a:pt x="83467" y="155978"/>
                </a:moveTo>
                <a:lnTo>
                  <a:pt x="83655" y="155524"/>
                </a:lnTo>
                <a:lnTo>
                  <a:pt x="83467" y="155978"/>
                </a:lnTo>
                <a:close/>
              </a:path>
              <a:path w="120015" h="238125">
                <a:moveTo>
                  <a:pt x="112677" y="159778"/>
                </a:moveTo>
                <a:lnTo>
                  <a:pt x="81686" y="159778"/>
                </a:lnTo>
                <a:lnTo>
                  <a:pt x="81978" y="159207"/>
                </a:lnTo>
                <a:lnTo>
                  <a:pt x="83467" y="155978"/>
                </a:lnTo>
                <a:lnTo>
                  <a:pt x="83413" y="156108"/>
                </a:lnTo>
                <a:lnTo>
                  <a:pt x="113942" y="156108"/>
                </a:lnTo>
                <a:lnTo>
                  <a:pt x="113576" y="157289"/>
                </a:lnTo>
                <a:lnTo>
                  <a:pt x="112677" y="159778"/>
                </a:lnTo>
                <a:close/>
              </a:path>
              <a:path w="120015" h="238125">
                <a:moveTo>
                  <a:pt x="81750" y="159641"/>
                </a:moveTo>
                <a:lnTo>
                  <a:pt x="81954" y="159207"/>
                </a:lnTo>
                <a:lnTo>
                  <a:pt x="81750" y="159641"/>
                </a:lnTo>
                <a:close/>
              </a:path>
              <a:path w="120015" h="238125">
                <a:moveTo>
                  <a:pt x="111339" y="163347"/>
                </a:moveTo>
                <a:lnTo>
                  <a:pt x="79806" y="163347"/>
                </a:lnTo>
                <a:lnTo>
                  <a:pt x="80124" y="162788"/>
                </a:lnTo>
                <a:lnTo>
                  <a:pt x="81750" y="159641"/>
                </a:lnTo>
                <a:lnTo>
                  <a:pt x="81686" y="159778"/>
                </a:lnTo>
                <a:lnTo>
                  <a:pt x="112677" y="159778"/>
                </a:lnTo>
                <a:lnTo>
                  <a:pt x="111747" y="162356"/>
                </a:lnTo>
                <a:lnTo>
                  <a:pt x="111339" y="163347"/>
                </a:lnTo>
                <a:close/>
              </a:path>
              <a:path w="120015" h="238125">
                <a:moveTo>
                  <a:pt x="79876" y="163214"/>
                </a:moveTo>
                <a:lnTo>
                  <a:pt x="80099" y="162788"/>
                </a:lnTo>
                <a:lnTo>
                  <a:pt x="79876" y="163214"/>
                </a:lnTo>
                <a:close/>
              </a:path>
              <a:path w="120015" h="238125">
                <a:moveTo>
                  <a:pt x="109908" y="166827"/>
                </a:moveTo>
                <a:lnTo>
                  <a:pt x="77774" y="166827"/>
                </a:lnTo>
                <a:lnTo>
                  <a:pt x="78104" y="166293"/>
                </a:lnTo>
                <a:lnTo>
                  <a:pt x="79876" y="163214"/>
                </a:lnTo>
                <a:lnTo>
                  <a:pt x="79806" y="163347"/>
                </a:lnTo>
                <a:lnTo>
                  <a:pt x="111339" y="163347"/>
                </a:lnTo>
                <a:lnTo>
                  <a:pt x="109908" y="166827"/>
                </a:lnTo>
                <a:close/>
              </a:path>
              <a:path w="120015" h="238125">
                <a:moveTo>
                  <a:pt x="77895" y="166619"/>
                </a:moveTo>
                <a:lnTo>
                  <a:pt x="78085" y="166293"/>
                </a:lnTo>
                <a:lnTo>
                  <a:pt x="77895" y="166619"/>
                </a:lnTo>
                <a:close/>
              </a:path>
              <a:path w="120015" h="238125">
                <a:moveTo>
                  <a:pt x="108356" y="170205"/>
                </a:moveTo>
                <a:lnTo>
                  <a:pt x="75590" y="170205"/>
                </a:lnTo>
                <a:lnTo>
                  <a:pt x="75946" y="169684"/>
                </a:lnTo>
                <a:lnTo>
                  <a:pt x="77895" y="166619"/>
                </a:lnTo>
                <a:lnTo>
                  <a:pt x="77774" y="166827"/>
                </a:lnTo>
                <a:lnTo>
                  <a:pt x="109908" y="166827"/>
                </a:lnTo>
                <a:lnTo>
                  <a:pt x="109715" y="167297"/>
                </a:lnTo>
                <a:lnTo>
                  <a:pt x="108356" y="170205"/>
                </a:lnTo>
                <a:close/>
              </a:path>
              <a:path w="120015" h="238125">
                <a:moveTo>
                  <a:pt x="75711" y="170016"/>
                </a:moveTo>
                <a:lnTo>
                  <a:pt x="75925" y="169684"/>
                </a:lnTo>
                <a:lnTo>
                  <a:pt x="75711" y="170016"/>
                </a:lnTo>
                <a:close/>
              </a:path>
              <a:path w="120015" h="238125">
                <a:moveTo>
                  <a:pt x="106754" y="173481"/>
                </a:moveTo>
                <a:lnTo>
                  <a:pt x="73266" y="173481"/>
                </a:lnTo>
                <a:lnTo>
                  <a:pt x="73647" y="172974"/>
                </a:lnTo>
                <a:lnTo>
                  <a:pt x="75711" y="170016"/>
                </a:lnTo>
                <a:lnTo>
                  <a:pt x="75590" y="170205"/>
                </a:lnTo>
                <a:lnTo>
                  <a:pt x="108356" y="170205"/>
                </a:lnTo>
                <a:lnTo>
                  <a:pt x="107454" y="172135"/>
                </a:lnTo>
                <a:lnTo>
                  <a:pt x="106754" y="173481"/>
                </a:lnTo>
                <a:close/>
              </a:path>
              <a:path w="120015" h="238125">
                <a:moveTo>
                  <a:pt x="73386" y="173311"/>
                </a:moveTo>
                <a:lnTo>
                  <a:pt x="73624" y="172974"/>
                </a:lnTo>
                <a:lnTo>
                  <a:pt x="73386" y="173311"/>
                </a:lnTo>
                <a:close/>
              </a:path>
              <a:path w="120015" h="238125">
                <a:moveTo>
                  <a:pt x="105102" y="176656"/>
                </a:moveTo>
                <a:lnTo>
                  <a:pt x="70802" y="176656"/>
                </a:lnTo>
                <a:lnTo>
                  <a:pt x="71196" y="176161"/>
                </a:lnTo>
                <a:lnTo>
                  <a:pt x="73386" y="173311"/>
                </a:lnTo>
                <a:lnTo>
                  <a:pt x="73266" y="173481"/>
                </a:lnTo>
                <a:lnTo>
                  <a:pt x="106754" y="173481"/>
                </a:lnTo>
                <a:lnTo>
                  <a:pt x="105102" y="176656"/>
                </a:lnTo>
                <a:close/>
              </a:path>
              <a:path w="120015" h="238125">
                <a:moveTo>
                  <a:pt x="71062" y="176320"/>
                </a:moveTo>
                <a:lnTo>
                  <a:pt x="71185" y="176161"/>
                </a:lnTo>
                <a:lnTo>
                  <a:pt x="71062" y="176320"/>
                </a:lnTo>
                <a:close/>
              </a:path>
              <a:path w="120015" h="238125">
                <a:moveTo>
                  <a:pt x="103341" y="179705"/>
                </a:moveTo>
                <a:lnTo>
                  <a:pt x="68211" y="179705"/>
                </a:lnTo>
                <a:lnTo>
                  <a:pt x="68618" y="179235"/>
                </a:lnTo>
                <a:lnTo>
                  <a:pt x="71062" y="176320"/>
                </a:lnTo>
                <a:lnTo>
                  <a:pt x="70802" y="176656"/>
                </a:lnTo>
                <a:lnTo>
                  <a:pt x="105102" y="176656"/>
                </a:lnTo>
                <a:lnTo>
                  <a:pt x="103341" y="179705"/>
                </a:lnTo>
                <a:close/>
              </a:path>
              <a:path w="120015" h="238125">
                <a:moveTo>
                  <a:pt x="68499" y="179362"/>
                </a:moveTo>
                <a:lnTo>
                  <a:pt x="68607" y="179235"/>
                </a:lnTo>
                <a:lnTo>
                  <a:pt x="68499" y="179362"/>
                </a:lnTo>
                <a:close/>
              </a:path>
              <a:path w="120015" h="238125">
                <a:moveTo>
                  <a:pt x="101566" y="182638"/>
                </a:moveTo>
                <a:lnTo>
                  <a:pt x="65468" y="182638"/>
                </a:lnTo>
                <a:lnTo>
                  <a:pt x="65913" y="182194"/>
                </a:lnTo>
                <a:lnTo>
                  <a:pt x="68499" y="179362"/>
                </a:lnTo>
                <a:lnTo>
                  <a:pt x="68211" y="179705"/>
                </a:lnTo>
                <a:lnTo>
                  <a:pt x="103341" y="179705"/>
                </a:lnTo>
                <a:lnTo>
                  <a:pt x="102336" y="181432"/>
                </a:lnTo>
                <a:lnTo>
                  <a:pt x="101566" y="182638"/>
                </a:lnTo>
                <a:close/>
              </a:path>
              <a:path w="120015" h="238125">
                <a:moveTo>
                  <a:pt x="65507" y="182596"/>
                </a:moveTo>
                <a:lnTo>
                  <a:pt x="65879" y="182194"/>
                </a:lnTo>
                <a:lnTo>
                  <a:pt x="65507" y="182596"/>
                </a:lnTo>
                <a:close/>
              </a:path>
              <a:path w="120015" h="238125">
                <a:moveTo>
                  <a:pt x="99767" y="185458"/>
                </a:moveTo>
                <a:lnTo>
                  <a:pt x="62623" y="185458"/>
                </a:lnTo>
                <a:lnTo>
                  <a:pt x="63068" y="185026"/>
                </a:lnTo>
                <a:lnTo>
                  <a:pt x="65507" y="182596"/>
                </a:lnTo>
                <a:lnTo>
                  <a:pt x="101566" y="182638"/>
                </a:lnTo>
                <a:lnTo>
                  <a:pt x="99767" y="185458"/>
                </a:lnTo>
                <a:close/>
              </a:path>
              <a:path w="120015" h="238125">
                <a:moveTo>
                  <a:pt x="62959" y="185125"/>
                </a:moveTo>
                <a:close/>
              </a:path>
              <a:path w="120015" h="238125">
                <a:moveTo>
                  <a:pt x="97905" y="188137"/>
                </a:moveTo>
                <a:lnTo>
                  <a:pt x="59639" y="188137"/>
                </a:lnTo>
                <a:lnTo>
                  <a:pt x="60109" y="187731"/>
                </a:lnTo>
                <a:lnTo>
                  <a:pt x="62959" y="185125"/>
                </a:lnTo>
                <a:lnTo>
                  <a:pt x="62623" y="185458"/>
                </a:lnTo>
                <a:lnTo>
                  <a:pt x="99767" y="185458"/>
                </a:lnTo>
                <a:lnTo>
                  <a:pt x="99491" y="185889"/>
                </a:lnTo>
                <a:lnTo>
                  <a:pt x="97905" y="188137"/>
                </a:lnTo>
                <a:close/>
              </a:path>
              <a:path w="120015" h="238125">
                <a:moveTo>
                  <a:pt x="59853" y="187943"/>
                </a:moveTo>
                <a:lnTo>
                  <a:pt x="60087" y="187731"/>
                </a:lnTo>
                <a:lnTo>
                  <a:pt x="59853" y="187943"/>
                </a:lnTo>
                <a:close/>
              </a:path>
              <a:path w="120015" h="238125">
                <a:moveTo>
                  <a:pt x="96070" y="190690"/>
                </a:moveTo>
                <a:lnTo>
                  <a:pt x="56540" y="190690"/>
                </a:lnTo>
                <a:lnTo>
                  <a:pt x="57035" y="190309"/>
                </a:lnTo>
                <a:lnTo>
                  <a:pt x="59853" y="187943"/>
                </a:lnTo>
                <a:lnTo>
                  <a:pt x="59639" y="188137"/>
                </a:lnTo>
                <a:lnTo>
                  <a:pt x="97905" y="188137"/>
                </a:lnTo>
                <a:lnTo>
                  <a:pt x="96365" y="190309"/>
                </a:lnTo>
                <a:lnTo>
                  <a:pt x="96070" y="190690"/>
                </a:lnTo>
                <a:close/>
              </a:path>
              <a:path w="120015" h="238125">
                <a:moveTo>
                  <a:pt x="56609" y="190632"/>
                </a:moveTo>
                <a:lnTo>
                  <a:pt x="56999" y="190309"/>
                </a:lnTo>
                <a:lnTo>
                  <a:pt x="56609" y="190632"/>
                </a:lnTo>
                <a:close/>
              </a:path>
              <a:path w="120015" h="238125">
                <a:moveTo>
                  <a:pt x="94191" y="193116"/>
                </a:moveTo>
                <a:lnTo>
                  <a:pt x="53340" y="193116"/>
                </a:lnTo>
                <a:lnTo>
                  <a:pt x="53848" y="192747"/>
                </a:lnTo>
                <a:lnTo>
                  <a:pt x="56609" y="190632"/>
                </a:lnTo>
                <a:lnTo>
                  <a:pt x="96070" y="190690"/>
                </a:lnTo>
                <a:lnTo>
                  <a:pt x="94191" y="193116"/>
                </a:lnTo>
                <a:close/>
              </a:path>
              <a:path w="120015" h="238125">
                <a:moveTo>
                  <a:pt x="53592" y="192924"/>
                </a:moveTo>
                <a:lnTo>
                  <a:pt x="53824" y="192747"/>
                </a:lnTo>
                <a:lnTo>
                  <a:pt x="53592" y="192924"/>
                </a:lnTo>
                <a:close/>
              </a:path>
              <a:path w="120015" h="238125">
                <a:moveTo>
                  <a:pt x="92362" y="195389"/>
                </a:moveTo>
                <a:lnTo>
                  <a:pt x="50025" y="195389"/>
                </a:lnTo>
                <a:lnTo>
                  <a:pt x="50558" y="195033"/>
                </a:lnTo>
                <a:lnTo>
                  <a:pt x="53592" y="192924"/>
                </a:lnTo>
                <a:lnTo>
                  <a:pt x="53340" y="193116"/>
                </a:lnTo>
                <a:lnTo>
                  <a:pt x="94191" y="193116"/>
                </a:lnTo>
                <a:lnTo>
                  <a:pt x="93218" y="194373"/>
                </a:lnTo>
                <a:lnTo>
                  <a:pt x="92362" y="195389"/>
                </a:lnTo>
                <a:close/>
              </a:path>
              <a:path w="120015" h="238125">
                <a:moveTo>
                  <a:pt x="50344" y="195168"/>
                </a:moveTo>
                <a:lnTo>
                  <a:pt x="50539" y="195033"/>
                </a:lnTo>
                <a:lnTo>
                  <a:pt x="50344" y="195168"/>
                </a:lnTo>
                <a:close/>
              </a:path>
              <a:path w="120015" h="238125">
                <a:moveTo>
                  <a:pt x="90565" y="197523"/>
                </a:moveTo>
                <a:lnTo>
                  <a:pt x="46608" y="197523"/>
                </a:lnTo>
                <a:lnTo>
                  <a:pt x="47155" y="197192"/>
                </a:lnTo>
                <a:lnTo>
                  <a:pt x="50344" y="195168"/>
                </a:lnTo>
                <a:lnTo>
                  <a:pt x="50025" y="195389"/>
                </a:lnTo>
                <a:lnTo>
                  <a:pt x="92362" y="195389"/>
                </a:lnTo>
                <a:lnTo>
                  <a:pt x="90565" y="197523"/>
                </a:lnTo>
                <a:close/>
              </a:path>
              <a:path w="120015" h="238125">
                <a:moveTo>
                  <a:pt x="46932" y="197319"/>
                </a:moveTo>
                <a:lnTo>
                  <a:pt x="47132" y="197192"/>
                </a:lnTo>
                <a:lnTo>
                  <a:pt x="46932" y="197319"/>
                </a:lnTo>
                <a:close/>
              </a:path>
              <a:path w="120015" h="238125">
                <a:moveTo>
                  <a:pt x="88813" y="199491"/>
                </a:moveTo>
                <a:lnTo>
                  <a:pt x="43103" y="199491"/>
                </a:lnTo>
                <a:lnTo>
                  <a:pt x="43662" y="199199"/>
                </a:lnTo>
                <a:lnTo>
                  <a:pt x="46932" y="197319"/>
                </a:lnTo>
                <a:lnTo>
                  <a:pt x="46608" y="197523"/>
                </a:lnTo>
                <a:lnTo>
                  <a:pt x="90565" y="197523"/>
                </a:lnTo>
                <a:lnTo>
                  <a:pt x="89827" y="198399"/>
                </a:lnTo>
                <a:lnTo>
                  <a:pt x="88813" y="199491"/>
                </a:lnTo>
                <a:close/>
              </a:path>
              <a:path w="120015" h="238125">
                <a:moveTo>
                  <a:pt x="43234" y="199417"/>
                </a:moveTo>
                <a:lnTo>
                  <a:pt x="43618" y="199199"/>
                </a:lnTo>
                <a:lnTo>
                  <a:pt x="43234" y="199417"/>
                </a:lnTo>
                <a:close/>
              </a:path>
              <a:path w="120015" h="238125">
                <a:moveTo>
                  <a:pt x="87117" y="201320"/>
                </a:moveTo>
                <a:lnTo>
                  <a:pt x="39497" y="201320"/>
                </a:lnTo>
                <a:lnTo>
                  <a:pt x="40068" y="201041"/>
                </a:lnTo>
                <a:lnTo>
                  <a:pt x="43234" y="199417"/>
                </a:lnTo>
                <a:lnTo>
                  <a:pt x="43103" y="199491"/>
                </a:lnTo>
                <a:lnTo>
                  <a:pt x="88813" y="199491"/>
                </a:lnTo>
                <a:lnTo>
                  <a:pt x="87117" y="201320"/>
                </a:lnTo>
                <a:close/>
              </a:path>
              <a:path w="120015" h="238125">
                <a:moveTo>
                  <a:pt x="39853" y="201139"/>
                </a:moveTo>
                <a:lnTo>
                  <a:pt x="40045" y="201041"/>
                </a:lnTo>
                <a:lnTo>
                  <a:pt x="39853" y="201139"/>
                </a:lnTo>
                <a:close/>
              </a:path>
              <a:path w="120015" h="238125">
                <a:moveTo>
                  <a:pt x="85516" y="202984"/>
                </a:moveTo>
                <a:lnTo>
                  <a:pt x="35801" y="202984"/>
                </a:lnTo>
                <a:lnTo>
                  <a:pt x="36385" y="202742"/>
                </a:lnTo>
                <a:lnTo>
                  <a:pt x="39853" y="201139"/>
                </a:lnTo>
                <a:lnTo>
                  <a:pt x="39497" y="201320"/>
                </a:lnTo>
                <a:lnTo>
                  <a:pt x="87117" y="201320"/>
                </a:lnTo>
                <a:lnTo>
                  <a:pt x="86245" y="202260"/>
                </a:lnTo>
                <a:lnTo>
                  <a:pt x="85516" y="202984"/>
                </a:lnTo>
                <a:close/>
              </a:path>
              <a:path w="120015" h="238125">
                <a:moveTo>
                  <a:pt x="35929" y="202925"/>
                </a:moveTo>
                <a:lnTo>
                  <a:pt x="36331" y="202742"/>
                </a:lnTo>
                <a:lnTo>
                  <a:pt x="35929" y="202925"/>
                </a:lnTo>
                <a:close/>
              </a:path>
              <a:path w="120015" h="238125">
                <a:moveTo>
                  <a:pt x="83995" y="204495"/>
                </a:moveTo>
                <a:lnTo>
                  <a:pt x="32016" y="204495"/>
                </a:lnTo>
                <a:lnTo>
                  <a:pt x="32626" y="204266"/>
                </a:lnTo>
                <a:lnTo>
                  <a:pt x="35929" y="202925"/>
                </a:lnTo>
                <a:lnTo>
                  <a:pt x="35801" y="202984"/>
                </a:lnTo>
                <a:lnTo>
                  <a:pt x="85516" y="202984"/>
                </a:lnTo>
                <a:lnTo>
                  <a:pt x="83995" y="204495"/>
                </a:lnTo>
                <a:close/>
              </a:path>
              <a:path w="120015" h="238125">
                <a:moveTo>
                  <a:pt x="32317" y="204374"/>
                </a:moveTo>
                <a:lnTo>
                  <a:pt x="32586" y="204266"/>
                </a:lnTo>
                <a:lnTo>
                  <a:pt x="32317" y="204374"/>
                </a:lnTo>
                <a:close/>
              </a:path>
              <a:path w="120015" h="238125">
                <a:moveTo>
                  <a:pt x="82652" y="205828"/>
                </a:moveTo>
                <a:lnTo>
                  <a:pt x="28155" y="205828"/>
                </a:lnTo>
                <a:lnTo>
                  <a:pt x="28778" y="205625"/>
                </a:lnTo>
                <a:lnTo>
                  <a:pt x="32317" y="204374"/>
                </a:lnTo>
                <a:lnTo>
                  <a:pt x="32016" y="204495"/>
                </a:lnTo>
                <a:lnTo>
                  <a:pt x="83995" y="204495"/>
                </a:lnTo>
                <a:lnTo>
                  <a:pt x="82652" y="205828"/>
                </a:lnTo>
                <a:close/>
              </a:path>
              <a:path w="120015" h="238125">
                <a:moveTo>
                  <a:pt x="28484" y="205713"/>
                </a:moveTo>
                <a:lnTo>
                  <a:pt x="28737" y="205625"/>
                </a:lnTo>
                <a:lnTo>
                  <a:pt x="28484" y="205713"/>
                </a:lnTo>
                <a:close/>
              </a:path>
              <a:path w="120015" h="238125">
                <a:moveTo>
                  <a:pt x="81383" y="206997"/>
                </a:moveTo>
                <a:lnTo>
                  <a:pt x="24218" y="206997"/>
                </a:lnTo>
                <a:lnTo>
                  <a:pt x="24853" y="206819"/>
                </a:lnTo>
                <a:lnTo>
                  <a:pt x="28484" y="205713"/>
                </a:lnTo>
                <a:lnTo>
                  <a:pt x="28155" y="205828"/>
                </a:lnTo>
                <a:lnTo>
                  <a:pt x="82652" y="205828"/>
                </a:lnTo>
                <a:lnTo>
                  <a:pt x="81383" y="206997"/>
                </a:lnTo>
                <a:close/>
              </a:path>
              <a:path w="120015" h="238125">
                <a:moveTo>
                  <a:pt x="24582" y="206887"/>
                </a:moveTo>
                <a:lnTo>
                  <a:pt x="24809" y="206819"/>
                </a:lnTo>
                <a:lnTo>
                  <a:pt x="24582" y="206887"/>
                </a:lnTo>
                <a:close/>
              </a:path>
              <a:path w="120015" h="238125">
                <a:moveTo>
                  <a:pt x="80297" y="207987"/>
                </a:moveTo>
                <a:lnTo>
                  <a:pt x="20218" y="207987"/>
                </a:lnTo>
                <a:lnTo>
                  <a:pt x="20853" y="207835"/>
                </a:lnTo>
                <a:lnTo>
                  <a:pt x="24582" y="206887"/>
                </a:lnTo>
                <a:lnTo>
                  <a:pt x="24218" y="206997"/>
                </a:lnTo>
                <a:lnTo>
                  <a:pt x="81383" y="206997"/>
                </a:lnTo>
                <a:lnTo>
                  <a:pt x="80297" y="207987"/>
                </a:lnTo>
                <a:close/>
              </a:path>
              <a:path w="120015" h="238125">
                <a:moveTo>
                  <a:pt x="20701" y="207866"/>
                </a:moveTo>
                <a:lnTo>
                  <a:pt x="20853" y="207835"/>
                </a:lnTo>
                <a:lnTo>
                  <a:pt x="20701" y="207866"/>
                </a:lnTo>
                <a:close/>
              </a:path>
              <a:path w="120015" h="238125">
                <a:moveTo>
                  <a:pt x="79419" y="208787"/>
                </a:moveTo>
                <a:lnTo>
                  <a:pt x="16128" y="208787"/>
                </a:lnTo>
                <a:lnTo>
                  <a:pt x="16789" y="208673"/>
                </a:lnTo>
                <a:lnTo>
                  <a:pt x="20701" y="207866"/>
                </a:lnTo>
                <a:lnTo>
                  <a:pt x="20218" y="207987"/>
                </a:lnTo>
                <a:lnTo>
                  <a:pt x="80297" y="207987"/>
                </a:lnTo>
                <a:lnTo>
                  <a:pt x="79419" y="208787"/>
                </a:lnTo>
                <a:close/>
              </a:path>
              <a:path w="120015" h="238125">
                <a:moveTo>
                  <a:pt x="16375" y="208738"/>
                </a:moveTo>
                <a:lnTo>
                  <a:pt x="16695" y="208673"/>
                </a:lnTo>
                <a:lnTo>
                  <a:pt x="16375" y="208738"/>
                </a:lnTo>
                <a:close/>
              </a:path>
              <a:path w="120015" h="238125">
                <a:moveTo>
                  <a:pt x="16357" y="237655"/>
                </a:moveTo>
                <a:lnTo>
                  <a:pt x="11988" y="209423"/>
                </a:lnTo>
                <a:lnTo>
                  <a:pt x="16375" y="208738"/>
                </a:lnTo>
                <a:lnTo>
                  <a:pt x="16128" y="208787"/>
                </a:lnTo>
                <a:lnTo>
                  <a:pt x="79419" y="208787"/>
                </a:lnTo>
                <a:lnTo>
                  <a:pt x="42379" y="231127"/>
                </a:lnTo>
                <a:lnTo>
                  <a:pt x="21475" y="236867"/>
                </a:lnTo>
                <a:lnTo>
                  <a:pt x="16357" y="2376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48626" y="1467269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344702" y="261926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488569" y="1541932"/>
            <a:ext cx="1350645" cy="832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80"/>
              </a:lnSpc>
              <a:spcBef>
                <a:spcPts val="95"/>
              </a:spcBef>
              <a:tabLst>
                <a:tab pos="964565" algn="l"/>
              </a:tabLst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  <a:p>
            <a:pPr marL="31115">
              <a:lnSpc>
                <a:spcPts val="3180"/>
              </a:lnSpc>
              <a:tabLst>
                <a:tab pos="983615" algn="l"/>
              </a:tabLst>
            </a:pP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3	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81385" y="1020800"/>
            <a:ext cx="2800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9128" y="998829"/>
            <a:ext cx="2800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62265" y="988428"/>
            <a:ext cx="2800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81017" y="1580032"/>
            <a:ext cx="1252855" cy="1419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80"/>
              </a:lnSpc>
              <a:spcBef>
                <a:spcPts val="95"/>
              </a:spcBef>
              <a:tabLst>
                <a:tab pos="867410" algn="l"/>
              </a:tabLst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baseline="-16975" sz="2700" spc="15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  <a:p>
            <a:pPr marL="48260">
              <a:lnSpc>
                <a:spcPts val="3180"/>
              </a:lnSpc>
              <a:tabLst>
                <a:tab pos="886460" algn="l"/>
              </a:tabLst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FF0000"/>
                </a:solidFill>
                <a:latin typeface="Times New Roman"/>
                <a:cs typeface="Times New Roman"/>
              </a:rPr>
              <a:t>1	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1265"/>
              </a:spcBef>
              <a:tabLst>
                <a:tab pos="810260" algn="l"/>
              </a:tabLst>
            </a:pP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1	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5078869" y="869950"/>
            <a:ext cx="151828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6005" algn="l"/>
              </a:tabLst>
            </a:pPr>
            <a:r>
              <a:rPr dirty="0" baseline="-22817" sz="4200" spc="-7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54012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-54012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54012" sz="2700" spc="89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22" b="1">
                <a:solidFill>
                  <a:srgbClr val="0000FF"/>
                </a:solidFill>
                <a:latin typeface="宋体"/>
                <a:cs typeface="宋体"/>
              </a:rPr>
              <a:t>线</a:t>
            </a:r>
            <a:r>
              <a:rPr dirty="0" baseline="-16975" sz="2700" b="1">
                <a:solidFill>
                  <a:srgbClr val="0000FF"/>
                </a:solidFill>
                <a:latin typeface="宋体"/>
                <a:cs typeface="宋体"/>
              </a:rPr>
              <a:t>	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spc="22" b="1">
                <a:solidFill>
                  <a:srgbClr val="FF0000"/>
                </a:solidFill>
                <a:latin typeface="宋体"/>
                <a:cs typeface="宋体"/>
              </a:rPr>
              <a:t>损</a:t>
            </a:r>
            <a:endParaRPr baseline="-16975" sz="27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82055" y="1482788"/>
            <a:ext cx="16383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370209" y="4264336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5" h="0">
                <a:moveTo>
                  <a:pt x="0" y="0"/>
                </a:moveTo>
                <a:lnTo>
                  <a:pt x="36639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357509" y="3803967"/>
            <a:ext cx="1120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30">
                <a:latin typeface="Cambria Math"/>
                <a:cs typeface="Cambria Math"/>
              </a:rPr>
              <a:t>U</a:t>
            </a:r>
            <a:r>
              <a:rPr dirty="0" baseline="-15873" sz="2625" spc="195">
                <a:latin typeface="Cambria Math"/>
                <a:cs typeface="Cambria Math"/>
              </a:rPr>
              <a:t>1 </a:t>
            </a:r>
            <a:r>
              <a:rPr dirty="0" baseline="-41666" sz="3600">
                <a:latin typeface="Cambria Math"/>
                <a:cs typeface="Cambria Math"/>
              </a:rPr>
              <a:t>=</a:t>
            </a:r>
            <a:r>
              <a:rPr dirty="0" baseline="-41666" sz="3600" spc="-330">
                <a:latin typeface="Cambria Math"/>
                <a:cs typeface="Cambria Math"/>
              </a:rPr>
              <a:t> </a:t>
            </a: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134749" y="4264336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4" h="0">
                <a:moveTo>
                  <a:pt x="0" y="0"/>
                </a:moveTo>
                <a:lnTo>
                  <a:pt x="34226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947854" y="4267980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5" h="0">
                <a:moveTo>
                  <a:pt x="0" y="0"/>
                </a:moveTo>
                <a:lnTo>
                  <a:pt x="36639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12394" y="4267980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5" h="0">
                <a:moveTo>
                  <a:pt x="0" y="0"/>
                </a:moveTo>
                <a:lnTo>
                  <a:pt x="34226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369574" y="5242667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 h="0">
                <a:moveTo>
                  <a:pt x="0" y="0"/>
                </a:moveTo>
                <a:lnTo>
                  <a:pt x="27749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045214" y="5242667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4" h="0">
                <a:moveTo>
                  <a:pt x="0" y="0"/>
                </a:moveTo>
                <a:lnTo>
                  <a:pt x="342264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985319" y="5223617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 h="0">
                <a:moveTo>
                  <a:pt x="0" y="0"/>
                </a:moveTo>
                <a:lnTo>
                  <a:pt x="277494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60959" y="5223617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5" h="0">
                <a:moveTo>
                  <a:pt x="0" y="0"/>
                </a:moveTo>
                <a:lnTo>
                  <a:pt x="342264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122049" y="3739667"/>
            <a:ext cx="1933575" cy="184848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825500">
              <a:lnSpc>
                <a:spcPct val="100000"/>
              </a:lnSpc>
              <a:spcBef>
                <a:spcPts val="635"/>
              </a:spcBef>
            </a:pPr>
            <a:r>
              <a:rPr dirty="0" sz="2400" spc="130">
                <a:latin typeface="Cambria Math"/>
                <a:cs typeface="Cambria Math"/>
              </a:rPr>
              <a:t>U</a:t>
            </a:r>
            <a:r>
              <a:rPr dirty="0" baseline="-15873" sz="2625" spc="195">
                <a:latin typeface="Cambria Math"/>
                <a:cs typeface="Cambria Math"/>
              </a:rPr>
              <a:t>3  </a:t>
            </a:r>
            <a:r>
              <a:rPr dirty="0" baseline="-41666" sz="3600">
                <a:latin typeface="Cambria Math"/>
                <a:cs typeface="Cambria Math"/>
              </a:rPr>
              <a:t>=</a:t>
            </a:r>
            <a:r>
              <a:rPr dirty="0" baseline="-41666" sz="3600" spc="-337">
                <a:latin typeface="Cambria Math"/>
                <a:cs typeface="Cambria Math"/>
              </a:rPr>
              <a:t> </a:t>
            </a: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3</a:t>
            </a:r>
            <a:endParaRPr baseline="-15873" sz="2625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825500" algn="l"/>
                <a:tab pos="1590040" algn="l"/>
              </a:tabLst>
            </a:pPr>
            <a:r>
              <a:rPr dirty="0" baseline="1157" sz="3600" spc="315">
                <a:latin typeface="Cambria Math"/>
                <a:cs typeface="Cambria Math"/>
              </a:rPr>
              <a:t>n</a:t>
            </a:r>
            <a:r>
              <a:rPr dirty="0" baseline="-14285" sz="2625" spc="112">
                <a:latin typeface="Cambria Math"/>
                <a:cs typeface="Cambria Math"/>
              </a:rPr>
              <a:t>2</a:t>
            </a:r>
            <a:r>
              <a:rPr dirty="0" baseline="-14285" sz="2625" spc="112">
                <a:latin typeface="Cambria Math"/>
                <a:cs typeface="Cambria Math"/>
              </a:rPr>
              <a:t>	</a:t>
            </a:r>
            <a:r>
              <a:rPr dirty="0" sz="2400" spc="185">
                <a:latin typeface="Cambria Math"/>
                <a:cs typeface="Cambria Math"/>
              </a:rPr>
              <a:t>U</a:t>
            </a:r>
            <a:r>
              <a:rPr dirty="0" baseline="-15873" sz="2625" spc="112">
                <a:latin typeface="Cambria Math"/>
                <a:cs typeface="Cambria Math"/>
              </a:rPr>
              <a:t>4</a:t>
            </a:r>
            <a:r>
              <a:rPr dirty="0" baseline="-15873" sz="2625" spc="112">
                <a:latin typeface="Cambria Math"/>
                <a:cs typeface="Cambria Math"/>
              </a:rPr>
              <a:t>	</a:t>
            </a:r>
            <a:r>
              <a:rPr dirty="0" sz="2400" spc="210">
                <a:latin typeface="Cambria Math"/>
                <a:cs typeface="Cambria Math"/>
              </a:rPr>
              <a:t>n</a:t>
            </a:r>
            <a:r>
              <a:rPr dirty="0" baseline="-15873" sz="2625" spc="112">
                <a:latin typeface="Cambria Math"/>
                <a:cs typeface="Cambria Math"/>
              </a:rPr>
              <a:t>4</a:t>
            </a:r>
            <a:endParaRPr baseline="-15873" sz="2625">
              <a:latin typeface="Cambria Math"/>
              <a:cs typeface="Cambria Math"/>
            </a:endParaRPr>
          </a:p>
          <a:p>
            <a:pPr marL="862965">
              <a:lnSpc>
                <a:spcPct val="100000"/>
              </a:lnSpc>
              <a:spcBef>
                <a:spcPts val="1230"/>
              </a:spcBef>
            </a:pPr>
            <a:r>
              <a:rPr dirty="0" sz="2400" spc="-30">
                <a:latin typeface="Cambria Math"/>
                <a:cs typeface="Cambria Math"/>
              </a:rPr>
              <a:t>/</a:t>
            </a:r>
            <a:r>
              <a:rPr dirty="0" baseline="-15873" sz="2625" spc="-44">
                <a:latin typeface="Cambria Math"/>
                <a:cs typeface="Cambria Math"/>
              </a:rPr>
              <a:t>3  </a:t>
            </a:r>
            <a:r>
              <a:rPr dirty="0" baseline="-41666" sz="3600">
                <a:latin typeface="Cambria Math"/>
                <a:cs typeface="Cambria Math"/>
              </a:rPr>
              <a:t>=</a:t>
            </a:r>
            <a:r>
              <a:rPr dirty="0" baseline="-41666" sz="3600" spc="135">
                <a:latin typeface="Cambria Math"/>
                <a:cs typeface="Cambria Math"/>
              </a:rPr>
              <a:t> </a:t>
            </a: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4</a:t>
            </a:r>
            <a:endParaRPr baseline="-15873" sz="2625">
              <a:latin typeface="Cambria Math"/>
              <a:cs typeface="Cambria Math"/>
            </a:endParaRPr>
          </a:p>
          <a:p>
            <a:pPr marL="862965">
              <a:lnSpc>
                <a:spcPct val="100000"/>
              </a:lnSpc>
              <a:spcBef>
                <a:spcPts val="535"/>
              </a:spcBef>
              <a:tabLst>
                <a:tab pos="1538605" algn="l"/>
              </a:tabLst>
            </a:pPr>
            <a:r>
              <a:rPr dirty="0" sz="2400" spc="-30">
                <a:latin typeface="Cambria Math"/>
                <a:cs typeface="Cambria Math"/>
              </a:rPr>
              <a:t>/</a:t>
            </a:r>
            <a:r>
              <a:rPr dirty="0" baseline="-15873" sz="2625" spc="-44">
                <a:latin typeface="Cambria Math"/>
                <a:cs typeface="Cambria Math"/>
              </a:rPr>
              <a:t>4	</a:t>
            </a: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3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77521" y="3196590"/>
            <a:ext cx="769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P</a:t>
            </a:r>
            <a:r>
              <a:rPr dirty="0" baseline="-17921" sz="2325" spc="7" b="1">
                <a:latin typeface="Times New Roman"/>
                <a:cs typeface="Times New Roman"/>
              </a:rPr>
              <a:t>3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5" b="1" i="1">
                <a:latin typeface="Times New Roman"/>
                <a:cs typeface="Times New Roman"/>
              </a:rPr>
              <a:t>P</a:t>
            </a:r>
            <a:r>
              <a:rPr dirty="0" baseline="-17921" sz="2325" spc="7" b="1">
                <a:latin typeface="Times New Roman"/>
                <a:cs typeface="Times New Roman"/>
              </a:rPr>
              <a:t>4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69569" y="2510383"/>
            <a:ext cx="2044064" cy="1094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3	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  <a:p>
            <a:pPr marL="601345">
              <a:lnSpc>
                <a:spcPct val="100000"/>
              </a:lnSpc>
              <a:spcBef>
                <a:spcPts val="2180"/>
              </a:spcBef>
            </a:pPr>
            <a:r>
              <a:rPr dirty="0" sz="2400" b="1" i="1">
                <a:latin typeface="Times New Roman"/>
                <a:cs typeface="Times New Roman"/>
              </a:rPr>
              <a:t>P</a:t>
            </a:r>
            <a:r>
              <a:rPr dirty="0" baseline="-17921" sz="2325" b="1">
                <a:latin typeface="Times New Roman"/>
                <a:cs typeface="Times New Roman"/>
              </a:rPr>
              <a:t>2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P</a:t>
            </a:r>
            <a:r>
              <a:rPr dirty="0" baseline="-17921" sz="2325" b="1">
                <a:latin typeface="宋体"/>
                <a:cs typeface="宋体"/>
              </a:rPr>
              <a:t>损</a:t>
            </a:r>
            <a:r>
              <a:rPr dirty="0" baseline="-17921" sz="2325" spc="-630" b="1">
                <a:latin typeface="宋体"/>
                <a:cs typeface="宋体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+</a:t>
            </a:r>
            <a:r>
              <a:rPr dirty="0" sz="2400" b="1" i="1">
                <a:latin typeface="Times New Roman"/>
                <a:cs typeface="Times New Roman"/>
              </a:rPr>
              <a:t>P</a:t>
            </a:r>
            <a:r>
              <a:rPr dirty="0" baseline="-17921" sz="2325" b="1">
                <a:latin typeface="Times New Roman"/>
                <a:cs typeface="Times New Roman"/>
              </a:rPr>
              <a:t>3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83220" y="4022318"/>
            <a:ext cx="1409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baseline="-17921" sz="2325" b="1">
                <a:latin typeface="Times New Roman"/>
                <a:cs typeface="Times New Roman"/>
              </a:rPr>
              <a:t>2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baseline="-17921" sz="2325" spc="15" b="1">
                <a:latin typeface="宋体"/>
                <a:cs typeface="宋体"/>
              </a:rPr>
              <a:t>线</a:t>
            </a:r>
            <a:r>
              <a:rPr dirty="0" sz="2400" b="1">
                <a:latin typeface="Times New Roman"/>
                <a:cs typeface="Times New Roman"/>
              </a:rPr>
              <a:t>+</a:t>
            </a:r>
            <a:r>
              <a:rPr dirty="0" sz="2400" b="1" i="1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866885" y="4189323"/>
            <a:ext cx="12446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5" b="1">
                <a:latin typeface="Times New Roman"/>
                <a:cs typeface="Times New Roman"/>
              </a:rPr>
              <a:t>3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486446" y="4999202"/>
            <a:ext cx="6121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I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85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05191" y="5166207"/>
            <a:ext cx="59245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80059" algn="l"/>
              </a:tabLst>
            </a:pPr>
            <a:r>
              <a:rPr dirty="0" sz="1550" spc="5" b="1">
                <a:latin typeface="Times New Roman"/>
                <a:cs typeface="Times New Roman"/>
              </a:rPr>
              <a:t>2</a:t>
            </a:r>
            <a:r>
              <a:rPr dirty="0" sz="1550" spc="5" b="1">
                <a:latin typeface="Times New Roman"/>
                <a:cs typeface="Times New Roman"/>
              </a:rPr>
              <a:t>	</a:t>
            </a:r>
            <a:r>
              <a:rPr dirty="0" sz="1550" spc="5" b="1">
                <a:latin typeface="Times New Roman"/>
                <a:cs typeface="Times New Roman"/>
              </a:rPr>
              <a:t>3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504897" y="4045572"/>
            <a:ext cx="22326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电压关系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r>
              <a:rPr dirty="0" sz="2800" spc="-204" b="1">
                <a:latin typeface="华文楷体"/>
                <a:cs typeface="华文楷体"/>
              </a:rPr>
              <a:t> </a:t>
            </a:r>
            <a:r>
              <a:rPr dirty="0" baseline="-25462" sz="3600" spc="195">
                <a:latin typeface="Cambria Math"/>
                <a:cs typeface="Cambria Math"/>
              </a:rPr>
              <a:t>U</a:t>
            </a:r>
            <a:r>
              <a:rPr dirty="0" baseline="-50793" sz="2625" spc="195">
                <a:latin typeface="Cambria Math"/>
                <a:cs typeface="Cambria Math"/>
              </a:rPr>
              <a:t>2</a:t>
            </a:r>
            <a:endParaRPr baseline="-50793" sz="2625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504897" y="4914785"/>
            <a:ext cx="2883535" cy="692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87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电流关系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r>
              <a:rPr dirty="0" sz="2800" spc="-165" b="1">
                <a:latin typeface="华文楷体"/>
                <a:cs typeface="华文楷体"/>
              </a:rPr>
              <a:t> </a:t>
            </a:r>
            <a:r>
              <a:rPr dirty="0" baseline="33564" sz="3600" spc="-44">
                <a:latin typeface="Cambria Math"/>
                <a:cs typeface="Cambria Math"/>
              </a:rPr>
              <a:t>/</a:t>
            </a:r>
            <a:r>
              <a:rPr dirty="0" baseline="30158" sz="2625" spc="-44">
                <a:latin typeface="Cambria Math"/>
                <a:cs typeface="Cambria Math"/>
              </a:rPr>
              <a:t>1 </a:t>
            </a:r>
            <a:r>
              <a:rPr dirty="0" baseline="30158" sz="2625" spc="-22">
                <a:latin typeface="Cambria Math"/>
                <a:cs typeface="Cambria Math"/>
              </a:rPr>
              <a:t> </a:t>
            </a:r>
            <a:r>
              <a:rPr dirty="0" baseline="-8101" sz="3600">
                <a:latin typeface="Cambria Math"/>
                <a:cs typeface="Cambria Math"/>
              </a:rPr>
              <a:t>=</a:t>
            </a:r>
            <a:r>
              <a:rPr dirty="0" baseline="-8101" sz="3600" spc="165">
                <a:latin typeface="Cambria Math"/>
                <a:cs typeface="Cambria Math"/>
              </a:rPr>
              <a:t> </a:t>
            </a:r>
            <a:r>
              <a:rPr dirty="0" baseline="33564" sz="3600" spc="217">
                <a:latin typeface="Cambria Math"/>
                <a:cs typeface="Cambria Math"/>
              </a:rPr>
              <a:t>n</a:t>
            </a:r>
            <a:r>
              <a:rPr dirty="0" baseline="30158" sz="2625" spc="217">
                <a:latin typeface="Cambria Math"/>
                <a:cs typeface="Cambria Math"/>
              </a:rPr>
              <a:t>2</a:t>
            </a:r>
            <a:endParaRPr baseline="30158" sz="2625">
              <a:latin typeface="Cambria Math"/>
              <a:cs typeface="Cambria Math"/>
            </a:endParaRPr>
          </a:p>
          <a:p>
            <a:pPr marL="1864360">
              <a:lnSpc>
                <a:spcPts val="2390"/>
              </a:lnSpc>
              <a:tabLst>
                <a:tab pos="2540000" algn="l"/>
              </a:tabLst>
            </a:pPr>
            <a:r>
              <a:rPr dirty="0" sz="2400" spc="-140">
                <a:latin typeface="Cambria Math"/>
                <a:cs typeface="Cambria Math"/>
              </a:rPr>
              <a:t>/</a:t>
            </a:r>
            <a:r>
              <a:rPr dirty="0" baseline="-15873" sz="2625" spc="112">
                <a:latin typeface="Cambria Math"/>
                <a:cs typeface="Cambria Math"/>
              </a:rPr>
              <a:t>2</a:t>
            </a:r>
            <a:r>
              <a:rPr dirty="0" baseline="-15873" sz="2625">
                <a:latin typeface="Cambria Math"/>
                <a:cs typeface="Cambria Math"/>
              </a:rPr>
              <a:t>	</a:t>
            </a:r>
            <a:r>
              <a:rPr dirty="0" sz="2400" spc="210">
                <a:latin typeface="Cambria Math"/>
                <a:cs typeface="Cambria Math"/>
              </a:rPr>
              <a:t>n</a:t>
            </a:r>
            <a:r>
              <a:rPr dirty="0" baseline="-15873" sz="2625" spc="112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546108" y="3186137"/>
            <a:ext cx="26200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功率关系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r>
              <a:rPr dirty="0" sz="2800" spc="-229" b="1">
                <a:latin typeface="华文楷体"/>
                <a:cs typeface="华文楷体"/>
              </a:rPr>
              <a:t> </a:t>
            </a:r>
            <a:r>
              <a:rPr dirty="0" baseline="3472" sz="3600" b="1" i="1">
                <a:latin typeface="Times New Roman"/>
                <a:cs typeface="Times New Roman"/>
              </a:rPr>
              <a:t>P</a:t>
            </a:r>
            <a:r>
              <a:rPr dirty="0" baseline="-10752" sz="2325" b="1">
                <a:latin typeface="Times New Roman"/>
                <a:cs typeface="Times New Roman"/>
              </a:rPr>
              <a:t>1</a:t>
            </a:r>
            <a:r>
              <a:rPr dirty="0" baseline="3472" sz="3600" b="1">
                <a:latin typeface="Times New Roman"/>
                <a:cs typeface="Times New Roman"/>
              </a:rPr>
              <a:t>=</a:t>
            </a:r>
            <a:r>
              <a:rPr dirty="0" baseline="3472" sz="3600" b="1" i="1">
                <a:latin typeface="Times New Roman"/>
                <a:cs typeface="Times New Roman"/>
              </a:rPr>
              <a:t>P</a:t>
            </a:r>
            <a:r>
              <a:rPr dirty="0" baseline="-10752" sz="2325" b="1">
                <a:latin typeface="Times New Roman"/>
                <a:cs typeface="Times New Roman"/>
              </a:rPr>
              <a:t>2</a:t>
            </a:r>
            <a:endParaRPr baseline="-10752" sz="2325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248842" y="3122828"/>
            <a:ext cx="2240915" cy="2514600"/>
          </a:xfrm>
          <a:custGeom>
            <a:avLst/>
            <a:gdLst/>
            <a:ahLst/>
            <a:cxnLst/>
            <a:rect l="l" t="t" r="r" b="b"/>
            <a:pathLst>
              <a:path w="2240915" h="2514600">
                <a:moveTo>
                  <a:pt x="1966315" y="12700"/>
                </a:moveTo>
                <a:lnTo>
                  <a:pt x="274180" y="12700"/>
                </a:lnTo>
                <a:lnTo>
                  <a:pt x="283184" y="0"/>
                </a:lnTo>
                <a:lnTo>
                  <a:pt x="1957298" y="0"/>
                </a:lnTo>
                <a:lnTo>
                  <a:pt x="1966315" y="12700"/>
                </a:lnTo>
                <a:close/>
              </a:path>
              <a:path w="2240915" h="2514600">
                <a:moveTo>
                  <a:pt x="277571" y="25400"/>
                </a:moveTo>
                <a:lnTo>
                  <a:pt x="239077" y="25400"/>
                </a:lnTo>
                <a:lnTo>
                  <a:pt x="247700" y="12700"/>
                </a:lnTo>
                <a:lnTo>
                  <a:pt x="286423" y="12700"/>
                </a:lnTo>
                <a:lnTo>
                  <a:pt x="277571" y="25400"/>
                </a:lnTo>
                <a:close/>
              </a:path>
              <a:path w="2240915" h="2514600">
                <a:moveTo>
                  <a:pt x="2001405" y="25400"/>
                </a:moveTo>
                <a:lnTo>
                  <a:pt x="1962924" y="25400"/>
                </a:lnTo>
                <a:lnTo>
                  <a:pt x="1954060" y="12700"/>
                </a:lnTo>
                <a:lnTo>
                  <a:pt x="1992782" y="12700"/>
                </a:lnTo>
                <a:lnTo>
                  <a:pt x="2001405" y="25400"/>
                </a:lnTo>
                <a:close/>
              </a:path>
              <a:path w="2240915" h="2514600">
                <a:moveTo>
                  <a:pt x="235419" y="38100"/>
                </a:moveTo>
                <a:lnTo>
                  <a:pt x="205613" y="38100"/>
                </a:lnTo>
                <a:lnTo>
                  <a:pt x="213817" y="25400"/>
                </a:lnTo>
                <a:lnTo>
                  <a:pt x="243801" y="25400"/>
                </a:lnTo>
                <a:lnTo>
                  <a:pt x="235419" y="38100"/>
                </a:lnTo>
                <a:close/>
              </a:path>
              <a:path w="2240915" h="2514600">
                <a:moveTo>
                  <a:pt x="2034870" y="38100"/>
                </a:moveTo>
                <a:lnTo>
                  <a:pt x="2005063" y="38100"/>
                </a:lnTo>
                <a:lnTo>
                  <a:pt x="1996681" y="25400"/>
                </a:lnTo>
                <a:lnTo>
                  <a:pt x="2026666" y="25400"/>
                </a:lnTo>
                <a:lnTo>
                  <a:pt x="2034870" y="38100"/>
                </a:lnTo>
                <a:close/>
              </a:path>
              <a:path w="2240915" h="2514600">
                <a:moveTo>
                  <a:pt x="211340" y="50800"/>
                </a:moveTo>
                <a:lnTo>
                  <a:pt x="181711" y="50800"/>
                </a:lnTo>
                <a:lnTo>
                  <a:pt x="189560" y="38100"/>
                </a:lnTo>
                <a:lnTo>
                  <a:pt x="219405" y="38100"/>
                </a:lnTo>
                <a:lnTo>
                  <a:pt x="211340" y="50800"/>
                </a:lnTo>
                <a:close/>
              </a:path>
              <a:path w="2240915" h="2514600">
                <a:moveTo>
                  <a:pt x="2058771" y="50800"/>
                </a:moveTo>
                <a:lnTo>
                  <a:pt x="2029142" y="50800"/>
                </a:lnTo>
                <a:lnTo>
                  <a:pt x="2021090" y="38100"/>
                </a:lnTo>
                <a:lnTo>
                  <a:pt x="2050923" y="38100"/>
                </a:lnTo>
                <a:lnTo>
                  <a:pt x="2058771" y="50800"/>
                </a:lnTo>
                <a:close/>
              </a:path>
              <a:path w="2240915" h="2514600">
                <a:moveTo>
                  <a:pt x="188239" y="63500"/>
                </a:moveTo>
                <a:lnTo>
                  <a:pt x="166395" y="63500"/>
                </a:lnTo>
                <a:lnTo>
                  <a:pt x="173990" y="50800"/>
                </a:lnTo>
                <a:lnTo>
                  <a:pt x="195961" y="50800"/>
                </a:lnTo>
                <a:lnTo>
                  <a:pt x="188239" y="63500"/>
                </a:lnTo>
                <a:close/>
              </a:path>
              <a:path w="2240915" h="2514600">
                <a:moveTo>
                  <a:pt x="2074100" y="63500"/>
                </a:moveTo>
                <a:lnTo>
                  <a:pt x="2052243" y="63500"/>
                </a:lnTo>
                <a:lnTo>
                  <a:pt x="2044522" y="50800"/>
                </a:lnTo>
                <a:lnTo>
                  <a:pt x="2066493" y="50800"/>
                </a:lnTo>
                <a:lnTo>
                  <a:pt x="2074100" y="63500"/>
                </a:lnTo>
                <a:close/>
              </a:path>
              <a:path w="2240915" h="2514600">
                <a:moveTo>
                  <a:pt x="166217" y="76200"/>
                </a:moveTo>
                <a:lnTo>
                  <a:pt x="144386" y="76200"/>
                </a:lnTo>
                <a:lnTo>
                  <a:pt x="151587" y="63500"/>
                </a:lnTo>
                <a:lnTo>
                  <a:pt x="173558" y="63500"/>
                </a:lnTo>
                <a:lnTo>
                  <a:pt x="166217" y="76200"/>
                </a:lnTo>
                <a:close/>
              </a:path>
              <a:path w="2240915" h="2514600">
                <a:moveTo>
                  <a:pt x="2096109" y="76200"/>
                </a:moveTo>
                <a:lnTo>
                  <a:pt x="2074265" y="76200"/>
                </a:lnTo>
                <a:lnTo>
                  <a:pt x="2066925" y="63500"/>
                </a:lnTo>
                <a:lnTo>
                  <a:pt x="2088908" y="63500"/>
                </a:lnTo>
                <a:lnTo>
                  <a:pt x="2096109" y="76200"/>
                </a:lnTo>
                <a:close/>
              </a:path>
              <a:path w="2240915" h="2514600">
                <a:moveTo>
                  <a:pt x="152171" y="88900"/>
                </a:moveTo>
                <a:lnTo>
                  <a:pt x="130390" y="88900"/>
                </a:lnTo>
                <a:lnTo>
                  <a:pt x="137312" y="76200"/>
                </a:lnTo>
                <a:lnTo>
                  <a:pt x="159245" y="76200"/>
                </a:lnTo>
                <a:lnTo>
                  <a:pt x="152171" y="88900"/>
                </a:lnTo>
                <a:close/>
              </a:path>
              <a:path w="2240915" h="2514600">
                <a:moveTo>
                  <a:pt x="2110092" y="88900"/>
                </a:moveTo>
                <a:lnTo>
                  <a:pt x="2088311" y="88900"/>
                </a:lnTo>
                <a:lnTo>
                  <a:pt x="2081237" y="76200"/>
                </a:lnTo>
                <a:lnTo>
                  <a:pt x="2103170" y="76200"/>
                </a:lnTo>
                <a:lnTo>
                  <a:pt x="2110092" y="88900"/>
                </a:lnTo>
                <a:close/>
              </a:path>
              <a:path w="2240915" h="2514600">
                <a:moveTo>
                  <a:pt x="138645" y="101600"/>
                </a:moveTo>
                <a:lnTo>
                  <a:pt x="116979" y="101600"/>
                </a:lnTo>
                <a:lnTo>
                  <a:pt x="123609" y="88900"/>
                </a:lnTo>
                <a:lnTo>
                  <a:pt x="145453" y="88900"/>
                </a:lnTo>
                <a:lnTo>
                  <a:pt x="138645" y="101600"/>
                </a:lnTo>
                <a:close/>
              </a:path>
              <a:path w="2240915" h="2514600">
                <a:moveTo>
                  <a:pt x="2123503" y="101600"/>
                </a:moveTo>
                <a:lnTo>
                  <a:pt x="2101837" y="101600"/>
                </a:lnTo>
                <a:lnTo>
                  <a:pt x="2095030" y="88900"/>
                </a:lnTo>
                <a:lnTo>
                  <a:pt x="2116874" y="88900"/>
                </a:lnTo>
                <a:lnTo>
                  <a:pt x="2123503" y="101600"/>
                </a:lnTo>
                <a:close/>
              </a:path>
              <a:path w="2240915" h="2514600">
                <a:moveTo>
                  <a:pt x="119418" y="114300"/>
                </a:moveTo>
                <a:lnTo>
                  <a:pt x="104165" y="114300"/>
                </a:lnTo>
                <a:lnTo>
                  <a:pt x="110502" y="101600"/>
                </a:lnTo>
                <a:lnTo>
                  <a:pt x="125793" y="101600"/>
                </a:lnTo>
                <a:lnTo>
                  <a:pt x="119418" y="114300"/>
                </a:lnTo>
                <a:close/>
              </a:path>
              <a:path w="2240915" h="2514600">
                <a:moveTo>
                  <a:pt x="2136317" y="114300"/>
                </a:moveTo>
                <a:lnTo>
                  <a:pt x="2121065" y="114300"/>
                </a:lnTo>
                <a:lnTo>
                  <a:pt x="2114689" y="101600"/>
                </a:lnTo>
                <a:lnTo>
                  <a:pt x="2129993" y="101600"/>
                </a:lnTo>
                <a:lnTo>
                  <a:pt x="2136317" y="114300"/>
                </a:lnTo>
                <a:close/>
              </a:path>
              <a:path w="2240915" h="2514600">
                <a:moveTo>
                  <a:pt x="107340" y="127000"/>
                </a:moveTo>
                <a:lnTo>
                  <a:pt x="91973" y="127000"/>
                </a:lnTo>
                <a:lnTo>
                  <a:pt x="97993" y="114300"/>
                </a:lnTo>
                <a:lnTo>
                  <a:pt x="113411" y="114300"/>
                </a:lnTo>
                <a:lnTo>
                  <a:pt x="107340" y="127000"/>
                </a:lnTo>
                <a:close/>
              </a:path>
              <a:path w="2240915" h="2514600">
                <a:moveTo>
                  <a:pt x="2148509" y="127000"/>
                </a:moveTo>
                <a:lnTo>
                  <a:pt x="2133142" y="127000"/>
                </a:lnTo>
                <a:lnTo>
                  <a:pt x="2127072" y="114300"/>
                </a:lnTo>
                <a:lnTo>
                  <a:pt x="2142490" y="114300"/>
                </a:lnTo>
                <a:lnTo>
                  <a:pt x="2148509" y="127000"/>
                </a:lnTo>
                <a:close/>
              </a:path>
              <a:path w="2240915" h="2514600">
                <a:moveTo>
                  <a:pt x="95872" y="139700"/>
                </a:moveTo>
                <a:lnTo>
                  <a:pt x="80429" y="139700"/>
                </a:lnTo>
                <a:lnTo>
                  <a:pt x="86118" y="127000"/>
                </a:lnTo>
                <a:lnTo>
                  <a:pt x="101625" y="127000"/>
                </a:lnTo>
                <a:lnTo>
                  <a:pt x="95872" y="139700"/>
                </a:lnTo>
                <a:close/>
              </a:path>
              <a:path w="2240915" h="2514600">
                <a:moveTo>
                  <a:pt x="2160054" y="139700"/>
                </a:moveTo>
                <a:lnTo>
                  <a:pt x="2144623" y="139700"/>
                </a:lnTo>
                <a:lnTo>
                  <a:pt x="2138857" y="127000"/>
                </a:lnTo>
                <a:lnTo>
                  <a:pt x="2154364" y="127000"/>
                </a:lnTo>
                <a:lnTo>
                  <a:pt x="2160054" y="139700"/>
                </a:lnTo>
                <a:close/>
              </a:path>
              <a:path w="2240915" h="2514600">
                <a:moveTo>
                  <a:pt x="79870" y="165100"/>
                </a:moveTo>
                <a:lnTo>
                  <a:pt x="64376" y="165100"/>
                </a:lnTo>
                <a:lnTo>
                  <a:pt x="69557" y="152400"/>
                </a:lnTo>
                <a:lnTo>
                  <a:pt x="74904" y="139700"/>
                </a:lnTo>
                <a:lnTo>
                  <a:pt x="90462" y="139700"/>
                </a:lnTo>
                <a:lnTo>
                  <a:pt x="85039" y="152400"/>
                </a:lnTo>
                <a:lnTo>
                  <a:pt x="79870" y="165100"/>
                </a:lnTo>
                <a:close/>
              </a:path>
              <a:path w="2240915" h="2514600">
                <a:moveTo>
                  <a:pt x="90373" y="152400"/>
                </a:moveTo>
                <a:lnTo>
                  <a:pt x="90462" y="139700"/>
                </a:lnTo>
                <a:lnTo>
                  <a:pt x="95961" y="139700"/>
                </a:lnTo>
                <a:lnTo>
                  <a:pt x="90373" y="152400"/>
                </a:lnTo>
                <a:close/>
              </a:path>
              <a:path w="2240915" h="2514600">
                <a:moveTo>
                  <a:pt x="2150110" y="152400"/>
                </a:moveTo>
                <a:lnTo>
                  <a:pt x="2144522" y="139700"/>
                </a:lnTo>
                <a:lnTo>
                  <a:pt x="2150021" y="139700"/>
                </a:lnTo>
                <a:lnTo>
                  <a:pt x="2150110" y="152400"/>
                </a:lnTo>
                <a:close/>
              </a:path>
              <a:path w="2240915" h="2514600">
                <a:moveTo>
                  <a:pt x="2176106" y="165100"/>
                </a:moveTo>
                <a:lnTo>
                  <a:pt x="2160625" y="165100"/>
                </a:lnTo>
                <a:lnTo>
                  <a:pt x="2155355" y="152400"/>
                </a:lnTo>
                <a:lnTo>
                  <a:pt x="2150021" y="139700"/>
                </a:lnTo>
                <a:lnTo>
                  <a:pt x="2165578" y="139700"/>
                </a:lnTo>
                <a:lnTo>
                  <a:pt x="2170925" y="152400"/>
                </a:lnTo>
                <a:lnTo>
                  <a:pt x="2176106" y="165100"/>
                </a:lnTo>
                <a:close/>
              </a:path>
              <a:path w="2240915" h="2514600">
                <a:moveTo>
                  <a:pt x="70027" y="177800"/>
                </a:moveTo>
                <a:lnTo>
                  <a:pt x="54559" y="177800"/>
                </a:lnTo>
                <a:lnTo>
                  <a:pt x="59385" y="165100"/>
                </a:lnTo>
                <a:lnTo>
                  <a:pt x="74942" y="165100"/>
                </a:lnTo>
                <a:lnTo>
                  <a:pt x="70027" y="177800"/>
                </a:lnTo>
                <a:close/>
              </a:path>
              <a:path w="2240915" h="2514600">
                <a:moveTo>
                  <a:pt x="2185936" y="177800"/>
                </a:moveTo>
                <a:lnTo>
                  <a:pt x="2170455" y="177800"/>
                </a:lnTo>
                <a:lnTo>
                  <a:pt x="2165540" y="165100"/>
                </a:lnTo>
                <a:lnTo>
                  <a:pt x="2181110" y="165100"/>
                </a:lnTo>
                <a:lnTo>
                  <a:pt x="2185936" y="177800"/>
                </a:lnTo>
                <a:close/>
              </a:path>
              <a:path w="2240915" h="2514600">
                <a:moveTo>
                  <a:pt x="56578" y="203200"/>
                </a:moveTo>
                <a:lnTo>
                  <a:pt x="41198" y="203200"/>
                </a:lnTo>
                <a:lnTo>
                  <a:pt x="45466" y="190500"/>
                </a:lnTo>
                <a:lnTo>
                  <a:pt x="49911" y="177800"/>
                </a:lnTo>
                <a:lnTo>
                  <a:pt x="65455" y="177800"/>
                </a:lnTo>
                <a:lnTo>
                  <a:pt x="60883" y="190500"/>
                </a:lnTo>
                <a:lnTo>
                  <a:pt x="56578" y="203200"/>
                </a:lnTo>
                <a:close/>
              </a:path>
              <a:path w="2240915" h="2514600">
                <a:moveTo>
                  <a:pt x="2199297" y="203200"/>
                </a:moveTo>
                <a:lnTo>
                  <a:pt x="2183904" y="203200"/>
                </a:lnTo>
                <a:lnTo>
                  <a:pt x="2179523" y="190500"/>
                </a:lnTo>
                <a:lnTo>
                  <a:pt x="2175040" y="177800"/>
                </a:lnTo>
                <a:lnTo>
                  <a:pt x="2190572" y="177800"/>
                </a:lnTo>
                <a:lnTo>
                  <a:pt x="2195029" y="190500"/>
                </a:lnTo>
                <a:lnTo>
                  <a:pt x="2199297" y="203200"/>
                </a:lnTo>
                <a:close/>
              </a:path>
              <a:path w="2240915" h="2514600">
                <a:moveTo>
                  <a:pt x="41224" y="228600"/>
                </a:moveTo>
                <a:lnTo>
                  <a:pt x="29552" y="228600"/>
                </a:lnTo>
                <a:lnTo>
                  <a:pt x="33235" y="215900"/>
                </a:lnTo>
                <a:lnTo>
                  <a:pt x="37122" y="203200"/>
                </a:lnTo>
                <a:lnTo>
                  <a:pt x="52539" y="203200"/>
                </a:lnTo>
                <a:lnTo>
                  <a:pt x="48526" y="215900"/>
                </a:lnTo>
                <a:lnTo>
                  <a:pt x="44843" y="215900"/>
                </a:lnTo>
                <a:lnTo>
                  <a:pt x="41224" y="228600"/>
                </a:lnTo>
                <a:close/>
              </a:path>
              <a:path w="2240915" h="2514600">
                <a:moveTo>
                  <a:pt x="2210930" y="228600"/>
                </a:moveTo>
                <a:lnTo>
                  <a:pt x="2199259" y="228600"/>
                </a:lnTo>
                <a:lnTo>
                  <a:pt x="2195639" y="215900"/>
                </a:lnTo>
                <a:lnTo>
                  <a:pt x="2191956" y="215900"/>
                </a:lnTo>
                <a:lnTo>
                  <a:pt x="2187955" y="203200"/>
                </a:lnTo>
                <a:lnTo>
                  <a:pt x="2203361" y="203200"/>
                </a:lnTo>
                <a:lnTo>
                  <a:pt x="2207247" y="215900"/>
                </a:lnTo>
                <a:lnTo>
                  <a:pt x="2210930" y="228600"/>
                </a:lnTo>
                <a:close/>
              </a:path>
              <a:path w="2240915" h="2514600">
                <a:moveTo>
                  <a:pt x="31724" y="254000"/>
                </a:moveTo>
                <a:lnTo>
                  <a:pt x="19723" y="254000"/>
                </a:lnTo>
                <a:lnTo>
                  <a:pt x="22796" y="241300"/>
                </a:lnTo>
                <a:lnTo>
                  <a:pt x="26073" y="228600"/>
                </a:lnTo>
                <a:lnTo>
                  <a:pt x="41287" y="228600"/>
                </a:lnTo>
                <a:lnTo>
                  <a:pt x="37858" y="241300"/>
                </a:lnTo>
                <a:lnTo>
                  <a:pt x="34747" y="241300"/>
                </a:lnTo>
                <a:lnTo>
                  <a:pt x="31724" y="254000"/>
                </a:lnTo>
                <a:close/>
              </a:path>
              <a:path w="2240915" h="2514600">
                <a:moveTo>
                  <a:pt x="2220772" y="254000"/>
                </a:moveTo>
                <a:lnTo>
                  <a:pt x="2208758" y="254000"/>
                </a:lnTo>
                <a:lnTo>
                  <a:pt x="2205736" y="241300"/>
                </a:lnTo>
                <a:lnTo>
                  <a:pt x="2202624" y="241300"/>
                </a:lnTo>
                <a:lnTo>
                  <a:pt x="2199208" y="228600"/>
                </a:lnTo>
                <a:lnTo>
                  <a:pt x="2214410" y="228600"/>
                </a:lnTo>
                <a:lnTo>
                  <a:pt x="2217699" y="241300"/>
                </a:lnTo>
                <a:lnTo>
                  <a:pt x="2220772" y="254000"/>
                </a:lnTo>
                <a:close/>
              </a:path>
              <a:path w="2240915" h="2514600">
                <a:moveTo>
                  <a:pt x="21894" y="292100"/>
                </a:moveTo>
                <a:lnTo>
                  <a:pt x="9537" y="292100"/>
                </a:lnTo>
                <a:lnTo>
                  <a:pt x="11760" y="279400"/>
                </a:lnTo>
                <a:lnTo>
                  <a:pt x="14198" y="266700"/>
                </a:lnTo>
                <a:lnTo>
                  <a:pt x="16852" y="254000"/>
                </a:lnTo>
                <a:lnTo>
                  <a:pt x="31775" y="254000"/>
                </a:lnTo>
                <a:lnTo>
                  <a:pt x="28955" y="266700"/>
                </a:lnTo>
                <a:lnTo>
                  <a:pt x="26441" y="266700"/>
                </a:lnTo>
                <a:lnTo>
                  <a:pt x="24041" y="279400"/>
                </a:lnTo>
                <a:lnTo>
                  <a:pt x="21894" y="292100"/>
                </a:lnTo>
                <a:close/>
              </a:path>
              <a:path w="2240915" h="2514600">
                <a:moveTo>
                  <a:pt x="2230945" y="292100"/>
                </a:moveTo>
                <a:lnTo>
                  <a:pt x="2218588" y="292100"/>
                </a:lnTo>
                <a:lnTo>
                  <a:pt x="2216404" y="279400"/>
                </a:lnTo>
                <a:lnTo>
                  <a:pt x="2214041" y="266700"/>
                </a:lnTo>
                <a:lnTo>
                  <a:pt x="2211527" y="266700"/>
                </a:lnTo>
                <a:lnTo>
                  <a:pt x="2208707" y="254000"/>
                </a:lnTo>
                <a:lnTo>
                  <a:pt x="2223630" y="254000"/>
                </a:lnTo>
                <a:lnTo>
                  <a:pt x="2226284" y="266700"/>
                </a:lnTo>
                <a:lnTo>
                  <a:pt x="2228723" y="279400"/>
                </a:lnTo>
                <a:lnTo>
                  <a:pt x="2230945" y="292100"/>
                </a:lnTo>
                <a:close/>
              </a:path>
              <a:path w="2240915" h="2514600">
                <a:moveTo>
                  <a:pt x="16764" y="317500"/>
                </a:moveTo>
                <a:lnTo>
                  <a:pt x="4229" y="317500"/>
                </a:lnTo>
                <a:lnTo>
                  <a:pt x="5765" y="304800"/>
                </a:lnTo>
                <a:lnTo>
                  <a:pt x="7543" y="292100"/>
                </a:lnTo>
                <a:lnTo>
                  <a:pt x="20002" y="292100"/>
                </a:lnTo>
                <a:lnTo>
                  <a:pt x="18262" y="304800"/>
                </a:lnTo>
                <a:lnTo>
                  <a:pt x="16764" y="317500"/>
                </a:lnTo>
                <a:close/>
              </a:path>
              <a:path w="2240915" h="2514600">
                <a:moveTo>
                  <a:pt x="2236266" y="317500"/>
                </a:moveTo>
                <a:lnTo>
                  <a:pt x="2223719" y="317500"/>
                </a:lnTo>
                <a:lnTo>
                  <a:pt x="2222195" y="304800"/>
                </a:lnTo>
                <a:lnTo>
                  <a:pt x="2220480" y="292100"/>
                </a:lnTo>
                <a:lnTo>
                  <a:pt x="2232939" y="292100"/>
                </a:lnTo>
                <a:lnTo>
                  <a:pt x="2234717" y="304800"/>
                </a:lnTo>
                <a:lnTo>
                  <a:pt x="2236266" y="317500"/>
                </a:lnTo>
                <a:close/>
              </a:path>
              <a:path w="2240915" h="2514600">
                <a:moveTo>
                  <a:pt x="13042" y="355600"/>
                </a:moveTo>
                <a:lnTo>
                  <a:pt x="368" y="355600"/>
                </a:lnTo>
                <a:lnTo>
                  <a:pt x="977" y="342900"/>
                </a:lnTo>
                <a:lnTo>
                  <a:pt x="1816" y="330200"/>
                </a:lnTo>
                <a:lnTo>
                  <a:pt x="2908" y="317500"/>
                </a:lnTo>
                <a:lnTo>
                  <a:pt x="16789" y="317500"/>
                </a:lnTo>
                <a:lnTo>
                  <a:pt x="15494" y="330200"/>
                </a:lnTo>
                <a:lnTo>
                  <a:pt x="14465" y="330200"/>
                </a:lnTo>
                <a:lnTo>
                  <a:pt x="13627" y="342900"/>
                </a:lnTo>
                <a:lnTo>
                  <a:pt x="13042" y="355600"/>
                </a:lnTo>
                <a:close/>
              </a:path>
              <a:path w="2240915" h="2514600">
                <a:moveTo>
                  <a:pt x="2227795" y="368300"/>
                </a:moveTo>
                <a:lnTo>
                  <a:pt x="2227440" y="355600"/>
                </a:lnTo>
                <a:lnTo>
                  <a:pt x="2226843" y="342900"/>
                </a:lnTo>
                <a:lnTo>
                  <a:pt x="2226017" y="330200"/>
                </a:lnTo>
                <a:lnTo>
                  <a:pt x="2224989" y="330200"/>
                </a:lnTo>
                <a:lnTo>
                  <a:pt x="2223693" y="317500"/>
                </a:lnTo>
                <a:lnTo>
                  <a:pt x="2237574" y="317500"/>
                </a:lnTo>
                <a:lnTo>
                  <a:pt x="2238667" y="330200"/>
                </a:lnTo>
                <a:lnTo>
                  <a:pt x="2239518" y="342900"/>
                </a:lnTo>
                <a:lnTo>
                  <a:pt x="2240127" y="355600"/>
                </a:lnTo>
                <a:lnTo>
                  <a:pt x="2227795" y="355600"/>
                </a:lnTo>
                <a:lnTo>
                  <a:pt x="2227795" y="368300"/>
                </a:lnTo>
                <a:close/>
              </a:path>
              <a:path w="2240915" h="2514600">
                <a:moveTo>
                  <a:pt x="13639" y="2171700"/>
                </a:moveTo>
                <a:lnTo>
                  <a:pt x="977" y="2171700"/>
                </a:lnTo>
                <a:lnTo>
                  <a:pt x="368" y="2159000"/>
                </a:lnTo>
                <a:lnTo>
                  <a:pt x="0" y="2146300"/>
                </a:lnTo>
                <a:lnTo>
                  <a:pt x="0" y="355600"/>
                </a:lnTo>
                <a:lnTo>
                  <a:pt x="12687" y="355600"/>
                </a:lnTo>
                <a:lnTo>
                  <a:pt x="12687" y="2146300"/>
                </a:lnTo>
                <a:lnTo>
                  <a:pt x="13055" y="2159000"/>
                </a:lnTo>
                <a:lnTo>
                  <a:pt x="13639" y="2171700"/>
                </a:lnTo>
                <a:close/>
              </a:path>
              <a:path w="2240915" h="2514600">
                <a:moveTo>
                  <a:pt x="12687" y="368300"/>
                </a:moveTo>
                <a:lnTo>
                  <a:pt x="12687" y="355600"/>
                </a:lnTo>
                <a:lnTo>
                  <a:pt x="13055" y="355600"/>
                </a:lnTo>
                <a:lnTo>
                  <a:pt x="12687" y="368300"/>
                </a:lnTo>
                <a:close/>
              </a:path>
              <a:path w="2240915" h="2514600">
                <a:moveTo>
                  <a:pt x="2239518" y="2171700"/>
                </a:moveTo>
                <a:lnTo>
                  <a:pt x="2226843" y="2171700"/>
                </a:lnTo>
                <a:lnTo>
                  <a:pt x="2227440" y="2159000"/>
                </a:lnTo>
                <a:lnTo>
                  <a:pt x="2227795" y="2146300"/>
                </a:lnTo>
                <a:lnTo>
                  <a:pt x="2227795" y="355600"/>
                </a:lnTo>
                <a:lnTo>
                  <a:pt x="2240495" y="355600"/>
                </a:lnTo>
                <a:lnTo>
                  <a:pt x="2240495" y="2146300"/>
                </a:lnTo>
                <a:lnTo>
                  <a:pt x="2240127" y="2159000"/>
                </a:lnTo>
                <a:lnTo>
                  <a:pt x="2239518" y="2171700"/>
                </a:lnTo>
                <a:close/>
              </a:path>
              <a:path w="2240915" h="2514600">
                <a:moveTo>
                  <a:pt x="20002" y="2209800"/>
                </a:moveTo>
                <a:lnTo>
                  <a:pt x="5765" y="2209800"/>
                </a:lnTo>
                <a:lnTo>
                  <a:pt x="4229" y="2197100"/>
                </a:lnTo>
                <a:lnTo>
                  <a:pt x="2908" y="2184400"/>
                </a:lnTo>
                <a:lnTo>
                  <a:pt x="1816" y="2171700"/>
                </a:lnTo>
                <a:lnTo>
                  <a:pt x="14452" y="2171700"/>
                </a:lnTo>
                <a:lnTo>
                  <a:pt x="15519" y="2184400"/>
                </a:lnTo>
                <a:lnTo>
                  <a:pt x="16789" y="2197100"/>
                </a:lnTo>
                <a:lnTo>
                  <a:pt x="18262" y="2197100"/>
                </a:lnTo>
                <a:lnTo>
                  <a:pt x="20002" y="2209800"/>
                </a:lnTo>
                <a:close/>
              </a:path>
              <a:path w="2240915" h="2514600">
                <a:moveTo>
                  <a:pt x="2234717" y="2209800"/>
                </a:moveTo>
                <a:lnTo>
                  <a:pt x="2220480" y="2209800"/>
                </a:lnTo>
                <a:lnTo>
                  <a:pt x="2222233" y="2197100"/>
                </a:lnTo>
                <a:lnTo>
                  <a:pt x="2223693" y="2197100"/>
                </a:lnTo>
                <a:lnTo>
                  <a:pt x="2224989" y="2184400"/>
                </a:lnTo>
                <a:lnTo>
                  <a:pt x="2226043" y="2171700"/>
                </a:lnTo>
                <a:lnTo>
                  <a:pt x="2238667" y="2171700"/>
                </a:lnTo>
                <a:lnTo>
                  <a:pt x="2237574" y="2184400"/>
                </a:lnTo>
                <a:lnTo>
                  <a:pt x="2236266" y="2197100"/>
                </a:lnTo>
                <a:lnTo>
                  <a:pt x="2234717" y="2209800"/>
                </a:lnTo>
                <a:close/>
              </a:path>
              <a:path w="2240915" h="2514600">
                <a:moveTo>
                  <a:pt x="24079" y="2235200"/>
                </a:moveTo>
                <a:lnTo>
                  <a:pt x="11760" y="2235200"/>
                </a:lnTo>
                <a:lnTo>
                  <a:pt x="9537" y="2222500"/>
                </a:lnTo>
                <a:lnTo>
                  <a:pt x="7543" y="2209800"/>
                </a:lnTo>
                <a:lnTo>
                  <a:pt x="19977" y="2209800"/>
                </a:lnTo>
                <a:lnTo>
                  <a:pt x="21932" y="2222500"/>
                </a:lnTo>
                <a:lnTo>
                  <a:pt x="24079" y="2235200"/>
                </a:lnTo>
                <a:close/>
              </a:path>
              <a:path w="2240915" h="2514600">
                <a:moveTo>
                  <a:pt x="2228723" y="2235200"/>
                </a:moveTo>
                <a:lnTo>
                  <a:pt x="2216404" y="2235200"/>
                </a:lnTo>
                <a:lnTo>
                  <a:pt x="2218588" y="2222500"/>
                </a:lnTo>
                <a:lnTo>
                  <a:pt x="2220518" y="2209800"/>
                </a:lnTo>
                <a:lnTo>
                  <a:pt x="2232939" y="2209800"/>
                </a:lnTo>
                <a:lnTo>
                  <a:pt x="2230945" y="2222500"/>
                </a:lnTo>
                <a:lnTo>
                  <a:pt x="2228723" y="2235200"/>
                </a:lnTo>
                <a:close/>
              </a:path>
              <a:path w="2240915" h="2514600">
                <a:moveTo>
                  <a:pt x="37909" y="2273300"/>
                </a:moveTo>
                <a:lnTo>
                  <a:pt x="22796" y="2273300"/>
                </a:lnTo>
                <a:lnTo>
                  <a:pt x="19723" y="2260600"/>
                </a:lnTo>
                <a:lnTo>
                  <a:pt x="16852" y="2247900"/>
                </a:lnTo>
                <a:lnTo>
                  <a:pt x="14198" y="2235200"/>
                </a:lnTo>
                <a:lnTo>
                  <a:pt x="26390" y="2235200"/>
                </a:lnTo>
                <a:lnTo>
                  <a:pt x="29006" y="2247900"/>
                </a:lnTo>
                <a:lnTo>
                  <a:pt x="31775" y="2260600"/>
                </a:lnTo>
                <a:lnTo>
                  <a:pt x="34696" y="2260600"/>
                </a:lnTo>
                <a:lnTo>
                  <a:pt x="37909" y="2273300"/>
                </a:lnTo>
                <a:close/>
              </a:path>
              <a:path w="2240915" h="2514600">
                <a:moveTo>
                  <a:pt x="2217699" y="2273300"/>
                </a:moveTo>
                <a:lnTo>
                  <a:pt x="2202573" y="2273300"/>
                </a:lnTo>
                <a:lnTo>
                  <a:pt x="2205799" y="2260600"/>
                </a:lnTo>
                <a:lnTo>
                  <a:pt x="2208707" y="2260600"/>
                </a:lnTo>
                <a:lnTo>
                  <a:pt x="2211527" y="2247900"/>
                </a:lnTo>
                <a:lnTo>
                  <a:pt x="2214092" y="2235200"/>
                </a:lnTo>
                <a:lnTo>
                  <a:pt x="2226284" y="2235200"/>
                </a:lnTo>
                <a:lnTo>
                  <a:pt x="2223630" y="2247900"/>
                </a:lnTo>
                <a:lnTo>
                  <a:pt x="2220772" y="2260600"/>
                </a:lnTo>
                <a:lnTo>
                  <a:pt x="2217699" y="2273300"/>
                </a:lnTo>
                <a:close/>
              </a:path>
              <a:path w="2240915" h="2514600">
                <a:moveTo>
                  <a:pt x="48590" y="2298700"/>
                </a:moveTo>
                <a:lnTo>
                  <a:pt x="33235" y="2298700"/>
                </a:lnTo>
                <a:lnTo>
                  <a:pt x="29552" y="2286000"/>
                </a:lnTo>
                <a:lnTo>
                  <a:pt x="26073" y="2273300"/>
                </a:lnTo>
                <a:lnTo>
                  <a:pt x="37858" y="2273300"/>
                </a:lnTo>
                <a:lnTo>
                  <a:pt x="41287" y="2286000"/>
                </a:lnTo>
                <a:lnTo>
                  <a:pt x="44780" y="2286000"/>
                </a:lnTo>
                <a:lnTo>
                  <a:pt x="48590" y="2298700"/>
                </a:lnTo>
                <a:close/>
              </a:path>
              <a:path w="2240915" h="2514600">
                <a:moveTo>
                  <a:pt x="2207247" y="2298700"/>
                </a:moveTo>
                <a:lnTo>
                  <a:pt x="2191893" y="2298700"/>
                </a:lnTo>
                <a:lnTo>
                  <a:pt x="2195703" y="2286000"/>
                </a:lnTo>
                <a:lnTo>
                  <a:pt x="2199208" y="2286000"/>
                </a:lnTo>
                <a:lnTo>
                  <a:pt x="2202624" y="2273300"/>
                </a:lnTo>
                <a:lnTo>
                  <a:pt x="2214410" y="2273300"/>
                </a:lnTo>
                <a:lnTo>
                  <a:pt x="2210930" y="2286000"/>
                </a:lnTo>
                <a:lnTo>
                  <a:pt x="2207247" y="2298700"/>
                </a:lnTo>
                <a:close/>
              </a:path>
              <a:path w="2240915" h="2514600">
                <a:moveTo>
                  <a:pt x="60960" y="2324100"/>
                </a:moveTo>
                <a:lnTo>
                  <a:pt x="45466" y="2324100"/>
                </a:lnTo>
                <a:lnTo>
                  <a:pt x="41198" y="2311400"/>
                </a:lnTo>
                <a:lnTo>
                  <a:pt x="37122" y="2298700"/>
                </a:lnTo>
                <a:lnTo>
                  <a:pt x="52463" y="2298700"/>
                </a:lnTo>
                <a:lnTo>
                  <a:pt x="56654" y="2311400"/>
                </a:lnTo>
                <a:lnTo>
                  <a:pt x="60960" y="2324100"/>
                </a:lnTo>
                <a:close/>
              </a:path>
              <a:path w="2240915" h="2514600">
                <a:moveTo>
                  <a:pt x="2195029" y="2324100"/>
                </a:moveTo>
                <a:lnTo>
                  <a:pt x="2179523" y="2324100"/>
                </a:lnTo>
                <a:lnTo>
                  <a:pt x="2183904" y="2311400"/>
                </a:lnTo>
                <a:lnTo>
                  <a:pt x="2188019" y="2298700"/>
                </a:lnTo>
                <a:lnTo>
                  <a:pt x="2203361" y="2298700"/>
                </a:lnTo>
                <a:lnTo>
                  <a:pt x="2199297" y="2311400"/>
                </a:lnTo>
                <a:lnTo>
                  <a:pt x="2195029" y="2324100"/>
                </a:lnTo>
                <a:close/>
              </a:path>
              <a:path w="2240915" h="2514600">
                <a:moveTo>
                  <a:pt x="70116" y="2336800"/>
                </a:moveTo>
                <a:lnTo>
                  <a:pt x="54559" y="2336800"/>
                </a:lnTo>
                <a:lnTo>
                  <a:pt x="49911" y="2324100"/>
                </a:lnTo>
                <a:lnTo>
                  <a:pt x="65366" y="2324100"/>
                </a:lnTo>
                <a:lnTo>
                  <a:pt x="70116" y="2336800"/>
                </a:lnTo>
                <a:close/>
              </a:path>
              <a:path w="2240915" h="2514600">
                <a:moveTo>
                  <a:pt x="2185936" y="2336800"/>
                </a:moveTo>
                <a:lnTo>
                  <a:pt x="2170379" y="2336800"/>
                </a:lnTo>
                <a:lnTo>
                  <a:pt x="2175116" y="2324100"/>
                </a:lnTo>
                <a:lnTo>
                  <a:pt x="2190572" y="2324100"/>
                </a:lnTo>
                <a:lnTo>
                  <a:pt x="2185936" y="2336800"/>
                </a:lnTo>
                <a:close/>
              </a:path>
              <a:path w="2240915" h="2514600">
                <a:moveTo>
                  <a:pt x="85128" y="2362200"/>
                </a:moveTo>
                <a:lnTo>
                  <a:pt x="69557" y="2362200"/>
                </a:lnTo>
                <a:lnTo>
                  <a:pt x="64376" y="2349500"/>
                </a:lnTo>
                <a:lnTo>
                  <a:pt x="59385" y="2336800"/>
                </a:lnTo>
                <a:lnTo>
                  <a:pt x="74866" y="2336800"/>
                </a:lnTo>
                <a:lnTo>
                  <a:pt x="79946" y="2349500"/>
                </a:lnTo>
                <a:lnTo>
                  <a:pt x="85128" y="2362200"/>
                </a:lnTo>
                <a:close/>
              </a:path>
              <a:path w="2240915" h="2514600">
                <a:moveTo>
                  <a:pt x="2170925" y="2362200"/>
                </a:moveTo>
                <a:lnTo>
                  <a:pt x="2155355" y="2362200"/>
                </a:lnTo>
                <a:lnTo>
                  <a:pt x="2160625" y="2349500"/>
                </a:lnTo>
                <a:lnTo>
                  <a:pt x="2165629" y="2336800"/>
                </a:lnTo>
                <a:lnTo>
                  <a:pt x="2181110" y="2336800"/>
                </a:lnTo>
                <a:lnTo>
                  <a:pt x="2176106" y="2349500"/>
                </a:lnTo>
                <a:lnTo>
                  <a:pt x="2170925" y="2362200"/>
                </a:lnTo>
                <a:close/>
              </a:path>
              <a:path w="2240915" h="2514600">
                <a:moveTo>
                  <a:pt x="95961" y="2374900"/>
                </a:moveTo>
                <a:lnTo>
                  <a:pt x="80429" y="2374900"/>
                </a:lnTo>
                <a:lnTo>
                  <a:pt x="74904" y="2362200"/>
                </a:lnTo>
                <a:lnTo>
                  <a:pt x="90373" y="2362200"/>
                </a:lnTo>
                <a:lnTo>
                  <a:pt x="95961" y="2374900"/>
                </a:lnTo>
                <a:close/>
              </a:path>
              <a:path w="2240915" h="2514600">
                <a:moveTo>
                  <a:pt x="2160054" y="2374900"/>
                </a:moveTo>
                <a:lnTo>
                  <a:pt x="2144522" y="2374900"/>
                </a:lnTo>
                <a:lnTo>
                  <a:pt x="2150110" y="2362200"/>
                </a:lnTo>
                <a:lnTo>
                  <a:pt x="2165578" y="2362200"/>
                </a:lnTo>
                <a:lnTo>
                  <a:pt x="2160054" y="2374900"/>
                </a:lnTo>
                <a:close/>
              </a:path>
              <a:path w="2240915" h="2514600">
                <a:moveTo>
                  <a:pt x="107442" y="2387600"/>
                </a:moveTo>
                <a:lnTo>
                  <a:pt x="91973" y="2387600"/>
                </a:lnTo>
                <a:lnTo>
                  <a:pt x="86118" y="2374900"/>
                </a:lnTo>
                <a:lnTo>
                  <a:pt x="101523" y="2374900"/>
                </a:lnTo>
                <a:lnTo>
                  <a:pt x="107442" y="2387600"/>
                </a:lnTo>
                <a:close/>
              </a:path>
              <a:path w="2240915" h="2514600">
                <a:moveTo>
                  <a:pt x="2148509" y="2387600"/>
                </a:moveTo>
                <a:lnTo>
                  <a:pt x="2133041" y="2387600"/>
                </a:lnTo>
                <a:lnTo>
                  <a:pt x="2138959" y="2374900"/>
                </a:lnTo>
                <a:lnTo>
                  <a:pt x="2154364" y="2374900"/>
                </a:lnTo>
                <a:lnTo>
                  <a:pt x="2148509" y="2387600"/>
                </a:lnTo>
                <a:close/>
              </a:path>
              <a:path w="2240915" h="2514600">
                <a:moveTo>
                  <a:pt x="119532" y="2400300"/>
                </a:moveTo>
                <a:lnTo>
                  <a:pt x="104165" y="2400300"/>
                </a:lnTo>
                <a:lnTo>
                  <a:pt x="97993" y="2387600"/>
                </a:lnTo>
                <a:lnTo>
                  <a:pt x="113309" y="2387600"/>
                </a:lnTo>
                <a:lnTo>
                  <a:pt x="119532" y="2400300"/>
                </a:lnTo>
                <a:close/>
              </a:path>
              <a:path w="2240915" h="2514600">
                <a:moveTo>
                  <a:pt x="2136317" y="2400300"/>
                </a:moveTo>
                <a:lnTo>
                  <a:pt x="2120950" y="2400300"/>
                </a:lnTo>
                <a:lnTo>
                  <a:pt x="2127186" y="2387600"/>
                </a:lnTo>
                <a:lnTo>
                  <a:pt x="2142490" y="2387600"/>
                </a:lnTo>
                <a:lnTo>
                  <a:pt x="2136317" y="2400300"/>
                </a:lnTo>
                <a:close/>
              </a:path>
              <a:path w="2240915" h="2514600">
                <a:moveTo>
                  <a:pt x="132206" y="2413000"/>
                </a:moveTo>
                <a:lnTo>
                  <a:pt x="116979" y="2413000"/>
                </a:lnTo>
                <a:lnTo>
                  <a:pt x="110502" y="2400300"/>
                </a:lnTo>
                <a:lnTo>
                  <a:pt x="125691" y="2400300"/>
                </a:lnTo>
                <a:lnTo>
                  <a:pt x="132206" y="2413000"/>
                </a:lnTo>
                <a:close/>
              </a:path>
              <a:path w="2240915" h="2514600">
                <a:moveTo>
                  <a:pt x="2123503" y="2413000"/>
                </a:moveTo>
                <a:lnTo>
                  <a:pt x="2108276" y="2413000"/>
                </a:lnTo>
                <a:lnTo>
                  <a:pt x="2114791" y="2400300"/>
                </a:lnTo>
                <a:lnTo>
                  <a:pt x="2129993" y="2400300"/>
                </a:lnTo>
                <a:lnTo>
                  <a:pt x="2123503" y="2413000"/>
                </a:lnTo>
                <a:close/>
              </a:path>
              <a:path w="2240915" h="2514600">
                <a:moveTo>
                  <a:pt x="145453" y="2425700"/>
                </a:moveTo>
                <a:lnTo>
                  <a:pt x="130390" y="2425700"/>
                </a:lnTo>
                <a:lnTo>
                  <a:pt x="123609" y="2413000"/>
                </a:lnTo>
                <a:lnTo>
                  <a:pt x="138645" y="2413000"/>
                </a:lnTo>
                <a:lnTo>
                  <a:pt x="145453" y="2425700"/>
                </a:lnTo>
                <a:close/>
              </a:path>
              <a:path w="2240915" h="2514600">
                <a:moveTo>
                  <a:pt x="2110092" y="2425700"/>
                </a:moveTo>
                <a:lnTo>
                  <a:pt x="2095030" y="2425700"/>
                </a:lnTo>
                <a:lnTo>
                  <a:pt x="2101837" y="2413000"/>
                </a:lnTo>
                <a:lnTo>
                  <a:pt x="2116874" y="2413000"/>
                </a:lnTo>
                <a:lnTo>
                  <a:pt x="2110092" y="2425700"/>
                </a:lnTo>
                <a:close/>
              </a:path>
              <a:path w="2240915" h="2514600">
                <a:moveTo>
                  <a:pt x="166344" y="2438400"/>
                </a:moveTo>
                <a:lnTo>
                  <a:pt x="144386" y="2438400"/>
                </a:lnTo>
                <a:lnTo>
                  <a:pt x="137312" y="2425700"/>
                </a:lnTo>
                <a:lnTo>
                  <a:pt x="159130" y="2425700"/>
                </a:lnTo>
                <a:lnTo>
                  <a:pt x="166344" y="2438400"/>
                </a:lnTo>
                <a:close/>
              </a:path>
              <a:path w="2240915" h="2514600">
                <a:moveTo>
                  <a:pt x="2096109" y="2438400"/>
                </a:moveTo>
                <a:lnTo>
                  <a:pt x="2074138" y="2438400"/>
                </a:lnTo>
                <a:lnTo>
                  <a:pt x="2081352" y="2425700"/>
                </a:lnTo>
                <a:lnTo>
                  <a:pt x="2103170" y="2425700"/>
                </a:lnTo>
                <a:lnTo>
                  <a:pt x="2096109" y="2438400"/>
                </a:lnTo>
                <a:close/>
              </a:path>
              <a:path w="2240915" h="2514600">
                <a:moveTo>
                  <a:pt x="180911" y="2451100"/>
                </a:moveTo>
                <a:lnTo>
                  <a:pt x="158927" y="2451100"/>
                </a:lnTo>
                <a:lnTo>
                  <a:pt x="151587" y="2438400"/>
                </a:lnTo>
                <a:lnTo>
                  <a:pt x="173431" y="2438400"/>
                </a:lnTo>
                <a:lnTo>
                  <a:pt x="180911" y="2451100"/>
                </a:lnTo>
                <a:close/>
              </a:path>
              <a:path w="2240915" h="2514600">
                <a:moveTo>
                  <a:pt x="2081568" y="2451100"/>
                </a:moveTo>
                <a:lnTo>
                  <a:pt x="2059571" y="2451100"/>
                </a:lnTo>
                <a:lnTo>
                  <a:pt x="2067052" y="2438400"/>
                </a:lnTo>
                <a:lnTo>
                  <a:pt x="2088908" y="2438400"/>
                </a:lnTo>
                <a:lnTo>
                  <a:pt x="2081568" y="2451100"/>
                </a:lnTo>
                <a:close/>
              </a:path>
              <a:path w="2240915" h="2514600">
                <a:moveTo>
                  <a:pt x="203657" y="2463800"/>
                </a:moveTo>
                <a:lnTo>
                  <a:pt x="181711" y="2463800"/>
                </a:lnTo>
                <a:lnTo>
                  <a:pt x="173990" y="2451100"/>
                </a:lnTo>
                <a:lnTo>
                  <a:pt x="195834" y="2451100"/>
                </a:lnTo>
                <a:lnTo>
                  <a:pt x="203657" y="2463800"/>
                </a:lnTo>
                <a:close/>
              </a:path>
              <a:path w="2240915" h="2514600">
                <a:moveTo>
                  <a:pt x="2058771" y="2463800"/>
                </a:moveTo>
                <a:lnTo>
                  <a:pt x="2036826" y="2463800"/>
                </a:lnTo>
                <a:lnTo>
                  <a:pt x="2044661" y="2451100"/>
                </a:lnTo>
                <a:lnTo>
                  <a:pt x="2066493" y="2451100"/>
                </a:lnTo>
                <a:lnTo>
                  <a:pt x="2058771" y="2463800"/>
                </a:lnTo>
                <a:close/>
              </a:path>
              <a:path w="2240915" h="2514600">
                <a:moveTo>
                  <a:pt x="227431" y="2476500"/>
                </a:moveTo>
                <a:lnTo>
                  <a:pt x="205613" y="2476500"/>
                </a:lnTo>
                <a:lnTo>
                  <a:pt x="197535" y="2463800"/>
                </a:lnTo>
                <a:lnTo>
                  <a:pt x="219265" y="2463800"/>
                </a:lnTo>
                <a:lnTo>
                  <a:pt x="227431" y="2476500"/>
                </a:lnTo>
                <a:close/>
              </a:path>
              <a:path w="2240915" h="2514600">
                <a:moveTo>
                  <a:pt x="2034870" y="2476500"/>
                </a:moveTo>
                <a:lnTo>
                  <a:pt x="2013051" y="2476500"/>
                </a:lnTo>
                <a:lnTo>
                  <a:pt x="2021230" y="2463800"/>
                </a:lnTo>
                <a:lnTo>
                  <a:pt x="2042960" y="2463800"/>
                </a:lnTo>
                <a:lnTo>
                  <a:pt x="2034870" y="2476500"/>
                </a:lnTo>
                <a:close/>
              </a:path>
              <a:path w="2240915" h="2514600">
                <a:moveTo>
                  <a:pt x="260578" y="2489200"/>
                </a:moveTo>
                <a:lnTo>
                  <a:pt x="230555" y="2489200"/>
                </a:lnTo>
                <a:lnTo>
                  <a:pt x="222135" y="2476500"/>
                </a:lnTo>
                <a:lnTo>
                  <a:pt x="251993" y="2476500"/>
                </a:lnTo>
                <a:lnTo>
                  <a:pt x="260578" y="2489200"/>
                </a:lnTo>
                <a:close/>
              </a:path>
              <a:path w="2240915" h="2514600">
                <a:moveTo>
                  <a:pt x="2009940" y="2489200"/>
                </a:moveTo>
                <a:lnTo>
                  <a:pt x="1979904" y="2489200"/>
                </a:lnTo>
                <a:lnTo>
                  <a:pt x="1988489" y="2476500"/>
                </a:lnTo>
                <a:lnTo>
                  <a:pt x="2018360" y="2476500"/>
                </a:lnTo>
                <a:lnTo>
                  <a:pt x="2009940" y="2489200"/>
                </a:lnTo>
                <a:close/>
              </a:path>
              <a:path w="2240915" h="2514600">
                <a:moveTo>
                  <a:pt x="313029" y="2501900"/>
                </a:moveTo>
                <a:lnTo>
                  <a:pt x="256438" y="2501900"/>
                </a:lnTo>
                <a:lnTo>
                  <a:pt x="247700" y="2489200"/>
                </a:lnTo>
                <a:lnTo>
                  <a:pt x="303923" y="2489200"/>
                </a:lnTo>
                <a:lnTo>
                  <a:pt x="313029" y="2501900"/>
                </a:lnTo>
                <a:close/>
              </a:path>
              <a:path w="2240915" h="2514600">
                <a:moveTo>
                  <a:pt x="1984057" y="2501900"/>
                </a:moveTo>
                <a:lnTo>
                  <a:pt x="1927453" y="2501900"/>
                </a:lnTo>
                <a:lnTo>
                  <a:pt x="1936559" y="2489200"/>
                </a:lnTo>
                <a:lnTo>
                  <a:pt x="1992782" y="2489200"/>
                </a:lnTo>
                <a:lnTo>
                  <a:pt x="1984057" y="2501900"/>
                </a:lnTo>
                <a:close/>
              </a:path>
              <a:path w="2240915" h="2514600">
                <a:moveTo>
                  <a:pt x="1929765" y="2514600"/>
                </a:moveTo>
                <a:lnTo>
                  <a:pt x="310718" y="2514600"/>
                </a:lnTo>
                <a:lnTo>
                  <a:pt x="301459" y="2501900"/>
                </a:lnTo>
                <a:lnTo>
                  <a:pt x="1939023" y="2501900"/>
                </a:lnTo>
                <a:lnTo>
                  <a:pt x="1929765" y="2514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67276" y="1486319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12085" y="1295539"/>
            <a:ext cx="1497330" cy="1480820"/>
          </a:xfrm>
          <a:custGeom>
            <a:avLst/>
            <a:gdLst/>
            <a:ahLst/>
            <a:cxnLst/>
            <a:rect l="l" t="t" r="r" b="b"/>
            <a:pathLst>
              <a:path w="1497329" h="1480820">
                <a:moveTo>
                  <a:pt x="14287" y="1466075"/>
                </a:moveTo>
                <a:lnTo>
                  <a:pt x="0" y="1466075"/>
                </a:lnTo>
                <a:lnTo>
                  <a:pt x="0" y="1380350"/>
                </a:lnTo>
                <a:lnTo>
                  <a:pt x="28575" y="1380350"/>
                </a:lnTo>
                <a:lnTo>
                  <a:pt x="28575" y="1451787"/>
                </a:lnTo>
                <a:lnTo>
                  <a:pt x="14287" y="1451787"/>
                </a:lnTo>
                <a:lnTo>
                  <a:pt x="14287" y="1466075"/>
                </a:lnTo>
                <a:close/>
              </a:path>
              <a:path w="1497329" h="1480820">
                <a:moveTo>
                  <a:pt x="25349" y="1480362"/>
                </a:moveTo>
                <a:lnTo>
                  <a:pt x="14287" y="1480362"/>
                </a:lnTo>
                <a:lnTo>
                  <a:pt x="14287" y="1451787"/>
                </a:lnTo>
                <a:lnTo>
                  <a:pt x="25349" y="1451787"/>
                </a:lnTo>
                <a:lnTo>
                  <a:pt x="25349" y="1480362"/>
                </a:lnTo>
                <a:close/>
              </a:path>
              <a:path w="1497329" h="1480820">
                <a:moveTo>
                  <a:pt x="28575" y="1466075"/>
                </a:moveTo>
                <a:lnTo>
                  <a:pt x="25349" y="1466075"/>
                </a:lnTo>
                <a:lnTo>
                  <a:pt x="25349" y="1451787"/>
                </a:lnTo>
                <a:lnTo>
                  <a:pt x="28575" y="1451787"/>
                </a:lnTo>
                <a:lnTo>
                  <a:pt x="28575" y="1466075"/>
                </a:lnTo>
                <a:close/>
              </a:path>
              <a:path w="1497329" h="1480820">
                <a:moveTo>
                  <a:pt x="28575" y="1351775"/>
                </a:moveTo>
                <a:lnTo>
                  <a:pt x="0" y="1351775"/>
                </a:lnTo>
                <a:lnTo>
                  <a:pt x="0" y="1266050"/>
                </a:lnTo>
                <a:lnTo>
                  <a:pt x="28575" y="1266050"/>
                </a:lnTo>
                <a:lnTo>
                  <a:pt x="28575" y="1351775"/>
                </a:lnTo>
                <a:close/>
              </a:path>
              <a:path w="1497329" h="1480820">
                <a:moveTo>
                  <a:pt x="28575" y="1237475"/>
                </a:moveTo>
                <a:lnTo>
                  <a:pt x="0" y="1237475"/>
                </a:lnTo>
                <a:lnTo>
                  <a:pt x="0" y="1151750"/>
                </a:lnTo>
                <a:lnTo>
                  <a:pt x="28575" y="1151750"/>
                </a:lnTo>
                <a:lnTo>
                  <a:pt x="28575" y="1237475"/>
                </a:lnTo>
                <a:close/>
              </a:path>
              <a:path w="1497329" h="1480820">
                <a:moveTo>
                  <a:pt x="28575" y="1123175"/>
                </a:moveTo>
                <a:lnTo>
                  <a:pt x="0" y="1123175"/>
                </a:lnTo>
                <a:lnTo>
                  <a:pt x="0" y="1037450"/>
                </a:lnTo>
                <a:lnTo>
                  <a:pt x="28575" y="1037450"/>
                </a:lnTo>
                <a:lnTo>
                  <a:pt x="28575" y="1123175"/>
                </a:lnTo>
                <a:close/>
              </a:path>
              <a:path w="1497329" h="1480820">
                <a:moveTo>
                  <a:pt x="28575" y="1008875"/>
                </a:moveTo>
                <a:lnTo>
                  <a:pt x="0" y="1008875"/>
                </a:lnTo>
                <a:lnTo>
                  <a:pt x="0" y="923150"/>
                </a:lnTo>
                <a:lnTo>
                  <a:pt x="28575" y="923150"/>
                </a:lnTo>
                <a:lnTo>
                  <a:pt x="28575" y="1008875"/>
                </a:lnTo>
                <a:close/>
              </a:path>
              <a:path w="1497329" h="1480820">
                <a:moveTo>
                  <a:pt x="28575" y="894575"/>
                </a:moveTo>
                <a:lnTo>
                  <a:pt x="0" y="894575"/>
                </a:lnTo>
                <a:lnTo>
                  <a:pt x="0" y="808850"/>
                </a:lnTo>
                <a:lnTo>
                  <a:pt x="28575" y="808850"/>
                </a:lnTo>
                <a:lnTo>
                  <a:pt x="28575" y="894575"/>
                </a:lnTo>
                <a:close/>
              </a:path>
              <a:path w="1497329" h="1480820">
                <a:moveTo>
                  <a:pt x="28575" y="780275"/>
                </a:moveTo>
                <a:lnTo>
                  <a:pt x="0" y="780275"/>
                </a:lnTo>
                <a:lnTo>
                  <a:pt x="0" y="694550"/>
                </a:lnTo>
                <a:lnTo>
                  <a:pt x="28575" y="694550"/>
                </a:lnTo>
                <a:lnTo>
                  <a:pt x="28575" y="780275"/>
                </a:lnTo>
                <a:close/>
              </a:path>
              <a:path w="1497329" h="1480820">
                <a:moveTo>
                  <a:pt x="28575" y="665975"/>
                </a:moveTo>
                <a:lnTo>
                  <a:pt x="0" y="665975"/>
                </a:lnTo>
                <a:lnTo>
                  <a:pt x="0" y="580250"/>
                </a:lnTo>
                <a:lnTo>
                  <a:pt x="28575" y="580250"/>
                </a:lnTo>
                <a:lnTo>
                  <a:pt x="28575" y="665975"/>
                </a:lnTo>
                <a:close/>
              </a:path>
              <a:path w="1497329" h="1480820">
                <a:moveTo>
                  <a:pt x="28575" y="551675"/>
                </a:moveTo>
                <a:lnTo>
                  <a:pt x="0" y="551675"/>
                </a:lnTo>
                <a:lnTo>
                  <a:pt x="0" y="465950"/>
                </a:lnTo>
                <a:lnTo>
                  <a:pt x="28575" y="465950"/>
                </a:lnTo>
                <a:lnTo>
                  <a:pt x="28575" y="551675"/>
                </a:lnTo>
                <a:close/>
              </a:path>
              <a:path w="1497329" h="1480820">
                <a:moveTo>
                  <a:pt x="28575" y="437375"/>
                </a:moveTo>
                <a:lnTo>
                  <a:pt x="0" y="437375"/>
                </a:lnTo>
                <a:lnTo>
                  <a:pt x="0" y="351650"/>
                </a:lnTo>
                <a:lnTo>
                  <a:pt x="28575" y="351650"/>
                </a:lnTo>
                <a:lnTo>
                  <a:pt x="28575" y="437375"/>
                </a:lnTo>
                <a:close/>
              </a:path>
              <a:path w="1497329" h="1480820">
                <a:moveTo>
                  <a:pt x="28575" y="323075"/>
                </a:moveTo>
                <a:lnTo>
                  <a:pt x="0" y="323075"/>
                </a:lnTo>
                <a:lnTo>
                  <a:pt x="0" y="237350"/>
                </a:lnTo>
                <a:lnTo>
                  <a:pt x="28575" y="237350"/>
                </a:lnTo>
                <a:lnTo>
                  <a:pt x="28575" y="323075"/>
                </a:lnTo>
                <a:close/>
              </a:path>
              <a:path w="1497329" h="1480820">
                <a:moveTo>
                  <a:pt x="28575" y="208775"/>
                </a:moveTo>
                <a:lnTo>
                  <a:pt x="0" y="208775"/>
                </a:lnTo>
                <a:lnTo>
                  <a:pt x="0" y="123050"/>
                </a:lnTo>
                <a:lnTo>
                  <a:pt x="28575" y="123050"/>
                </a:lnTo>
                <a:lnTo>
                  <a:pt x="28575" y="208775"/>
                </a:lnTo>
                <a:close/>
              </a:path>
              <a:path w="1497329" h="1480820">
                <a:moveTo>
                  <a:pt x="28575" y="94475"/>
                </a:moveTo>
                <a:lnTo>
                  <a:pt x="0" y="94475"/>
                </a:lnTo>
                <a:lnTo>
                  <a:pt x="0" y="0"/>
                </a:lnTo>
                <a:lnTo>
                  <a:pt x="19837" y="0"/>
                </a:lnTo>
                <a:lnTo>
                  <a:pt x="19837" y="23025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94475"/>
                </a:lnTo>
                <a:close/>
              </a:path>
              <a:path w="1497329" h="1480820">
                <a:moveTo>
                  <a:pt x="28575" y="28575"/>
                </a:moveTo>
                <a:lnTo>
                  <a:pt x="19837" y="28575"/>
                </a:lnTo>
                <a:lnTo>
                  <a:pt x="19837" y="2302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97329" h="1480820">
                <a:moveTo>
                  <a:pt x="19837" y="28575"/>
                </a:moveTo>
                <a:lnTo>
                  <a:pt x="14287" y="28575"/>
                </a:lnTo>
                <a:lnTo>
                  <a:pt x="19837" y="23025"/>
                </a:lnTo>
                <a:lnTo>
                  <a:pt x="19837" y="28575"/>
                </a:lnTo>
                <a:close/>
              </a:path>
              <a:path w="1497329" h="1480820">
                <a:moveTo>
                  <a:pt x="134137" y="28575"/>
                </a:moveTo>
                <a:lnTo>
                  <a:pt x="48412" y="28575"/>
                </a:lnTo>
                <a:lnTo>
                  <a:pt x="48412" y="0"/>
                </a:lnTo>
                <a:lnTo>
                  <a:pt x="134137" y="0"/>
                </a:lnTo>
                <a:lnTo>
                  <a:pt x="134137" y="28575"/>
                </a:lnTo>
                <a:close/>
              </a:path>
              <a:path w="1497329" h="1480820">
                <a:moveTo>
                  <a:pt x="248437" y="28575"/>
                </a:moveTo>
                <a:lnTo>
                  <a:pt x="162712" y="28575"/>
                </a:lnTo>
                <a:lnTo>
                  <a:pt x="162712" y="0"/>
                </a:lnTo>
                <a:lnTo>
                  <a:pt x="248437" y="0"/>
                </a:lnTo>
                <a:lnTo>
                  <a:pt x="248437" y="28575"/>
                </a:lnTo>
                <a:close/>
              </a:path>
              <a:path w="1497329" h="1480820">
                <a:moveTo>
                  <a:pt x="362737" y="28575"/>
                </a:moveTo>
                <a:lnTo>
                  <a:pt x="277012" y="28575"/>
                </a:lnTo>
                <a:lnTo>
                  <a:pt x="277012" y="0"/>
                </a:lnTo>
                <a:lnTo>
                  <a:pt x="362737" y="0"/>
                </a:lnTo>
                <a:lnTo>
                  <a:pt x="362737" y="28575"/>
                </a:lnTo>
                <a:close/>
              </a:path>
              <a:path w="1497329" h="1480820">
                <a:moveTo>
                  <a:pt x="477037" y="28575"/>
                </a:moveTo>
                <a:lnTo>
                  <a:pt x="391312" y="28575"/>
                </a:lnTo>
                <a:lnTo>
                  <a:pt x="391312" y="0"/>
                </a:lnTo>
                <a:lnTo>
                  <a:pt x="477037" y="0"/>
                </a:lnTo>
                <a:lnTo>
                  <a:pt x="477037" y="28575"/>
                </a:lnTo>
                <a:close/>
              </a:path>
              <a:path w="1497329" h="1480820">
                <a:moveTo>
                  <a:pt x="591337" y="28575"/>
                </a:moveTo>
                <a:lnTo>
                  <a:pt x="505612" y="28575"/>
                </a:lnTo>
                <a:lnTo>
                  <a:pt x="505612" y="0"/>
                </a:lnTo>
                <a:lnTo>
                  <a:pt x="591337" y="0"/>
                </a:lnTo>
                <a:lnTo>
                  <a:pt x="591337" y="28575"/>
                </a:lnTo>
                <a:close/>
              </a:path>
              <a:path w="1497329" h="1480820">
                <a:moveTo>
                  <a:pt x="705637" y="28575"/>
                </a:moveTo>
                <a:lnTo>
                  <a:pt x="619912" y="28575"/>
                </a:lnTo>
                <a:lnTo>
                  <a:pt x="619912" y="0"/>
                </a:lnTo>
                <a:lnTo>
                  <a:pt x="705637" y="0"/>
                </a:lnTo>
                <a:lnTo>
                  <a:pt x="705637" y="28575"/>
                </a:lnTo>
                <a:close/>
              </a:path>
              <a:path w="1497329" h="1480820">
                <a:moveTo>
                  <a:pt x="819937" y="28575"/>
                </a:moveTo>
                <a:lnTo>
                  <a:pt x="734212" y="28575"/>
                </a:lnTo>
                <a:lnTo>
                  <a:pt x="734212" y="0"/>
                </a:lnTo>
                <a:lnTo>
                  <a:pt x="819937" y="0"/>
                </a:lnTo>
                <a:lnTo>
                  <a:pt x="819937" y="28575"/>
                </a:lnTo>
                <a:close/>
              </a:path>
              <a:path w="1497329" h="1480820">
                <a:moveTo>
                  <a:pt x="934237" y="28575"/>
                </a:moveTo>
                <a:lnTo>
                  <a:pt x="848512" y="28575"/>
                </a:lnTo>
                <a:lnTo>
                  <a:pt x="848512" y="0"/>
                </a:lnTo>
                <a:lnTo>
                  <a:pt x="934237" y="0"/>
                </a:lnTo>
                <a:lnTo>
                  <a:pt x="934237" y="28575"/>
                </a:lnTo>
                <a:close/>
              </a:path>
              <a:path w="1497329" h="1480820">
                <a:moveTo>
                  <a:pt x="1048537" y="28575"/>
                </a:moveTo>
                <a:lnTo>
                  <a:pt x="962812" y="28575"/>
                </a:lnTo>
                <a:lnTo>
                  <a:pt x="962812" y="0"/>
                </a:lnTo>
                <a:lnTo>
                  <a:pt x="1048537" y="0"/>
                </a:lnTo>
                <a:lnTo>
                  <a:pt x="1048537" y="28575"/>
                </a:lnTo>
                <a:close/>
              </a:path>
              <a:path w="1497329" h="1480820">
                <a:moveTo>
                  <a:pt x="1162837" y="28575"/>
                </a:moveTo>
                <a:lnTo>
                  <a:pt x="1077112" y="28575"/>
                </a:lnTo>
                <a:lnTo>
                  <a:pt x="1077112" y="0"/>
                </a:lnTo>
                <a:lnTo>
                  <a:pt x="1162837" y="0"/>
                </a:lnTo>
                <a:lnTo>
                  <a:pt x="1162837" y="28575"/>
                </a:lnTo>
                <a:close/>
              </a:path>
              <a:path w="1497329" h="1480820">
                <a:moveTo>
                  <a:pt x="1277137" y="28575"/>
                </a:moveTo>
                <a:lnTo>
                  <a:pt x="1191412" y="28575"/>
                </a:lnTo>
                <a:lnTo>
                  <a:pt x="1191412" y="0"/>
                </a:lnTo>
                <a:lnTo>
                  <a:pt x="1277137" y="0"/>
                </a:lnTo>
                <a:lnTo>
                  <a:pt x="1277137" y="28575"/>
                </a:lnTo>
                <a:close/>
              </a:path>
              <a:path w="1497329" h="1480820">
                <a:moveTo>
                  <a:pt x="1391437" y="28575"/>
                </a:moveTo>
                <a:lnTo>
                  <a:pt x="1305712" y="28575"/>
                </a:lnTo>
                <a:lnTo>
                  <a:pt x="1305712" y="0"/>
                </a:lnTo>
                <a:lnTo>
                  <a:pt x="1391437" y="0"/>
                </a:lnTo>
                <a:lnTo>
                  <a:pt x="1391437" y="28575"/>
                </a:lnTo>
                <a:close/>
              </a:path>
              <a:path w="1497329" h="1480820">
                <a:moveTo>
                  <a:pt x="1468399" y="28575"/>
                </a:moveTo>
                <a:lnTo>
                  <a:pt x="1420012" y="28575"/>
                </a:lnTo>
                <a:lnTo>
                  <a:pt x="1420012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480820">
                <a:moveTo>
                  <a:pt x="1496974" y="37338"/>
                </a:moveTo>
                <a:lnTo>
                  <a:pt x="1468399" y="37338"/>
                </a:lnTo>
                <a:lnTo>
                  <a:pt x="1468399" y="14287"/>
                </a:lnTo>
                <a:lnTo>
                  <a:pt x="1482686" y="28575"/>
                </a:lnTo>
                <a:lnTo>
                  <a:pt x="1496974" y="28575"/>
                </a:lnTo>
                <a:lnTo>
                  <a:pt x="1496974" y="37338"/>
                </a:lnTo>
                <a:close/>
              </a:path>
              <a:path w="1497329" h="1480820">
                <a:moveTo>
                  <a:pt x="1496974" y="28575"/>
                </a:moveTo>
                <a:lnTo>
                  <a:pt x="1482686" y="28575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8575"/>
                </a:lnTo>
                <a:close/>
              </a:path>
              <a:path w="1497329" h="1480820">
                <a:moveTo>
                  <a:pt x="1496974" y="151638"/>
                </a:moveTo>
                <a:lnTo>
                  <a:pt x="1468399" y="151638"/>
                </a:lnTo>
                <a:lnTo>
                  <a:pt x="1468399" y="65913"/>
                </a:lnTo>
                <a:lnTo>
                  <a:pt x="1496974" y="65913"/>
                </a:lnTo>
                <a:lnTo>
                  <a:pt x="1496974" y="151638"/>
                </a:lnTo>
                <a:close/>
              </a:path>
              <a:path w="1497329" h="1480820">
                <a:moveTo>
                  <a:pt x="1496974" y="265938"/>
                </a:moveTo>
                <a:lnTo>
                  <a:pt x="1468399" y="265938"/>
                </a:lnTo>
                <a:lnTo>
                  <a:pt x="1468399" y="180213"/>
                </a:lnTo>
                <a:lnTo>
                  <a:pt x="1496974" y="180213"/>
                </a:lnTo>
                <a:lnTo>
                  <a:pt x="1496974" y="265938"/>
                </a:lnTo>
                <a:close/>
              </a:path>
              <a:path w="1497329" h="1480820">
                <a:moveTo>
                  <a:pt x="1496974" y="380238"/>
                </a:moveTo>
                <a:lnTo>
                  <a:pt x="1468399" y="380238"/>
                </a:lnTo>
                <a:lnTo>
                  <a:pt x="1468399" y="294513"/>
                </a:lnTo>
                <a:lnTo>
                  <a:pt x="1496974" y="294513"/>
                </a:lnTo>
                <a:lnTo>
                  <a:pt x="1496974" y="380238"/>
                </a:lnTo>
                <a:close/>
              </a:path>
              <a:path w="1497329" h="1480820">
                <a:moveTo>
                  <a:pt x="1496974" y="494538"/>
                </a:moveTo>
                <a:lnTo>
                  <a:pt x="1468399" y="494538"/>
                </a:lnTo>
                <a:lnTo>
                  <a:pt x="1468399" y="408813"/>
                </a:lnTo>
                <a:lnTo>
                  <a:pt x="1496974" y="408813"/>
                </a:lnTo>
                <a:lnTo>
                  <a:pt x="1496974" y="494538"/>
                </a:lnTo>
                <a:close/>
              </a:path>
              <a:path w="1497329" h="1480820">
                <a:moveTo>
                  <a:pt x="1496974" y="608838"/>
                </a:moveTo>
                <a:lnTo>
                  <a:pt x="1468399" y="608838"/>
                </a:lnTo>
                <a:lnTo>
                  <a:pt x="1468399" y="523113"/>
                </a:lnTo>
                <a:lnTo>
                  <a:pt x="1496974" y="523113"/>
                </a:lnTo>
                <a:lnTo>
                  <a:pt x="1496974" y="608838"/>
                </a:lnTo>
                <a:close/>
              </a:path>
              <a:path w="1497329" h="1480820">
                <a:moveTo>
                  <a:pt x="1496974" y="723138"/>
                </a:moveTo>
                <a:lnTo>
                  <a:pt x="1468399" y="723138"/>
                </a:lnTo>
                <a:lnTo>
                  <a:pt x="1468399" y="637413"/>
                </a:lnTo>
                <a:lnTo>
                  <a:pt x="1496974" y="637413"/>
                </a:lnTo>
                <a:lnTo>
                  <a:pt x="1496974" y="723138"/>
                </a:lnTo>
                <a:close/>
              </a:path>
              <a:path w="1497329" h="1480820">
                <a:moveTo>
                  <a:pt x="1496974" y="837438"/>
                </a:moveTo>
                <a:lnTo>
                  <a:pt x="1468399" y="837438"/>
                </a:lnTo>
                <a:lnTo>
                  <a:pt x="1468399" y="751713"/>
                </a:lnTo>
                <a:lnTo>
                  <a:pt x="1496974" y="751713"/>
                </a:lnTo>
                <a:lnTo>
                  <a:pt x="1496974" y="837438"/>
                </a:lnTo>
                <a:close/>
              </a:path>
              <a:path w="1497329" h="1480820">
                <a:moveTo>
                  <a:pt x="1496974" y="951738"/>
                </a:moveTo>
                <a:lnTo>
                  <a:pt x="1468399" y="951738"/>
                </a:lnTo>
                <a:lnTo>
                  <a:pt x="1468399" y="866013"/>
                </a:lnTo>
                <a:lnTo>
                  <a:pt x="1496974" y="866013"/>
                </a:lnTo>
                <a:lnTo>
                  <a:pt x="1496974" y="951738"/>
                </a:lnTo>
                <a:close/>
              </a:path>
              <a:path w="1497329" h="1480820">
                <a:moveTo>
                  <a:pt x="1496974" y="1066038"/>
                </a:moveTo>
                <a:lnTo>
                  <a:pt x="1468399" y="1066038"/>
                </a:lnTo>
                <a:lnTo>
                  <a:pt x="1468399" y="980313"/>
                </a:lnTo>
                <a:lnTo>
                  <a:pt x="1496974" y="980313"/>
                </a:lnTo>
                <a:lnTo>
                  <a:pt x="1496974" y="1066038"/>
                </a:lnTo>
                <a:close/>
              </a:path>
              <a:path w="1497329" h="1480820">
                <a:moveTo>
                  <a:pt x="1496974" y="1180338"/>
                </a:moveTo>
                <a:lnTo>
                  <a:pt x="1468399" y="1180338"/>
                </a:lnTo>
                <a:lnTo>
                  <a:pt x="1468399" y="1094613"/>
                </a:lnTo>
                <a:lnTo>
                  <a:pt x="1496974" y="1094613"/>
                </a:lnTo>
                <a:lnTo>
                  <a:pt x="1496974" y="1180338"/>
                </a:lnTo>
                <a:close/>
              </a:path>
              <a:path w="1497329" h="1480820">
                <a:moveTo>
                  <a:pt x="1496974" y="1294638"/>
                </a:moveTo>
                <a:lnTo>
                  <a:pt x="1468399" y="1294638"/>
                </a:lnTo>
                <a:lnTo>
                  <a:pt x="1468399" y="1208913"/>
                </a:lnTo>
                <a:lnTo>
                  <a:pt x="1496974" y="1208913"/>
                </a:lnTo>
                <a:lnTo>
                  <a:pt x="1496974" y="1294638"/>
                </a:lnTo>
                <a:close/>
              </a:path>
              <a:path w="1497329" h="1480820">
                <a:moveTo>
                  <a:pt x="1496974" y="1408938"/>
                </a:moveTo>
                <a:lnTo>
                  <a:pt x="1468399" y="1408938"/>
                </a:lnTo>
                <a:lnTo>
                  <a:pt x="1468399" y="1323213"/>
                </a:lnTo>
                <a:lnTo>
                  <a:pt x="1496974" y="1323213"/>
                </a:lnTo>
                <a:lnTo>
                  <a:pt x="1496974" y="1408938"/>
                </a:lnTo>
                <a:close/>
              </a:path>
              <a:path w="1497329" h="1480820">
                <a:moveTo>
                  <a:pt x="1468399" y="1466075"/>
                </a:moveTo>
                <a:lnTo>
                  <a:pt x="1468399" y="1437513"/>
                </a:lnTo>
                <a:lnTo>
                  <a:pt x="1496974" y="1437513"/>
                </a:lnTo>
                <a:lnTo>
                  <a:pt x="1496974" y="1451787"/>
                </a:lnTo>
                <a:lnTo>
                  <a:pt x="1482686" y="1451787"/>
                </a:lnTo>
                <a:lnTo>
                  <a:pt x="1468399" y="1466075"/>
                </a:lnTo>
                <a:close/>
              </a:path>
              <a:path w="1497329" h="1480820">
                <a:moveTo>
                  <a:pt x="1496974" y="1480362"/>
                </a:moveTo>
                <a:lnTo>
                  <a:pt x="1425524" y="1480362"/>
                </a:lnTo>
                <a:lnTo>
                  <a:pt x="1425524" y="1451787"/>
                </a:lnTo>
                <a:lnTo>
                  <a:pt x="1468399" y="1451787"/>
                </a:lnTo>
                <a:lnTo>
                  <a:pt x="1468399" y="1466075"/>
                </a:lnTo>
                <a:lnTo>
                  <a:pt x="1496974" y="1466075"/>
                </a:lnTo>
                <a:lnTo>
                  <a:pt x="1496974" y="1480362"/>
                </a:lnTo>
                <a:close/>
              </a:path>
              <a:path w="1497329" h="1480820">
                <a:moveTo>
                  <a:pt x="1496974" y="1466075"/>
                </a:moveTo>
                <a:lnTo>
                  <a:pt x="1468399" y="1466075"/>
                </a:lnTo>
                <a:lnTo>
                  <a:pt x="1482686" y="1451787"/>
                </a:lnTo>
                <a:lnTo>
                  <a:pt x="1496974" y="1451787"/>
                </a:lnTo>
                <a:lnTo>
                  <a:pt x="1496974" y="1466075"/>
                </a:lnTo>
                <a:close/>
              </a:path>
              <a:path w="1497329" h="1480820">
                <a:moveTo>
                  <a:pt x="1396949" y="1480362"/>
                </a:moveTo>
                <a:lnTo>
                  <a:pt x="1311224" y="1480362"/>
                </a:lnTo>
                <a:lnTo>
                  <a:pt x="1311224" y="1451787"/>
                </a:lnTo>
                <a:lnTo>
                  <a:pt x="1396949" y="1451787"/>
                </a:lnTo>
                <a:lnTo>
                  <a:pt x="1396949" y="1480362"/>
                </a:lnTo>
                <a:close/>
              </a:path>
              <a:path w="1497329" h="1480820">
                <a:moveTo>
                  <a:pt x="1282649" y="1480362"/>
                </a:moveTo>
                <a:lnTo>
                  <a:pt x="1196924" y="1480362"/>
                </a:lnTo>
                <a:lnTo>
                  <a:pt x="1196924" y="1451787"/>
                </a:lnTo>
                <a:lnTo>
                  <a:pt x="1282649" y="1451787"/>
                </a:lnTo>
                <a:lnTo>
                  <a:pt x="1282649" y="1480362"/>
                </a:lnTo>
                <a:close/>
              </a:path>
              <a:path w="1497329" h="1480820">
                <a:moveTo>
                  <a:pt x="1168349" y="1480362"/>
                </a:moveTo>
                <a:lnTo>
                  <a:pt x="1082624" y="1480362"/>
                </a:lnTo>
                <a:lnTo>
                  <a:pt x="1082624" y="1451787"/>
                </a:lnTo>
                <a:lnTo>
                  <a:pt x="1168349" y="1451787"/>
                </a:lnTo>
                <a:lnTo>
                  <a:pt x="1168349" y="1480362"/>
                </a:lnTo>
                <a:close/>
              </a:path>
              <a:path w="1497329" h="1480820">
                <a:moveTo>
                  <a:pt x="1054049" y="1480362"/>
                </a:moveTo>
                <a:lnTo>
                  <a:pt x="968324" y="1480362"/>
                </a:lnTo>
                <a:lnTo>
                  <a:pt x="968324" y="1451787"/>
                </a:lnTo>
                <a:lnTo>
                  <a:pt x="1054049" y="1451787"/>
                </a:lnTo>
                <a:lnTo>
                  <a:pt x="1054049" y="1480362"/>
                </a:lnTo>
                <a:close/>
              </a:path>
              <a:path w="1497329" h="1480820">
                <a:moveTo>
                  <a:pt x="939749" y="1480362"/>
                </a:moveTo>
                <a:lnTo>
                  <a:pt x="854024" y="1480362"/>
                </a:lnTo>
                <a:lnTo>
                  <a:pt x="854024" y="1451787"/>
                </a:lnTo>
                <a:lnTo>
                  <a:pt x="939749" y="1451787"/>
                </a:lnTo>
                <a:lnTo>
                  <a:pt x="939749" y="1480362"/>
                </a:lnTo>
                <a:close/>
              </a:path>
              <a:path w="1497329" h="1480820">
                <a:moveTo>
                  <a:pt x="825449" y="1480362"/>
                </a:moveTo>
                <a:lnTo>
                  <a:pt x="739724" y="1480362"/>
                </a:lnTo>
                <a:lnTo>
                  <a:pt x="739724" y="1451787"/>
                </a:lnTo>
                <a:lnTo>
                  <a:pt x="825449" y="1451787"/>
                </a:lnTo>
                <a:lnTo>
                  <a:pt x="825449" y="1480362"/>
                </a:lnTo>
                <a:close/>
              </a:path>
              <a:path w="1497329" h="1480820">
                <a:moveTo>
                  <a:pt x="711149" y="1480362"/>
                </a:moveTo>
                <a:lnTo>
                  <a:pt x="625424" y="1480362"/>
                </a:lnTo>
                <a:lnTo>
                  <a:pt x="625424" y="1451787"/>
                </a:lnTo>
                <a:lnTo>
                  <a:pt x="711149" y="1451787"/>
                </a:lnTo>
                <a:lnTo>
                  <a:pt x="711149" y="1480362"/>
                </a:lnTo>
                <a:close/>
              </a:path>
              <a:path w="1497329" h="1480820">
                <a:moveTo>
                  <a:pt x="596849" y="1480362"/>
                </a:moveTo>
                <a:lnTo>
                  <a:pt x="511124" y="1480362"/>
                </a:lnTo>
                <a:lnTo>
                  <a:pt x="511124" y="1451787"/>
                </a:lnTo>
                <a:lnTo>
                  <a:pt x="596849" y="1451787"/>
                </a:lnTo>
                <a:lnTo>
                  <a:pt x="596849" y="1480362"/>
                </a:lnTo>
                <a:close/>
              </a:path>
              <a:path w="1497329" h="1480820">
                <a:moveTo>
                  <a:pt x="482549" y="1480362"/>
                </a:moveTo>
                <a:lnTo>
                  <a:pt x="396824" y="1480362"/>
                </a:lnTo>
                <a:lnTo>
                  <a:pt x="396824" y="1451787"/>
                </a:lnTo>
                <a:lnTo>
                  <a:pt x="482549" y="1451787"/>
                </a:lnTo>
                <a:lnTo>
                  <a:pt x="482549" y="1480362"/>
                </a:lnTo>
                <a:close/>
              </a:path>
              <a:path w="1497329" h="1480820">
                <a:moveTo>
                  <a:pt x="368249" y="1480362"/>
                </a:moveTo>
                <a:lnTo>
                  <a:pt x="282524" y="1480362"/>
                </a:lnTo>
                <a:lnTo>
                  <a:pt x="282524" y="1451787"/>
                </a:lnTo>
                <a:lnTo>
                  <a:pt x="368249" y="1451787"/>
                </a:lnTo>
                <a:lnTo>
                  <a:pt x="368249" y="1480362"/>
                </a:lnTo>
                <a:close/>
              </a:path>
              <a:path w="1497329" h="1480820">
                <a:moveTo>
                  <a:pt x="253949" y="1480362"/>
                </a:moveTo>
                <a:lnTo>
                  <a:pt x="168224" y="1480362"/>
                </a:lnTo>
                <a:lnTo>
                  <a:pt x="168224" y="1451787"/>
                </a:lnTo>
                <a:lnTo>
                  <a:pt x="253949" y="1451787"/>
                </a:lnTo>
                <a:lnTo>
                  <a:pt x="253949" y="1480362"/>
                </a:lnTo>
                <a:close/>
              </a:path>
              <a:path w="1497329" h="1480820">
                <a:moveTo>
                  <a:pt x="139649" y="1480362"/>
                </a:moveTo>
                <a:lnTo>
                  <a:pt x="53924" y="1480362"/>
                </a:lnTo>
                <a:lnTo>
                  <a:pt x="53924" y="1451787"/>
                </a:lnTo>
                <a:lnTo>
                  <a:pt x="139649" y="1451787"/>
                </a:lnTo>
                <a:lnTo>
                  <a:pt x="139649" y="148036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13062" y="1768297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发电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46046" y="1286992"/>
            <a:ext cx="1497330" cy="1470025"/>
          </a:xfrm>
          <a:custGeom>
            <a:avLst/>
            <a:gdLst/>
            <a:ahLst/>
            <a:cxnLst/>
            <a:rect l="l" t="t" r="r" b="b"/>
            <a:pathLst>
              <a:path w="1497329" h="1470025">
                <a:moveTo>
                  <a:pt x="28575" y="1455572"/>
                </a:moveTo>
                <a:lnTo>
                  <a:pt x="0" y="1455572"/>
                </a:lnTo>
                <a:lnTo>
                  <a:pt x="0" y="1369847"/>
                </a:lnTo>
                <a:lnTo>
                  <a:pt x="28575" y="1369847"/>
                </a:lnTo>
                <a:lnTo>
                  <a:pt x="28575" y="1455572"/>
                </a:lnTo>
                <a:close/>
              </a:path>
              <a:path w="1497329" h="1470025">
                <a:moveTo>
                  <a:pt x="28575" y="1341272"/>
                </a:moveTo>
                <a:lnTo>
                  <a:pt x="0" y="1341272"/>
                </a:lnTo>
                <a:lnTo>
                  <a:pt x="0" y="1255547"/>
                </a:lnTo>
                <a:lnTo>
                  <a:pt x="28575" y="1255547"/>
                </a:lnTo>
                <a:lnTo>
                  <a:pt x="28575" y="1341272"/>
                </a:lnTo>
                <a:close/>
              </a:path>
              <a:path w="1497329" h="1470025">
                <a:moveTo>
                  <a:pt x="28575" y="1226972"/>
                </a:moveTo>
                <a:lnTo>
                  <a:pt x="0" y="1226972"/>
                </a:lnTo>
                <a:lnTo>
                  <a:pt x="0" y="1141247"/>
                </a:lnTo>
                <a:lnTo>
                  <a:pt x="28575" y="1141247"/>
                </a:lnTo>
                <a:lnTo>
                  <a:pt x="28575" y="1226972"/>
                </a:lnTo>
                <a:close/>
              </a:path>
              <a:path w="1497329" h="1470025">
                <a:moveTo>
                  <a:pt x="28575" y="1112672"/>
                </a:moveTo>
                <a:lnTo>
                  <a:pt x="0" y="1112672"/>
                </a:lnTo>
                <a:lnTo>
                  <a:pt x="0" y="1026947"/>
                </a:lnTo>
                <a:lnTo>
                  <a:pt x="28575" y="1026947"/>
                </a:lnTo>
                <a:lnTo>
                  <a:pt x="28575" y="1112672"/>
                </a:lnTo>
                <a:close/>
              </a:path>
              <a:path w="1497329" h="1470025">
                <a:moveTo>
                  <a:pt x="28575" y="998372"/>
                </a:moveTo>
                <a:lnTo>
                  <a:pt x="0" y="998372"/>
                </a:lnTo>
                <a:lnTo>
                  <a:pt x="0" y="912647"/>
                </a:lnTo>
                <a:lnTo>
                  <a:pt x="28575" y="912647"/>
                </a:lnTo>
                <a:lnTo>
                  <a:pt x="28575" y="998372"/>
                </a:lnTo>
                <a:close/>
              </a:path>
              <a:path w="1497329" h="1470025">
                <a:moveTo>
                  <a:pt x="28575" y="884072"/>
                </a:moveTo>
                <a:lnTo>
                  <a:pt x="0" y="884072"/>
                </a:lnTo>
                <a:lnTo>
                  <a:pt x="0" y="798347"/>
                </a:lnTo>
                <a:lnTo>
                  <a:pt x="28575" y="798347"/>
                </a:lnTo>
                <a:lnTo>
                  <a:pt x="28575" y="884072"/>
                </a:lnTo>
                <a:close/>
              </a:path>
              <a:path w="1497329" h="1470025">
                <a:moveTo>
                  <a:pt x="28575" y="769772"/>
                </a:moveTo>
                <a:lnTo>
                  <a:pt x="0" y="769772"/>
                </a:lnTo>
                <a:lnTo>
                  <a:pt x="0" y="684047"/>
                </a:lnTo>
                <a:lnTo>
                  <a:pt x="28575" y="684047"/>
                </a:lnTo>
                <a:lnTo>
                  <a:pt x="28575" y="769772"/>
                </a:lnTo>
                <a:close/>
              </a:path>
              <a:path w="1497329" h="1470025">
                <a:moveTo>
                  <a:pt x="28575" y="655472"/>
                </a:moveTo>
                <a:lnTo>
                  <a:pt x="0" y="655472"/>
                </a:lnTo>
                <a:lnTo>
                  <a:pt x="0" y="569747"/>
                </a:lnTo>
                <a:lnTo>
                  <a:pt x="28575" y="569747"/>
                </a:lnTo>
                <a:lnTo>
                  <a:pt x="28575" y="655472"/>
                </a:lnTo>
                <a:close/>
              </a:path>
              <a:path w="1497329" h="1470025">
                <a:moveTo>
                  <a:pt x="28575" y="541172"/>
                </a:moveTo>
                <a:lnTo>
                  <a:pt x="0" y="541172"/>
                </a:lnTo>
                <a:lnTo>
                  <a:pt x="0" y="455447"/>
                </a:lnTo>
                <a:lnTo>
                  <a:pt x="28575" y="455447"/>
                </a:lnTo>
                <a:lnTo>
                  <a:pt x="28575" y="541172"/>
                </a:lnTo>
                <a:close/>
              </a:path>
              <a:path w="1497329" h="1470025">
                <a:moveTo>
                  <a:pt x="28575" y="426872"/>
                </a:moveTo>
                <a:lnTo>
                  <a:pt x="0" y="426872"/>
                </a:lnTo>
                <a:lnTo>
                  <a:pt x="0" y="341147"/>
                </a:lnTo>
                <a:lnTo>
                  <a:pt x="28575" y="341147"/>
                </a:lnTo>
                <a:lnTo>
                  <a:pt x="28575" y="426872"/>
                </a:lnTo>
                <a:close/>
              </a:path>
              <a:path w="1497329" h="1470025">
                <a:moveTo>
                  <a:pt x="28575" y="312572"/>
                </a:moveTo>
                <a:lnTo>
                  <a:pt x="0" y="312572"/>
                </a:lnTo>
                <a:lnTo>
                  <a:pt x="0" y="226847"/>
                </a:lnTo>
                <a:lnTo>
                  <a:pt x="28575" y="226847"/>
                </a:lnTo>
                <a:lnTo>
                  <a:pt x="28575" y="312572"/>
                </a:lnTo>
                <a:close/>
              </a:path>
              <a:path w="1497329" h="1470025">
                <a:moveTo>
                  <a:pt x="28575" y="198272"/>
                </a:moveTo>
                <a:lnTo>
                  <a:pt x="0" y="198272"/>
                </a:lnTo>
                <a:lnTo>
                  <a:pt x="0" y="112547"/>
                </a:lnTo>
                <a:lnTo>
                  <a:pt x="28575" y="112547"/>
                </a:lnTo>
                <a:lnTo>
                  <a:pt x="28575" y="198272"/>
                </a:lnTo>
                <a:close/>
              </a:path>
              <a:path w="1497329" h="1470025">
                <a:moveTo>
                  <a:pt x="28575" y="83972"/>
                </a:moveTo>
                <a:lnTo>
                  <a:pt x="0" y="83972"/>
                </a:lnTo>
                <a:lnTo>
                  <a:pt x="0" y="0"/>
                </a:lnTo>
                <a:lnTo>
                  <a:pt x="30327" y="0"/>
                </a:lnTo>
                <a:lnTo>
                  <a:pt x="3032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3972"/>
                </a:lnTo>
                <a:close/>
              </a:path>
              <a:path w="1497329" h="14700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97329" h="1470025">
                <a:moveTo>
                  <a:pt x="3032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0327" y="14287"/>
                </a:lnTo>
                <a:lnTo>
                  <a:pt x="30327" y="28575"/>
                </a:lnTo>
                <a:close/>
              </a:path>
              <a:path w="1497329" h="1470025">
                <a:moveTo>
                  <a:pt x="144627" y="28575"/>
                </a:moveTo>
                <a:lnTo>
                  <a:pt x="58902" y="28575"/>
                </a:lnTo>
                <a:lnTo>
                  <a:pt x="58902" y="0"/>
                </a:lnTo>
                <a:lnTo>
                  <a:pt x="144627" y="0"/>
                </a:lnTo>
                <a:lnTo>
                  <a:pt x="144627" y="28575"/>
                </a:lnTo>
                <a:close/>
              </a:path>
              <a:path w="1497329" h="1470025">
                <a:moveTo>
                  <a:pt x="258927" y="28575"/>
                </a:moveTo>
                <a:lnTo>
                  <a:pt x="173202" y="28575"/>
                </a:lnTo>
                <a:lnTo>
                  <a:pt x="173202" y="0"/>
                </a:lnTo>
                <a:lnTo>
                  <a:pt x="258927" y="0"/>
                </a:lnTo>
                <a:lnTo>
                  <a:pt x="258927" y="28575"/>
                </a:lnTo>
                <a:close/>
              </a:path>
              <a:path w="1497329" h="1470025">
                <a:moveTo>
                  <a:pt x="373227" y="28575"/>
                </a:moveTo>
                <a:lnTo>
                  <a:pt x="287502" y="28575"/>
                </a:lnTo>
                <a:lnTo>
                  <a:pt x="287502" y="0"/>
                </a:lnTo>
                <a:lnTo>
                  <a:pt x="373227" y="0"/>
                </a:lnTo>
                <a:lnTo>
                  <a:pt x="373227" y="28575"/>
                </a:lnTo>
                <a:close/>
              </a:path>
              <a:path w="1497329" h="1470025">
                <a:moveTo>
                  <a:pt x="487527" y="28575"/>
                </a:moveTo>
                <a:lnTo>
                  <a:pt x="401802" y="28575"/>
                </a:lnTo>
                <a:lnTo>
                  <a:pt x="401802" y="0"/>
                </a:lnTo>
                <a:lnTo>
                  <a:pt x="487527" y="0"/>
                </a:lnTo>
                <a:lnTo>
                  <a:pt x="487527" y="28575"/>
                </a:lnTo>
                <a:close/>
              </a:path>
              <a:path w="1497329" h="1470025">
                <a:moveTo>
                  <a:pt x="601827" y="28575"/>
                </a:moveTo>
                <a:lnTo>
                  <a:pt x="516102" y="28575"/>
                </a:lnTo>
                <a:lnTo>
                  <a:pt x="516102" y="0"/>
                </a:lnTo>
                <a:lnTo>
                  <a:pt x="601827" y="0"/>
                </a:lnTo>
                <a:lnTo>
                  <a:pt x="601827" y="28575"/>
                </a:lnTo>
                <a:close/>
              </a:path>
              <a:path w="1497329" h="1470025">
                <a:moveTo>
                  <a:pt x="716127" y="28575"/>
                </a:moveTo>
                <a:lnTo>
                  <a:pt x="630402" y="28575"/>
                </a:lnTo>
                <a:lnTo>
                  <a:pt x="630402" y="0"/>
                </a:lnTo>
                <a:lnTo>
                  <a:pt x="716127" y="0"/>
                </a:lnTo>
                <a:lnTo>
                  <a:pt x="716127" y="28575"/>
                </a:lnTo>
                <a:close/>
              </a:path>
              <a:path w="1497329" h="1470025">
                <a:moveTo>
                  <a:pt x="830427" y="28575"/>
                </a:moveTo>
                <a:lnTo>
                  <a:pt x="744702" y="28575"/>
                </a:lnTo>
                <a:lnTo>
                  <a:pt x="744702" y="0"/>
                </a:lnTo>
                <a:lnTo>
                  <a:pt x="830427" y="0"/>
                </a:lnTo>
                <a:lnTo>
                  <a:pt x="830427" y="28575"/>
                </a:lnTo>
                <a:close/>
              </a:path>
              <a:path w="1497329" h="1470025">
                <a:moveTo>
                  <a:pt x="944727" y="28575"/>
                </a:moveTo>
                <a:lnTo>
                  <a:pt x="859002" y="28575"/>
                </a:lnTo>
                <a:lnTo>
                  <a:pt x="859002" y="0"/>
                </a:lnTo>
                <a:lnTo>
                  <a:pt x="944727" y="0"/>
                </a:lnTo>
                <a:lnTo>
                  <a:pt x="944727" y="28575"/>
                </a:lnTo>
                <a:close/>
              </a:path>
              <a:path w="1497329" h="1470025">
                <a:moveTo>
                  <a:pt x="1059027" y="28575"/>
                </a:moveTo>
                <a:lnTo>
                  <a:pt x="973302" y="28575"/>
                </a:lnTo>
                <a:lnTo>
                  <a:pt x="973302" y="0"/>
                </a:lnTo>
                <a:lnTo>
                  <a:pt x="1059027" y="0"/>
                </a:lnTo>
                <a:lnTo>
                  <a:pt x="1059027" y="28575"/>
                </a:lnTo>
                <a:close/>
              </a:path>
              <a:path w="1497329" h="1470025">
                <a:moveTo>
                  <a:pt x="1173327" y="28575"/>
                </a:moveTo>
                <a:lnTo>
                  <a:pt x="1087602" y="28575"/>
                </a:lnTo>
                <a:lnTo>
                  <a:pt x="1087602" y="0"/>
                </a:lnTo>
                <a:lnTo>
                  <a:pt x="1173327" y="0"/>
                </a:lnTo>
                <a:lnTo>
                  <a:pt x="1173327" y="28575"/>
                </a:lnTo>
                <a:close/>
              </a:path>
              <a:path w="1497329" h="1470025">
                <a:moveTo>
                  <a:pt x="1287627" y="28575"/>
                </a:moveTo>
                <a:lnTo>
                  <a:pt x="1201902" y="28575"/>
                </a:lnTo>
                <a:lnTo>
                  <a:pt x="1201902" y="0"/>
                </a:lnTo>
                <a:lnTo>
                  <a:pt x="1287627" y="0"/>
                </a:lnTo>
                <a:lnTo>
                  <a:pt x="1287627" y="28575"/>
                </a:lnTo>
                <a:close/>
              </a:path>
              <a:path w="1497329" h="1470025">
                <a:moveTo>
                  <a:pt x="1401927" y="28575"/>
                </a:moveTo>
                <a:lnTo>
                  <a:pt x="1316202" y="28575"/>
                </a:lnTo>
                <a:lnTo>
                  <a:pt x="1316202" y="0"/>
                </a:lnTo>
                <a:lnTo>
                  <a:pt x="1401927" y="0"/>
                </a:lnTo>
                <a:lnTo>
                  <a:pt x="1401927" y="28575"/>
                </a:lnTo>
                <a:close/>
              </a:path>
              <a:path w="1497329" h="1470025">
                <a:moveTo>
                  <a:pt x="1468399" y="28575"/>
                </a:moveTo>
                <a:lnTo>
                  <a:pt x="1430502" y="28575"/>
                </a:lnTo>
                <a:lnTo>
                  <a:pt x="1430502" y="0"/>
                </a:lnTo>
                <a:lnTo>
                  <a:pt x="1496974" y="0"/>
                </a:lnTo>
                <a:lnTo>
                  <a:pt x="1496974" y="14287"/>
                </a:lnTo>
                <a:lnTo>
                  <a:pt x="1468399" y="14287"/>
                </a:lnTo>
                <a:lnTo>
                  <a:pt x="1468399" y="28575"/>
                </a:lnTo>
                <a:close/>
              </a:path>
              <a:path w="1497329" h="1470025">
                <a:moveTo>
                  <a:pt x="1496974" y="47828"/>
                </a:moveTo>
                <a:lnTo>
                  <a:pt x="1468399" y="47828"/>
                </a:lnTo>
                <a:lnTo>
                  <a:pt x="1468399" y="14287"/>
                </a:lnTo>
                <a:lnTo>
                  <a:pt x="1482686" y="28575"/>
                </a:lnTo>
                <a:lnTo>
                  <a:pt x="1496974" y="28575"/>
                </a:lnTo>
                <a:lnTo>
                  <a:pt x="1496974" y="47828"/>
                </a:lnTo>
                <a:close/>
              </a:path>
              <a:path w="1497329" h="1470025">
                <a:moveTo>
                  <a:pt x="1496974" y="28575"/>
                </a:moveTo>
                <a:lnTo>
                  <a:pt x="1482686" y="28575"/>
                </a:lnTo>
                <a:lnTo>
                  <a:pt x="1468399" y="14287"/>
                </a:lnTo>
                <a:lnTo>
                  <a:pt x="1496974" y="14287"/>
                </a:lnTo>
                <a:lnTo>
                  <a:pt x="1496974" y="28575"/>
                </a:lnTo>
                <a:close/>
              </a:path>
              <a:path w="1497329" h="1470025">
                <a:moveTo>
                  <a:pt x="1496974" y="162128"/>
                </a:moveTo>
                <a:lnTo>
                  <a:pt x="1468399" y="162128"/>
                </a:lnTo>
                <a:lnTo>
                  <a:pt x="1468399" y="76403"/>
                </a:lnTo>
                <a:lnTo>
                  <a:pt x="1496974" y="76403"/>
                </a:lnTo>
                <a:lnTo>
                  <a:pt x="1496974" y="162128"/>
                </a:lnTo>
                <a:close/>
              </a:path>
              <a:path w="1497329" h="1470025">
                <a:moveTo>
                  <a:pt x="1496974" y="276428"/>
                </a:moveTo>
                <a:lnTo>
                  <a:pt x="1468399" y="276428"/>
                </a:lnTo>
                <a:lnTo>
                  <a:pt x="1468399" y="190703"/>
                </a:lnTo>
                <a:lnTo>
                  <a:pt x="1496974" y="190703"/>
                </a:lnTo>
                <a:lnTo>
                  <a:pt x="1496974" y="276428"/>
                </a:lnTo>
                <a:close/>
              </a:path>
              <a:path w="1497329" h="1470025">
                <a:moveTo>
                  <a:pt x="1496974" y="390728"/>
                </a:moveTo>
                <a:lnTo>
                  <a:pt x="1468399" y="390728"/>
                </a:lnTo>
                <a:lnTo>
                  <a:pt x="1468399" y="305003"/>
                </a:lnTo>
                <a:lnTo>
                  <a:pt x="1496974" y="305003"/>
                </a:lnTo>
                <a:lnTo>
                  <a:pt x="1496974" y="390728"/>
                </a:lnTo>
                <a:close/>
              </a:path>
              <a:path w="1497329" h="1470025">
                <a:moveTo>
                  <a:pt x="1496974" y="505028"/>
                </a:moveTo>
                <a:lnTo>
                  <a:pt x="1468399" y="505028"/>
                </a:lnTo>
                <a:lnTo>
                  <a:pt x="1468399" y="419303"/>
                </a:lnTo>
                <a:lnTo>
                  <a:pt x="1496974" y="419303"/>
                </a:lnTo>
                <a:lnTo>
                  <a:pt x="1496974" y="505028"/>
                </a:lnTo>
                <a:close/>
              </a:path>
              <a:path w="1497329" h="1470025">
                <a:moveTo>
                  <a:pt x="1496974" y="619328"/>
                </a:moveTo>
                <a:lnTo>
                  <a:pt x="1468399" y="619328"/>
                </a:lnTo>
                <a:lnTo>
                  <a:pt x="1468399" y="533603"/>
                </a:lnTo>
                <a:lnTo>
                  <a:pt x="1496974" y="533603"/>
                </a:lnTo>
                <a:lnTo>
                  <a:pt x="1496974" y="619328"/>
                </a:lnTo>
                <a:close/>
              </a:path>
              <a:path w="1497329" h="1470025">
                <a:moveTo>
                  <a:pt x="1496974" y="733628"/>
                </a:moveTo>
                <a:lnTo>
                  <a:pt x="1468399" y="733628"/>
                </a:lnTo>
                <a:lnTo>
                  <a:pt x="1468399" y="647903"/>
                </a:lnTo>
                <a:lnTo>
                  <a:pt x="1496974" y="647903"/>
                </a:lnTo>
                <a:lnTo>
                  <a:pt x="1496974" y="733628"/>
                </a:lnTo>
                <a:close/>
              </a:path>
              <a:path w="1497329" h="1470025">
                <a:moveTo>
                  <a:pt x="1496974" y="847928"/>
                </a:moveTo>
                <a:lnTo>
                  <a:pt x="1468399" y="847928"/>
                </a:lnTo>
                <a:lnTo>
                  <a:pt x="1468399" y="762203"/>
                </a:lnTo>
                <a:lnTo>
                  <a:pt x="1496974" y="762203"/>
                </a:lnTo>
                <a:lnTo>
                  <a:pt x="1496974" y="847928"/>
                </a:lnTo>
                <a:close/>
              </a:path>
              <a:path w="1497329" h="1470025">
                <a:moveTo>
                  <a:pt x="1496974" y="962228"/>
                </a:moveTo>
                <a:lnTo>
                  <a:pt x="1468399" y="962228"/>
                </a:lnTo>
                <a:lnTo>
                  <a:pt x="1468399" y="876503"/>
                </a:lnTo>
                <a:lnTo>
                  <a:pt x="1496974" y="876503"/>
                </a:lnTo>
                <a:lnTo>
                  <a:pt x="1496974" y="962228"/>
                </a:lnTo>
                <a:close/>
              </a:path>
              <a:path w="1497329" h="1470025">
                <a:moveTo>
                  <a:pt x="1496974" y="1076528"/>
                </a:moveTo>
                <a:lnTo>
                  <a:pt x="1468399" y="1076528"/>
                </a:lnTo>
                <a:lnTo>
                  <a:pt x="1468399" y="990803"/>
                </a:lnTo>
                <a:lnTo>
                  <a:pt x="1496974" y="990803"/>
                </a:lnTo>
                <a:lnTo>
                  <a:pt x="1496974" y="1076528"/>
                </a:lnTo>
                <a:close/>
              </a:path>
              <a:path w="1497329" h="1470025">
                <a:moveTo>
                  <a:pt x="1496974" y="1190828"/>
                </a:moveTo>
                <a:lnTo>
                  <a:pt x="1468399" y="1190828"/>
                </a:lnTo>
                <a:lnTo>
                  <a:pt x="1468399" y="1105103"/>
                </a:lnTo>
                <a:lnTo>
                  <a:pt x="1496974" y="1105103"/>
                </a:lnTo>
                <a:lnTo>
                  <a:pt x="1496974" y="1190828"/>
                </a:lnTo>
                <a:close/>
              </a:path>
              <a:path w="1497329" h="1470025">
                <a:moveTo>
                  <a:pt x="1496974" y="1305128"/>
                </a:moveTo>
                <a:lnTo>
                  <a:pt x="1468399" y="1305128"/>
                </a:lnTo>
                <a:lnTo>
                  <a:pt x="1468399" y="1219403"/>
                </a:lnTo>
                <a:lnTo>
                  <a:pt x="1496974" y="1219403"/>
                </a:lnTo>
                <a:lnTo>
                  <a:pt x="1496974" y="1305128"/>
                </a:lnTo>
                <a:close/>
              </a:path>
              <a:path w="1497329" h="1470025">
                <a:moveTo>
                  <a:pt x="1496974" y="1419428"/>
                </a:moveTo>
                <a:lnTo>
                  <a:pt x="1468399" y="1419428"/>
                </a:lnTo>
                <a:lnTo>
                  <a:pt x="1468399" y="1333703"/>
                </a:lnTo>
                <a:lnTo>
                  <a:pt x="1496974" y="1333703"/>
                </a:lnTo>
                <a:lnTo>
                  <a:pt x="1496974" y="1419428"/>
                </a:lnTo>
                <a:close/>
              </a:path>
              <a:path w="1497329" h="1470025">
                <a:moveTo>
                  <a:pt x="1496974" y="1469859"/>
                </a:moveTo>
                <a:lnTo>
                  <a:pt x="1404531" y="1469859"/>
                </a:lnTo>
                <a:lnTo>
                  <a:pt x="1404531" y="1441284"/>
                </a:lnTo>
                <a:lnTo>
                  <a:pt x="1468399" y="1441284"/>
                </a:lnTo>
                <a:lnTo>
                  <a:pt x="1468399" y="1455572"/>
                </a:lnTo>
                <a:lnTo>
                  <a:pt x="1496974" y="1455572"/>
                </a:lnTo>
                <a:lnTo>
                  <a:pt x="1496974" y="1469859"/>
                </a:lnTo>
                <a:close/>
              </a:path>
              <a:path w="1497329" h="1470025">
                <a:moveTo>
                  <a:pt x="1468399" y="1455572"/>
                </a:moveTo>
                <a:lnTo>
                  <a:pt x="1468399" y="1441284"/>
                </a:lnTo>
                <a:lnTo>
                  <a:pt x="1482686" y="1441284"/>
                </a:lnTo>
                <a:lnTo>
                  <a:pt x="1468399" y="1455572"/>
                </a:lnTo>
                <a:close/>
              </a:path>
              <a:path w="1497329" h="1470025">
                <a:moveTo>
                  <a:pt x="1496974" y="1455572"/>
                </a:moveTo>
                <a:lnTo>
                  <a:pt x="1468399" y="1455572"/>
                </a:lnTo>
                <a:lnTo>
                  <a:pt x="1475968" y="1448003"/>
                </a:lnTo>
                <a:lnTo>
                  <a:pt x="1496974" y="1448003"/>
                </a:lnTo>
                <a:lnTo>
                  <a:pt x="1496974" y="1455572"/>
                </a:lnTo>
                <a:close/>
              </a:path>
              <a:path w="1497329" h="1470025">
                <a:moveTo>
                  <a:pt x="1375956" y="1469859"/>
                </a:moveTo>
                <a:lnTo>
                  <a:pt x="1290231" y="1469859"/>
                </a:lnTo>
                <a:lnTo>
                  <a:pt x="1290231" y="1441284"/>
                </a:lnTo>
                <a:lnTo>
                  <a:pt x="1375956" y="1441284"/>
                </a:lnTo>
                <a:lnTo>
                  <a:pt x="1375956" y="1469859"/>
                </a:lnTo>
                <a:close/>
              </a:path>
              <a:path w="1497329" h="1470025">
                <a:moveTo>
                  <a:pt x="1261656" y="1469859"/>
                </a:moveTo>
                <a:lnTo>
                  <a:pt x="1175931" y="1469859"/>
                </a:lnTo>
                <a:lnTo>
                  <a:pt x="1175931" y="1441284"/>
                </a:lnTo>
                <a:lnTo>
                  <a:pt x="1261656" y="1441284"/>
                </a:lnTo>
                <a:lnTo>
                  <a:pt x="1261656" y="1469859"/>
                </a:lnTo>
                <a:close/>
              </a:path>
              <a:path w="1497329" h="1470025">
                <a:moveTo>
                  <a:pt x="1147356" y="1469859"/>
                </a:moveTo>
                <a:lnTo>
                  <a:pt x="1061631" y="1469859"/>
                </a:lnTo>
                <a:lnTo>
                  <a:pt x="1061631" y="1441284"/>
                </a:lnTo>
                <a:lnTo>
                  <a:pt x="1147356" y="1441284"/>
                </a:lnTo>
                <a:lnTo>
                  <a:pt x="1147356" y="1469859"/>
                </a:lnTo>
                <a:close/>
              </a:path>
              <a:path w="1497329" h="1470025">
                <a:moveTo>
                  <a:pt x="1033056" y="1469859"/>
                </a:moveTo>
                <a:lnTo>
                  <a:pt x="947331" y="1469859"/>
                </a:lnTo>
                <a:lnTo>
                  <a:pt x="947331" y="1441284"/>
                </a:lnTo>
                <a:lnTo>
                  <a:pt x="1033056" y="1441284"/>
                </a:lnTo>
                <a:lnTo>
                  <a:pt x="1033056" y="1469859"/>
                </a:lnTo>
                <a:close/>
              </a:path>
              <a:path w="1497329" h="1470025">
                <a:moveTo>
                  <a:pt x="918756" y="1469859"/>
                </a:moveTo>
                <a:lnTo>
                  <a:pt x="833031" y="1469859"/>
                </a:lnTo>
                <a:lnTo>
                  <a:pt x="833031" y="1441284"/>
                </a:lnTo>
                <a:lnTo>
                  <a:pt x="918756" y="1441284"/>
                </a:lnTo>
                <a:lnTo>
                  <a:pt x="918756" y="1469859"/>
                </a:lnTo>
                <a:close/>
              </a:path>
              <a:path w="1497329" h="1470025">
                <a:moveTo>
                  <a:pt x="804456" y="1469859"/>
                </a:moveTo>
                <a:lnTo>
                  <a:pt x="718731" y="1469859"/>
                </a:lnTo>
                <a:lnTo>
                  <a:pt x="718731" y="1441284"/>
                </a:lnTo>
                <a:lnTo>
                  <a:pt x="804456" y="1441284"/>
                </a:lnTo>
                <a:lnTo>
                  <a:pt x="804456" y="1469859"/>
                </a:lnTo>
                <a:close/>
              </a:path>
              <a:path w="1497329" h="1470025">
                <a:moveTo>
                  <a:pt x="690156" y="1469859"/>
                </a:moveTo>
                <a:lnTo>
                  <a:pt x="604431" y="1469859"/>
                </a:lnTo>
                <a:lnTo>
                  <a:pt x="604431" y="1441284"/>
                </a:lnTo>
                <a:lnTo>
                  <a:pt x="690156" y="1441284"/>
                </a:lnTo>
                <a:lnTo>
                  <a:pt x="690156" y="1469859"/>
                </a:lnTo>
                <a:close/>
              </a:path>
              <a:path w="1497329" h="1470025">
                <a:moveTo>
                  <a:pt x="575856" y="1469859"/>
                </a:moveTo>
                <a:lnTo>
                  <a:pt x="490131" y="1469859"/>
                </a:lnTo>
                <a:lnTo>
                  <a:pt x="490131" y="1441284"/>
                </a:lnTo>
                <a:lnTo>
                  <a:pt x="575856" y="1441284"/>
                </a:lnTo>
                <a:lnTo>
                  <a:pt x="575856" y="1469859"/>
                </a:lnTo>
                <a:close/>
              </a:path>
              <a:path w="1497329" h="1470025">
                <a:moveTo>
                  <a:pt x="461556" y="1469859"/>
                </a:moveTo>
                <a:lnTo>
                  <a:pt x="375831" y="1469859"/>
                </a:lnTo>
                <a:lnTo>
                  <a:pt x="375831" y="1441284"/>
                </a:lnTo>
                <a:lnTo>
                  <a:pt x="461556" y="1441284"/>
                </a:lnTo>
                <a:lnTo>
                  <a:pt x="461556" y="1469859"/>
                </a:lnTo>
                <a:close/>
              </a:path>
              <a:path w="1497329" h="1470025">
                <a:moveTo>
                  <a:pt x="347256" y="1469859"/>
                </a:moveTo>
                <a:lnTo>
                  <a:pt x="261531" y="1469859"/>
                </a:lnTo>
                <a:lnTo>
                  <a:pt x="261531" y="1441284"/>
                </a:lnTo>
                <a:lnTo>
                  <a:pt x="347256" y="1441284"/>
                </a:lnTo>
                <a:lnTo>
                  <a:pt x="347256" y="1469859"/>
                </a:lnTo>
                <a:close/>
              </a:path>
              <a:path w="1497329" h="1470025">
                <a:moveTo>
                  <a:pt x="232956" y="1469859"/>
                </a:moveTo>
                <a:lnTo>
                  <a:pt x="147231" y="1469859"/>
                </a:lnTo>
                <a:lnTo>
                  <a:pt x="147231" y="1441284"/>
                </a:lnTo>
                <a:lnTo>
                  <a:pt x="232956" y="1441284"/>
                </a:lnTo>
                <a:lnTo>
                  <a:pt x="232956" y="1469859"/>
                </a:lnTo>
                <a:close/>
              </a:path>
              <a:path w="1497329" h="1470025">
                <a:moveTo>
                  <a:pt x="118656" y="1469859"/>
                </a:moveTo>
                <a:lnTo>
                  <a:pt x="32931" y="1469859"/>
                </a:lnTo>
                <a:lnTo>
                  <a:pt x="32931" y="1441284"/>
                </a:lnTo>
                <a:lnTo>
                  <a:pt x="118656" y="1441284"/>
                </a:lnTo>
                <a:lnTo>
                  <a:pt x="118656" y="146985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25459" y="1754034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用</a:t>
            </a:r>
            <a:r>
              <a:rPr dirty="0" sz="2800" spc="-10" b="1">
                <a:solidFill>
                  <a:srgbClr val="0000FF"/>
                </a:solidFill>
                <a:latin typeface="华文楷体"/>
                <a:cs typeface="华文楷体"/>
              </a:rPr>
              <a:t>户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7335" y="2638310"/>
            <a:ext cx="1965960" cy="0"/>
          </a:xfrm>
          <a:custGeom>
            <a:avLst/>
            <a:gdLst/>
            <a:ahLst/>
            <a:cxnLst/>
            <a:rect l="l" t="t" r="r" b="b"/>
            <a:pathLst>
              <a:path w="1965959" h="0">
                <a:moveTo>
                  <a:pt x="0" y="0"/>
                </a:moveTo>
                <a:lnTo>
                  <a:pt x="1965363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17427" y="1838756"/>
            <a:ext cx="119726" cy="237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41455" y="1486319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99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17427" y="2048306"/>
            <a:ext cx="119726" cy="237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41455" y="2272906"/>
            <a:ext cx="0" cy="360045"/>
          </a:xfrm>
          <a:custGeom>
            <a:avLst/>
            <a:gdLst/>
            <a:ahLst/>
            <a:cxnLst/>
            <a:rect l="l" t="t" r="r" b="b"/>
            <a:pathLst>
              <a:path w="0" h="360044">
                <a:moveTo>
                  <a:pt x="0" y="0"/>
                </a:moveTo>
                <a:lnTo>
                  <a:pt x="0" y="35999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82402" y="263831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22385" y="1762556"/>
            <a:ext cx="119615" cy="237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47335" y="1486319"/>
            <a:ext cx="0" cy="304165"/>
          </a:xfrm>
          <a:custGeom>
            <a:avLst/>
            <a:gdLst/>
            <a:ahLst/>
            <a:cxnLst/>
            <a:rect l="l" t="t" r="r" b="b"/>
            <a:pathLst>
              <a:path w="0" h="304164">
                <a:moveTo>
                  <a:pt x="0" y="0"/>
                </a:moveTo>
                <a:lnTo>
                  <a:pt x="0" y="30402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22385" y="1991156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4" h="238125">
                <a:moveTo>
                  <a:pt x="103258" y="237655"/>
                </a:moveTo>
                <a:lnTo>
                  <a:pt x="62681" y="224497"/>
                </a:lnTo>
                <a:lnTo>
                  <a:pt x="29801" y="198386"/>
                </a:lnTo>
                <a:lnTo>
                  <a:pt x="7868" y="162344"/>
                </a:lnTo>
                <a:lnTo>
                  <a:pt x="19" y="124993"/>
                </a:lnTo>
                <a:lnTo>
                  <a:pt x="0" y="115036"/>
                </a:lnTo>
                <a:lnTo>
                  <a:pt x="45" y="113220"/>
                </a:lnTo>
                <a:lnTo>
                  <a:pt x="9278" y="72885"/>
                </a:lnTo>
                <a:lnTo>
                  <a:pt x="30906" y="39090"/>
                </a:lnTo>
                <a:lnTo>
                  <a:pt x="62351" y="14401"/>
                </a:lnTo>
                <a:lnTo>
                  <a:pt x="101099" y="1358"/>
                </a:lnTo>
                <a:lnTo>
                  <a:pt x="118891" y="0"/>
                </a:lnTo>
                <a:lnTo>
                  <a:pt x="119615" y="28562"/>
                </a:lnTo>
                <a:lnTo>
                  <a:pt x="115690" y="28663"/>
                </a:lnTo>
                <a:lnTo>
                  <a:pt x="114929" y="28663"/>
                </a:lnTo>
                <a:lnTo>
                  <a:pt x="114218" y="28702"/>
                </a:lnTo>
                <a:lnTo>
                  <a:pt x="114429" y="28702"/>
                </a:lnTo>
                <a:lnTo>
                  <a:pt x="110595" y="28994"/>
                </a:lnTo>
                <a:lnTo>
                  <a:pt x="110319" y="28994"/>
                </a:lnTo>
                <a:lnTo>
                  <a:pt x="109595" y="29070"/>
                </a:lnTo>
                <a:lnTo>
                  <a:pt x="109724" y="29070"/>
                </a:lnTo>
                <a:lnTo>
                  <a:pt x="105954" y="29552"/>
                </a:lnTo>
                <a:lnTo>
                  <a:pt x="105772" y="29552"/>
                </a:lnTo>
                <a:lnTo>
                  <a:pt x="105061" y="29667"/>
                </a:lnTo>
                <a:lnTo>
                  <a:pt x="101371" y="30340"/>
                </a:lnTo>
                <a:lnTo>
                  <a:pt x="100591" y="30480"/>
                </a:lnTo>
                <a:lnTo>
                  <a:pt x="96982" y="31330"/>
                </a:lnTo>
                <a:lnTo>
                  <a:pt x="96209" y="31508"/>
                </a:lnTo>
                <a:lnTo>
                  <a:pt x="92672" y="32537"/>
                </a:lnTo>
                <a:lnTo>
                  <a:pt x="91917" y="32753"/>
                </a:lnTo>
                <a:lnTo>
                  <a:pt x="88426" y="33947"/>
                </a:lnTo>
                <a:lnTo>
                  <a:pt x="87713" y="34188"/>
                </a:lnTo>
                <a:lnTo>
                  <a:pt x="83598" y="35826"/>
                </a:lnTo>
                <a:lnTo>
                  <a:pt x="79585" y="37655"/>
                </a:lnTo>
                <a:lnTo>
                  <a:pt x="76334" y="39344"/>
                </a:lnTo>
                <a:lnTo>
                  <a:pt x="75686" y="39674"/>
                </a:lnTo>
                <a:lnTo>
                  <a:pt x="72528" y="41516"/>
                </a:lnTo>
                <a:lnTo>
                  <a:pt x="71889" y="41884"/>
                </a:lnTo>
                <a:lnTo>
                  <a:pt x="68831" y="43865"/>
                </a:lnTo>
                <a:lnTo>
                  <a:pt x="68218" y="44259"/>
                </a:lnTo>
                <a:lnTo>
                  <a:pt x="65245" y="46393"/>
                </a:lnTo>
                <a:lnTo>
                  <a:pt x="64675" y="46799"/>
                </a:lnTo>
                <a:lnTo>
                  <a:pt x="61246" y="49504"/>
                </a:lnTo>
                <a:lnTo>
                  <a:pt x="58486" y="51917"/>
                </a:lnTo>
                <a:lnTo>
                  <a:pt x="57957" y="52374"/>
                </a:lnTo>
                <a:lnTo>
                  <a:pt x="55325" y="54914"/>
                </a:lnTo>
                <a:lnTo>
                  <a:pt x="54820" y="55397"/>
                </a:lnTo>
                <a:lnTo>
                  <a:pt x="51823" y="58559"/>
                </a:lnTo>
                <a:lnTo>
                  <a:pt x="49440" y="61341"/>
                </a:lnTo>
                <a:lnTo>
                  <a:pt x="46285" y="65316"/>
                </a:lnTo>
                <a:lnTo>
                  <a:pt x="44178" y="68313"/>
                </a:lnTo>
                <a:lnTo>
                  <a:pt x="43771" y="68884"/>
                </a:lnTo>
                <a:lnTo>
                  <a:pt x="41795" y="71996"/>
                </a:lnTo>
                <a:lnTo>
                  <a:pt x="41421" y="72580"/>
                </a:lnTo>
                <a:lnTo>
                  <a:pt x="39600" y="75780"/>
                </a:lnTo>
                <a:lnTo>
                  <a:pt x="39250" y="76390"/>
                </a:lnTo>
                <a:lnTo>
                  <a:pt x="37256" y="80314"/>
                </a:lnTo>
                <a:lnTo>
                  <a:pt x="35757" y="83693"/>
                </a:lnTo>
                <a:lnTo>
                  <a:pt x="34112" y="87807"/>
                </a:lnTo>
                <a:lnTo>
                  <a:pt x="32670" y="92011"/>
                </a:lnTo>
                <a:lnTo>
                  <a:pt x="31433" y="96304"/>
                </a:lnTo>
                <a:lnTo>
                  <a:pt x="30408" y="100685"/>
                </a:lnTo>
                <a:lnTo>
                  <a:pt x="29585" y="105156"/>
                </a:lnTo>
                <a:lnTo>
                  <a:pt x="28992" y="109689"/>
                </a:lnTo>
                <a:lnTo>
                  <a:pt x="28707" y="113220"/>
                </a:lnTo>
                <a:lnTo>
                  <a:pt x="28607" y="114312"/>
                </a:lnTo>
                <a:lnTo>
                  <a:pt x="28467" y="119024"/>
                </a:lnTo>
                <a:lnTo>
                  <a:pt x="28556" y="123329"/>
                </a:lnTo>
                <a:lnTo>
                  <a:pt x="28853" y="127584"/>
                </a:lnTo>
                <a:lnTo>
                  <a:pt x="29320" y="131787"/>
                </a:lnTo>
                <a:lnTo>
                  <a:pt x="29986" y="135915"/>
                </a:lnTo>
                <a:lnTo>
                  <a:pt x="30831" y="139979"/>
                </a:lnTo>
                <a:lnTo>
                  <a:pt x="31861" y="143979"/>
                </a:lnTo>
                <a:lnTo>
                  <a:pt x="33051" y="147904"/>
                </a:lnTo>
                <a:lnTo>
                  <a:pt x="33243" y="148526"/>
                </a:lnTo>
                <a:lnTo>
                  <a:pt x="34425" y="151752"/>
                </a:lnTo>
                <a:lnTo>
                  <a:pt x="34640" y="152349"/>
                </a:lnTo>
                <a:lnTo>
                  <a:pt x="35956" y="155511"/>
                </a:lnTo>
                <a:lnTo>
                  <a:pt x="36202" y="156108"/>
                </a:lnTo>
                <a:lnTo>
                  <a:pt x="37663" y="159194"/>
                </a:lnTo>
                <a:lnTo>
                  <a:pt x="37929" y="159766"/>
                </a:lnTo>
                <a:lnTo>
                  <a:pt x="39518" y="162788"/>
                </a:lnTo>
                <a:lnTo>
                  <a:pt x="39808" y="163347"/>
                </a:lnTo>
                <a:lnTo>
                  <a:pt x="41524" y="166281"/>
                </a:lnTo>
                <a:lnTo>
                  <a:pt x="41840" y="166827"/>
                </a:lnTo>
                <a:lnTo>
                  <a:pt x="43691" y="169684"/>
                </a:lnTo>
                <a:lnTo>
                  <a:pt x="45990" y="172974"/>
                </a:lnTo>
                <a:lnTo>
                  <a:pt x="46349" y="173481"/>
                </a:lnTo>
                <a:lnTo>
                  <a:pt x="48440" y="176161"/>
                </a:lnTo>
                <a:lnTo>
                  <a:pt x="51019" y="179235"/>
                </a:lnTo>
                <a:lnTo>
                  <a:pt x="53724" y="182181"/>
                </a:lnTo>
                <a:lnTo>
                  <a:pt x="54147" y="182638"/>
                </a:lnTo>
                <a:lnTo>
                  <a:pt x="56569" y="185013"/>
                </a:lnTo>
                <a:lnTo>
                  <a:pt x="59516" y="187718"/>
                </a:lnTo>
                <a:lnTo>
                  <a:pt x="59976" y="188137"/>
                </a:lnTo>
                <a:lnTo>
                  <a:pt x="62480" y="190195"/>
                </a:lnTo>
                <a:lnTo>
                  <a:pt x="63075" y="190690"/>
                </a:lnTo>
                <a:lnTo>
                  <a:pt x="65801" y="192735"/>
                </a:lnTo>
                <a:lnTo>
                  <a:pt x="69094" y="195033"/>
                </a:lnTo>
                <a:lnTo>
                  <a:pt x="69590" y="195376"/>
                </a:lnTo>
                <a:lnTo>
                  <a:pt x="72481" y="197180"/>
                </a:lnTo>
                <a:lnTo>
                  <a:pt x="73006" y="197510"/>
                </a:lnTo>
                <a:lnTo>
                  <a:pt x="75988" y="199186"/>
                </a:lnTo>
                <a:lnTo>
                  <a:pt x="76524" y="199491"/>
                </a:lnTo>
                <a:lnTo>
                  <a:pt x="79585" y="201041"/>
                </a:lnTo>
                <a:lnTo>
                  <a:pt x="80131" y="201320"/>
                </a:lnTo>
                <a:lnTo>
                  <a:pt x="83269" y="202730"/>
                </a:lnTo>
                <a:lnTo>
                  <a:pt x="83827" y="202984"/>
                </a:lnTo>
                <a:lnTo>
                  <a:pt x="87040" y="204254"/>
                </a:lnTo>
                <a:lnTo>
                  <a:pt x="87611" y="204482"/>
                </a:lnTo>
                <a:lnTo>
                  <a:pt x="90895" y="205625"/>
                </a:lnTo>
                <a:lnTo>
                  <a:pt x="91472" y="205828"/>
                </a:lnTo>
                <a:lnTo>
                  <a:pt x="94844" y="206819"/>
                </a:lnTo>
                <a:lnTo>
                  <a:pt x="98849" y="207835"/>
                </a:lnTo>
                <a:lnTo>
                  <a:pt x="102921" y="208673"/>
                </a:lnTo>
                <a:lnTo>
                  <a:pt x="103486" y="208787"/>
                </a:lnTo>
                <a:lnTo>
                  <a:pt x="107626" y="209410"/>
                </a:lnTo>
                <a:lnTo>
                  <a:pt x="103258" y="237655"/>
                </a:lnTo>
                <a:close/>
              </a:path>
              <a:path w="120014" h="238125">
                <a:moveTo>
                  <a:pt x="114537" y="28693"/>
                </a:moveTo>
                <a:lnTo>
                  <a:pt x="114929" y="28663"/>
                </a:lnTo>
                <a:lnTo>
                  <a:pt x="115690" y="28663"/>
                </a:lnTo>
                <a:lnTo>
                  <a:pt x="114537" y="28693"/>
                </a:lnTo>
                <a:close/>
              </a:path>
              <a:path w="120014" h="238125">
                <a:moveTo>
                  <a:pt x="114429" y="28702"/>
                </a:moveTo>
                <a:lnTo>
                  <a:pt x="114218" y="28702"/>
                </a:lnTo>
                <a:lnTo>
                  <a:pt x="114537" y="28693"/>
                </a:lnTo>
                <a:close/>
              </a:path>
              <a:path w="120014" h="238125">
                <a:moveTo>
                  <a:pt x="109913" y="29046"/>
                </a:moveTo>
                <a:lnTo>
                  <a:pt x="110319" y="28994"/>
                </a:lnTo>
                <a:lnTo>
                  <a:pt x="110595" y="28994"/>
                </a:lnTo>
                <a:lnTo>
                  <a:pt x="109913" y="29046"/>
                </a:lnTo>
                <a:close/>
              </a:path>
              <a:path w="120014" h="238125">
                <a:moveTo>
                  <a:pt x="109724" y="29070"/>
                </a:moveTo>
                <a:lnTo>
                  <a:pt x="109595" y="29070"/>
                </a:lnTo>
                <a:lnTo>
                  <a:pt x="109913" y="29046"/>
                </a:lnTo>
                <a:lnTo>
                  <a:pt x="109724" y="29070"/>
                </a:lnTo>
                <a:close/>
              </a:path>
              <a:path w="120014" h="238125">
                <a:moveTo>
                  <a:pt x="105315" y="29634"/>
                </a:moveTo>
                <a:lnTo>
                  <a:pt x="105772" y="29552"/>
                </a:lnTo>
                <a:lnTo>
                  <a:pt x="105954" y="29552"/>
                </a:lnTo>
                <a:lnTo>
                  <a:pt x="105315" y="29634"/>
                </a:lnTo>
                <a:close/>
              </a:path>
              <a:path w="120014" h="238125">
                <a:moveTo>
                  <a:pt x="105133" y="29667"/>
                </a:moveTo>
                <a:lnTo>
                  <a:pt x="105315" y="29634"/>
                </a:lnTo>
                <a:lnTo>
                  <a:pt x="105133" y="29667"/>
                </a:lnTo>
                <a:close/>
              </a:path>
              <a:path w="120014" h="238125">
                <a:moveTo>
                  <a:pt x="101001" y="30406"/>
                </a:moveTo>
                <a:lnTo>
                  <a:pt x="101289" y="30340"/>
                </a:lnTo>
                <a:lnTo>
                  <a:pt x="101001" y="30406"/>
                </a:lnTo>
                <a:close/>
              </a:path>
              <a:path w="120014" h="238125">
                <a:moveTo>
                  <a:pt x="100682" y="30480"/>
                </a:moveTo>
                <a:lnTo>
                  <a:pt x="101001" y="30406"/>
                </a:lnTo>
                <a:lnTo>
                  <a:pt x="100682" y="30480"/>
                </a:lnTo>
                <a:close/>
              </a:path>
              <a:path w="120014" h="238125">
                <a:moveTo>
                  <a:pt x="96535" y="31433"/>
                </a:moveTo>
                <a:lnTo>
                  <a:pt x="96895" y="31330"/>
                </a:lnTo>
                <a:lnTo>
                  <a:pt x="96535" y="31433"/>
                </a:lnTo>
                <a:close/>
              </a:path>
              <a:path w="120014" h="238125">
                <a:moveTo>
                  <a:pt x="96273" y="31508"/>
                </a:moveTo>
                <a:lnTo>
                  <a:pt x="96535" y="31433"/>
                </a:lnTo>
                <a:lnTo>
                  <a:pt x="96273" y="31508"/>
                </a:lnTo>
                <a:close/>
              </a:path>
              <a:path w="120014" h="238125">
                <a:moveTo>
                  <a:pt x="92143" y="32688"/>
                </a:moveTo>
                <a:lnTo>
                  <a:pt x="92590" y="32537"/>
                </a:lnTo>
                <a:lnTo>
                  <a:pt x="92143" y="32688"/>
                </a:lnTo>
                <a:close/>
              </a:path>
              <a:path w="120014" h="238125">
                <a:moveTo>
                  <a:pt x="91952" y="32753"/>
                </a:moveTo>
                <a:lnTo>
                  <a:pt x="92143" y="32688"/>
                </a:lnTo>
                <a:lnTo>
                  <a:pt x="91952" y="32753"/>
                </a:lnTo>
                <a:close/>
              </a:path>
              <a:path w="120014" h="238125">
                <a:moveTo>
                  <a:pt x="88051" y="34073"/>
                </a:moveTo>
                <a:lnTo>
                  <a:pt x="88373" y="33947"/>
                </a:lnTo>
                <a:lnTo>
                  <a:pt x="88051" y="34073"/>
                </a:lnTo>
                <a:close/>
              </a:path>
              <a:path w="120014" h="238125">
                <a:moveTo>
                  <a:pt x="87760" y="34188"/>
                </a:moveTo>
                <a:lnTo>
                  <a:pt x="88051" y="34073"/>
                </a:lnTo>
                <a:lnTo>
                  <a:pt x="87760" y="34188"/>
                </a:lnTo>
                <a:close/>
              </a:path>
              <a:path w="120014" h="238125">
                <a:moveTo>
                  <a:pt x="84036" y="35654"/>
                </a:moveTo>
                <a:lnTo>
                  <a:pt x="84246" y="35560"/>
                </a:lnTo>
                <a:lnTo>
                  <a:pt x="84036" y="35654"/>
                </a:lnTo>
                <a:close/>
              </a:path>
              <a:path w="120014" h="238125">
                <a:moveTo>
                  <a:pt x="83653" y="35826"/>
                </a:moveTo>
                <a:lnTo>
                  <a:pt x="84036" y="35654"/>
                </a:lnTo>
                <a:lnTo>
                  <a:pt x="83653" y="35826"/>
                </a:lnTo>
                <a:close/>
              </a:path>
              <a:path w="120014" h="238125">
                <a:moveTo>
                  <a:pt x="80110" y="37419"/>
                </a:moveTo>
                <a:close/>
              </a:path>
              <a:path w="120014" h="238125">
                <a:moveTo>
                  <a:pt x="79647" y="37655"/>
                </a:moveTo>
                <a:lnTo>
                  <a:pt x="80110" y="37419"/>
                </a:lnTo>
                <a:lnTo>
                  <a:pt x="79647" y="37655"/>
                </a:lnTo>
                <a:close/>
              </a:path>
              <a:path w="120014" h="238125">
                <a:moveTo>
                  <a:pt x="76004" y="39512"/>
                </a:moveTo>
                <a:lnTo>
                  <a:pt x="76296" y="39344"/>
                </a:lnTo>
                <a:lnTo>
                  <a:pt x="76004" y="39512"/>
                </a:lnTo>
                <a:close/>
              </a:path>
              <a:path w="120014" h="238125">
                <a:moveTo>
                  <a:pt x="75723" y="39674"/>
                </a:moveTo>
                <a:lnTo>
                  <a:pt x="76004" y="39512"/>
                </a:lnTo>
                <a:lnTo>
                  <a:pt x="75723" y="39674"/>
                </a:lnTo>
                <a:close/>
              </a:path>
              <a:path w="120014" h="238125">
                <a:moveTo>
                  <a:pt x="72121" y="41750"/>
                </a:moveTo>
                <a:lnTo>
                  <a:pt x="72486" y="41516"/>
                </a:lnTo>
                <a:lnTo>
                  <a:pt x="72121" y="41750"/>
                </a:lnTo>
                <a:close/>
              </a:path>
              <a:path w="120014" h="238125">
                <a:moveTo>
                  <a:pt x="71913" y="41884"/>
                </a:moveTo>
                <a:lnTo>
                  <a:pt x="72121" y="41750"/>
                </a:lnTo>
                <a:lnTo>
                  <a:pt x="71913" y="41884"/>
                </a:lnTo>
                <a:close/>
              </a:path>
              <a:path w="120014" h="238125">
                <a:moveTo>
                  <a:pt x="68415" y="44133"/>
                </a:moveTo>
                <a:lnTo>
                  <a:pt x="68790" y="43865"/>
                </a:lnTo>
                <a:lnTo>
                  <a:pt x="68415" y="44133"/>
                </a:lnTo>
                <a:close/>
              </a:path>
              <a:path w="120014" h="238125">
                <a:moveTo>
                  <a:pt x="68238" y="44259"/>
                </a:moveTo>
                <a:lnTo>
                  <a:pt x="68415" y="44133"/>
                </a:lnTo>
                <a:lnTo>
                  <a:pt x="68238" y="44259"/>
                </a:lnTo>
                <a:close/>
              </a:path>
              <a:path w="120014" h="238125">
                <a:moveTo>
                  <a:pt x="64977" y="46584"/>
                </a:moveTo>
                <a:lnTo>
                  <a:pt x="65221" y="46393"/>
                </a:lnTo>
                <a:lnTo>
                  <a:pt x="64977" y="46584"/>
                </a:lnTo>
                <a:close/>
              </a:path>
              <a:path w="120014" h="238125">
                <a:moveTo>
                  <a:pt x="64702" y="46799"/>
                </a:moveTo>
                <a:lnTo>
                  <a:pt x="64977" y="46584"/>
                </a:lnTo>
                <a:lnTo>
                  <a:pt x="64702" y="46799"/>
                </a:lnTo>
                <a:close/>
              </a:path>
              <a:path w="120014" h="238125">
                <a:moveTo>
                  <a:pt x="61603" y="49225"/>
                </a:moveTo>
                <a:lnTo>
                  <a:pt x="61779" y="49072"/>
                </a:lnTo>
                <a:lnTo>
                  <a:pt x="61603" y="49225"/>
                </a:lnTo>
                <a:close/>
              </a:path>
              <a:path w="120014" h="238125">
                <a:moveTo>
                  <a:pt x="61280" y="49504"/>
                </a:moveTo>
                <a:lnTo>
                  <a:pt x="61603" y="49225"/>
                </a:lnTo>
                <a:lnTo>
                  <a:pt x="61280" y="49504"/>
                </a:lnTo>
                <a:close/>
              </a:path>
              <a:path w="120014" h="238125">
                <a:moveTo>
                  <a:pt x="58262" y="52110"/>
                </a:moveTo>
                <a:lnTo>
                  <a:pt x="58465" y="51917"/>
                </a:lnTo>
                <a:lnTo>
                  <a:pt x="58262" y="52110"/>
                </a:lnTo>
                <a:close/>
              </a:path>
              <a:path w="120014" h="238125">
                <a:moveTo>
                  <a:pt x="57986" y="52374"/>
                </a:moveTo>
                <a:lnTo>
                  <a:pt x="58262" y="52110"/>
                </a:lnTo>
                <a:lnTo>
                  <a:pt x="57986" y="52374"/>
                </a:lnTo>
                <a:close/>
              </a:path>
              <a:path w="120014" h="238125">
                <a:moveTo>
                  <a:pt x="55067" y="55161"/>
                </a:moveTo>
                <a:lnTo>
                  <a:pt x="55302" y="54914"/>
                </a:lnTo>
                <a:lnTo>
                  <a:pt x="55067" y="55161"/>
                </a:lnTo>
                <a:close/>
              </a:path>
              <a:path w="120014" h="238125">
                <a:moveTo>
                  <a:pt x="54842" y="55397"/>
                </a:moveTo>
                <a:lnTo>
                  <a:pt x="55067" y="55161"/>
                </a:lnTo>
                <a:lnTo>
                  <a:pt x="54842" y="55397"/>
                </a:lnTo>
                <a:close/>
              </a:path>
              <a:path w="120014" h="238125">
                <a:moveTo>
                  <a:pt x="52126" y="58242"/>
                </a:moveTo>
                <a:lnTo>
                  <a:pt x="52280" y="58064"/>
                </a:lnTo>
                <a:lnTo>
                  <a:pt x="52126" y="58242"/>
                </a:lnTo>
                <a:close/>
              </a:path>
              <a:path w="120014" h="238125">
                <a:moveTo>
                  <a:pt x="51851" y="58559"/>
                </a:moveTo>
                <a:lnTo>
                  <a:pt x="52126" y="58242"/>
                </a:lnTo>
                <a:lnTo>
                  <a:pt x="51851" y="58559"/>
                </a:lnTo>
                <a:close/>
              </a:path>
              <a:path w="120014" h="238125">
                <a:moveTo>
                  <a:pt x="49113" y="61718"/>
                </a:moveTo>
                <a:lnTo>
                  <a:pt x="49410" y="61341"/>
                </a:lnTo>
                <a:lnTo>
                  <a:pt x="49113" y="61718"/>
                </a:lnTo>
                <a:close/>
              </a:path>
              <a:path w="120014" h="238125">
                <a:moveTo>
                  <a:pt x="48990" y="61874"/>
                </a:moveTo>
                <a:lnTo>
                  <a:pt x="49113" y="61718"/>
                </a:lnTo>
                <a:lnTo>
                  <a:pt x="48990" y="61874"/>
                </a:lnTo>
                <a:close/>
              </a:path>
              <a:path w="120014" h="238125">
                <a:moveTo>
                  <a:pt x="46606" y="64908"/>
                </a:moveTo>
                <a:lnTo>
                  <a:pt x="46705" y="64769"/>
                </a:lnTo>
                <a:lnTo>
                  <a:pt x="46606" y="64908"/>
                </a:lnTo>
                <a:close/>
              </a:path>
              <a:path w="120014" h="238125">
                <a:moveTo>
                  <a:pt x="46315" y="65316"/>
                </a:moveTo>
                <a:lnTo>
                  <a:pt x="46606" y="64908"/>
                </a:lnTo>
                <a:lnTo>
                  <a:pt x="46315" y="65316"/>
                </a:lnTo>
                <a:close/>
              </a:path>
              <a:path w="120014" h="238125">
                <a:moveTo>
                  <a:pt x="43920" y="68675"/>
                </a:moveTo>
                <a:lnTo>
                  <a:pt x="44152" y="68313"/>
                </a:lnTo>
                <a:lnTo>
                  <a:pt x="43920" y="68675"/>
                </a:lnTo>
                <a:close/>
              </a:path>
              <a:path w="120014" h="238125">
                <a:moveTo>
                  <a:pt x="43786" y="68884"/>
                </a:moveTo>
                <a:lnTo>
                  <a:pt x="43920" y="68675"/>
                </a:lnTo>
                <a:lnTo>
                  <a:pt x="43786" y="68884"/>
                </a:lnTo>
                <a:close/>
              </a:path>
              <a:path w="120014" h="238125">
                <a:moveTo>
                  <a:pt x="41615" y="72277"/>
                </a:moveTo>
                <a:lnTo>
                  <a:pt x="41777" y="71996"/>
                </a:lnTo>
                <a:lnTo>
                  <a:pt x="41615" y="72277"/>
                </a:lnTo>
                <a:close/>
              </a:path>
              <a:path w="120014" h="238125">
                <a:moveTo>
                  <a:pt x="41441" y="72580"/>
                </a:moveTo>
                <a:lnTo>
                  <a:pt x="41615" y="72277"/>
                </a:lnTo>
                <a:lnTo>
                  <a:pt x="41441" y="72580"/>
                </a:lnTo>
                <a:close/>
              </a:path>
              <a:path w="120014" h="238125">
                <a:moveTo>
                  <a:pt x="39413" y="76107"/>
                </a:moveTo>
                <a:lnTo>
                  <a:pt x="39580" y="75780"/>
                </a:lnTo>
                <a:lnTo>
                  <a:pt x="39413" y="76107"/>
                </a:lnTo>
                <a:close/>
              </a:path>
              <a:path w="120014" h="238125">
                <a:moveTo>
                  <a:pt x="39267" y="76390"/>
                </a:moveTo>
                <a:lnTo>
                  <a:pt x="39413" y="76107"/>
                </a:lnTo>
                <a:lnTo>
                  <a:pt x="39267" y="76390"/>
                </a:lnTo>
                <a:close/>
              </a:path>
              <a:path w="120014" h="238125">
                <a:moveTo>
                  <a:pt x="37457" y="79922"/>
                </a:moveTo>
                <a:lnTo>
                  <a:pt x="37561" y="79692"/>
                </a:lnTo>
                <a:lnTo>
                  <a:pt x="37457" y="79922"/>
                </a:lnTo>
                <a:close/>
              </a:path>
              <a:path w="120014" h="238125">
                <a:moveTo>
                  <a:pt x="37280" y="80314"/>
                </a:moveTo>
                <a:lnTo>
                  <a:pt x="37457" y="79922"/>
                </a:lnTo>
                <a:lnTo>
                  <a:pt x="37280" y="80314"/>
                </a:lnTo>
                <a:close/>
              </a:path>
              <a:path w="120014" h="238125">
                <a:moveTo>
                  <a:pt x="35558" y="84135"/>
                </a:moveTo>
                <a:lnTo>
                  <a:pt x="35732" y="83693"/>
                </a:lnTo>
                <a:lnTo>
                  <a:pt x="35558" y="84135"/>
                </a:lnTo>
                <a:close/>
              </a:path>
              <a:path w="120014" h="238125">
                <a:moveTo>
                  <a:pt x="35477" y="84340"/>
                </a:moveTo>
                <a:lnTo>
                  <a:pt x="35558" y="84135"/>
                </a:lnTo>
                <a:lnTo>
                  <a:pt x="35477" y="84340"/>
                </a:lnTo>
                <a:close/>
              </a:path>
              <a:path w="120014" h="238125">
                <a:moveTo>
                  <a:pt x="33979" y="88146"/>
                </a:moveTo>
                <a:lnTo>
                  <a:pt x="34093" y="87807"/>
                </a:lnTo>
                <a:lnTo>
                  <a:pt x="33979" y="88146"/>
                </a:lnTo>
                <a:close/>
              </a:path>
              <a:path w="120014" h="238125">
                <a:moveTo>
                  <a:pt x="33870" y="88468"/>
                </a:moveTo>
                <a:lnTo>
                  <a:pt x="33979" y="88146"/>
                </a:lnTo>
                <a:lnTo>
                  <a:pt x="33870" y="88468"/>
                </a:lnTo>
                <a:close/>
              </a:path>
              <a:path w="120014" h="238125">
                <a:moveTo>
                  <a:pt x="32521" y="92451"/>
                </a:moveTo>
                <a:lnTo>
                  <a:pt x="32646" y="92011"/>
                </a:lnTo>
                <a:lnTo>
                  <a:pt x="32521" y="92451"/>
                </a:lnTo>
                <a:close/>
              </a:path>
              <a:path w="120014" h="238125">
                <a:moveTo>
                  <a:pt x="32456" y="92684"/>
                </a:moveTo>
                <a:lnTo>
                  <a:pt x="32521" y="92451"/>
                </a:lnTo>
                <a:lnTo>
                  <a:pt x="32456" y="92684"/>
                </a:lnTo>
                <a:close/>
              </a:path>
              <a:path w="120014" h="238125">
                <a:moveTo>
                  <a:pt x="31329" y="96671"/>
                </a:moveTo>
                <a:lnTo>
                  <a:pt x="31414" y="96304"/>
                </a:lnTo>
                <a:lnTo>
                  <a:pt x="31329" y="96671"/>
                </a:lnTo>
                <a:close/>
              </a:path>
              <a:path w="120014" h="238125">
                <a:moveTo>
                  <a:pt x="31253" y="97002"/>
                </a:moveTo>
                <a:lnTo>
                  <a:pt x="31329" y="96671"/>
                </a:lnTo>
                <a:lnTo>
                  <a:pt x="31253" y="97002"/>
                </a:lnTo>
                <a:close/>
              </a:path>
              <a:path w="120014" h="238125">
                <a:moveTo>
                  <a:pt x="30302" y="101150"/>
                </a:moveTo>
                <a:lnTo>
                  <a:pt x="30385" y="100685"/>
                </a:lnTo>
                <a:lnTo>
                  <a:pt x="30302" y="101150"/>
                </a:lnTo>
                <a:close/>
              </a:path>
              <a:path w="120014" h="238125">
                <a:moveTo>
                  <a:pt x="30258" y="101396"/>
                </a:moveTo>
                <a:lnTo>
                  <a:pt x="30302" y="101150"/>
                </a:lnTo>
                <a:lnTo>
                  <a:pt x="30258" y="101396"/>
                </a:lnTo>
                <a:close/>
              </a:path>
              <a:path w="120014" h="238125">
                <a:moveTo>
                  <a:pt x="29540" y="105410"/>
                </a:moveTo>
                <a:lnTo>
                  <a:pt x="29572" y="105156"/>
                </a:lnTo>
                <a:lnTo>
                  <a:pt x="29540" y="105410"/>
                </a:lnTo>
                <a:close/>
              </a:path>
              <a:path w="120014" h="238125">
                <a:moveTo>
                  <a:pt x="29481" y="105867"/>
                </a:moveTo>
                <a:lnTo>
                  <a:pt x="29540" y="105410"/>
                </a:lnTo>
                <a:lnTo>
                  <a:pt x="29481" y="105867"/>
                </a:lnTo>
                <a:close/>
              </a:path>
              <a:path w="120014" h="238125">
                <a:moveTo>
                  <a:pt x="28951" y="110006"/>
                </a:moveTo>
                <a:lnTo>
                  <a:pt x="28975" y="109689"/>
                </a:lnTo>
                <a:lnTo>
                  <a:pt x="28951" y="110006"/>
                </a:lnTo>
                <a:close/>
              </a:path>
              <a:path w="120014" h="238125">
                <a:moveTo>
                  <a:pt x="28920" y="110413"/>
                </a:moveTo>
                <a:lnTo>
                  <a:pt x="28951" y="110006"/>
                </a:lnTo>
                <a:lnTo>
                  <a:pt x="28920" y="110413"/>
                </a:lnTo>
                <a:close/>
              </a:path>
              <a:path w="120014" h="238125">
                <a:moveTo>
                  <a:pt x="28598" y="114649"/>
                </a:moveTo>
                <a:lnTo>
                  <a:pt x="28607" y="114312"/>
                </a:lnTo>
                <a:lnTo>
                  <a:pt x="28598" y="114649"/>
                </a:lnTo>
                <a:close/>
              </a:path>
              <a:path w="120014" h="238125">
                <a:moveTo>
                  <a:pt x="28588" y="115036"/>
                </a:moveTo>
                <a:lnTo>
                  <a:pt x="28598" y="114649"/>
                </a:lnTo>
                <a:lnTo>
                  <a:pt x="28588" y="115036"/>
                </a:lnTo>
                <a:close/>
              </a:path>
              <a:path w="120014" h="238125">
                <a:moveTo>
                  <a:pt x="28476" y="119394"/>
                </a:moveTo>
                <a:lnTo>
                  <a:pt x="28467" y="119024"/>
                </a:lnTo>
                <a:lnTo>
                  <a:pt x="28476" y="119394"/>
                </a:lnTo>
                <a:close/>
              </a:path>
              <a:path w="120014" h="238125">
                <a:moveTo>
                  <a:pt x="28483" y="119722"/>
                </a:moveTo>
                <a:lnTo>
                  <a:pt x="28476" y="119394"/>
                </a:lnTo>
                <a:lnTo>
                  <a:pt x="28483" y="119722"/>
                </a:lnTo>
                <a:close/>
              </a:path>
              <a:path w="120014" h="238125">
                <a:moveTo>
                  <a:pt x="28603" y="124002"/>
                </a:moveTo>
                <a:lnTo>
                  <a:pt x="28571" y="123542"/>
                </a:lnTo>
                <a:lnTo>
                  <a:pt x="28603" y="124002"/>
                </a:lnTo>
                <a:close/>
              </a:path>
              <a:path w="120014" h="238125">
                <a:moveTo>
                  <a:pt x="28880" y="127967"/>
                </a:moveTo>
                <a:lnTo>
                  <a:pt x="28836" y="127584"/>
                </a:lnTo>
                <a:lnTo>
                  <a:pt x="28880" y="127967"/>
                </a:lnTo>
                <a:close/>
              </a:path>
              <a:path w="120014" h="238125">
                <a:moveTo>
                  <a:pt x="29353" y="132075"/>
                </a:moveTo>
                <a:lnTo>
                  <a:pt x="29306" y="131787"/>
                </a:lnTo>
                <a:lnTo>
                  <a:pt x="29353" y="132075"/>
                </a:lnTo>
                <a:close/>
              </a:path>
              <a:path w="120014" h="238125">
                <a:moveTo>
                  <a:pt x="29412" y="132435"/>
                </a:moveTo>
                <a:lnTo>
                  <a:pt x="29353" y="132075"/>
                </a:lnTo>
                <a:lnTo>
                  <a:pt x="29412" y="132435"/>
                </a:lnTo>
                <a:close/>
              </a:path>
              <a:path w="120014" h="238125">
                <a:moveTo>
                  <a:pt x="30055" y="136335"/>
                </a:moveTo>
                <a:lnTo>
                  <a:pt x="29966" y="135915"/>
                </a:lnTo>
                <a:lnTo>
                  <a:pt x="30055" y="136335"/>
                </a:lnTo>
                <a:close/>
              </a:path>
              <a:path w="120014" h="238125">
                <a:moveTo>
                  <a:pt x="30895" y="140280"/>
                </a:moveTo>
                <a:lnTo>
                  <a:pt x="30817" y="139979"/>
                </a:lnTo>
                <a:lnTo>
                  <a:pt x="30895" y="140280"/>
                </a:lnTo>
                <a:close/>
              </a:path>
              <a:path w="120014" h="238125">
                <a:moveTo>
                  <a:pt x="30986" y="140627"/>
                </a:moveTo>
                <a:lnTo>
                  <a:pt x="30895" y="140280"/>
                </a:lnTo>
                <a:lnTo>
                  <a:pt x="30986" y="140627"/>
                </a:lnTo>
                <a:close/>
              </a:path>
              <a:path w="120014" h="238125">
                <a:moveTo>
                  <a:pt x="31948" y="144312"/>
                </a:moveTo>
                <a:lnTo>
                  <a:pt x="31846" y="143979"/>
                </a:lnTo>
                <a:lnTo>
                  <a:pt x="31948" y="144312"/>
                </a:lnTo>
                <a:close/>
              </a:path>
              <a:path w="120014" h="238125">
                <a:moveTo>
                  <a:pt x="32037" y="144602"/>
                </a:moveTo>
                <a:lnTo>
                  <a:pt x="31948" y="144312"/>
                </a:lnTo>
                <a:lnTo>
                  <a:pt x="32037" y="144602"/>
                </a:lnTo>
                <a:close/>
              </a:path>
              <a:path w="120014" h="238125">
                <a:moveTo>
                  <a:pt x="33263" y="148526"/>
                </a:moveTo>
                <a:lnTo>
                  <a:pt x="33121" y="148131"/>
                </a:lnTo>
                <a:lnTo>
                  <a:pt x="33263" y="148526"/>
                </a:lnTo>
                <a:close/>
              </a:path>
              <a:path w="120014" h="238125">
                <a:moveTo>
                  <a:pt x="34656" y="152349"/>
                </a:moveTo>
                <a:lnTo>
                  <a:pt x="34521" y="152020"/>
                </a:lnTo>
                <a:lnTo>
                  <a:pt x="34656" y="152349"/>
                </a:lnTo>
                <a:close/>
              </a:path>
              <a:path w="120014" h="238125">
                <a:moveTo>
                  <a:pt x="36226" y="156108"/>
                </a:moveTo>
                <a:lnTo>
                  <a:pt x="36021" y="155669"/>
                </a:lnTo>
                <a:lnTo>
                  <a:pt x="36226" y="156108"/>
                </a:lnTo>
                <a:close/>
              </a:path>
              <a:path w="120014" h="238125">
                <a:moveTo>
                  <a:pt x="37947" y="159766"/>
                </a:moveTo>
                <a:lnTo>
                  <a:pt x="37777" y="159439"/>
                </a:lnTo>
                <a:lnTo>
                  <a:pt x="37947" y="159766"/>
                </a:lnTo>
                <a:close/>
              </a:path>
              <a:path w="120014" h="238125">
                <a:moveTo>
                  <a:pt x="39827" y="163347"/>
                </a:moveTo>
                <a:lnTo>
                  <a:pt x="39644" y="163031"/>
                </a:lnTo>
                <a:lnTo>
                  <a:pt x="39827" y="163347"/>
                </a:lnTo>
                <a:close/>
              </a:path>
              <a:path w="120014" h="238125">
                <a:moveTo>
                  <a:pt x="41860" y="166827"/>
                </a:moveTo>
                <a:lnTo>
                  <a:pt x="41657" y="166509"/>
                </a:lnTo>
                <a:lnTo>
                  <a:pt x="41860" y="166827"/>
                </a:lnTo>
                <a:close/>
              </a:path>
              <a:path w="120014" h="238125">
                <a:moveTo>
                  <a:pt x="43908" y="170022"/>
                </a:moveTo>
                <a:lnTo>
                  <a:pt x="43669" y="169684"/>
                </a:lnTo>
                <a:lnTo>
                  <a:pt x="43908" y="170022"/>
                </a:lnTo>
                <a:close/>
              </a:path>
              <a:path w="120014" h="238125">
                <a:moveTo>
                  <a:pt x="46373" y="173481"/>
                </a:moveTo>
                <a:lnTo>
                  <a:pt x="46095" y="173122"/>
                </a:lnTo>
                <a:lnTo>
                  <a:pt x="46373" y="173481"/>
                </a:lnTo>
                <a:close/>
              </a:path>
              <a:path w="120014" h="238125">
                <a:moveTo>
                  <a:pt x="48662" y="176448"/>
                </a:moveTo>
                <a:lnTo>
                  <a:pt x="48419" y="176161"/>
                </a:lnTo>
                <a:lnTo>
                  <a:pt x="48662" y="176448"/>
                </a:lnTo>
                <a:close/>
              </a:path>
              <a:path w="120014" h="238125">
                <a:moveTo>
                  <a:pt x="51249" y="179507"/>
                </a:moveTo>
                <a:lnTo>
                  <a:pt x="50997" y="179235"/>
                </a:lnTo>
                <a:lnTo>
                  <a:pt x="51249" y="179507"/>
                </a:lnTo>
                <a:close/>
              </a:path>
              <a:path w="120014" h="238125">
                <a:moveTo>
                  <a:pt x="54176" y="182638"/>
                </a:moveTo>
                <a:lnTo>
                  <a:pt x="53822" y="182287"/>
                </a:lnTo>
                <a:lnTo>
                  <a:pt x="54176" y="182638"/>
                </a:lnTo>
                <a:close/>
              </a:path>
              <a:path w="120014" h="238125">
                <a:moveTo>
                  <a:pt x="56816" y="185259"/>
                </a:moveTo>
                <a:lnTo>
                  <a:pt x="56547" y="185013"/>
                </a:lnTo>
                <a:lnTo>
                  <a:pt x="56816" y="185259"/>
                </a:lnTo>
                <a:close/>
              </a:path>
              <a:path w="120014" h="238125">
                <a:moveTo>
                  <a:pt x="60009" y="188137"/>
                </a:moveTo>
                <a:lnTo>
                  <a:pt x="59621" y="187814"/>
                </a:lnTo>
                <a:lnTo>
                  <a:pt x="60009" y="188137"/>
                </a:lnTo>
                <a:close/>
              </a:path>
              <a:path w="120014" h="238125">
                <a:moveTo>
                  <a:pt x="62827" y="190483"/>
                </a:moveTo>
                <a:lnTo>
                  <a:pt x="62580" y="190296"/>
                </a:lnTo>
                <a:lnTo>
                  <a:pt x="62827" y="190483"/>
                </a:lnTo>
                <a:close/>
              </a:path>
              <a:path w="120014" h="238125">
                <a:moveTo>
                  <a:pt x="63100" y="190690"/>
                </a:moveTo>
                <a:lnTo>
                  <a:pt x="62827" y="190483"/>
                </a:lnTo>
                <a:lnTo>
                  <a:pt x="63100" y="190690"/>
                </a:lnTo>
                <a:close/>
              </a:path>
              <a:path w="120014" h="238125">
                <a:moveTo>
                  <a:pt x="66159" y="193005"/>
                </a:moveTo>
                <a:lnTo>
                  <a:pt x="65767" y="192735"/>
                </a:lnTo>
                <a:lnTo>
                  <a:pt x="66159" y="193005"/>
                </a:lnTo>
                <a:close/>
              </a:path>
              <a:path w="120014" h="238125">
                <a:moveTo>
                  <a:pt x="69342" y="195205"/>
                </a:moveTo>
                <a:lnTo>
                  <a:pt x="69069" y="195033"/>
                </a:lnTo>
                <a:lnTo>
                  <a:pt x="69342" y="195205"/>
                </a:lnTo>
                <a:close/>
              </a:path>
              <a:path w="120014" h="238125">
                <a:moveTo>
                  <a:pt x="69614" y="195376"/>
                </a:moveTo>
                <a:lnTo>
                  <a:pt x="69342" y="195205"/>
                </a:lnTo>
                <a:lnTo>
                  <a:pt x="69614" y="195376"/>
                </a:lnTo>
                <a:close/>
              </a:path>
              <a:path w="120014" h="238125">
                <a:moveTo>
                  <a:pt x="73041" y="197510"/>
                </a:moveTo>
                <a:lnTo>
                  <a:pt x="72681" y="197305"/>
                </a:lnTo>
                <a:lnTo>
                  <a:pt x="73041" y="197510"/>
                </a:lnTo>
                <a:close/>
              </a:path>
              <a:path w="120014" h="238125">
                <a:moveTo>
                  <a:pt x="76560" y="199491"/>
                </a:moveTo>
                <a:lnTo>
                  <a:pt x="76195" y="199304"/>
                </a:lnTo>
                <a:lnTo>
                  <a:pt x="76560" y="199491"/>
                </a:lnTo>
                <a:close/>
              </a:path>
              <a:path w="120014" h="238125">
                <a:moveTo>
                  <a:pt x="80173" y="201320"/>
                </a:moveTo>
                <a:lnTo>
                  <a:pt x="79794" y="201147"/>
                </a:lnTo>
                <a:lnTo>
                  <a:pt x="80173" y="201320"/>
                </a:lnTo>
                <a:close/>
              </a:path>
              <a:path w="120014" h="238125">
                <a:moveTo>
                  <a:pt x="83551" y="202858"/>
                </a:moveTo>
                <a:lnTo>
                  <a:pt x="83230" y="202730"/>
                </a:lnTo>
                <a:lnTo>
                  <a:pt x="83551" y="202858"/>
                </a:lnTo>
                <a:close/>
              </a:path>
              <a:path w="120014" h="238125">
                <a:moveTo>
                  <a:pt x="83865" y="202984"/>
                </a:moveTo>
                <a:lnTo>
                  <a:pt x="83551" y="202858"/>
                </a:lnTo>
                <a:lnTo>
                  <a:pt x="83865" y="202984"/>
                </a:lnTo>
                <a:close/>
              </a:path>
              <a:path w="120014" h="238125">
                <a:moveTo>
                  <a:pt x="87651" y="204482"/>
                </a:moveTo>
                <a:lnTo>
                  <a:pt x="87321" y="204366"/>
                </a:lnTo>
                <a:lnTo>
                  <a:pt x="87651" y="204482"/>
                </a:lnTo>
                <a:close/>
              </a:path>
              <a:path w="120014" h="238125">
                <a:moveTo>
                  <a:pt x="91150" y="205715"/>
                </a:moveTo>
                <a:lnTo>
                  <a:pt x="90850" y="205625"/>
                </a:lnTo>
                <a:lnTo>
                  <a:pt x="91150" y="205715"/>
                </a:lnTo>
                <a:close/>
              </a:path>
              <a:path w="120014" h="238125">
                <a:moveTo>
                  <a:pt x="91530" y="205828"/>
                </a:moveTo>
                <a:lnTo>
                  <a:pt x="91150" y="205715"/>
                </a:lnTo>
                <a:lnTo>
                  <a:pt x="91530" y="205828"/>
                </a:lnTo>
                <a:close/>
              </a:path>
              <a:path w="120014" h="238125">
                <a:moveTo>
                  <a:pt x="95196" y="206924"/>
                </a:moveTo>
                <a:lnTo>
                  <a:pt x="94774" y="206819"/>
                </a:lnTo>
                <a:lnTo>
                  <a:pt x="95196" y="206924"/>
                </a:lnTo>
                <a:close/>
              </a:path>
              <a:path w="120014" h="238125">
                <a:moveTo>
                  <a:pt x="99169" y="207915"/>
                </a:moveTo>
                <a:lnTo>
                  <a:pt x="98775" y="207835"/>
                </a:lnTo>
                <a:lnTo>
                  <a:pt x="99169" y="207915"/>
                </a:lnTo>
                <a:close/>
              </a:path>
              <a:path w="120014" h="238125">
                <a:moveTo>
                  <a:pt x="103581" y="208787"/>
                </a:moveTo>
                <a:lnTo>
                  <a:pt x="103183" y="208726"/>
                </a:lnTo>
                <a:lnTo>
                  <a:pt x="103581" y="2087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47335" y="2444788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997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34984" y="2220353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4" h="238125">
                <a:moveTo>
                  <a:pt x="103270" y="237655"/>
                </a:moveTo>
                <a:lnTo>
                  <a:pt x="62694" y="224497"/>
                </a:lnTo>
                <a:lnTo>
                  <a:pt x="29801" y="198386"/>
                </a:lnTo>
                <a:lnTo>
                  <a:pt x="7868" y="162344"/>
                </a:lnTo>
                <a:lnTo>
                  <a:pt x="32" y="124993"/>
                </a:lnTo>
                <a:lnTo>
                  <a:pt x="0" y="115036"/>
                </a:lnTo>
                <a:lnTo>
                  <a:pt x="44" y="113233"/>
                </a:lnTo>
                <a:lnTo>
                  <a:pt x="9277" y="72897"/>
                </a:lnTo>
                <a:lnTo>
                  <a:pt x="30905" y="39090"/>
                </a:lnTo>
                <a:lnTo>
                  <a:pt x="62351" y="14401"/>
                </a:lnTo>
                <a:lnTo>
                  <a:pt x="101098" y="1371"/>
                </a:lnTo>
                <a:lnTo>
                  <a:pt x="118904" y="0"/>
                </a:lnTo>
                <a:lnTo>
                  <a:pt x="119628" y="28562"/>
                </a:lnTo>
                <a:lnTo>
                  <a:pt x="115693" y="28663"/>
                </a:lnTo>
                <a:lnTo>
                  <a:pt x="114941" y="28663"/>
                </a:lnTo>
                <a:lnTo>
                  <a:pt x="114217" y="28701"/>
                </a:lnTo>
                <a:lnTo>
                  <a:pt x="114441" y="28701"/>
                </a:lnTo>
                <a:lnTo>
                  <a:pt x="110608" y="28994"/>
                </a:lnTo>
                <a:lnTo>
                  <a:pt x="110319" y="28994"/>
                </a:lnTo>
                <a:lnTo>
                  <a:pt x="109607" y="29070"/>
                </a:lnTo>
                <a:lnTo>
                  <a:pt x="105061" y="29667"/>
                </a:lnTo>
                <a:lnTo>
                  <a:pt x="105198" y="29667"/>
                </a:lnTo>
                <a:lnTo>
                  <a:pt x="101393" y="30340"/>
                </a:lnTo>
                <a:lnTo>
                  <a:pt x="100603" y="30479"/>
                </a:lnTo>
                <a:lnTo>
                  <a:pt x="96984" y="31330"/>
                </a:lnTo>
                <a:lnTo>
                  <a:pt x="96209" y="31508"/>
                </a:lnTo>
                <a:lnTo>
                  <a:pt x="92674" y="32537"/>
                </a:lnTo>
                <a:lnTo>
                  <a:pt x="91916" y="32753"/>
                </a:lnTo>
                <a:lnTo>
                  <a:pt x="88425" y="33947"/>
                </a:lnTo>
                <a:lnTo>
                  <a:pt x="87713" y="34188"/>
                </a:lnTo>
                <a:lnTo>
                  <a:pt x="83598" y="35826"/>
                </a:lnTo>
                <a:lnTo>
                  <a:pt x="80269" y="37363"/>
                </a:lnTo>
                <a:lnTo>
                  <a:pt x="79597" y="37668"/>
                </a:lnTo>
                <a:lnTo>
                  <a:pt x="76330" y="39357"/>
                </a:lnTo>
                <a:lnTo>
                  <a:pt x="75686" y="39687"/>
                </a:lnTo>
                <a:lnTo>
                  <a:pt x="72519" y="41528"/>
                </a:lnTo>
                <a:lnTo>
                  <a:pt x="71901" y="41884"/>
                </a:lnTo>
                <a:lnTo>
                  <a:pt x="68814" y="43878"/>
                </a:lnTo>
                <a:lnTo>
                  <a:pt x="68218" y="44259"/>
                </a:lnTo>
                <a:lnTo>
                  <a:pt x="65247" y="46393"/>
                </a:lnTo>
                <a:lnTo>
                  <a:pt x="64675" y="46799"/>
                </a:lnTo>
                <a:lnTo>
                  <a:pt x="61811" y="49072"/>
                </a:lnTo>
                <a:lnTo>
                  <a:pt x="61246" y="49517"/>
                </a:lnTo>
                <a:lnTo>
                  <a:pt x="58497" y="51917"/>
                </a:lnTo>
                <a:lnTo>
                  <a:pt x="57969" y="52374"/>
                </a:lnTo>
                <a:lnTo>
                  <a:pt x="55325" y="54914"/>
                </a:lnTo>
                <a:lnTo>
                  <a:pt x="54820" y="55397"/>
                </a:lnTo>
                <a:lnTo>
                  <a:pt x="52306" y="58064"/>
                </a:lnTo>
                <a:lnTo>
                  <a:pt x="51822" y="58572"/>
                </a:lnTo>
                <a:lnTo>
                  <a:pt x="49429" y="61353"/>
                </a:lnTo>
                <a:lnTo>
                  <a:pt x="48978" y="61874"/>
                </a:lnTo>
                <a:lnTo>
                  <a:pt x="46727" y="64769"/>
                </a:lnTo>
                <a:lnTo>
                  <a:pt x="46298" y="65316"/>
                </a:lnTo>
                <a:lnTo>
                  <a:pt x="43771" y="68884"/>
                </a:lnTo>
                <a:lnTo>
                  <a:pt x="41421" y="72580"/>
                </a:lnTo>
                <a:lnTo>
                  <a:pt x="39602" y="75780"/>
                </a:lnTo>
                <a:lnTo>
                  <a:pt x="39249" y="76390"/>
                </a:lnTo>
                <a:lnTo>
                  <a:pt x="37585" y="79692"/>
                </a:lnTo>
                <a:lnTo>
                  <a:pt x="35751" y="83705"/>
                </a:lnTo>
                <a:lnTo>
                  <a:pt x="34113" y="87807"/>
                </a:lnTo>
                <a:lnTo>
                  <a:pt x="32674" y="92011"/>
                </a:lnTo>
                <a:lnTo>
                  <a:pt x="31431" y="96316"/>
                </a:lnTo>
                <a:lnTo>
                  <a:pt x="30406" y="100698"/>
                </a:lnTo>
                <a:lnTo>
                  <a:pt x="29585" y="105155"/>
                </a:lnTo>
                <a:lnTo>
                  <a:pt x="28990" y="109702"/>
                </a:lnTo>
                <a:lnTo>
                  <a:pt x="28706" y="113233"/>
                </a:lnTo>
                <a:lnTo>
                  <a:pt x="28607" y="114312"/>
                </a:lnTo>
                <a:lnTo>
                  <a:pt x="28467" y="119024"/>
                </a:lnTo>
                <a:lnTo>
                  <a:pt x="28556" y="123342"/>
                </a:lnTo>
                <a:lnTo>
                  <a:pt x="28853" y="127596"/>
                </a:lnTo>
                <a:lnTo>
                  <a:pt x="29330" y="131787"/>
                </a:lnTo>
                <a:lnTo>
                  <a:pt x="29986" y="135915"/>
                </a:lnTo>
                <a:lnTo>
                  <a:pt x="30093" y="136563"/>
                </a:lnTo>
                <a:lnTo>
                  <a:pt x="30835" y="139992"/>
                </a:lnTo>
                <a:lnTo>
                  <a:pt x="31857" y="143979"/>
                </a:lnTo>
                <a:lnTo>
                  <a:pt x="32023" y="144614"/>
                </a:lnTo>
                <a:lnTo>
                  <a:pt x="33062" y="147904"/>
                </a:lnTo>
                <a:lnTo>
                  <a:pt x="34431" y="151752"/>
                </a:lnTo>
                <a:lnTo>
                  <a:pt x="35972" y="155524"/>
                </a:lnTo>
                <a:lnTo>
                  <a:pt x="37657" y="159194"/>
                </a:lnTo>
                <a:lnTo>
                  <a:pt x="37929" y="159778"/>
                </a:lnTo>
                <a:lnTo>
                  <a:pt x="39518" y="162788"/>
                </a:lnTo>
                <a:lnTo>
                  <a:pt x="39808" y="163347"/>
                </a:lnTo>
                <a:lnTo>
                  <a:pt x="41535" y="166281"/>
                </a:lnTo>
                <a:lnTo>
                  <a:pt x="41853" y="166827"/>
                </a:lnTo>
                <a:lnTo>
                  <a:pt x="43693" y="169684"/>
                </a:lnTo>
                <a:lnTo>
                  <a:pt x="44025" y="170205"/>
                </a:lnTo>
                <a:lnTo>
                  <a:pt x="45992" y="172973"/>
                </a:lnTo>
                <a:lnTo>
                  <a:pt x="46349" y="173481"/>
                </a:lnTo>
                <a:lnTo>
                  <a:pt x="48451" y="176161"/>
                </a:lnTo>
                <a:lnTo>
                  <a:pt x="51020" y="179235"/>
                </a:lnTo>
                <a:lnTo>
                  <a:pt x="51416" y="179704"/>
                </a:lnTo>
                <a:lnTo>
                  <a:pt x="53737" y="182194"/>
                </a:lnTo>
                <a:lnTo>
                  <a:pt x="56569" y="185026"/>
                </a:lnTo>
                <a:lnTo>
                  <a:pt x="57004" y="185458"/>
                </a:lnTo>
                <a:lnTo>
                  <a:pt x="59539" y="187731"/>
                </a:lnTo>
                <a:lnTo>
                  <a:pt x="63075" y="190690"/>
                </a:lnTo>
                <a:lnTo>
                  <a:pt x="65803" y="192735"/>
                </a:lnTo>
                <a:lnTo>
                  <a:pt x="66288" y="193103"/>
                </a:lnTo>
                <a:lnTo>
                  <a:pt x="69090" y="195033"/>
                </a:lnTo>
                <a:lnTo>
                  <a:pt x="69602" y="195389"/>
                </a:lnTo>
                <a:lnTo>
                  <a:pt x="72512" y="197192"/>
                </a:lnTo>
                <a:lnTo>
                  <a:pt x="75987" y="199186"/>
                </a:lnTo>
                <a:lnTo>
                  <a:pt x="76524" y="199491"/>
                </a:lnTo>
                <a:lnTo>
                  <a:pt x="79585" y="201040"/>
                </a:lnTo>
                <a:lnTo>
                  <a:pt x="80131" y="201320"/>
                </a:lnTo>
                <a:lnTo>
                  <a:pt x="83269" y="202730"/>
                </a:lnTo>
                <a:lnTo>
                  <a:pt x="83826" y="202984"/>
                </a:lnTo>
                <a:lnTo>
                  <a:pt x="87045" y="204266"/>
                </a:lnTo>
                <a:lnTo>
                  <a:pt x="87611" y="204495"/>
                </a:lnTo>
                <a:lnTo>
                  <a:pt x="90890" y="205625"/>
                </a:lnTo>
                <a:lnTo>
                  <a:pt x="91472" y="205828"/>
                </a:lnTo>
                <a:lnTo>
                  <a:pt x="94818" y="206819"/>
                </a:lnTo>
                <a:lnTo>
                  <a:pt x="95409" y="206997"/>
                </a:lnTo>
                <a:lnTo>
                  <a:pt x="98849" y="207835"/>
                </a:lnTo>
                <a:lnTo>
                  <a:pt x="102921" y="208673"/>
                </a:lnTo>
                <a:lnTo>
                  <a:pt x="103486" y="208787"/>
                </a:lnTo>
                <a:lnTo>
                  <a:pt x="107626" y="209410"/>
                </a:lnTo>
                <a:lnTo>
                  <a:pt x="103270" y="237655"/>
                </a:lnTo>
                <a:close/>
              </a:path>
              <a:path w="120014" h="238125">
                <a:moveTo>
                  <a:pt x="114556" y="28693"/>
                </a:moveTo>
                <a:lnTo>
                  <a:pt x="114941" y="28663"/>
                </a:lnTo>
                <a:lnTo>
                  <a:pt x="115693" y="28663"/>
                </a:lnTo>
                <a:lnTo>
                  <a:pt x="114556" y="28693"/>
                </a:lnTo>
                <a:close/>
              </a:path>
              <a:path w="120014" h="238125">
                <a:moveTo>
                  <a:pt x="114441" y="28701"/>
                </a:moveTo>
                <a:lnTo>
                  <a:pt x="114217" y="28701"/>
                </a:lnTo>
                <a:lnTo>
                  <a:pt x="114556" y="28693"/>
                </a:lnTo>
                <a:close/>
              </a:path>
              <a:path w="120014" h="238125">
                <a:moveTo>
                  <a:pt x="109894" y="29048"/>
                </a:moveTo>
                <a:lnTo>
                  <a:pt x="110319" y="28994"/>
                </a:lnTo>
                <a:lnTo>
                  <a:pt x="110608" y="28994"/>
                </a:lnTo>
                <a:lnTo>
                  <a:pt x="109894" y="29048"/>
                </a:lnTo>
                <a:close/>
              </a:path>
              <a:path w="120014" h="238125">
                <a:moveTo>
                  <a:pt x="109723" y="29070"/>
                </a:moveTo>
                <a:lnTo>
                  <a:pt x="109894" y="29048"/>
                </a:lnTo>
                <a:lnTo>
                  <a:pt x="109723" y="29070"/>
                </a:lnTo>
                <a:close/>
              </a:path>
              <a:path w="120014" h="238125">
                <a:moveTo>
                  <a:pt x="105556" y="29603"/>
                </a:moveTo>
                <a:lnTo>
                  <a:pt x="105772" y="29565"/>
                </a:lnTo>
                <a:lnTo>
                  <a:pt x="105556" y="29603"/>
                </a:lnTo>
                <a:close/>
              </a:path>
              <a:path w="120014" h="238125">
                <a:moveTo>
                  <a:pt x="105198" y="29667"/>
                </a:moveTo>
                <a:lnTo>
                  <a:pt x="105061" y="29667"/>
                </a:lnTo>
                <a:lnTo>
                  <a:pt x="105556" y="29603"/>
                </a:lnTo>
                <a:lnTo>
                  <a:pt x="105198" y="29667"/>
                </a:lnTo>
                <a:close/>
              </a:path>
              <a:path w="120014" h="238125">
                <a:moveTo>
                  <a:pt x="100994" y="30410"/>
                </a:moveTo>
                <a:lnTo>
                  <a:pt x="101302" y="30340"/>
                </a:lnTo>
                <a:lnTo>
                  <a:pt x="100994" y="30410"/>
                </a:lnTo>
                <a:close/>
              </a:path>
              <a:path w="120014" h="238125">
                <a:moveTo>
                  <a:pt x="100693" y="30479"/>
                </a:moveTo>
                <a:lnTo>
                  <a:pt x="100994" y="30410"/>
                </a:lnTo>
                <a:lnTo>
                  <a:pt x="100693" y="30479"/>
                </a:lnTo>
                <a:close/>
              </a:path>
              <a:path w="120014" h="238125">
                <a:moveTo>
                  <a:pt x="96592" y="31420"/>
                </a:moveTo>
                <a:lnTo>
                  <a:pt x="96907" y="31330"/>
                </a:lnTo>
                <a:lnTo>
                  <a:pt x="96592" y="31420"/>
                </a:lnTo>
                <a:close/>
              </a:path>
              <a:path w="120014" h="238125">
                <a:moveTo>
                  <a:pt x="96284" y="31508"/>
                </a:moveTo>
                <a:lnTo>
                  <a:pt x="96592" y="31420"/>
                </a:lnTo>
                <a:lnTo>
                  <a:pt x="96284" y="31508"/>
                </a:lnTo>
                <a:close/>
              </a:path>
              <a:path w="120014" h="238125">
                <a:moveTo>
                  <a:pt x="92140" y="32689"/>
                </a:moveTo>
                <a:lnTo>
                  <a:pt x="92589" y="32537"/>
                </a:lnTo>
                <a:lnTo>
                  <a:pt x="92140" y="32689"/>
                </a:lnTo>
                <a:close/>
              </a:path>
              <a:path w="120014" h="238125">
                <a:moveTo>
                  <a:pt x="91952" y="32753"/>
                </a:moveTo>
                <a:lnTo>
                  <a:pt x="92140" y="32689"/>
                </a:lnTo>
                <a:lnTo>
                  <a:pt x="91952" y="32753"/>
                </a:lnTo>
                <a:close/>
              </a:path>
              <a:path w="120014" h="238125">
                <a:moveTo>
                  <a:pt x="88051" y="34073"/>
                </a:moveTo>
                <a:lnTo>
                  <a:pt x="88373" y="33947"/>
                </a:lnTo>
                <a:lnTo>
                  <a:pt x="88051" y="34073"/>
                </a:lnTo>
                <a:close/>
              </a:path>
              <a:path w="120014" h="238125">
                <a:moveTo>
                  <a:pt x="87760" y="34188"/>
                </a:moveTo>
                <a:lnTo>
                  <a:pt x="88051" y="34073"/>
                </a:lnTo>
                <a:lnTo>
                  <a:pt x="87760" y="34188"/>
                </a:lnTo>
                <a:close/>
              </a:path>
              <a:path w="120014" h="238125">
                <a:moveTo>
                  <a:pt x="84049" y="35648"/>
                </a:moveTo>
                <a:lnTo>
                  <a:pt x="84245" y="35559"/>
                </a:lnTo>
                <a:lnTo>
                  <a:pt x="84049" y="35648"/>
                </a:lnTo>
                <a:close/>
              </a:path>
              <a:path w="120014" h="238125">
                <a:moveTo>
                  <a:pt x="83657" y="35826"/>
                </a:moveTo>
                <a:lnTo>
                  <a:pt x="84049" y="35648"/>
                </a:lnTo>
                <a:lnTo>
                  <a:pt x="83657" y="35826"/>
                </a:lnTo>
                <a:close/>
              </a:path>
              <a:path w="120014" h="238125">
                <a:moveTo>
                  <a:pt x="79838" y="37559"/>
                </a:moveTo>
                <a:lnTo>
                  <a:pt x="80220" y="37363"/>
                </a:lnTo>
                <a:lnTo>
                  <a:pt x="79838" y="37559"/>
                </a:lnTo>
                <a:close/>
              </a:path>
              <a:path w="120014" h="238125">
                <a:moveTo>
                  <a:pt x="79625" y="37668"/>
                </a:moveTo>
                <a:lnTo>
                  <a:pt x="79838" y="37559"/>
                </a:lnTo>
                <a:lnTo>
                  <a:pt x="79625" y="37668"/>
                </a:lnTo>
                <a:close/>
              </a:path>
              <a:path w="120014" h="238125">
                <a:moveTo>
                  <a:pt x="76012" y="39520"/>
                </a:moveTo>
                <a:lnTo>
                  <a:pt x="76295" y="39357"/>
                </a:lnTo>
                <a:lnTo>
                  <a:pt x="76012" y="39520"/>
                </a:lnTo>
                <a:close/>
              </a:path>
              <a:path w="120014" h="238125">
                <a:moveTo>
                  <a:pt x="75721" y="39687"/>
                </a:moveTo>
                <a:lnTo>
                  <a:pt x="76012" y="39520"/>
                </a:lnTo>
                <a:lnTo>
                  <a:pt x="75721" y="39687"/>
                </a:lnTo>
                <a:close/>
              </a:path>
              <a:path w="120014" h="238125">
                <a:moveTo>
                  <a:pt x="72183" y="41722"/>
                </a:moveTo>
                <a:lnTo>
                  <a:pt x="72485" y="41528"/>
                </a:lnTo>
                <a:lnTo>
                  <a:pt x="72183" y="41722"/>
                </a:lnTo>
                <a:close/>
              </a:path>
              <a:path w="120014" h="238125">
                <a:moveTo>
                  <a:pt x="71930" y="41884"/>
                </a:moveTo>
                <a:lnTo>
                  <a:pt x="72183" y="41722"/>
                </a:lnTo>
                <a:lnTo>
                  <a:pt x="71930" y="41884"/>
                </a:lnTo>
                <a:close/>
              </a:path>
              <a:path w="120014" h="238125">
                <a:moveTo>
                  <a:pt x="68571" y="44033"/>
                </a:moveTo>
                <a:lnTo>
                  <a:pt x="68790" y="43878"/>
                </a:lnTo>
                <a:lnTo>
                  <a:pt x="68571" y="44033"/>
                </a:lnTo>
                <a:close/>
              </a:path>
              <a:path w="120014" h="238125">
                <a:moveTo>
                  <a:pt x="68253" y="44259"/>
                </a:moveTo>
                <a:lnTo>
                  <a:pt x="68571" y="44033"/>
                </a:lnTo>
                <a:lnTo>
                  <a:pt x="68253" y="44259"/>
                </a:lnTo>
                <a:close/>
              </a:path>
              <a:path w="120014" h="238125">
                <a:moveTo>
                  <a:pt x="64975" y="46586"/>
                </a:moveTo>
                <a:lnTo>
                  <a:pt x="65221" y="46393"/>
                </a:lnTo>
                <a:lnTo>
                  <a:pt x="64975" y="46586"/>
                </a:lnTo>
                <a:close/>
              </a:path>
              <a:path w="120014" h="238125">
                <a:moveTo>
                  <a:pt x="64704" y="46799"/>
                </a:moveTo>
                <a:lnTo>
                  <a:pt x="64975" y="46586"/>
                </a:lnTo>
                <a:lnTo>
                  <a:pt x="64704" y="46799"/>
                </a:lnTo>
                <a:close/>
              </a:path>
              <a:path w="120014" h="238125">
                <a:moveTo>
                  <a:pt x="61466" y="49344"/>
                </a:moveTo>
                <a:lnTo>
                  <a:pt x="61779" y="49072"/>
                </a:lnTo>
                <a:lnTo>
                  <a:pt x="61466" y="49344"/>
                </a:lnTo>
                <a:close/>
              </a:path>
              <a:path w="120014" h="238125">
                <a:moveTo>
                  <a:pt x="61266" y="49517"/>
                </a:moveTo>
                <a:lnTo>
                  <a:pt x="61466" y="49344"/>
                </a:lnTo>
                <a:lnTo>
                  <a:pt x="61266" y="49517"/>
                </a:lnTo>
                <a:close/>
              </a:path>
              <a:path w="120014" h="238125">
                <a:moveTo>
                  <a:pt x="58147" y="52220"/>
                </a:moveTo>
                <a:lnTo>
                  <a:pt x="58464" y="51917"/>
                </a:lnTo>
                <a:lnTo>
                  <a:pt x="58147" y="52220"/>
                </a:lnTo>
                <a:close/>
              </a:path>
              <a:path w="120014" h="238125">
                <a:moveTo>
                  <a:pt x="57986" y="52374"/>
                </a:moveTo>
                <a:lnTo>
                  <a:pt x="58147" y="52220"/>
                </a:lnTo>
                <a:lnTo>
                  <a:pt x="57986" y="52374"/>
                </a:lnTo>
                <a:close/>
              </a:path>
              <a:path w="120014" h="238125">
                <a:moveTo>
                  <a:pt x="55075" y="55153"/>
                </a:moveTo>
                <a:lnTo>
                  <a:pt x="55302" y="54914"/>
                </a:lnTo>
                <a:lnTo>
                  <a:pt x="55075" y="55153"/>
                </a:lnTo>
                <a:close/>
              </a:path>
              <a:path w="120014" h="238125">
                <a:moveTo>
                  <a:pt x="54843" y="55397"/>
                </a:moveTo>
                <a:lnTo>
                  <a:pt x="55075" y="55153"/>
                </a:lnTo>
                <a:lnTo>
                  <a:pt x="54843" y="55397"/>
                </a:lnTo>
                <a:close/>
              </a:path>
              <a:path w="120014" h="238125">
                <a:moveTo>
                  <a:pt x="52013" y="58372"/>
                </a:moveTo>
                <a:lnTo>
                  <a:pt x="52280" y="58064"/>
                </a:lnTo>
                <a:lnTo>
                  <a:pt x="52013" y="58372"/>
                </a:lnTo>
                <a:close/>
              </a:path>
              <a:path w="120014" h="238125">
                <a:moveTo>
                  <a:pt x="51839" y="58572"/>
                </a:moveTo>
                <a:lnTo>
                  <a:pt x="52013" y="58372"/>
                </a:lnTo>
                <a:lnTo>
                  <a:pt x="51839" y="58572"/>
                </a:lnTo>
                <a:close/>
              </a:path>
              <a:path w="120014" h="238125">
                <a:moveTo>
                  <a:pt x="49222" y="61592"/>
                </a:moveTo>
                <a:lnTo>
                  <a:pt x="49409" y="61353"/>
                </a:lnTo>
                <a:lnTo>
                  <a:pt x="49222" y="61592"/>
                </a:lnTo>
                <a:close/>
              </a:path>
              <a:path w="120014" h="238125">
                <a:moveTo>
                  <a:pt x="49001" y="61874"/>
                </a:moveTo>
                <a:lnTo>
                  <a:pt x="49222" y="61592"/>
                </a:lnTo>
                <a:lnTo>
                  <a:pt x="49001" y="61874"/>
                </a:lnTo>
                <a:close/>
              </a:path>
              <a:path w="120014" h="238125">
                <a:moveTo>
                  <a:pt x="46483" y="65080"/>
                </a:moveTo>
                <a:lnTo>
                  <a:pt x="46704" y="64769"/>
                </a:lnTo>
                <a:lnTo>
                  <a:pt x="46483" y="65080"/>
                </a:lnTo>
                <a:close/>
              </a:path>
              <a:path w="120014" h="238125">
                <a:moveTo>
                  <a:pt x="46315" y="65316"/>
                </a:moveTo>
                <a:lnTo>
                  <a:pt x="46483" y="65080"/>
                </a:lnTo>
                <a:lnTo>
                  <a:pt x="46315" y="65316"/>
                </a:lnTo>
                <a:close/>
              </a:path>
              <a:path w="120014" h="238125">
                <a:moveTo>
                  <a:pt x="44120" y="68394"/>
                </a:moveTo>
                <a:close/>
              </a:path>
              <a:path w="120014" h="238125">
                <a:moveTo>
                  <a:pt x="43804" y="68884"/>
                </a:moveTo>
                <a:lnTo>
                  <a:pt x="44120" y="68394"/>
                </a:lnTo>
                <a:lnTo>
                  <a:pt x="43804" y="68884"/>
                </a:lnTo>
                <a:close/>
              </a:path>
              <a:path w="120014" h="238125">
                <a:moveTo>
                  <a:pt x="41717" y="72121"/>
                </a:moveTo>
                <a:close/>
              </a:path>
              <a:path w="120014" h="238125">
                <a:moveTo>
                  <a:pt x="41452" y="72580"/>
                </a:moveTo>
                <a:lnTo>
                  <a:pt x="41717" y="72121"/>
                </a:lnTo>
                <a:lnTo>
                  <a:pt x="41452" y="72580"/>
                </a:lnTo>
                <a:close/>
              </a:path>
              <a:path w="120014" h="238125">
                <a:moveTo>
                  <a:pt x="39414" y="76105"/>
                </a:moveTo>
                <a:lnTo>
                  <a:pt x="39580" y="75780"/>
                </a:lnTo>
                <a:lnTo>
                  <a:pt x="39414" y="76105"/>
                </a:lnTo>
                <a:close/>
              </a:path>
              <a:path w="120014" h="238125">
                <a:moveTo>
                  <a:pt x="39269" y="76390"/>
                </a:moveTo>
                <a:lnTo>
                  <a:pt x="39414" y="76105"/>
                </a:lnTo>
                <a:lnTo>
                  <a:pt x="39269" y="76390"/>
                </a:lnTo>
                <a:close/>
              </a:path>
              <a:path w="120014" h="238125">
                <a:moveTo>
                  <a:pt x="37368" y="80118"/>
                </a:moveTo>
                <a:lnTo>
                  <a:pt x="37560" y="79692"/>
                </a:lnTo>
                <a:lnTo>
                  <a:pt x="37368" y="80118"/>
                </a:lnTo>
                <a:close/>
              </a:path>
              <a:path w="120014" h="238125">
                <a:moveTo>
                  <a:pt x="37280" y="80314"/>
                </a:moveTo>
                <a:lnTo>
                  <a:pt x="37368" y="80118"/>
                </a:lnTo>
                <a:lnTo>
                  <a:pt x="37280" y="80314"/>
                </a:lnTo>
                <a:close/>
              </a:path>
              <a:path w="120014" h="238125">
                <a:moveTo>
                  <a:pt x="35594" y="84054"/>
                </a:moveTo>
                <a:lnTo>
                  <a:pt x="35731" y="83705"/>
                </a:lnTo>
                <a:lnTo>
                  <a:pt x="35594" y="84054"/>
                </a:lnTo>
                <a:close/>
              </a:path>
              <a:path w="120014" h="238125">
                <a:moveTo>
                  <a:pt x="35481" y="84340"/>
                </a:moveTo>
                <a:lnTo>
                  <a:pt x="35594" y="84054"/>
                </a:lnTo>
                <a:lnTo>
                  <a:pt x="35481" y="84340"/>
                </a:lnTo>
                <a:close/>
              </a:path>
              <a:path w="120014" h="238125">
                <a:moveTo>
                  <a:pt x="33979" y="88147"/>
                </a:moveTo>
                <a:lnTo>
                  <a:pt x="34093" y="87807"/>
                </a:lnTo>
                <a:lnTo>
                  <a:pt x="33979" y="88147"/>
                </a:lnTo>
                <a:close/>
              </a:path>
              <a:path w="120014" h="238125">
                <a:moveTo>
                  <a:pt x="33870" y="88468"/>
                </a:moveTo>
                <a:lnTo>
                  <a:pt x="33979" y="88147"/>
                </a:lnTo>
                <a:lnTo>
                  <a:pt x="33870" y="88468"/>
                </a:lnTo>
                <a:close/>
              </a:path>
              <a:path w="120014" h="238125">
                <a:moveTo>
                  <a:pt x="32573" y="92308"/>
                </a:moveTo>
                <a:lnTo>
                  <a:pt x="32658" y="92011"/>
                </a:lnTo>
                <a:lnTo>
                  <a:pt x="32573" y="92308"/>
                </a:lnTo>
                <a:close/>
              </a:path>
              <a:path w="120014" h="238125">
                <a:moveTo>
                  <a:pt x="32463" y="92697"/>
                </a:moveTo>
                <a:lnTo>
                  <a:pt x="32573" y="92308"/>
                </a:lnTo>
                <a:lnTo>
                  <a:pt x="32463" y="92697"/>
                </a:lnTo>
                <a:close/>
              </a:path>
              <a:path w="120014" h="238125">
                <a:moveTo>
                  <a:pt x="31340" y="96637"/>
                </a:moveTo>
                <a:lnTo>
                  <a:pt x="31413" y="96316"/>
                </a:lnTo>
                <a:lnTo>
                  <a:pt x="31340" y="96637"/>
                </a:lnTo>
                <a:close/>
              </a:path>
              <a:path w="120014" h="238125">
                <a:moveTo>
                  <a:pt x="31256" y="97002"/>
                </a:moveTo>
                <a:lnTo>
                  <a:pt x="31340" y="96637"/>
                </a:lnTo>
                <a:lnTo>
                  <a:pt x="31256" y="97002"/>
                </a:lnTo>
                <a:close/>
              </a:path>
              <a:path w="120014" h="238125">
                <a:moveTo>
                  <a:pt x="30311" y="101112"/>
                </a:moveTo>
                <a:lnTo>
                  <a:pt x="30385" y="100698"/>
                </a:lnTo>
                <a:lnTo>
                  <a:pt x="30311" y="101112"/>
                </a:lnTo>
                <a:close/>
              </a:path>
              <a:path w="120014" h="238125">
                <a:moveTo>
                  <a:pt x="30260" y="101396"/>
                </a:moveTo>
                <a:lnTo>
                  <a:pt x="30311" y="101112"/>
                </a:lnTo>
                <a:lnTo>
                  <a:pt x="30260" y="101396"/>
                </a:lnTo>
                <a:close/>
              </a:path>
              <a:path w="120014" h="238125">
                <a:moveTo>
                  <a:pt x="29539" y="105414"/>
                </a:moveTo>
                <a:lnTo>
                  <a:pt x="29572" y="105155"/>
                </a:lnTo>
                <a:lnTo>
                  <a:pt x="29539" y="105414"/>
                </a:lnTo>
                <a:close/>
              </a:path>
              <a:path w="120014" h="238125">
                <a:moveTo>
                  <a:pt x="29481" y="105867"/>
                </a:moveTo>
                <a:lnTo>
                  <a:pt x="29539" y="105414"/>
                </a:lnTo>
                <a:lnTo>
                  <a:pt x="29481" y="105867"/>
                </a:lnTo>
                <a:close/>
              </a:path>
              <a:path w="120014" h="238125">
                <a:moveTo>
                  <a:pt x="28953" y="109989"/>
                </a:moveTo>
                <a:lnTo>
                  <a:pt x="28975" y="109702"/>
                </a:lnTo>
                <a:lnTo>
                  <a:pt x="28953" y="109989"/>
                </a:lnTo>
                <a:close/>
              </a:path>
              <a:path w="120014" h="238125">
                <a:moveTo>
                  <a:pt x="28921" y="110413"/>
                </a:moveTo>
                <a:lnTo>
                  <a:pt x="28953" y="109989"/>
                </a:lnTo>
                <a:lnTo>
                  <a:pt x="28921" y="110413"/>
                </a:lnTo>
                <a:close/>
              </a:path>
              <a:path w="120014" h="238125">
                <a:moveTo>
                  <a:pt x="28598" y="114651"/>
                </a:moveTo>
                <a:lnTo>
                  <a:pt x="28607" y="114312"/>
                </a:lnTo>
                <a:lnTo>
                  <a:pt x="28598" y="114651"/>
                </a:lnTo>
                <a:close/>
              </a:path>
              <a:path w="120014" h="238125">
                <a:moveTo>
                  <a:pt x="28588" y="115036"/>
                </a:moveTo>
                <a:lnTo>
                  <a:pt x="28598" y="114651"/>
                </a:lnTo>
                <a:lnTo>
                  <a:pt x="28588" y="115036"/>
                </a:lnTo>
                <a:close/>
              </a:path>
              <a:path w="120014" h="238125">
                <a:moveTo>
                  <a:pt x="28476" y="119394"/>
                </a:moveTo>
                <a:lnTo>
                  <a:pt x="28467" y="119024"/>
                </a:lnTo>
                <a:lnTo>
                  <a:pt x="28476" y="119394"/>
                </a:lnTo>
                <a:close/>
              </a:path>
              <a:path w="120014" h="238125">
                <a:moveTo>
                  <a:pt x="28483" y="119722"/>
                </a:moveTo>
                <a:lnTo>
                  <a:pt x="28476" y="119394"/>
                </a:lnTo>
                <a:lnTo>
                  <a:pt x="28483" y="119722"/>
                </a:lnTo>
                <a:close/>
              </a:path>
              <a:path w="120014" h="238125">
                <a:moveTo>
                  <a:pt x="28602" y="124002"/>
                </a:moveTo>
                <a:lnTo>
                  <a:pt x="28571" y="123561"/>
                </a:lnTo>
                <a:lnTo>
                  <a:pt x="28602" y="124002"/>
                </a:lnTo>
                <a:close/>
              </a:path>
              <a:path w="120014" h="238125">
                <a:moveTo>
                  <a:pt x="28878" y="127957"/>
                </a:moveTo>
                <a:lnTo>
                  <a:pt x="28835" y="127596"/>
                </a:lnTo>
                <a:lnTo>
                  <a:pt x="28878" y="127957"/>
                </a:lnTo>
                <a:close/>
              </a:path>
              <a:path w="120014" h="238125">
                <a:moveTo>
                  <a:pt x="28913" y="128257"/>
                </a:moveTo>
                <a:lnTo>
                  <a:pt x="28878" y="127957"/>
                </a:lnTo>
                <a:lnTo>
                  <a:pt x="28913" y="128257"/>
                </a:lnTo>
                <a:close/>
              </a:path>
              <a:path w="120014" h="238125">
                <a:moveTo>
                  <a:pt x="29394" y="132324"/>
                </a:moveTo>
                <a:lnTo>
                  <a:pt x="29305" y="131787"/>
                </a:lnTo>
                <a:lnTo>
                  <a:pt x="29394" y="132324"/>
                </a:lnTo>
                <a:close/>
              </a:path>
              <a:path w="120014" h="238125">
                <a:moveTo>
                  <a:pt x="30115" y="136563"/>
                </a:moveTo>
                <a:lnTo>
                  <a:pt x="30013" y="136080"/>
                </a:lnTo>
                <a:lnTo>
                  <a:pt x="30115" y="136563"/>
                </a:lnTo>
                <a:close/>
              </a:path>
              <a:path w="120014" h="238125">
                <a:moveTo>
                  <a:pt x="30914" y="140364"/>
                </a:moveTo>
                <a:lnTo>
                  <a:pt x="30817" y="139992"/>
                </a:lnTo>
                <a:lnTo>
                  <a:pt x="30914" y="140364"/>
                </a:lnTo>
                <a:close/>
              </a:path>
              <a:path w="120014" h="238125">
                <a:moveTo>
                  <a:pt x="30982" y="140627"/>
                </a:moveTo>
                <a:lnTo>
                  <a:pt x="30914" y="140364"/>
                </a:lnTo>
                <a:lnTo>
                  <a:pt x="30982" y="140627"/>
                </a:lnTo>
                <a:close/>
              </a:path>
              <a:path w="120014" h="238125">
                <a:moveTo>
                  <a:pt x="32042" y="144614"/>
                </a:moveTo>
                <a:lnTo>
                  <a:pt x="31922" y="144225"/>
                </a:lnTo>
                <a:lnTo>
                  <a:pt x="32042" y="144614"/>
                </a:lnTo>
                <a:close/>
              </a:path>
              <a:path w="120014" h="238125">
                <a:moveTo>
                  <a:pt x="33200" y="148347"/>
                </a:moveTo>
                <a:lnTo>
                  <a:pt x="33039" y="147904"/>
                </a:lnTo>
                <a:lnTo>
                  <a:pt x="33200" y="148347"/>
                </a:lnTo>
                <a:close/>
              </a:path>
              <a:path w="120014" h="238125">
                <a:moveTo>
                  <a:pt x="34575" y="152149"/>
                </a:moveTo>
                <a:lnTo>
                  <a:pt x="34411" y="151752"/>
                </a:lnTo>
                <a:lnTo>
                  <a:pt x="34575" y="152149"/>
                </a:lnTo>
                <a:close/>
              </a:path>
              <a:path w="120014" h="238125">
                <a:moveTo>
                  <a:pt x="36171" y="156004"/>
                </a:moveTo>
                <a:lnTo>
                  <a:pt x="35947" y="155524"/>
                </a:lnTo>
                <a:lnTo>
                  <a:pt x="36171" y="156004"/>
                </a:lnTo>
                <a:close/>
              </a:path>
              <a:path w="120014" h="238125">
                <a:moveTo>
                  <a:pt x="37953" y="159778"/>
                </a:moveTo>
                <a:lnTo>
                  <a:pt x="37720" y="159330"/>
                </a:lnTo>
                <a:lnTo>
                  <a:pt x="37953" y="159778"/>
                </a:lnTo>
                <a:close/>
              </a:path>
              <a:path w="120014" h="238125">
                <a:moveTo>
                  <a:pt x="39828" y="163347"/>
                </a:moveTo>
                <a:lnTo>
                  <a:pt x="39638" y="163019"/>
                </a:lnTo>
                <a:lnTo>
                  <a:pt x="39828" y="163347"/>
                </a:lnTo>
                <a:close/>
              </a:path>
              <a:path w="120014" h="238125">
                <a:moveTo>
                  <a:pt x="41871" y="166827"/>
                </a:moveTo>
                <a:lnTo>
                  <a:pt x="41666" y="166505"/>
                </a:lnTo>
                <a:lnTo>
                  <a:pt x="41871" y="166827"/>
                </a:lnTo>
                <a:close/>
              </a:path>
              <a:path w="120014" h="238125">
                <a:moveTo>
                  <a:pt x="44047" y="170205"/>
                </a:moveTo>
                <a:lnTo>
                  <a:pt x="43800" y="169853"/>
                </a:lnTo>
                <a:lnTo>
                  <a:pt x="44047" y="170205"/>
                </a:lnTo>
                <a:close/>
              </a:path>
              <a:path w="120014" h="238125">
                <a:moveTo>
                  <a:pt x="46374" y="173481"/>
                </a:moveTo>
                <a:lnTo>
                  <a:pt x="46103" y="173132"/>
                </a:lnTo>
                <a:lnTo>
                  <a:pt x="46374" y="173481"/>
                </a:lnTo>
                <a:close/>
              </a:path>
              <a:path w="120014" h="238125">
                <a:moveTo>
                  <a:pt x="48678" y="176453"/>
                </a:moveTo>
                <a:lnTo>
                  <a:pt x="48431" y="176161"/>
                </a:lnTo>
                <a:lnTo>
                  <a:pt x="48678" y="176453"/>
                </a:lnTo>
                <a:close/>
              </a:path>
              <a:path w="120014" h="238125">
                <a:moveTo>
                  <a:pt x="51443" y="179704"/>
                </a:moveTo>
                <a:lnTo>
                  <a:pt x="51133" y="179368"/>
                </a:lnTo>
                <a:lnTo>
                  <a:pt x="51443" y="179704"/>
                </a:lnTo>
                <a:close/>
              </a:path>
              <a:path w="120014" h="238125">
                <a:moveTo>
                  <a:pt x="53974" y="182451"/>
                </a:moveTo>
                <a:lnTo>
                  <a:pt x="53715" y="182194"/>
                </a:lnTo>
                <a:lnTo>
                  <a:pt x="53974" y="182451"/>
                </a:lnTo>
                <a:close/>
              </a:path>
              <a:path w="120014" h="238125">
                <a:moveTo>
                  <a:pt x="56795" y="185250"/>
                </a:moveTo>
                <a:lnTo>
                  <a:pt x="56547" y="185026"/>
                </a:lnTo>
                <a:lnTo>
                  <a:pt x="56795" y="185250"/>
                </a:lnTo>
                <a:close/>
              </a:path>
              <a:path w="120014" h="238125">
                <a:moveTo>
                  <a:pt x="57024" y="185458"/>
                </a:moveTo>
                <a:lnTo>
                  <a:pt x="56795" y="185250"/>
                </a:lnTo>
                <a:lnTo>
                  <a:pt x="57024" y="185458"/>
                </a:lnTo>
                <a:close/>
              </a:path>
              <a:path w="120014" h="238125">
                <a:moveTo>
                  <a:pt x="59905" y="188062"/>
                </a:moveTo>
                <a:lnTo>
                  <a:pt x="59506" y="187731"/>
                </a:lnTo>
                <a:lnTo>
                  <a:pt x="59905" y="188062"/>
                </a:lnTo>
                <a:close/>
              </a:path>
              <a:path w="120014" h="238125">
                <a:moveTo>
                  <a:pt x="63110" y="190690"/>
                </a:moveTo>
                <a:lnTo>
                  <a:pt x="62685" y="190367"/>
                </a:lnTo>
                <a:lnTo>
                  <a:pt x="63110" y="190690"/>
                </a:lnTo>
                <a:close/>
              </a:path>
              <a:path w="120014" h="238125">
                <a:moveTo>
                  <a:pt x="66049" y="192921"/>
                </a:moveTo>
                <a:lnTo>
                  <a:pt x="65780" y="192735"/>
                </a:lnTo>
                <a:lnTo>
                  <a:pt x="66049" y="192921"/>
                </a:lnTo>
                <a:close/>
              </a:path>
              <a:path w="120014" h="238125">
                <a:moveTo>
                  <a:pt x="66310" y="193103"/>
                </a:moveTo>
                <a:lnTo>
                  <a:pt x="66049" y="192921"/>
                </a:lnTo>
                <a:lnTo>
                  <a:pt x="66310" y="193103"/>
                </a:lnTo>
                <a:close/>
              </a:path>
              <a:path w="120014" h="238125">
                <a:moveTo>
                  <a:pt x="69636" y="195389"/>
                </a:moveTo>
                <a:lnTo>
                  <a:pt x="69288" y="195171"/>
                </a:lnTo>
                <a:lnTo>
                  <a:pt x="69636" y="195389"/>
                </a:lnTo>
                <a:close/>
              </a:path>
              <a:path w="120014" h="238125">
                <a:moveTo>
                  <a:pt x="72890" y="197429"/>
                </a:moveTo>
                <a:lnTo>
                  <a:pt x="72473" y="197192"/>
                </a:lnTo>
                <a:lnTo>
                  <a:pt x="72890" y="197429"/>
                </a:lnTo>
                <a:close/>
              </a:path>
              <a:path w="120014" h="238125">
                <a:moveTo>
                  <a:pt x="76560" y="199491"/>
                </a:moveTo>
                <a:lnTo>
                  <a:pt x="76187" y="199300"/>
                </a:lnTo>
                <a:lnTo>
                  <a:pt x="76560" y="199491"/>
                </a:lnTo>
                <a:close/>
              </a:path>
              <a:path w="120014" h="238125">
                <a:moveTo>
                  <a:pt x="80173" y="201320"/>
                </a:moveTo>
                <a:lnTo>
                  <a:pt x="79794" y="201147"/>
                </a:lnTo>
                <a:lnTo>
                  <a:pt x="80173" y="201320"/>
                </a:lnTo>
                <a:close/>
              </a:path>
              <a:path w="120014" h="238125">
                <a:moveTo>
                  <a:pt x="83871" y="202984"/>
                </a:moveTo>
                <a:lnTo>
                  <a:pt x="83477" y="202824"/>
                </a:lnTo>
                <a:lnTo>
                  <a:pt x="83871" y="202984"/>
                </a:lnTo>
                <a:close/>
              </a:path>
              <a:path w="120014" h="238125">
                <a:moveTo>
                  <a:pt x="87326" y="204380"/>
                </a:moveTo>
                <a:lnTo>
                  <a:pt x="87001" y="204266"/>
                </a:lnTo>
                <a:lnTo>
                  <a:pt x="87326" y="204380"/>
                </a:lnTo>
                <a:close/>
              </a:path>
              <a:path w="120014" h="238125">
                <a:moveTo>
                  <a:pt x="87656" y="204495"/>
                </a:moveTo>
                <a:lnTo>
                  <a:pt x="87326" y="204380"/>
                </a:lnTo>
                <a:lnTo>
                  <a:pt x="87656" y="204495"/>
                </a:lnTo>
                <a:close/>
              </a:path>
              <a:path w="120014" h="238125">
                <a:moveTo>
                  <a:pt x="91525" y="205828"/>
                </a:moveTo>
                <a:lnTo>
                  <a:pt x="91143" y="205713"/>
                </a:lnTo>
                <a:lnTo>
                  <a:pt x="91525" y="205828"/>
                </a:lnTo>
                <a:close/>
              </a:path>
              <a:path w="120014" h="238125">
                <a:moveTo>
                  <a:pt x="95487" y="206997"/>
                </a:moveTo>
                <a:lnTo>
                  <a:pt x="95031" y="206883"/>
                </a:lnTo>
                <a:lnTo>
                  <a:pt x="95487" y="206997"/>
                </a:lnTo>
                <a:close/>
              </a:path>
              <a:path w="120014" h="238125">
                <a:moveTo>
                  <a:pt x="99169" y="207915"/>
                </a:moveTo>
                <a:lnTo>
                  <a:pt x="98774" y="207835"/>
                </a:lnTo>
                <a:lnTo>
                  <a:pt x="99169" y="207915"/>
                </a:lnTo>
                <a:close/>
              </a:path>
              <a:path w="120014" h="238125">
                <a:moveTo>
                  <a:pt x="103581" y="208787"/>
                </a:moveTo>
                <a:lnTo>
                  <a:pt x="103183" y="208726"/>
                </a:lnTo>
                <a:lnTo>
                  <a:pt x="103581" y="2087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51091" y="1486319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 h="0">
                <a:moveTo>
                  <a:pt x="0" y="0"/>
                </a:moveTo>
                <a:lnTo>
                  <a:pt x="561606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47335" y="1486319"/>
            <a:ext cx="521970" cy="0"/>
          </a:xfrm>
          <a:custGeom>
            <a:avLst/>
            <a:gdLst/>
            <a:ahLst/>
            <a:cxnLst/>
            <a:rect l="l" t="t" r="r" b="b"/>
            <a:pathLst>
              <a:path w="521970" h="0">
                <a:moveTo>
                  <a:pt x="0" y="0"/>
                </a:moveTo>
                <a:lnTo>
                  <a:pt x="52136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568696" y="1377696"/>
            <a:ext cx="882650" cy="228600"/>
          </a:xfrm>
          <a:custGeom>
            <a:avLst/>
            <a:gdLst/>
            <a:ahLst/>
            <a:cxnLst/>
            <a:rect l="l" t="t" r="r" b="b"/>
            <a:pathLst>
              <a:path w="882650" h="228600">
                <a:moveTo>
                  <a:pt x="0" y="0"/>
                </a:moveTo>
                <a:lnTo>
                  <a:pt x="882396" y="0"/>
                </a:lnTo>
                <a:lnTo>
                  <a:pt x="882396" y="228599"/>
                </a:lnTo>
                <a:lnTo>
                  <a:pt x="0" y="228599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55069" y="1363421"/>
            <a:ext cx="909955" cy="257175"/>
          </a:xfrm>
          <a:custGeom>
            <a:avLst/>
            <a:gdLst/>
            <a:ahLst/>
            <a:cxnLst/>
            <a:rect l="l" t="t" r="r" b="b"/>
            <a:pathLst>
              <a:path w="909954" h="257175">
                <a:moveTo>
                  <a:pt x="909637" y="256870"/>
                </a:moveTo>
                <a:lnTo>
                  <a:pt x="0" y="256870"/>
                </a:lnTo>
                <a:lnTo>
                  <a:pt x="0" y="0"/>
                </a:lnTo>
                <a:lnTo>
                  <a:pt x="909637" y="0"/>
                </a:lnTo>
                <a:lnTo>
                  <a:pt x="9096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8295"/>
                </a:lnTo>
                <a:lnTo>
                  <a:pt x="14287" y="228295"/>
                </a:lnTo>
                <a:lnTo>
                  <a:pt x="28575" y="242582"/>
                </a:lnTo>
                <a:lnTo>
                  <a:pt x="909637" y="242582"/>
                </a:lnTo>
                <a:lnTo>
                  <a:pt x="909637" y="256870"/>
                </a:lnTo>
                <a:close/>
              </a:path>
              <a:path w="909954" h="257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09954" h="257175">
                <a:moveTo>
                  <a:pt x="8810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81062" y="14287"/>
                </a:lnTo>
                <a:lnTo>
                  <a:pt x="881062" y="28575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881062" y="14287"/>
                </a:lnTo>
                <a:lnTo>
                  <a:pt x="895350" y="28575"/>
                </a:lnTo>
                <a:lnTo>
                  <a:pt x="909637" y="28575"/>
                </a:lnTo>
                <a:lnTo>
                  <a:pt x="909637" y="228295"/>
                </a:lnTo>
                <a:lnTo>
                  <a:pt x="895350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8575"/>
                </a:moveTo>
                <a:lnTo>
                  <a:pt x="895350" y="28575"/>
                </a:lnTo>
                <a:lnTo>
                  <a:pt x="881062" y="14287"/>
                </a:lnTo>
                <a:lnTo>
                  <a:pt x="909637" y="14287"/>
                </a:lnTo>
                <a:lnTo>
                  <a:pt x="909637" y="28575"/>
                </a:lnTo>
                <a:close/>
              </a:path>
              <a:path w="909954" h="257175">
                <a:moveTo>
                  <a:pt x="28575" y="242582"/>
                </a:moveTo>
                <a:lnTo>
                  <a:pt x="14287" y="228295"/>
                </a:lnTo>
                <a:lnTo>
                  <a:pt x="28575" y="228295"/>
                </a:lnTo>
                <a:lnTo>
                  <a:pt x="28575" y="242582"/>
                </a:lnTo>
                <a:close/>
              </a:path>
              <a:path w="909954" h="257175">
                <a:moveTo>
                  <a:pt x="881062" y="242582"/>
                </a:moveTo>
                <a:lnTo>
                  <a:pt x="28575" y="242582"/>
                </a:lnTo>
                <a:lnTo>
                  <a:pt x="28575" y="228295"/>
                </a:lnTo>
                <a:lnTo>
                  <a:pt x="881062" y="228295"/>
                </a:lnTo>
                <a:lnTo>
                  <a:pt x="881062" y="242582"/>
                </a:lnTo>
                <a:close/>
              </a:path>
              <a:path w="909954" h="257175">
                <a:moveTo>
                  <a:pt x="909637" y="242582"/>
                </a:moveTo>
                <a:lnTo>
                  <a:pt x="881062" y="242582"/>
                </a:lnTo>
                <a:lnTo>
                  <a:pt x="895350" y="228295"/>
                </a:lnTo>
                <a:lnTo>
                  <a:pt x="909637" y="228295"/>
                </a:lnTo>
                <a:lnTo>
                  <a:pt x="909637" y="24258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08385" y="1819706"/>
            <a:ext cx="119615" cy="237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51306" y="1467269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599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08385" y="2029256"/>
            <a:ext cx="119615" cy="237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332256" y="2253856"/>
            <a:ext cx="0" cy="360045"/>
          </a:xfrm>
          <a:custGeom>
            <a:avLst/>
            <a:gdLst/>
            <a:ahLst/>
            <a:cxnLst/>
            <a:rect l="l" t="t" r="r" b="b"/>
            <a:pathLst>
              <a:path w="0" h="360044">
                <a:moveTo>
                  <a:pt x="0" y="0"/>
                </a:moveTo>
                <a:lnTo>
                  <a:pt x="0" y="35999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23811" y="1749044"/>
            <a:ext cx="119714" cy="237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29869" y="1472806"/>
            <a:ext cx="0" cy="304165"/>
          </a:xfrm>
          <a:custGeom>
            <a:avLst/>
            <a:gdLst/>
            <a:ahLst/>
            <a:cxnLst/>
            <a:rect l="l" t="t" r="r" b="b"/>
            <a:pathLst>
              <a:path w="0" h="304164">
                <a:moveTo>
                  <a:pt x="0" y="0"/>
                </a:moveTo>
                <a:lnTo>
                  <a:pt x="0" y="30402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23811" y="1977644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5" h="238125">
                <a:moveTo>
                  <a:pt x="5071" y="28693"/>
                </a:moveTo>
                <a:lnTo>
                  <a:pt x="0" y="28562"/>
                </a:lnTo>
                <a:lnTo>
                  <a:pt x="723" y="0"/>
                </a:lnTo>
                <a:lnTo>
                  <a:pt x="6489" y="152"/>
                </a:lnTo>
                <a:lnTo>
                  <a:pt x="46824" y="9385"/>
                </a:lnTo>
                <a:lnTo>
                  <a:pt x="77926" y="28663"/>
                </a:lnTo>
                <a:lnTo>
                  <a:pt x="4686" y="28663"/>
                </a:lnTo>
                <a:lnTo>
                  <a:pt x="5071" y="28693"/>
                </a:lnTo>
                <a:close/>
              </a:path>
              <a:path w="120015" h="238125">
                <a:moveTo>
                  <a:pt x="77970" y="28701"/>
                </a:moveTo>
                <a:lnTo>
                  <a:pt x="5410" y="28701"/>
                </a:lnTo>
                <a:lnTo>
                  <a:pt x="4686" y="28663"/>
                </a:lnTo>
                <a:lnTo>
                  <a:pt x="77926" y="28663"/>
                </a:lnTo>
                <a:close/>
              </a:path>
              <a:path w="120015" h="238125">
                <a:moveTo>
                  <a:pt x="78394" y="29070"/>
                </a:moveTo>
                <a:lnTo>
                  <a:pt x="10020" y="29070"/>
                </a:lnTo>
                <a:lnTo>
                  <a:pt x="5071" y="28693"/>
                </a:lnTo>
                <a:lnTo>
                  <a:pt x="5410" y="28701"/>
                </a:lnTo>
                <a:lnTo>
                  <a:pt x="77970" y="28701"/>
                </a:lnTo>
                <a:lnTo>
                  <a:pt x="78394" y="29070"/>
                </a:lnTo>
                <a:close/>
              </a:path>
              <a:path w="120015" h="238125">
                <a:moveTo>
                  <a:pt x="79082" y="29667"/>
                </a:moveTo>
                <a:lnTo>
                  <a:pt x="14566" y="29667"/>
                </a:lnTo>
                <a:lnTo>
                  <a:pt x="9497" y="29030"/>
                </a:lnTo>
                <a:lnTo>
                  <a:pt x="10020" y="29070"/>
                </a:lnTo>
                <a:lnTo>
                  <a:pt x="78394" y="29070"/>
                </a:lnTo>
                <a:lnTo>
                  <a:pt x="79082" y="29667"/>
                </a:lnTo>
                <a:close/>
              </a:path>
              <a:path w="120015" h="238125">
                <a:moveTo>
                  <a:pt x="80019" y="30479"/>
                </a:moveTo>
                <a:lnTo>
                  <a:pt x="19024" y="30479"/>
                </a:lnTo>
                <a:lnTo>
                  <a:pt x="18326" y="30340"/>
                </a:lnTo>
                <a:lnTo>
                  <a:pt x="14094" y="29607"/>
                </a:lnTo>
                <a:lnTo>
                  <a:pt x="14566" y="29667"/>
                </a:lnTo>
                <a:lnTo>
                  <a:pt x="79082" y="29667"/>
                </a:lnTo>
                <a:lnTo>
                  <a:pt x="80019" y="30479"/>
                </a:lnTo>
                <a:close/>
              </a:path>
              <a:path w="120015" h="238125">
                <a:moveTo>
                  <a:pt x="18629" y="30410"/>
                </a:moveTo>
                <a:lnTo>
                  <a:pt x="18234" y="30340"/>
                </a:lnTo>
                <a:lnTo>
                  <a:pt x="18629" y="30410"/>
                </a:lnTo>
                <a:close/>
              </a:path>
              <a:path w="120015" h="238125">
                <a:moveTo>
                  <a:pt x="81153" y="31508"/>
                </a:moveTo>
                <a:lnTo>
                  <a:pt x="23406" y="31508"/>
                </a:lnTo>
                <a:lnTo>
                  <a:pt x="22720" y="31330"/>
                </a:lnTo>
                <a:lnTo>
                  <a:pt x="18629" y="30410"/>
                </a:lnTo>
                <a:lnTo>
                  <a:pt x="19024" y="30479"/>
                </a:lnTo>
                <a:lnTo>
                  <a:pt x="80019" y="30479"/>
                </a:lnTo>
                <a:lnTo>
                  <a:pt x="80619" y="31000"/>
                </a:lnTo>
                <a:lnTo>
                  <a:pt x="81153" y="31508"/>
                </a:lnTo>
                <a:close/>
              </a:path>
              <a:path w="120015" h="238125">
                <a:moveTo>
                  <a:pt x="23080" y="31433"/>
                </a:moveTo>
                <a:lnTo>
                  <a:pt x="22633" y="31330"/>
                </a:lnTo>
                <a:lnTo>
                  <a:pt x="23080" y="31433"/>
                </a:lnTo>
                <a:close/>
              </a:path>
              <a:path w="120015" h="238125">
                <a:moveTo>
                  <a:pt x="82462" y="32753"/>
                </a:moveTo>
                <a:lnTo>
                  <a:pt x="27698" y="32753"/>
                </a:lnTo>
                <a:lnTo>
                  <a:pt x="27025" y="32537"/>
                </a:lnTo>
                <a:lnTo>
                  <a:pt x="23080" y="31433"/>
                </a:lnTo>
                <a:lnTo>
                  <a:pt x="23406" y="31508"/>
                </a:lnTo>
                <a:lnTo>
                  <a:pt x="81153" y="31508"/>
                </a:lnTo>
                <a:lnTo>
                  <a:pt x="82462" y="32753"/>
                </a:lnTo>
                <a:close/>
              </a:path>
              <a:path w="120015" h="238125">
                <a:moveTo>
                  <a:pt x="27479" y="32690"/>
                </a:moveTo>
                <a:lnTo>
                  <a:pt x="26943" y="32537"/>
                </a:lnTo>
                <a:lnTo>
                  <a:pt x="27479" y="32690"/>
                </a:lnTo>
                <a:close/>
              </a:path>
              <a:path w="120015" h="238125">
                <a:moveTo>
                  <a:pt x="83971" y="34188"/>
                </a:moveTo>
                <a:lnTo>
                  <a:pt x="31915" y="34188"/>
                </a:lnTo>
                <a:lnTo>
                  <a:pt x="31254" y="33947"/>
                </a:lnTo>
                <a:lnTo>
                  <a:pt x="27479" y="32690"/>
                </a:lnTo>
                <a:lnTo>
                  <a:pt x="27698" y="32753"/>
                </a:lnTo>
                <a:lnTo>
                  <a:pt x="82462" y="32753"/>
                </a:lnTo>
                <a:lnTo>
                  <a:pt x="83971" y="34188"/>
                </a:lnTo>
                <a:close/>
              </a:path>
              <a:path w="120015" h="238125">
                <a:moveTo>
                  <a:pt x="31561" y="34069"/>
                </a:moveTo>
                <a:lnTo>
                  <a:pt x="31200" y="33947"/>
                </a:lnTo>
                <a:lnTo>
                  <a:pt x="31561" y="34069"/>
                </a:lnTo>
                <a:close/>
              </a:path>
              <a:path w="120015" h="238125">
                <a:moveTo>
                  <a:pt x="85618" y="35839"/>
                </a:moveTo>
                <a:lnTo>
                  <a:pt x="36017" y="35839"/>
                </a:lnTo>
                <a:lnTo>
                  <a:pt x="35369" y="35559"/>
                </a:lnTo>
                <a:lnTo>
                  <a:pt x="31561" y="34069"/>
                </a:lnTo>
                <a:lnTo>
                  <a:pt x="31915" y="34188"/>
                </a:lnTo>
                <a:lnTo>
                  <a:pt x="83971" y="34188"/>
                </a:lnTo>
                <a:lnTo>
                  <a:pt x="84772" y="34950"/>
                </a:lnTo>
                <a:lnTo>
                  <a:pt x="85618" y="35839"/>
                </a:lnTo>
                <a:close/>
              </a:path>
              <a:path w="120015" h="238125">
                <a:moveTo>
                  <a:pt x="35770" y="35741"/>
                </a:moveTo>
                <a:lnTo>
                  <a:pt x="35314" y="35559"/>
                </a:lnTo>
                <a:lnTo>
                  <a:pt x="35770" y="35741"/>
                </a:lnTo>
                <a:close/>
              </a:path>
              <a:path w="120015" h="238125">
                <a:moveTo>
                  <a:pt x="87357" y="37668"/>
                </a:moveTo>
                <a:lnTo>
                  <a:pt x="40030" y="37668"/>
                </a:lnTo>
                <a:lnTo>
                  <a:pt x="39408" y="37363"/>
                </a:lnTo>
                <a:lnTo>
                  <a:pt x="35770" y="35741"/>
                </a:lnTo>
                <a:lnTo>
                  <a:pt x="36017" y="35839"/>
                </a:lnTo>
                <a:lnTo>
                  <a:pt x="85618" y="35839"/>
                </a:lnTo>
                <a:lnTo>
                  <a:pt x="87357" y="37668"/>
                </a:lnTo>
                <a:close/>
              </a:path>
              <a:path w="120015" h="238125">
                <a:moveTo>
                  <a:pt x="39785" y="37557"/>
                </a:moveTo>
                <a:lnTo>
                  <a:pt x="39356" y="37363"/>
                </a:lnTo>
                <a:lnTo>
                  <a:pt x="39785" y="37557"/>
                </a:lnTo>
                <a:close/>
              </a:path>
              <a:path w="120015" h="238125">
                <a:moveTo>
                  <a:pt x="89229" y="39687"/>
                </a:moveTo>
                <a:lnTo>
                  <a:pt x="43929" y="39687"/>
                </a:lnTo>
                <a:lnTo>
                  <a:pt x="43319" y="39357"/>
                </a:lnTo>
                <a:lnTo>
                  <a:pt x="39785" y="37557"/>
                </a:lnTo>
                <a:lnTo>
                  <a:pt x="40030" y="37668"/>
                </a:lnTo>
                <a:lnTo>
                  <a:pt x="87357" y="37668"/>
                </a:lnTo>
                <a:lnTo>
                  <a:pt x="88722" y="39103"/>
                </a:lnTo>
                <a:lnTo>
                  <a:pt x="89229" y="39687"/>
                </a:lnTo>
                <a:close/>
              </a:path>
              <a:path w="120015" h="238125">
                <a:moveTo>
                  <a:pt x="43602" y="39519"/>
                </a:moveTo>
                <a:lnTo>
                  <a:pt x="43286" y="39357"/>
                </a:lnTo>
                <a:lnTo>
                  <a:pt x="43602" y="39519"/>
                </a:lnTo>
                <a:close/>
              </a:path>
              <a:path w="120015" h="238125">
                <a:moveTo>
                  <a:pt x="91135" y="41884"/>
                </a:moveTo>
                <a:lnTo>
                  <a:pt x="47726" y="41884"/>
                </a:lnTo>
                <a:lnTo>
                  <a:pt x="43602" y="39519"/>
                </a:lnTo>
                <a:lnTo>
                  <a:pt x="43929" y="39687"/>
                </a:lnTo>
                <a:lnTo>
                  <a:pt x="89229" y="39687"/>
                </a:lnTo>
                <a:lnTo>
                  <a:pt x="91135" y="41884"/>
                </a:lnTo>
                <a:close/>
              </a:path>
              <a:path w="120015" h="238125">
                <a:moveTo>
                  <a:pt x="93127" y="44259"/>
                </a:moveTo>
                <a:lnTo>
                  <a:pt x="51396" y="44259"/>
                </a:lnTo>
                <a:lnTo>
                  <a:pt x="50825" y="43878"/>
                </a:lnTo>
                <a:lnTo>
                  <a:pt x="47329" y="41657"/>
                </a:lnTo>
                <a:lnTo>
                  <a:pt x="47726" y="41884"/>
                </a:lnTo>
                <a:lnTo>
                  <a:pt x="91135" y="41884"/>
                </a:lnTo>
                <a:lnTo>
                  <a:pt x="92468" y="43421"/>
                </a:lnTo>
                <a:lnTo>
                  <a:pt x="93127" y="44259"/>
                </a:lnTo>
                <a:close/>
              </a:path>
              <a:path w="120015" h="238125">
                <a:moveTo>
                  <a:pt x="51051" y="44038"/>
                </a:moveTo>
                <a:lnTo>
                  <a:pt x="50801" y="43878"/>
                </a:lnTo>
                <a:lnTo>
                  <a:pt x="51051" y="44038"/>
                </a:lnTo>
                <a:close/>
              </a:path>
              <a:path w="120015" h="238125">
                <a:moveTo>
                  <a:pt x="95123" y="46799"/>
                </a:moveTo>
                <a:lnTo>
                  <a:pt x="54952" y="46799"/>
                </a:lnTo>
                <a:lnTo>
                  <a:pt x="54406" y="46393"/>
                </a:lnTo>
                <a:lnTo>
                  <a:pt x="51051" y="44038"/>
                </a:lnTo>
                <a:lnTo>
                  <a:pt x="51396" y="44259"/>
                </a:lnTo>
                <a:lnTo>
                  <a:pt x="93127" y="44259"/>
                </a:lnTo>
                <a:lnTo>
                  <a:pt x="95123" y="46799"/>
                </a:lnTo>
                <a:close/>
              </a:path>
              <a:path w="120015" h="238125">
                <a:moveTo>
                  <a:pt x="54653" y="46587"/>
                </a:moveTo>
                <a:lnTo>
                  <a:pt x="54378" y="46393"/>
                </a:lnTo>
                <a:lnTo>
                  <a:pt x="54653" y="46587"/>
                </a:lnTo>
                <a:close/>
              </a:path>
              <a:path w="120015" h="238125">
                <a:moveTo>
                  <a:pt x="97139" y="49517"/>
                </a:moveTo>
                <a:lnTo>
                  <a:pt x="58369" y="49517"/>
                </a:lnTo>
                <a:lnTo>
                  <a:pt x="57848" y="49072"/>
                </a:lnTo>
                <a:lnTo>
                  <a:pt x="54653" y="46587"/>
                </a:lnTo>
                <a:lnTo>
                  <a:pt x="54952" y="46799"/>
                </a:lnTo>
                <a:lnTo>
                  <a:pt x="95123" y="46799"/>
                </a:lnTo>
                <a:lnTo>
                  <a:pt x="96011" y="47929"/>
                </a:lnTo>
                <a:lnTo>
                  <a:pt x="97139" y="49517"/>
                </a:lnTo>
                <a:close/>
              </a:path>
              <a:path w="120015" h="238125">
                <a:moveTo>
                  <a:pt x="58282" y="49449"/>
                </a:moveTo>
                <a:lnTo>
                  <a:pt x="57805" y="49072"/>
                </a:lnTo>
                <a:lnTo>
                  <a:pt x="58282" y="49449"/>
                </a:lnTo>
                <a:close/>
              </a:path>
              <a:path w="120015" h="238125">
                <a:moveTo>
                  <a:pt x="99168" y="52374"/>
                </a:moveTo>
                <a:lnTo>
                  <a:pt x="61658" y="52374"/>
                </a:lnTo>
                <a:lnTo>
                  <a:pt x="61150" y="51917"/>
                </a:lnTo>
                <a:lnTo>
                  <a:pt x="58282" y="49449"/>
                </a:lnTo>
                <a:lnTo>
                  <a:pt x="97139" y="49517"/>
                </a:lnTo>
                <a:lnTo>
                  <a:pt x="99168" y="52374"/>
                </a:lnTo>
                <a:close/>
              </a:path>
              <a:path w="120015" h="238125">
                <a:moveTo>
                  <a:pt x="61350" y="52107"/>
                </a:moveTo>
                <a:lnTo>
                  <a:pt x="61130" y="51917"/>
                </a:lnTo>
                <a:lnTo>
                  <a:pt x="61350" y="52107"/>
                </a:lnTo>
                <a:close/>
              </a:path>
              <a:path w="120015" h="238125">
                <a:moveTo>
                  <a:pt x="101120" y="55397"/>
                </a:moveTo>
                <a:lnTo>
                  <a:pt x="64808" y="55397"/>
                </a:lnTo>
                <a:lnTo>
                  <a:pt x="64325" y="54914"/>
                </a:lnTo>
                <a:lnTo>
                  <a:pt x="61350" y="52107"/>
                </a:lnTo>
                <a:lnTo>
                  <a:pt x="61658" y="52374"/>
                </a:lnTo>
                <a:lnTo>
                  <a:pt x="99168" y="52374"/>
                </a:lnTo>
                <a:lnTo>
                  <a:pt x="99339" y="52616"/>
                </a:lnTo>
                <a:lnTo>
                  <a:pt x="101120" y="55397"/>
                </a:lnTo>
                <a:close/>
              </a:path>
              <a:path w="120015" h="238125">
                <a:moveTo>
                  <a:pt x="64560" y="55162"/>
                </a:moveTo>
                <a:lnTo>
                  <a:pt x="64300" y="54914"/>
                </a:lnTo>
                <a:lnTo>
                  <a:pt x="64560" y="55162"/>
                </a:lnTo>
                <a:close/>
              </a:path>
              <a:path w="120015" h="238125">
                <a:moveTo>
                  <a:pt x="103079" y="58572"/>
                </a:moveTo>
                <a:lnTo>
                  <a:pt x="67805" y="58572"/>
                </a:lnTo>
                <a:lnTo>
                  <a:pt x="64560" y="55162"/>
                </a:lnTo>
                <a:lnTo>
                  <a:pt x="64808" y="55397"/>
                </a:lnTo>
                <a:lnTo>
                  <a:pt x="101120" y="55397"/>
                </a:lnTo>
                <a:lnTo>
                  <a:pt x="102438" y="57454"/>
                </a:lnTo>
                <a:lnTo>
                  <a:pt x="103079" y="58572"/>
                </a:lnTo>
                <a:close/>
              </a:path>
              <a:path w="120015" h="238125">
                <a:moveTo>
                  <a:pt x="104973" y="61874"/>
                </a:moveTo>
                <a:lnTo>
                  <a:pt x="70637" y="61874"/>
                </a:lnTo>
                <a:lnTo>
                  <a:pt x="70205" y="61353"/>
                </a:lnTo>
                <a:lnTo>
                  <a:pt x="67472" y="58222"/>
                </a:lnTo>
                <a:lnTo>
                  <a:pt x="67805" y="58572"/>
                </a:lnTo>
                <a:lnTo>
                  <a:pt x="103079" y="58572"/>
                </a:lnTo>
                <a:lnTo>
                  <a:pt x="104973" y="61874"/>
                </a:lnTo>
                <a:close/>
              </a:path>
              <a:path w="120015" h="238125">
                <a:moveTo>
                  <a:pt x="70401" y="61602"/>
                </a:moveTo>
                <a:lnTo>
                  <a:pt x="70186" y="61353"/>
                </a:lnTo>
                <a:lnTo>
                  <a:pt x="70401" y="61602"/>
                </a:lnTo>
                <a:close/>
              </a:path>
              <a:path w="120015" h="238125">
                <a:moveTo>
                  <a:pt x="106775" y="65316"/>
                </a:moveTo>
                <a:lnTo>
                  <a:pt x="73329" y="65316"/>
                </a:lnTo>
                <a:lnTo>
                  <a:pt x="72923" y="64769"/>
                </a:lnTo>
                <a:lnTo>
                  <a:pt x="70401" y="61602"/>
                </a:lnTo>
                <a:lnTo>
                  <a:pt x="70637" y="61874"/>
                </a:lnTo>
                <a:lnTo>
                  <a:pt x="104973" y="61874"/>
                </a:lnTo>
                <a:lnTo>
                  <a:pt x="105308" y="62458"/>
                </a:lnTo>
                <a:lnTo>
                  <a:pt x="106775" y="65316"/>
                </a:lnTo>
                <a:close/>
              </a:path>
              <a:path w="120015" h="238125">
                <a:moveTo>
                  <a:pt x="73135" y="65069"/>
                </a:moveTo>
                <a:lnTo>
                  <a:pt x="72899" y="64769"/>
                </a:lnTo>
                <a:lnTo>
                  <a:pt x="73135" y="65069"/>
                </a:lnTo>
                <a:close/>
              </a:path>
              <a:path w="120015" h="238125">
                <a:moveTo>
                  <a:pt x="108534" y="68897"/>
                </a:moveTo>
                <a:lnTo>
                  <a:pt x="75844" y="68897"/>
                </a:lnTo>
                <a:lnTo>
                  <a:pt x="75463" y="68325"/>
                </a:lnTo>
                <a:lnTo>
                  <a:pt x="73135" y="65069"/>
                </a:lnTo>
                <a:lnTo>
                  <a:pt x="73329" y="65316"/>
                </a:lnTo>
                <a:lnTo>
                  <a:pt x="106775" y="65316"/>
                </a:lnTo>
                <a:lnTo>
                  <a:pt x="107950" y="67602"/>
                </a:lnTo>
                <a:lnTo>
                  <a:pt x="108534" y="68897"/>
                </a:lnTo>
                <a:close/>
              </a:path>
              <a:path w="120015" h="238125">
                <a:moveTo>
                  <a:pt x="75691" y="68681"/>
                </a:moveTo>
                <a:lnTo>
                  <a:pt x="75439" y="68325"/>
                </a:lnTo>
                <a:lnTo>
                  <a:pt x="75691" y="68681"/>
                </a:lnTo>
                <a:close/>
              </a:path>
              <a:path w="120015" h="238125">
                <a:moveTo>
                  <a:pt x="110194" y="72580"/>
                </a:moveTo>
                <a:lnTo>
                  <a:pt x="78193" y="72580"/>
                </a:lnTo>
                <a:lnTo>
                  <a:pt x="77838" y="71996"/>
                </a:lnTo>
                <a:lnTo>
                  <a:pt x="75691" y="68681"/>
                </a:lnTo>
                <a:lnTo>
                  <a:pt x="75844" y="68897"/>
                </a:lnTo>
                <a:lnTo>
                  <a:pt x="108534" y="68897"/>
                </a:lnTo>
                <a:lnTo>
                  <a:pt x="110194" y="72580"/>
                </a:lnTo>
                <a:close/>
              </a:path>
              <a:path w="120015" h="238125">
                <a:moveTo>
                  <a:pt x="78005" y="72286"/>
                </a:moveTo>
                <a:lnTo>
                  <a:pt x="77818" y="71996"/>
                </a:lnTo>
                <a:lnTo>
                  <a:pt x="78005" y="72286"/>
                </a:lnTo>
                <a:close/>
              </a:path>
              <a:path w="120015" h="238125">
                <a:moveTo>
                  <a:pt x="111719" y="76390"/>
                </a:moveTo>
                <a:lnTo>
                  <a:pt x="80365" y="76390"/>
                </a:lnTo>
                <a:lnTo>
                  <a:pt x="78005" y="72286"/>
                </a:lnTo>
                <a:lnTo>
                  <a:pt x="78193" y="72580"/>
                </a:lnTo>
                <a:lnTo>
                  <a:pt x="110194" y="72580"/>
                </a:lnTo>
                <a:lnTo>
                  <a:pt x="110337" y="72897"/>
                </a:lnTo>
                <a:lnTo>
                  <a:pt x="111719" y="76390"/>
                </a:lnTo>
                <a:close/>
              </a:path>
              <a:path w="120015" h="238125">
                <a:moveTo>
                  <a:pt x="113159" y="80314"/>
                </a:moveTo>
                <a:lnTo>
                  <a:pt x="82359" y="80314"/>
                </a:lnTo>
                <a:lnTo>
                  <a:pt x="82054" y="79692"/>
                </a:lnTo>
                <a:lnTo>
                  <a:pt x="80145" y="76008"/>
                </a:lnTo>
                <a:lnTo>
                  <a:pt x="80365" y="76390"/>
                </a:lnTo>
                <a:lnTo>
                  <a:pt x="111719" y="76390"/>
                </a:lnTo>
                <a:lnTo>
                  <a:pt x="112483" y="78320"/>
                </a:lnTo>
                <a:lnTo>
                  <a:pt x="113159" y="80314"/>
                </a:lnTo>
                <a:close/>
              </a:path>
              <a:path w="120015" h="238125">
                <a:moveTo>
                  <a:pt x="82167" y="79941"/>
                </a:moveTo>
                <a:lnTo>
                  <a:pt x="82039" y="79692"/>
                </a:lnTo>
                <a:lnTo>
                  <a:pt x="82167" y="79941"/>
                </a:lnTo>
                <a:close/>
              </a:path>
              <a:path w="120015" h="238125">
                <a:moveTo>
                  <a:pt x="114497" y="84340"/>
                </a:moveTo>
                <a:lnTo>
                  <a:pt x="84162" y="84340"/>
                </a:lnTo>
                <a:lnTo>
                  <a:pt x="82167" y="79941"/>
                </a:lnTo>
                <a:lnTo>
                  <a:pt x="82359" y="80314"/>
                </a:lnTo>
                <a:lnTo>
                  <a:pt x="113159" y="80314"/>
                </a:lnTo>
                <a:lnTo>
                  <a:pt x="114363" y="83870"/>
                </a:lnTo>
                <a:lnTo>
                  <a:pt x="114497" y="84340"/>
                </a:lnTo>
                <a:close/>
              </a:path>
              <a:path w="120015" h="238125">
                <a:moveTo>
                  <a:pt x="115672" y="88468"/>
                </a:moveTo>
                <a:lnTo>
                  <a:pt x="85763" y="88468"/>
                </a:lnTo>
                <a:lnTo>
                  <a:pt x="85521" y="87807"/>
                </a:lnTo>
                <a:lnTo>
                  <a:pt x="83941" y="83851"/>
                </a:lnTo>
                <a:lnTo>
                  <a:pt x="84162" y="84340"/>
                </a:lnTo>
                <a:lnTo>
                  <a:pt x="114497" y="84340"/>
                </a:lnTo>
                <a:lnTo>
                  <a:pt x="115672" y="88468"/>
                </a:lnTo>
                <a:close/>
              </a:path>
              <a:path w="120015" h="238125">
                <a:moveTo>
                  <a:pt x="85636" y="88147"/>
                </a:moveTo>
                <a:lnTo>
                  <a:pt x="85502" y="87807"/>
                </a:lnTo>
                <a:lnTo>
                  <a:pt x="85636" y="88147"/>
                </a:lnTo>
                <a:close/>
              </a:path>
              <a:path w="120015" h="238125">
                <a:moveTo>
                  <a:pt x="116706" y="92697"/>
                </a:moveTo>
                <a:lnTo>
                  <a:pt x="87172" y="92697"/>
                </a:lnTo>
                <a:lnTo>
                  <a:pt x="86969" y="92011"/>
                </a:lnTo>
                <a:lnTo>
                  <a:pt x="85636" y="88147"/>
                </a:lnTo>
                <a:lnTo>
                  <a:pt x="85763" y="88468"/>
                </a:lnTo>
                <a:lnTo>
                  <a:pt x="115672" y="88468"/>
                </a:lnTo>
                <a:lnTo>
                  <a:pt x="115976" y="89534"/>
                </a:lnTo>
                <a:lnTo>
                  <a:pt x="116706" y="92697"/>
                </a:lnTo>
                <a:close/>
              </a:path>
              <a:path w="120015" h="238125">
                <a:moveTo>
                  <a:pt x="87114" y="92525"/>
                </a:moveTo>
                <a:lnTo>
                  <a:pt x="86941" y="92011"/>
                </a:lnTo>
                <a:lnTo>
                  <a:pt x="87114" y="92525"/>
                </a:lnTo>
                <a:close/>
              </a:path>
              <a:path w="120015" h="238125">
                <a:moveTo>
                  <a:pt x="117608" y="97002"/>
                </a:moveTo>
                <a:lnTo>
                  <a:pt x="88379" y="97002"/>
                </a:lnTo>
                <a:lnTo>
                  <a:pt x="88201" y="96316"/>
                </a:lnTo>
                <a:lnTo>
                  <a:pt x="87114" y="92525"/>
                </a:lnTo>
                <a:lnTo>
                  <a:pt x="87172" y="92697"/>
                </a:lnTo>
                <a:lnTo>
                  <a:pt x="116706" y="92697"/>
                </a:lnTo>
                <a:lnTo>
                  <a:pt x="117309" y="95313"/>
                </a:lnTo>
                <a:lnTo>
                  <a:pt x="117608" y="97002"/>
                </a:lnTo>
                <a:close/>
              </a:path>
              <a:path w="120015" h="238125">
                <a:moveTo>
                  <a:pt x="88275" y="96635"/>
                </a:moveTo>
                <a:lnTo>
                  <a:pt x="88185" y="96316"/>
                </a:lnTo>
                <a:lnTo>
                  <a:pt x="88275" y="96635"/>
                </a:lnTo>
                <a:close/>
              </a:path>
              <a:path w="120015" h="238125">
                <a:moveTo>
                  <a:pt x="118375" y="101396"/>
                </a:moveTo>
                <a:lnTo>
                  <a:pt x="89382" y="101396"/>
                </a:lnTo>
                <a:lnTo>
                  <a:pt x="89242" y="100698"/>
                </a:lnTo>
                <a:lnTo>
                  <a:pt x="88275" y="96635"/>
                </a:lnTo>
                <a:lnTo>
                  <a:pt x="88379" y="97002"/>
                </a:lnTo>
                <a:lnTo>
                  <a:pt x="117608" y="97002"/>
                </a:lnTo>
                <a:lnTo>
                  <a:pt x="118375" y="101396"/>
                </a:lnTo>
                <a:close/>
              </a:path>
              <a:path w="120015" h="238125">
                <a:moveTo>
                  <a:pt x="89315" y="101106"/>
                </a:moveTo>
                <a:lnTo>
                  <a:pt x="89220" y="100698"/>
                </a:lnTo>
                <a:lnTo>
                  <a:pt x="89315" y="101106"/>
                </a:lnTo>
                <a:close/>
              </a:path>
              <a:path w="120015" h="238125">
                <a:moveTo>
                  <a:pt x="118946" y="105867"/>
                </a:moveTo>
                <a:lnTo>
                  <a:pt x="90157" y="105867"/>
                </a:lnTo>
                <a:lnTo>
                  <a:pt x="90055" y="105155"/>
                </a:lnTo>
                <a:lnTo>
                  <a:pt x="89315" y="101106"/>
                </a:lnTo>
                <a:lnTo>
                  <a:pt x="89382" y="101396"/>
                </a:lnTo>
                <a:lnTo>
                  <a:pt x="118375" y="101396"/>
                </a:lnTo>
                <a:lnTo>
                  <a:pt x="118946" y="105867"/>
                </a:lnTo>
                <a:close/>
              </a:path>
              <a:path w="120015" h="238125">
                <a:moveTo>
                  <a:pt x="90114" y="105628"/>
                </a:moveTo>
                <a:lnTo>
                  <a:pt x="90031" y="105155"/>
                </a:lnTo>
                <a:lnTo>
                  <a:pt x="90114" y="105628"/>
                </a:lnTo>
                <a:close/>
              </a:path>
              <a:path w="120015" h="238125">
                <a:moveTo>
                  <a:pt x="119357" y="110413"/>
                </a:moveTo>
                <a:lnTo>
                  <a:pt x="90716" y="110413"/>
                </a:lnTo>
                <a:lnTo>
                  <a:pt x="90652" y="109702"/>
                </a:lnTo>
                <a:lnTo>
                  <a:pt x="90114" y="105628"/>
                </a:lnTo>
                <a:lnTo>
                  <a:pt x="90157" y="105867"/>
                </a:lnTo>
                <a:lnTo>
                  <a:pt x="118946" y="105867"/>
                </a:lnTo>
                <a:lnTo>
                  <a:pt x="119113" y="107175"/>
                </a:lnTo>
                <a:lnTo>
                  <a:pt x="119357" y="110413"/>
                </a:lnTo>
                <a:close/>
              </a:path>
              <a:path w="120015" h="238125">
                <a:moveTo>
                  <a:pt x="90692" y="110225"/>
                </a:moveTo>
                <a:lnTo>
                  <a:pt x="90626" y="109702"/>
                </a:lnTo>
                <a:lnTo>
                  <a:pt x="90692" y="110225"/>
                </a:lnTo>
                <a:close/>
              </a:path>
              <a:path w="120015" h="238125">
                <a:moveTo>
                  <a:pt x="119615" y="115036"/>
                </a:moveTo>
                <a:lnTo>
                  <a:pt x="91058" y="115036"/>
                </a:lnTo>
                <a:lnTo>
                  <a:pt x="91020" y="114312"/>
                </a:lnTo>
                <a:lnTo>
                  <a:pt x="90692" y="110225"/>
                </a:lnTo>
                <a:lnTo>
                  <a:pt x="90716" y="110413"/>
                </a:lnTo>
                <a:lnTo>
                  <a:pt x="119357" y="110413"/>
                </a:lnTo>
                <a:lnTo>
                  <a:pt x="119570" y="113233"/>
                </a:lnTo>
                <a:lnTo>
                  <a:pt x="119615" y="115036"/>
                </a:lnTo>
                <a:close/>
              </a:path>
              <a:path w="120015" h="238125">
                <a:moveTo>
                  <a:pt x="91028" y="114636"/>
                </a:moveTo>
                <a:lnTo>
                  <a:pt x="91003" y="114312"/>
                </a:lnTo>
                <a:lnTo>
                  <a:pt x="91028" y="114636"/>
                </a:lnTo>
                <a:close/>
              </a:path>
              <a:path w="120015" h="238125">
                <a:moveTo>
                  <a:pt x="119714" y="119722"/>
                </a:moveTo>
                <a:lnTo>
                  <a:pt x="91147" y="119722"/>
                </a:lnTo>
                <a:lnTo>
                  <a:pt x="91147" y="119024"/>
                </a:lnTo>
                <a:lnTo>
                  <a:pt x="91028" y="114636"/>
                </a:lnTo>
                <a:lnTo>
                  <a:pt x="91058" y="115036"/>
                </a:lnTo>
                <a:lnTo>
                  <a:pt x="119615" y="115036"/>
                </a:lnTo>
                <a:lnTo>
                  <a:pt x="119714" y="119722"/>
                </a:lnTo>
                <a:close/>
              </a:path>
              <a:path w="120015" h="238125">
                <a:moveTo>
                  <a:pt x="91139" y="119377"/>
                </a:moveTo>
                <a:lnTo>
                  <a:pt x="91131" y="119024"/>
                </a:lnTo>
                <a:lnTo>
                  <a:pt x="91139" y="119377"/>
                </a:lnTo>
                <a:close/>
              </a:path>
              <a:path w="120015" h="238125">
                <a:moveTo>
                  <a:pt x="119618" y="124002"/>
                </a:moveTo>
                <a:lnTo>
                  <a:pt x="91033" y="124002"/>
                </a:lnTo>
                <a:lnTo>
                  <a:pt x="91071" y="123342"/>
                </a:lnTo>
                <a:lnTo>
                  <a:pt x="91139" y="119377"/>
                </a:lnTo>
                <a:lnTo>
                  <a:pt x="91147" y="119722"/>
                </a:lnTo>
                <a:lnTo>
                  <a:pt x="119714" y="119722"/>
                </a:lnTo>
                <a:lnTo>
                  <a:pt x="119618" y="124002"/>
                </a:lnTo>
                <a:close/>
              </a:path>
              <a:path w="120015" h="238125">
                <a:moveTo>
                  <a:pt x="91037" y="123832"/>
                </a:moveTo>
                <a:lnTo>
                  <a:pt x="91048" y="123342"/>
                </a:lnTo>
                <a:lnTo>
                  <a:pt x="91037" y="123832"/>
                </a:lnTo>
                <a:close/>
              </a:path>
              <a:path w="120015" h="238125">
                <a:moveTo>
                  <a:pt x="119365" y="128257"/>
                </a:moveTo>
                <a:lnTo>
                  <a:pt x="90728" y="128257"/>
                </a:lnTo>
                <a:lnTo>
                  <a:pt x="90792" y="127596"/>
                </a:lnTo>
                <a:lnTo>
                  <a:pt x="91037" y="123832"/>
                </a:lnTo>
                <a:lnTo>
                  <a:pt x="91033" y="124002"/>
                </a:lnTo>
                <a:lnTo>
                  <a:pt x="119618" y="124002"/>
                </a:lnTo>
                <a:lnTo>
                  <a:pt x="119595" y="124993"/>
                </a:lnTo>
                <a:lnTo>
                  <a:pt x="119365" y="128257"/>
                </a:lnTo>
                <a:close/>
              </a:path>
              <a:path w="120015" h="238125">
                <a:moveTo>
                  <a:pt x="90749" y="127959"/>
                </a:moveTo>
                <a:lnTo>
                  <a:pt x="90774" y="127596"/>
                </a:lnTo>
                <a:lnTo>
                  <a:pt x="90749" y="127959"/>
                </a:lnTo>
                <a:close/>
              </a:path>
              <a:path w="120015" h="238125">
                <a:moveTo>
                  <a:pt x="118986" y="132448"/>
                </a:moveTo>
                <a:lnTo>
                  <a:pt x="90220" y="132448"/>
                </a:lnTo>
                <a:lnTo>
                  <a:pt x="90309" y="131787"/>
                </a:lnTo>
                <a:lnTo>
                  <a:pt x="90749" y="127959"/>
                </a:lnTo>
                <a:lnTo>
                  <a:pt x="90728" y="128257"/>
                </a:lnTo>
                <a:lnTo>
                  <a:pt x="119365" y="128257"/>
                </a:lnTo>
                <a:lnTo>
                  <a:pt x="119202" y="130581"/>
                </a:lnTo>
                <a:lnTo>
                  <a:pt x="118986" y="132448"/>
                </a:lnTo>
                <a:close/>
              </a:path>
              <a:path w="120015" h="238125">
                <a:moveTo>
                  <a:pt x="90270" y="132023"/>
                </a:moveTo>
                <a:lnTo>
                  <a:pt x="90298" y="131787"/>
                </a:lnTo>
                <a:lnTo>
                  <a:pt x="90270" y="132023"/>
                </a:lnTo>
                <a:close/>
              </a:path>
              <a:path w="120015" h="238125">
                <a:moveTo>
                  <a:pt x="118488" y="136563"/>
                </a:moveTo>
                <a:lnTo>
                  <a:pt x="89522" y="136563"/>
                </a:lnTo>
                <a:lnTo>
                  <a:pt x="89649" y="135915"/>
                </a:lnTo>
                <a:lnTo>
                  <a:pt x="90270" y="132023"/>
                </a:lnTo>
                <a:lnTo>
                  <a:pt x="90220" y="132448"/>
                </a:lnTo>
                <a:lnTo>
                  <a:pt x="118986" y="132448"/>
                </a:lnTo>
                <a:lnTo>
                  <a:pt x="118586" y="135915"/>
                </a:lnTo>
                <a:lnTo>
                  <a:pt x="118488" y="136563"/>
                </a:lnTo>
                <a:close/>
              </a:path>
              <a:path w="120015" h="238125">
                <a:moveTo>
                  <a:pt x="89555" y="136360"/>
                </a:moveTo>
                <a:lnTo>
                  <a:pt x="89629" y="135915"/>
                </a:lnTo>
                <a:lnTo>
                  <a:pt x="89555" y="136360"/>
                </a:lnTo>
                <a:close/>
              </a:path>
              <a:path w="120015" h="238125">
                <a:moveTo>
                  <a:pt x="117823" y="140627"/>
                </a:moveTo>
                <a:lnTo>
                  <a:pt x="88658" y="140627"/>
                </a:lnTo>
                <a:lnTo>
                  <a:pt x="88798" y="139992"/>
                </a:lnTo>
                <a:lnTo>
                  <a:pt x="89555" y="136360"/>
                </a:lnTo>
                <a:lnTo>
                  <a:pt x="89522" y="136563"/>
                </a:lnTo>
                <a:lnTo>
                  <a:pt x="118488" y="136563"/>
                </a:lnTo>
                <a:lnTo>
                  <a:pt x="117823" y="140627"/>
                </a:lnTo>
                <a:close/>
              </a:path>
              <a:path w="120015" h="238125">
                <a:moveTo>
                  <a:pt x="88765" y="140121"/>
                </a:moveTo>
                <a:lnTo>
                  <a:pt x="88792" y="139992"/>
                </a:lnTo>
                <a:lnTo>
                  <a:pt x="88765" y="140121"/>
                </a:lnTo>
                <a:close/>
              </a:path>
              <a:path w="120015" h="238125">
                <a:moveTo>
                  <a:pt x="117015" y="144614"/>
                </a:moveTo>
                <a:lnTo>
                  <a:pt x="87604" y="144614"/>
                </a:lnTo>
                <a:lnTo>
                  <a:pt x="87782" y="143979"/>
                </a:lnTo>
                <a:lnTo>
                  <a:pt x="88765" y="140121"/>
                </a:lnTo>
                <a:lnTo>
                  <a:pt x="88658" y="140627"/>
                </a:lnTo>
                <a:lnTo>
                  <a:pt x="117823" y="140627"/>
                </a:lnTo>
                <a:lnTo>
                  <a:pt x="117678" y="141516"/>
                </a:lnTo>
                <a:lnTo>
                  <a:pt x="117015" y="144614"/>
                </a:lnTo>
                <a:close/>
              </a:path>
              <a:path w="120015" h="238125">
                <a:moveTo>
                  <a:pt x="87699" y="144246"/>
                </a:moveTo>
                <a:lnTo>
                  <a:pt x="87768" y="143979"/>
                </a:lnTo>
                <a:lnTo>
                  <a:pt x="87699" y="144246"/>
                </a:lnTo>
                <a:close/>
              </a:path>
              <a:path w="120015" h="238125">
                <a:moveTo>
                  <a:pt x="116105" y="148526"/>
                </a:moveTo>
                <a:lnTo>
                  <a:pt x="86372" y="148526"/>
                </a:lnTo>
                <a:lnTo>
                  <a:pt x="86575" y="147904"/>
                </a:lnTo>
                <a:lnTo>
                  <a:pt x="87699" y="144246"/>
                </a:lnTo>
                <a:lnTo>
                  <a:pt x="87604" y="144614"/>
                </a:lnTo>
                <a:lnTo>
                  <a:pt x="117015" y="144614"/>
                </a:lnTo>
                <a:lnTo>
                  <a:pt x="116535" y="146862"/>
                </a:lnTo>
                <a:lnTo>
                  <a:pt x="116105" y="148526"/>
                </a:lnTo>
                <a:close/>
              </a:path>
              <a:path w="120015" h="238125">
                <a:moveTo>
                  <a:pt x="86500" y="148113"/>
                </a:moveTo>
                <a:lnTo>
                  <a:pt x="86565" y="147904"/>
                </a:lnTo>
                <a:lnTo>
                  <a:pt x="86500" y="148113"/>
                </a:lnTo>
                <a:close/>
              </a:path>
              <a:path w="120015" h="238125">
                <a:moveTo>
                  <a:pt x="115101" y="152361"/>
                </a:moveTo>
                <a:lnTo>
                  <a:pt x="84975" y="152361"/>
                </a:lnTo>
                <a:lnTo>
                  <a:pt x="85204" y="151752"/>
                </a:lnTo>
                <a:lnTo>
                  <a:pt x="86500" y="148113"/>
                </a:lnTo>
                <a:lnTo>
                  <a:pt x="86372" y="148526"/>
                </a:lnTo>
                <a:lnTo>
                  <a:pt x="116105" y="148526"/>
                </a:lnTo>
                <a:lnTo>
                  <a:pt x="115101" y="152361"/>
                </a:lnTo>
                <a:close/>
              </a:path>
              <a:path w="120015" h="238125">
                <a:moveTo>
                  <a:pt x="85127" y="151939"/>
                </a:moveTo>
                <a:lnTo>
                  <a:pt x="85194" y="151752"/>
                </a:lnTo>
                <a:lnTo>
                  <a:pt x="85127" y="151939"/>
                </a:lnTo>
                <a:close/>
              </a:path>
              <a:path w="120015" h="238125">
                <a:moveTo>
                  <a:pt x="113941" y="156108"/>
                </a:moveTo>
                <a:lnTo>
                  <a:pt x="83413" y="156108"/>
                </a:lnTo>
                <a:lnTo>
                  <a:pt x="83667" y="155524"/>
                </a:lnTo>
                <a:lnTo>
                  <a:pt x="85127" y="151939"/>
                </a:lnTo>
                <a:lnTo>
                  <a:pt x="84975" y="152361"/>
                </a:lnTo>
                <a:lnTo>
                  <a:pt x="115101" y="152361"/>
                </a:lnTo>
                <a:lnTo>
                  <a:pt x="113941" y="156108"/>
                </a:lnTo>
                <a:close/>
              </a:path>
              <a:path w="120015" h="238125">
                <a:moveTo>
                  <a:pt x="83549" y="155777"/>
                </a:moveTo>
                <a:lnTo>
                  <a:pt x="83653" y="155524"/>
                </a:lnTo>
                <a:lnTo>
                  <a:pt x="83549" y="155777"/>
                </a:lnTo>
                <a:close/>
              </a:path>
              <a:path w="120015" h="238125">
                <a:moveTo>
                  <a:pt x="112675" y="159778"/>
                </a:moveTo>
                <a:lnTo>
                  <a:pt x="81686" y="159778"/>
                </a:lnTo>
                <a:lnTo>
                  <a:pt x="81965" y="159194"/>
                </a:lnTo>
                <a:lnTo>
                  <a:pt x="83549" y="155777"/>
                </a:lnTo>
                <a:lnTo>
                  <a:pt x="83413" y="156108"/>
                </a:lnTo>
                <a:lnTo>
                  <a:pt x="113941" y="156108"/>
                </a:lnTo>
                <a:lnTo>
                  <a:pt x="113576" y="157289"/>
                </a:lnTo>
                <a:lnTo>
                  <a:pt x="112675" y="159778"/>
                </a:lnTo>
                <a:close/>
              </a:path>
              <a:path w="120015" h="238125">
                <a:moveTo>
                  <a:pt x="81895" y="159330"/>
                </a:moveTo>
                <a:lnTo>
                  <a:pt x="81958" y="159194"/>
                </a:lnTo>
                <a:lnTo>
                  <a:pt x="81895" y="159330"/>
                </a:lnTo>
                <a:close/>
              </a:path>
              <a:path w="120015" h="238125">
                <a:moveTo>
                  <a:pt x="111333" y="163347"/>
                </a:moveTo>
                <a:lnTo>
                  <a:pt x="79806" y="163347"/>
                </a:lnTo>
                <a:lnTo>
                  <a:pt x="80111" y="162788"/>
                </a:lnTo>
                <a:lnTo>
                  <a:pt x="81895" y="159330"/>
                </a:lnTo>
                <a:lnTo>
                  <a:pt x="81686" y="159778"/>
                </a:lnTo>
                <a:lnTo>
                  <a:pt x="112675" y="159778"/>
                </a:lnTo>
                <a:lnTo>
                  <a:pt x="111747" y="162344"/>
                </a:lnTo>
                <a:lnTo>
                  <a:pt x="111333" y="163347"/>
                </a:lnTo>
                <a:close/>
              </a:path>
              <a:path w="120015" h="238125">
                <a:moveTo>
                  <a:pt x="79970" y="163031"/>
                </a:moveTo>
                <a:lnTo>
                  <a:pt x="80097" y="162788"/>
                </a:lnTo>
                <a:lnTo>
                  <a:pt x="79970" y="163031"/>
                </a:lnTo>
                <a:close/>
              </a:path>
              <a:path w="120015" h="238125">
                <a:moveTo>
                  <a:pt x="109896" y="166827"/>
                </a:moveTo>
                <a:lnTo>
                  <a:pt x="77774" y="166827"/>
                </a:lnTo>
                <a:lnTo>
                  <a:pt x="78104" y="166281"/>
                </a:lnTo>
                <a:lnTo>
                  <a:pt x="79970" y="163031"/>
                </a:lnTo>
                <a:lnTo>
                  <a:pt x="79806" y="163347"/>
                </a:lnTo>
                <a:lnTo>
                  <a:pt x="111333" y="163347"/>
                </a:lnTo>
                <a:lnTo>
                  <a:pt x="109896" y="166827"/>
                </a:lnTo>
                <a:close/>
              </a:path>
              <a:path w="120015" h="238125">
                <a:moveTo>
                  <a:pt x="77958" y="166509"/>
                </a:moveTo>
                <a:lnTo>
                  <a:pt x="78090" y="166281"/>
                </a:lnTo>
                <a:lnTo>
                  <a:pt x="77958" y="166509"/>
                </a:lnTo>
                <a:close/>
              </a:path>
              <a:path w="120015" h="238125">
                <a:moveTo>
                  <a:pt x="108351" y="170205"/>
                </a:moveTo>
                <a:lnTo>
                  <a:pt x="75590" y="170205"/>
                </a:lnTo>
                <a:lnTo>
                  <a:pt x="75945" y="169684"/>
                </a:lnTo>
                <a:lnTo>
                  <a:pt x="77958" y="166509"/>
                </a:lnTo>
                <a:lnTo>
                  <a:pt x="77774" y="166827"/>
                </a:lnTo>
                <a:lnTo>
                  <a:pt x="109896" y="166827"/>
                </a:lnTo>
                <a:lnTo>
                  <a:pt x="109702" y="167297"/>
                </a:lnTo>
                <a:lnTo>
                  <a:pt x="108351" y="170205"/>
                </a:lnTo>
                <a:close/>
              </a:path>
              <a:path w="120015" h="238125">
                <a:moveTo>
                  <a:pt x="75707" y="170022"/>
                </a:moveTo>
                <a:lnTo>
                  <a:pt x="75924" y="169684"/>
                </a:lnTo>
                <a:lnTo>
                  <a:pt x="75707" y="170022"/>
                </a:lnTo>
                <a:close/>
              </a:path>
              <a:path w="120015" h="238125">
                <a:moveTo>
                  <a:pt x="106750" y="173481"/>
                </a:moveTo>
                <a:lnTo>
                  <a:pt x="73266" y="173481"/>
                </a:lnTo>
                <a:lnTo>
                  <a:pt x="73647" y="172973"/>
                </a:lnTo>
                <a:lnTo>
                  <a:pt x="75707" y="170022"/>
                </a:lnTo>
                <a:lnTo>
                  <a:pt x="75590" y="170205"/>
                </a:lnTo>
                <a:lnTo>
                  <a:pt x="108351" y="170205"/>
                </a:lnTo>
                <a:lnTo>
                  <a:pt x="107454" y="172135"/>
                </a:lnTo>
                <a:lnTo>
                  <a:pt x="106750" y="173481"/>
                </a:lnTo>
                <a:close/>
              </a:path>
              <a:path w="120015" h="238125">
                <a:moveTo>
                  <a:pt x="73395" y="173298"/>
                </a:moveTo>
                <a:lnTo>
                  <a:pt x="73624" y="172973"/>
                </a:lnTo>
                <a:lnTo>
                  <a:pt x="73395" y="173298"/>
                </a:lnTo>
                <a:close/>
              </a:path>
              <a:path w="120015" h="238125">
                <a:moveTo>
                  <a:pt x="105097" y="176644"/>
                </a:moveTo>
                <a:lnTo>
                  <a:pt x="70802" y="176644"/>
                </a:lnTo>
                <a:lnTo>
                  <a:pt x="71196" y="176161"/>
                </a:lnTo>
                <a:lnTo>
                  <a:pt x="73395" y="173298"/>
                </a:lnTo>
                <a:lnTo>
                  <a:pt x="73266" y="173481"/>
                </a:lnTo>
                <a:lnTo>
                  <a:pt x="106750" y="173481"/>
                </a:lnTo>
                <a:lnTo>
                  <a:pt x="105097" y="176644"/>
                </a:lnTo>
                <a:close/>
              </a:path>
              <a:path w="120015" h="238125">
                <a:moveTo>
                  <a:pt x="70961" y="176439"/>
                </a:moveTo>
                <a:lnTo>
                  <a:pt x="71176" y="176161"/>
                </a:lnTo>
                <a:lnTo>
                  <a:pt x="70961" y="176439"/>
                </a:lnTo>
                <a:close/>
              </a:path>
              <a:path w="120015" h="238125">
                <a:moveTo>
                  <a:pt x="103336" y="179704"/>
                </a:moveTo>
                <a:lnTo>
                  <a:pt x="68199" y="179704"/>
                </a:lnTo>
                <a:lnTo>
                  <a:pt x="68618" y="179235"/>
                </a:lnTo>
                <a:lnTo>
                  <a:pt x="70961" y="176439"/>
                </a:lnTo>
                <a:lnTo>
                  <a:pt x="70802" y="176644"/>
                </a:lnTo>
                <a:lnTo>
                  <a:pt x="105097" y="176644"/>
                </a:lnTo>
                <a:lnTo>
                  <a:pt x="103336" y="179704"/>
                </a:lnTo>
                <a:close/>
              </a:path>
              <a:path w="120015" h="238125">
                <a:moveTo>
                  <a:pt x="68366" y="179507"/>
                </a:moveTo>
                <a:lnTo>
                  <a:pt x="68596" y="179235"/>
                </a:lnTo>
                <a:lnTo>
                  <a:pt x="68366" y="179507"/>
                </a:lnTo>
                <a:close/>
              </a:path>
              <a:path w="120015" h="238125">
                <a:moveTo>
                  <a:pt x="101563" y="182638"/>
                </a:moveTo>
                <a:lnTo>
                  <a:pt x="65468" y="182638"/>
                </a:lnTo>
                <a:lnTo>
                  <a:pt x="65912" y="182194"/>
                </a:lnTo>
                <a:lnTo>
                  <a:pt x="68366" y="179507"/>
                </a:lnTo>
                <a:lnTo>
                  <a:pt x="68199" y="179704"/>
                </a:lnTo>
                <a:lnTo>
                  <a:pt x="103336" y="179704"/>
                </a:lnTo>
                <a:lnTo>
                  <a:pt x="102336" y="181432"/>
                </a:lnTo>
                <a:lnTo>
                  <a:pt x="101563" y="182638"/>
                </a:lnTo>
                <a:close/>
              </a:path>
              <a:path w="120015" h="238125">
                <a:moveTo>
                  <a:pt x="65524" y="182578"/>
                </a:moveTo>
                <a:lnTo>
                  <a:pt x="65879" y="182194"/>
                </a:lnTo>
                <a:lnTo>
                  <a:pt x="65524" y="182578"/>
                </a:lnTo>
                <a:close/>
              </a:path>
              <a:path w="120015" h="238125">
                <a:moveTo>
                  <a:pt x="99755" y="185458"/>
                </a:moveTo>
                <a:lnTo>
                  <a:pt x="62610" y="185458"/>
                </a:lnTo>
                <a:lnTo>
                  <a:pt x="63068" y="185026"/>
                </a:lnTo>
                <a:lnTo>
                  <a:pt x="65524" y="182578"/>
                </a:lnTo>
                <a:lnTo>
                  <a:pt x="101563" y="182638"/>
                </a:lnTo>
                <a:lnTo>
                  <a:pt x="99755" y="185458"/>
                </a:lnTo>
                <a:close/>
              </a:path>
              <a:path w="120015" h="238125">
                <a:moveTo>
                  <a:pt x="62819" y="185251"/>
                </a:moveTo>
                <a:lnTo>
                  <a:pt x="63047" y="185026"/>
                </a:lnTo>
                <a:lnTo>
                  <a:pt x="62819" y="185251"/>
                </a:lnTo>
                <a:close/>
              </a:path>
              <a:path w="120015" h="238125">
                <a:moveTo>
                  <a:pt x="97898" y="188137"/>
                </a:moveTo>
                <a:lnTo>
                  <a:pt x="59639" y="188137"/>
                </a:lnTo>
                <a:lnTo>
                  <a:pt x="60109" y="187731"/>
                </a:lnTo>
                <a:lnTo>
                  <a:pt x="62819" y="185251"/>
                </a:lnTo>
                <a:lnTo>
                  <a:pt x="62610" y="185458"/>
                </a:lnTo>
                <a:lnTo>
                  <a:pt x="99755" y="185458"/>
                </a:lnTo>
                <a:lnTo>
                  <a:pt x="99479" y="185889"/>
                </a:lnTo>
                <a:lnTo>
                  <a:pt x="97898" y="188137"/>
                </a:lnTo>
                <a:close/>
              </a:path>
              <a:path w="120015" h="238125">
                <a:moveTo>
                  <a:pt x="59853" y="187943"/>
                </a:moveTo>
                <a:lnTo>
                  <a:pt x="60087" y="187731"/>
                </a:lnTo>
                <a:lnTo>
                  <a:pt x="59853" y="187943"/>
                </a:lnTo>
                <a:close/>
              </a:path>
              <a:path w="120015" h="238125">
                <a:moveTo>
                  <a:pt x="96070" y="190690"/>
                </a:moveTo>
                <a:lnTo>
                  <a:pt x="56540" y="190690"/>
                </a:lnTo>
                <a:lnTo>
                  <a:pt x="57035" y="190296"/>
                </a:lnTo>
                <a:lnTo>
                  <a:pt x="59853" y="187943"/>
                </a:lnTo>
                <a:lnTo>
                  <a:pt x="59639" y="188137"/>
                </a:lnTo>
                <a:lnTo>
                  <a:pt x="97898" y="188137"/>
                </a:lnTo>
                <a:lnTo>
                  <a:pt x="96374" y="190296"/>
                </a:lnTo>
                <a:lnTo>
                  <a:pt x="96070" y="190690"/>
                </a:lnTo>
                <a:close/>
              </a:path>
              <a:path w="120015" h="238125">
                <a:moveTo>
                  <a:pt x="56791" y="190481"/>
                </a:moveTo>
                <a:lnTo>
                  <a:pt x="57015" y="190296"/>
                </a:lnTo>
                <a:lnTo>
                  <a:pt x="56791" y="190481"/>
                </a:lnTo>
                <a:close/>
              </a:path>
              <a:path w="120015" h="238125">
                <a:moveTo>
                  <a:pt x="94201" y="193103"/>
                </a:moveTo>
                <a:lnTo>
                  <a:pt x="53339" y="193103"/>
                </a:lnTo>
                <a:lnTo>
                  <a:pt x="53848" y="192735"/>
                </a:lnTo>
                <a:lnTo>
                  <a:pt x="56791" y="190481"/>
                </a:lnTo>
                <a:lnTo>
                  <a:pt x="56540" y="190690"/>
                </a:lnTo>
                <a:lnTo>
                  <a:pt x="96070" y="190690"/>
                </a:lnTo>
                <a:lnTo>
                  <a:pt x="94201" y="193103"/>
                </a:lnTo>
                <a:close/>
              </a:path>
              <a:path w="120015" h="238125">
                <a:moveTo>
                  <a:pt x="53579" y="192921"/>
                </a:moveTo>
                <a:lnTo>
                  <a:pt x="53824" y="192735"/>
                </a:lnTo>
                <a:lnTo>
                  <a:pt x="53579" y="192921"/>
                </a:lnTo>
                <a:close/>
              </a:path>
              <a:path w="120015" h="238125">
                <a:moveTo>
                  <a:pt x="92359" y="195389"/>
                </a:moveTo>
                <a:lnTo>
                  <a:pt x="50025" y="195389"/>
                </a:lnTo>
                <a:lnTo>
                  <a:pt x="50545" y="195033"/>
                </a:lnTo>
                <a:lnTo>
                  <a:pt x="53579" y="192921"/>
                </a:lnTo>
                <a:lnTo>
                  <a:pt x="53339" y="193103"/>
                </a:lnTo>
                <a:lnTo>
                  <a:pt x="94201" y="193103"/>
                </a:lnTo>
                <a:lnTo>
                  <a:pt x="93217" y="194373"/>
                </a:lnTo>
                <a:lnTo>
                  <a:pt x="92359" y="195389"/>
                </a:lnTo>
                <a:close/>
              </a:path>
              <a:path w="120015" h="238125">
                <a:moveTo>
                  <a:pt x="50454" y="195091"/>
                </a:moveTo>
                <a:close/>
              </a:path>
              <a:path w="120015" h="238125">
                <a:moveTo>
                  <a:pt x="90565" y="197510"/>
                </a:moveTo>
                <a:lnTo>
                  <a:pt x="46608" y="197510"/>
                </a:lnTo>
                <a:lnTo>
                  <a:pt x="47155" y="197192"/>
                </a:lnTo>
                <a:lnTo>
                  <a:pt x="50454" y="195091"/>
                </a:lnTo>
                <a:lnTo>
                  <a:pt x="50025" y="195389"/>
                </a:lnTo>
                <a:lnTo>
                  <a:pt x="92359" y="195389"/>
                </a:lnTo>
                <a:lnTo>
                  <a:pt x="90565" y="197510"/>
                </a:lnTo>
                <a:close/>
              </a:path>
              <a:path w="120015" h="238125">
                <a:moveTo>
                  <a:pt x="46744" y="197424"/>
                </a:moveTo>
                <a:lnTo>
                  <a:pt x="47113" y="197192"/>
                </a:lnTo>
                <a:lnTo>
                  <a:pt x="46744" y="197424"/>
                </a:lnTo>
                <a:close/>
              </a:path>
              <a:path w="120015" h="238125">
                <a:moveTo>
                  <a:pt x="88804" y="199491"/>
                </a:moveTo>
                <a:lnTo>
                  <a:pt x="43091" y="199491"/>
                </a:lnTo>
                <a:lnTo>
                  <a:pt x="43662" y="199186"/>
                </a:lnTo>
                <a:lnTo>
                  <a:pt x="46744" y="197424"/>
                </a:lnTo>
                <a:lnTo>
                  <a:pt x="46608" y="197510"/>
                </a:lnTo>
                <a:lnTo>
                  <a:pt x="90565" y="197510"/>
                </a:lnTo>
                <a:lnTo>
                  <a:pt x="89814" y="198399"/>
                </a:lnTo>
                <a:lnTo>
                  <a:pt x="88804" y="199491"/>
                </a:lnTo>
                <a:close/>
              </a:path>
              <a:path w="120015" h="238125">
                <a:moveTo>
                  <a:pt x="43326" y="199358"/>
                </a:moveTo>
                <a:lnTo>
                  <a:pt x="43629" y="199186"/>
                </a:lnTo>
                <a:lnTo>
                  <a:pt x="43326" y="199358"/>
                </a:lnTo>
                <a:close/>
              </a:path>
              <a:path w="120015" h="238125">
                <a:moveTo>
                  <a:pt x="87114" y="201320"/>
                </a:moveTo>
                <a:lnTo>
                  <a:pt x="39484" y="201320"/>
                </a:lnTo>
                <a:lnTo>
                  <a:pt x="40068" y="201040"/>
                </a:lnTo>
                <a:lnTo>
                  <a:pt x="43326" y="199358"/>
                </a:lnTo>
                <a:lnTo>
                  <a:pt x="43091" y="199491"/>
                </a:lnTo>
                <a:lnTo>
                  <a:pt x="88804" y="199491"/>
                </a:lnTo>
                <a:lnTo>
                  <a:pt x="87114" y="201320"/>
                </a:lnTo>
                <a:close/>
              </a:path>
              <a:path w="120015" h="238125">
                <a:moveTo>
                  <a:pt x="39734" y="201192"/>
                </a:moveTo>
                <a:lnTo>
                  <a:pt x="40031" y="201040"/>
                </a:lnTo>
                <a:lnTo>
                  <a:pt x="39734" y="201192"/>
                </a:lnTo>
                <a:close/>
              </a:path>
              <a:path w="120015" h="238125">
                <a:moveTo>
                  <a:pt x="85516" y="202984"/>
                </a:moveTo>
                <a:lnTo>
                  <a:pt x="35788" y="202984"/>
                </a:lnTo>
                <a:lnTo>
                  <a:pt x="36385" y="202730"/>
                </a:lnTo>
                <a:lnTo>
                  <a:pt x="39734" y="201192"/>
                </a:lnTo>
                <a:lnTo>
                  <a:pt x="39484" y="201320"/>
                </a:lnTo>
                <a:lnTo>
                  <a:pt x="87114" y="201320"/>
                </a:lnTo>
                <a:lnTo>
                  <a:pt x="86245" y="202260"/>
                </a:lnTo>
                <a:lnTo>
                  <a:pt x="85516" y="202984"/>
                </a:lnTo>
                <a:close/>
              </a:path>
              <a:path w="120015" h="238125">
                <a:moveTo>
                  <a:pt x="36045" y="202867"/>
                </a:moveTo>
                <a:lnTo>
                  <a:pt x="36348" y="202730"/>
                </a:lnTo>
                <a:lnTo>
                  <a:pt x="36045" y="202867"/>
                </a:lnTo>
                <a:close/>
              </a:path>
              <a:path w="120015" h="238125">
                <a:moveTo>
                  <a:pt x="83995" y="204495"/>
                </a:moveTo>
                <a:lnTo>
                  <a:pt x="32016" y="204495"/>
                </a:lnTo>
                <a:lnTo>
                  <a:pt x="32626" y="204266"/>
                </a:lnTo>
                <a:lnTo>
                  <a:pt x="36045" y="202867"/>
                </a:lnTo>
                <a:lnTo>
                  <a:pt x="35788" y="202984"/>
                </a:lnTo>
                <a:lnTo>
                  <a:pt x="85516" y="202984"/>
                </a:lnTo>
                <a:lnTo>
                  <a:pt x="83995" y="204495"/>
                </a:lnTo>
                <a:close/>
              </a:path>
              <a:path w="120015" h="238125">
                <a:moveTo>
                  <a:pt x="32301" y="204380"/>
                </a:moveTo>
                <a:lnTo>
                  <a:pt x="32582" y="204266"/>
                </a:lnTo>
                <a:lnTo>
                  <a:pt x="32301" y="204380"/>
                </a:lnTo>
                <a:close/>
              </a:path>
              <a:path w="120015" h="238125">
                <a:moveTo>
                  <a:pt x="82652" y="205828"/>
                </a:moveTo>
                <a:lnTo>
                  <a:pt x="28155" y="205828"/>
                </a:lnTo>
                <a:lnTo>
                  <a:pt x="28778" y="205625"/>
                </a:lnTo>
                <a:lnTo>
                  <a:pt x="32301" y="204380"/>
                </a:lnTo>
                <a:lnTo>
                  <a:pt x="32016" y="204495"/>
                </a:lnTo>
                <a:lnTo>
                  <a:pt x="83995" y="204495"/>
                </a:lnTo>
                <a:lnTo>
                  <a:pt x="82652" y="205828"/>
                </a:lnTo>
                <a:close/>
              </a:path>
              <a:path w="120015" h="238125">
                <a:moveTo>
                  <a:pt x="28484" y="205713"/>
                </a:moveTo>
                <a:lnTo>
                  <a:pt x="28737" y="205625"/>
                </a:lnTo>
                <a:lnTo>
                  <a:pt x="28484" y="205713"/>
                </a:lnTo>
                <a:close/>
              </a:path>
              <a:path w="120015" h="238125">
                <a:moveTo>
                  <a:pt x="81375" y="206997"/>
                </a:moveTo>
                <a:lnTo>
                  <a:pt x="24218" y="206997"/>
                </a:lnTo>
                <a:lnTo>
                  <a:pt x="24853" y="206819"/>
                </a:lnTo>
                <a:lnTo>
                  <a:pt x="28484" y="205713"/>
                </a:lnTo>
                <a:lnTo>
                  <a:pt x="28155" y="205828"/>
                </a:lnTo>
                <a:lnTo>
                  <a:pt x="82652" y="205828"/>
                </a:lnTo>
                <a:lnTo>
                  <a:pt x="81375" y="206997"/>
                </a:lnTo>
                <a:close/>
              </a:path>
              <a:path w="120015" h="238125">
                <a:moveTo>
                  <a:pt x="24600" y="206882"/>
                </a:moveTo>
                <a:lnTo>
                  <a:pt x="24809" y="206819"/>
                </a:lnTo>
                <a:lnTo>
                  <a:pt x="24600" y="206882"/>
                </a:lnTo>
                <a:close/>
              </a:path>
              <a:path w="120015" h="238125">
                <a:moveTo>
                  <a:pt x="80295" y="207975"/>
                </a:moveTo>
                <a:lnTo>
                  <a:pt x="20205" y="207975"/>
                </a:lnTo>
                <a:lnTo>
                  <a:pt x="20853" y="207835"/>
                </a:lnTo>
                <a:lnTo>
                  <a:pt x="24600" y="206882"/>
                </a:lnTo>
                <a:lnTo>
                  <a:pt x="24218" y="206997"/>
                </a:lnTo>
                <a:lnTo>
                  <a:pt x="81375" y="206997"/>
                </a:lnTo>
                <a:lnTo>
                  <a:pt x="80295" y="207975"/>
                </a:lnTo>
                <a:close/>
              </a:path>
              <a:path w="120015" h="238125">
                <a:moveTo>
                  <a:pt x="20399" y="207927"/>
                </a:moveTo>
                <a:lnTo>
                  <a:pt x="20767" y="207835"/>
                </a:lnTo>
                <a:lnTo>
                  <a:pt x="20399" y="207927"/>
                </a:lnTo>
                <a:close/>
              </a:path>
              <a:path w="120015" h="238125">
                <a:moveTo>
                  <a:pt x="79398" y="208787"/>
                </a:moveTo>
                <a:lnTo>
                  <a:pt x="16128" y="208787"/>
                </a:lnTo>
                <a:lnTo>
                  <a:pt x="16776" y="208673"/>
                </a:lnTo>
                <a:lnTo>
                  <a:pt x="20399" y="207927"/>
                </a:lnTo>
                <a:lnTo>
                  <a:pt x="20205" y="207975"/>
                </a:lnTo>
                <a:lnTo>
                  <a:pt x="80295" y="207975"/>
                </a:lnTo>
                <a:lnTo>
                  <a:pt x="79398" y="208787"/>
                </a:lnTo>
                <a:close/>
              </a:path>
              <a:path w="120015" h="238125">
                <a:moveTo>
                  <a:pt x="16435" y="208726"/>
                </a:moveTo>
                <a:lnTo>
                  <a:pt x="16695" y="208673"/>
                </a:lnTo>
                <a:lnTo>
                  <a:pt x="16435" y="208726"/>
                </a:lnTo>
                <a:close/>
              </a:path>
              <a:path w="120015" h="238125">
                <a:moveTo>
                  <a:pt x="16357" y="237655"/>
                </a:moveTo>
                <a:lnTo>
                  <a:pt x="11988" y="209410"/>
                </a:lnTo>
                <a:lnTo>
                  <a:pt x="16435" y="208726"/>
                </a:lnTo>
                <a:lnTo>
                  <a:pt x="16128" y="208787"/>
                </a:lnTo>
                <a:lnTo>
                  <a:pt x="79398" y="208787"/>
                </a:lnTo>
                <a:lnTo>
                  <a:pt x="42367" y="231127"/>
                </a:lnTo>
                <a:lnTo>
                  <a:pt x="21475" y="236867"/>
                </a:lnTo>
                <a:lnTo>
                  <a:pt x="16357" y="2376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29869" y="2431275"/>
            <a:ext cx="0" cy="216535"/>
          </a:xfrm>
          <a:custGeom>
            <a:avLst/>
            <a:gdLst/>
            <a:ahLst/>
            <a:cxnLst/>
            <a:rect l="l" t="t" r="r" b="b"/>
            <a:pathLst>
              <a:path w="0" h="216535">
                <a:moveTo>
                  <a:pt x="0" y="0"/>
                </a:moveTo>
                <a:lnTo>
                  <a:pt x="0" y="216001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36409" y="2206840"/>
            <a:ext cx="120014" cy="238125"/>
          </a:xfrm>
          <a:custGeom>
            <a:avLst/>
            <a:gdLst/>
            <a:ahLst/>
            <a:cxnLst/>
            <a:rect l="l" t="t" r="r" b="b"/>
            <a:pathLst>
              <a:path w="120015" h="238125">
                <a:moveTo>
                  <a:pt x="4845" y="28688"/>
                </a:moveTo>
                <a:lnTo>
                  <a:pt x="0" y="28575"/>
                </a:lnTo>
                <a:lnTo>
                  <a:pt x="723" y="0"/>
                </a:lnTo>
                <a:lnTo>
                  <a:pt x="6489" y="152"/>
                </a:lnTo>
                <a:lnTo>
                  <a:pt x="46824" y="9385"/>
                </a:lnTo>
                <a:lnTo>
                  <a:pt x="77940" y="28676"/>
                </a:lnTo>
                <a:lnTo>
                  <a:pt x="4686" y="28676"/>
                </a:lnTo>
                <a:lnTo>
                  <a:pt x="4845" y="28688"/>
                </a:lnTo>
                <a:close/>
              </a:path>
              <a:path w="120015" h="238125">
                <a:moveTo>
                  <a:pt x="77969" y="28701"/>
                </a:moveTo>
                <a:lnTo>
                  <a:pt x="5410" y="28701"/>
                </a:lnTo>
                <a:lnTo>
                  <a:pt x="4686" y="28676"/>
                </a:lnTo>
                <a:lnTo>
                  <a:pt x="77940" y="28676"/>
                </a:lnTo>
                <a:close/>
              </a:path>
              <a:path w="120015" h="238125">
                <a:moveTo>
                  <a:pt x="9754" y="29062"/>
                </a:moveTo>
                <a:lnTo>
                  <a:pt x="4845" y="28688"/>
                </a:lnTo>
                <a:lnTo>
                  <a:pt x="5410" y="28701"/>
                </a:lnTo>
                <a:lnTo>
                  <a:pt x="77969" y="28701"/>
                </a:lnTo>
                <a:lnTo>
                  <a:pt x="78320" y="29006"/>
                </a:lnTo>
                <a:lnTo>
                  <a:pt x="9309" y="29006"/>
                </a:lnTo>
                <a:lnTo>
                  <a:pt x="9754" y="29062"/>
                </a:lnTo>
                <a:close/>
              </a:path>
              <a:path w="120015" h="238125">
                <a:moveTo>
                  <a:pt x="78408" y="29082"/>
                </a:moveTo>
                <a:lnTo>
                  <a:pt x="10020" y="29082"/>
                </a:lnTo>
                <a:lnTo>
                  <a:pt x="9309" y="29006"/>
                </a:lnTo>
                <a:lnTo>
                  <a:pt x="78320" y="29006"/>
                </a:lnTo>
                <a:close/>
              </a:path>
              <a:path w="120015" h="238125">
                <a:moveTo>
                  <a:pt x="79081" y="29667"/>
                </a:moveTo>
                <a:lnTo>
                  <a:pt x="14566" y="29667"/>
                </a:lnTo>
                <a:lnTo>
                  <a:pt x="9754" y="29062"/>
                </a:lnTo>
                <a:lnTo>
                  <a:pt x="10020" y="29082"/>
                </a:lnTo>
                <a:lnTo>
                  <a:pt x="78408" y="29082"/>
                </a:lnTo>
                <a:lnTo>
                  <a:pt x="79081" y="29667"/>
                </a:lnTo>
                <a:close/>
              </a:path>
              <a:path w="120015" h="238125">
                <a:moveTo>
                  <a:pt x="18836" y="30458"/>
                </a:moveTo>
                <a:lnTo>
                  <a:pt x="14083" y="29606"/>
                </a:lnTo>
                <a:lnTo>
                  <a:pt x="14566" y="29667"/>
                </a:lnTo>
                <a:lnTo>
                  <a:pt x="79081" y="29667"/>
                </a:lnTo>
                <a:lnTo>
                  <a:pt x="79856" y="30340"/>
                </a:lnTo>
                <a:lnTo>
                  <a:pt x="18326" y="30340"/>
                </a:lnTo>
                <a:lnTo>
                  <a:pt x="18836" y="30458"/>
                </a:lnTo>
                <a:close/>
              </a:path>
              <a:path w="120015" h="238125">
                <a:moveTo>
                  <a:pt x="80032" y="30492"/>
                </a:moveTo>
                <a:lnTo>
                  <a:pt x="19024" y="30492"/>
                </a:lnTo>
                <a:lnTo>
                  <a:pt x="18326" y="30340"/>
                </a:lnTo>
                <a:lnTo>
                  <a:pt x="79856" y="30340"/>
                </a:lnTo>
                <a:lnTo>
                  <a:pt x="80032" y="30492"/>
                </a:lnTo>
                <a:close/>
              </a:path>
              <a:path w="120015" h="238125">
                <a:moveTo>
                  <a:pt x="81164" y="31521"/>
                </a:moveTo>
                <a:lnTo>
                  <a:pt x="23406" y="31521"/>
                </a:lnTo>
                <a:lnTo>
                  <a:pt x="22720" y="31343"/>
                </a:lnTo>
                <a:lnTo>
                  <a:pt x="18836" y="30458"/>
                </a:lnTo>
                <a:lnTo>
                  <a:pt x="19024" y="30492"/>
                </a:lnTo>
                <a:lnTo>
                  <a:pt x="80032" y="30492"/>
                </a:lnTo>
                <a:lnTo>
                  <a:pt x="80632" y="31013"/>
                </a:lnTo>
                <a:lnTo>
                  <a:pt x="81164" y="31521"/>
                </a:lnTo>
                <a:close/>
              </a:path>
              <a:path w="120015" h="238125">
                <a:moveTo>
                  <a:pt x="23087" y="31447"/>
                </a:moveTo>
                <a:lnTo>
                  <a:pt x="22641" y="31343"/>
                </a:lnTo>
                <a:lnTo>
                  <a:pt x="23087" y="31447"/>
                </a:lnTo>
                <a:close/>
              </a:path>
              <a:path w="120015" h="238125">
                <a:moveTo>
                  <a:pt x="82456" y="32753"/>
                </a:moveTo>
                <a:lnTo>
                  <a:pt x="27711" y="32753"/>
                </a:lnTo>
                <a:lnTo>
                  <a:pt x="23087" y="31447"/>
                </a:lnTo>
                <a:lnTo>
                  <a:pt x="23406" y="31521"/>
                </a:lnTo>
                <a:lnTo>
                  <a:pt x="81164" y="31521"/>
                </a:lnTo>
                <a:lnTo>
                  <a:pt x="82456" y="32753"/>
                </a:lnTo>
                <a:close/>
              </a:path>
              <a:path w="120015" h="238125">
                <a:moveTo>
                  <a:pt x="83973" y="34201"/>
                </a:moveTo>
                <a:lnTo>
                  <a:pt x="31915" y="34201"/>
                </a:lnTo>
                <a:lnTo>
                  <a:pt x="31254" y="33959"/>
                </a:lnTo>
                <a:lnTo>
                  <a:pt x="27197" y="32608"/>
                </a:lnTo>
                <a:lnTo>
                  <a:pt x="27711" y="32753"/>
                </a:lnTo>
                <a:lnTo>
                  <a:pt x="82456" y="32753"/>
                </a:lnTo>
                <a:lnTo>
                  <a:pt x="83973" y="34201"/>
                </a:lnTo>
                <a:close/>
              </a:path>
              <a:path w="120015" h="238125">
                <a:moveTo>
                  <a:pt x="31581" y="34088"/>
                </a:moveTo>
                <a:lnTo>
                  <a:pt x="31200" y="33959"/>
                </a:lnTo>
                <a:lnTo>
                  <a:pt x="31581" y="34088"/>
                </a:lnTo>
                <a:close/>
              </a:path>
              <a:path w="120015" h="238125">
                <a:moveTo>
                  <a:pt x="85608" y="35839"/>
                </a:moveTo>
                <a:lnTo>
                  <a:pt x="36029" y="35839"/>
                </a:lnTo>
                <a:lnTo>
                  <a:pt x="35382" y="35560"/>
                </a:lnTo>
                <a:lnTo>
                  <a:pt x="31581" y="34088"/>
                </a:lnTo>
                <a:lnTo>
                  <a:pt x="31915" y="34201"/>
                </a:lnTo>
                <a:lnTo>
                  <a:pt x="83973" y="34201"/>
                </a:lnTo>
                <a:lnTo>
                  <a:pt x="84772" y="34963"/>
                </a:lnTo>
                <a:lnTo>
                  <a:pt x="85608" y="35839"/>
                </a:lnTo>
                <a:close/>
              </a:path>
              <a:path w="120015" h="238125">
                <a:moveTo>
                  <a:pt x="35790" y="35745"/>
                </a:moveTo>
                <a:lnTo>
                  <a:pt x="35320" y="35560"/>
                </a:lnTo>
                <a:lnTo>
                  <a:pt x="35790" y="35745"/>
                </a:lnTo>
                <a:close/>
              </a:path>
              <a:path w="120015" h="238125">
                <a:moveTo>
                  <a:pt x="87353" y="37668"/>
                </a:moveTo>
                <a:lnTo>
                  <a:pt x="40030" y="37668"/>
                </a:lnTo>
                <a:lnTo>
                  <a:pt x="39408" y="37363"/>
                </a:lnTo>
                <a:lnTo>
                  <a:pt x="35790" y="35745"/>
                </a:lnTo>
                <a:lnTo>
                  <a:pt x="36029" y="35839"/>
                </a:lnTo>
                <a:lnTo>
                  <a:pt x="85608" y="35839"/>
                </a:lnTo>
                <a:lnTo>
                  <a:pt x="87353" y="37668"/>
                </a:lnTo>
                <a:close/>
              </a:path>
              <a:path w="120015" h="238125">
                <a:moveTo>
                  <a:pt x="39790" y="37559"/>
                </a:moveTo>
                <a:lnTo>
                  <a:pt x="39358" y="37363"/>
                </a:lnTo>
                <a:lnTo>
                  <a:pt x="39790" y="37559"/>
                </a:lnTo>
                <a:close/>
              </a:path>
              <a:path w="120015" h="238125">
                <a:moveTo>
                  <a:pt x="89227" y="39687"/>
                </a:moveTo>
                <a:lnTo>
                  <a:pt x="43942" y="39687"/>
                </a:lnTo>
                <a:lnTo>
                  <a:pt x="43332" y="39357"/>
                </a:lnTo>
                <a:lnTo>
                  <a:pt x="39790" y="37559"/>
                </a:lnTo>
                <a:lnTo>
                  <a:pt x="40030" y="37668"/>
                </a:lnTo>
                <a:lnTo>
                  <a:pt x="87353" y="37668"/>
                </a:lnTo>
                <a:lnTo>
                  <a:pt x="88722" y="39103"/>
                </a:lnTo>
                <a:lnTo>
                  <a:pt x="89227" y="39687"/>
                </a:lnTo>
                <a:close/>
              </a:path>
              <a:path w="120015" h="238125">
                <a:moveTo>
                  <a:pt x="43615" y="39520"/>
                </a:moveTo>
                <a:lnTo>
                  <a:pt x="43297" y="39357"/>
                </a:lnTo>
                <a:lnTo>
                  <a:pt x="43615" y="39520"/>
                </a:lnTo>
                <a:close/>
              </a:path>
              <a:path w="120015" h="238125">
                <a:moveTo>
                  <a:pt x="91128" y="41884"/>
                </a:moveTo>
                <a:lnTo>
                  <a:pt x="47726" y="41884"/>
                </a:lnTo>
                <a:lnTo>
                  <a:pt x="47142" y="41529"/>
                </a:lnTo>
                <a:lnTo>
                  <a:pt x="43615" y="39520"/>
                </a:lnTo>
                <a:lnTo>
                  <a:pt x="43942" y="39687"/>
                </a:lnTo>
                <a:lnTo>
                  <a:pt x="89227" y="39687"/>
                </a:lnTo>
                <a:lnTo>
                  <a:pt x="91128" y="41884"/>
                </a:lnTo>
                <a:close/>
              </a:path>
              <a:path w="120015" h="238125">
                <a:moveTo>
                  <a:pt x="47436" y="41717"/>
                </a:moveTo>
                <a:lnTo>
                  <a:pt x="47108" y="41529"/>
                </a:lnTo>
                <a:lnTo>
                  <a:pt x="47436" y="41717"/>
                </a:lnTo>
                <a:close/>
              </a:path>
              <a:path w="120015" h="238125">
                <a:moveTo>
                  <a:pt x="93119" y="44259"/>
                </a:moveTo>
                <a:lnTo>
                  <a:pt x="51396" y="44259"/>
                </a:lnTo>
                <a:lnTo>
                  <a:pt x="50838" y="43878"/>
                </a:lnTo>
                <a:lnTo>
                  <a:pt x="47436" y="41717"/>
                </a:lnTo>
                <a:lnTo>
                  <a:pt x="47726" y="41884"/>
                </a:lnTo>
                <a:lnTo>
                  <a:pt x="91128" y="41884"/>
                </a:lnTo>
                <a:lnTo>
                  <a:pt x="92468" y="43434"/>
                </a:lnTo>
                <a:lnTo>
                  <a:pt x="93119" y="44259"/>
                </a:lnTo>
                <a:close/>
              </a:path>
              <a:path w="120015" h="238125">
                <a:moveTo>
                  <a:pt x="51152" y="44102"/>
                </a:moveTo>
                <a:lnTo>
                  <a:pt x="50803" y="43878"/>
                </a:lnTo>
                <a:lnTo>
                  <a:pt x="51152" y="44102"/>
                </a:lnTo>
                <a:close/>
              </a:path>
              <a:path w="120015" h="238125">
                <a:moveTo>
                  <a:pt x="95131" y="46812"/>
                </a:moveTo>
                <a:lnTo>
                  <a:pt x="54952" y="46812"/>
                </a:lnTo>
                <a:lnTo>
                  <a:pt x="54406" y="46393"/>
                </a:lnTo>
                <a:lnTo>
                  <a:pt x="51152" y="44102"/>
                </a:lnTo>
                <a:lnTo>
                  <a:pt x="51396" y="44259"/>
                </a:lnTo>
                <a:lnTo>
                  <a:pt x="93119" y="44259"/>
                </a:lnTo>
                <a:lnTo>
                  <a:pt x="95131" y="46812"/>
                </a:lnTo>
                <a:close/>
              </a:path>
              <a:path w="120015" h="238125">
                <a:moveTo>
                  <a:pt x="54800" y="46703"/>
                </a:moveTo>
                <a:lnTo>
                  <a:pt x="54365" y="46393"/>
                </a:lnTo>
                <a:lnTo>
                  <a:pt x="54800" y="46703"/>
                </a:lnTo>
                <a:close/>
              </a:path>
              <a:path w="120015" h="238125">
                <a:moveTo>
                  <a:pt x="97139" y="49517"/>
                </a:moveTo>
                <a:lnTo>
                  <a:pt x="58369" y="49517"/>
                </a:lnTo>
                <a:lnTo>
                  <a:pt x="57848" y="49085"/>
                </a:lnTo>
                <a:lnTo>
                  <a:pt x="54800" y="46703"/>
                </a:lnTo>
                <a:lnTo>
                  <a:pt x="54952" y="46812"/>
                </a:lnTo>
                <a:lnTo>
                  <a:pt x="95131" y="46812"/>
                </a:lnTo>
                <a:lnTo>
                  <a:pt x="96011" y="47929"/>
                </a:lnTo>
                <a:lnTo>
                  <a:pt x="97139" y="49517"/>
                </a:lnTo>
                <a:close/>
              </a:path>
              <a:path w="120015" h="238125">
                <a:moveTo>
                  <a:pt x="58120" y="49320"/>
                </a:moveTo>
                <a:lnTo>
                  <a:pt x="57821" y="49085"/>
                </a:lnTo>
                <a:lnTo>
                  <a:pt x="58120" y="49320"/>
                </a:lnTo>
                <a:close/>
              </a:path>
              <a:path w="120015" h="238125">
                <a:moveTo>
                  <a:pt x="99177" y="52387"/>
                </a:moveTo>
                <a:lnTo>
                  <a:pt x="61658" y="52387"/>
                </a:lnTo>
                <a:lnTo>
                  <a:pt x="61150" y="51930"/>
                </a:lnTo>
                <a:lnTo>
                  <a:pt x="58120" y="49320"/>
                </a:lnTo>
                <a:lnTo>
                  <a:pt x="58369" y="49517"/>
                </a:lnTo>
                <a:lnTo>
                  <a:pt x="97139" y="49517"/>
                </a:lnTo>
                <a:lnTo>
                  <a:pt x="99177" y="52387"/>
                </a:lnTo>
                <a:close/>
              </a:path>
              <a:path w="120015" h="238125">
                <a:moveTo>
                  <a:pt x="61350" y="52120"/>
                </a:moveTo>
                <a:lnTo>
                  <a:pt x="61130" y="51930"/>
                </a:lnTo>
                <a:lnTo>
                  <a:pt x="61350" y="52120"/>
                </a:lnTo>
                <a:close/>
              </a:path>
              <a:path w="120015" h="238125">
                <a:moveTo>
                  <a:pt x="101128" y="55410"/>
                </a:moveTo>
                <a:lnTo>
                  <a:pt x="64808" y="55410"/>
                </a:lnTo>
                <a:lnTo>
                  <a:pt x="64325" y="54927"/>
                </a:lnTo>
                <a:lnTo>
                  <a:pt x="61350" y="52120"/>
                </a:lnTo>
                <a:lnTo>
                  <a:pt x="61658" y="52387"/>
                </a:lnTo>
                <a:lnTo>
                  <a:pt x="99177" y="52387"/>
                </a:lnTo>
                <a:lnTo>
                  <a:pt x="101128" y="55410"/>
                </a:lnTo>
                <a:close/>
              </a:path>
              <a:path w="120015" h="238125">
                <a:moveTo>
                  <a:pt x="64569" y="55183"/>
                </a:moveTo>
                <a:lnTo>
                  <a:pt x="64300" y="54927"/>
                </a:lnTo>
                <a:lnTo>
                  <a:pt x="64569" y="55183"/>
                </a:lnTo>
                <a:close/>
              </a:path>
              <a:path w="120015" h="238125">
                <a:moveTo>
                  <a:pt x="103082" y="58572"/>
                </a:moveTo>
                <a:lnTo>
                  <a:pt x="67805" y="58572"/>
                </a:lnTo>
                <a:lnTo>
                  <a:pt x="67348" y="58064"/>
                </a:lnTo>
                <a:lnTo>
                  <a:pt x="64569" y="55183"/>
                </a:lnTo>
                <a:lnTo>
                  <a:pt x="64808" y="55410"/>
                </a:lnTo>
                <a:lnTo>
                  <a:pt x="101128" y="55410"/>
                </a:lnTo>
                <a:lnTo>
                  <a:pt x="102438" y="57454"/>
                </a:lnTo>
                <a:lnTo>
                  <a:pt x="103082" y="58572"/>
                </a:lnTo>
                <a:close/>
              </a:path>
              <a:path w="120015" h="238125">
                <a:moveTo>
                  <a:pt x="67621" y="58380"/>
                </a:moveTo>
                <a:lnTo>
                  <a:pt x="67320" y="58064"/>
                </a:lnTo>
                <a:lnTo>
                  <a:pt x="67621" y="58380"/>
                </a:lnTo>
                <a:close/>
              </a:path>
              <a:path w="120015" h="238125">
                <a:moveTo>
                  <a:pt x="104984" y="61874"/>
                </a:moveTo>
                <a:lnTo>
                  <a:pt x="70650" y="61874"/>
                </a:lnTo>
                <a:lnTo>
                  <a:pt x="67621" y="58380"/>
                </a:lnTo>
                <a:lnTo>
                  <a:pt x="67805" y="58572"/>
                </a:lnTo>
                <a:lnTo>
                  <a:pt x="103082" y="58572"/>
                </a:lnTo>
                <a:lnTo>
                  <a:pt x="104984" y="61874"/>
                </a:lnTo>
                <a:close/>
              </a:path>
              <a:path w="120015" h="238125">
                <a:moveTo>
                  <a:pt x="106788" y="65328"/>
                </a:moveTo>
                <a:lnTo>
                  <a:pt x="73329" y="65328"/>
                </a:lnTo>
                <a:lnTo>
                  <a:pt x="72923" y="64769"/>
                </a:lnTo>
                <a:lnTo>
                  <a:pt x="70271" y="61437"/>
                </a:lnTo>
                <a:lnTo>
                  <a:pt x="70650" y="61874"/>
                </a:lnTo>
                <a:lnTo>
                  <a:pt x="104984" y="61874"/>
                </a:lnTo>
                <a:lnTo>
                  <a:pt x="105321" y="62458"/>
                </a:lnTo>
                <a:lnTo>
                  <a:pt x="106788" y="65328"/>
                </a:lnTo>
                <a:close/>
              </a:path>
              <a:path w="120015" h="238125">
                <a:moveTo>
                  <a:pt x="73233" y="65206"/>
                </a:moveTo>
                <a:lnTo>
                  <a:pt x="72890" y="64769"/>
                </a:lnTo>
                <a:lnTo>
                  <a:pt x="73233" y="65206"/>
                </a:lnTo>
                <a:close/>
              </a:path>
              <a:path w="120015" h="238125">
                <a:moveTo>
                  <a:pt x="108537" y="68897"/>
                </a:moveTo>
                <a:lnTo>
                  <a:pt x="75857" y="68897"/>
                </a:lnTo>
                <a:lnTo>
                  <a:pt x="73233" y="65206"/>
                </a:lnTo>
                <a:lnTo>
                  <a:pt x="106788" y="65328"/>
                </a:lnTo>
                <a:lnTo>
                  <a:pt x="107950" y="67602"/>
                </a:lnTo>
                <a:lnTo>
                  <a:pt x="108537" y="68897"/>
                </a:lnTo>
                <a:close/>
              </a:path>
              <a:path w="120015" h="238125">
                <a:moveTo>
                  <a:pt x="110212" y="72593"/>
                </a:moveTo>
                <a:lnTo>
                  <a:pt x="78193" y="72593"/>
                </a:lnTo>
                <a:lnTo>
                  <a:pt x="77838" y="71996"/>
                </a:lnTo>
                <a:lnTo>
                  <a:pt x="75576" y="68502"/>
                </a:lnTo>
                <a:lnTo>
                  <a:pt x="75857" y="68897"/>
                </a:lnTo>
                <a:lnTo>
                  <a:pt x="108537" y="68897"/>
                </a:lnTo>
                <a:lnTo>
                  <a:pt x="110212" y="72593"/>
                </a:lnTo>
                <a:close/>
              </a:path>
              <a:path w="120015" h="238125">
                <a:moveTo>
                  <a:pt x="78065" y="72393"/>
                </a:moveTo>
                <a:lnTo>
                  <a:pt x="77811" y="71996"/>
                </a:lnTo>
                <a:lnTo>
                  <a:pt x="78065" y="72393"/>
                </a:lnTo>
                <a:close/>
              </a:path>
              <a:path w="120015" h="238125">
                <a:moveTo>
                  <a:pt x="111729" y="76403"/>
                </a:moveTo>
                <a:lnTo>
                  <a:pt x="80365" y="76403"/>
                </a:lnTo>
                <a:lnTo>
                  <a:pt x="80035" y="75793"/>
                </a:lnTo>
                <a:lnTo>
                  <a:pt x="78065" y="72393"/>
                </a:lnTo>
                <a:lnTo>
                  <a:pt x="78193" y="72593"/>
                </a:lnTo>
                <a:lnTo>
                  <a:pt x="110212" y="72593"/>
                </a:lnTo>
                <a:lnTo>
                  <a:pt x="110350" y="72898"/>
                </a:lnTo>
                <a:lnTo>
                  <a:pt x="111729" y="76403"/>
                </a:lnTo>
                <a:close/>
              </a:path>
              <a:path w="120015" h="238125">
                <a:moveTo>
                  <a:pt x="80198" y="76112"/>
                </a:moveTo>
                <a:lnTo>
                  <a:pt x="80016" y="75793"/>
                </a:lnTo>
                <a:lnTo>
                  <a:pt x="80198" y="76112"/>
                </a:lnTo>
                <a:close/>
              </a:path>
              <a:path w="120015" h="238125">
                <a:moveTo>
                  <a:pt x="113163" y="80327"/>
                </a:moveTo>
                <a:lnTo>
                  <a:pt x="82359" y="80327"/>
                </a:lnTo>
                <a:lnTo>
                  <a:pt x="82054" y="79692"/>
                </a:lnTo>
                <a:lnTo>
                  <a:pt x="80198" y="76112"/>
                </a:lnTo>
                <a:lnTo>
                  <a:pt x="80365" y="76403"/>
                </a:lnTo>
                <a:lnTo>
                  <a:pt x="111729" y="76403"/>
                </a:lnTo>
                <a:lnTo>
                  <a:pt x="112483" y="78320"/>
                </a:lnTo>
                <a:lnTo>
                  <a:pt x="113163" y="80327"/>
                </a:lnTo>
                <a:close/>
              </a:path>
              <a:path w="120015" h="238125">
                <a:moveTo>
                  <a:pt x="82210" y="80035"/>
                </a:moveTo>
                <a:lnTo>
                  <a:pt x="82033" y="79692"/>
                </a:lnTo>
                <a:lnTo>
                  <a:pt x="82210" y="80035"/>
                </a:lnTo>
                <a:close/>
              </a:path>
              <a:path w="120015" h="238125">
                <a:moveTo>
                  <a:pt x="114500" y="84353"/>
                </a:moveTo>
                <a:lnTo>
                  <a:pt x="84162" y="84353"/>
                </a:lnTo>
                <a:lnTo>
                  <a:pt x="83896" y="83705"/>
                </a:lnTo>
                <a:lnTo>
                  <a:pt x="82210" y="80035"/>
                </a:lnTo>
                <a:lnTo>
                  <a:pt x="82359" y="80327"/>
                </a:lnTo>
                <a:lnTo>
                  <a:pt x="113163" y="80327"/>
                </a:lnTo>
                <a:lnTo>
                  <a:pt x="114363" y="83870"/>
                </a:lnTo>
                <a:lnTo>
                  <a:pt x="114500" y="84353"/>
                </a:lnTo>
                <a:close/>
              </a:path>
              <a:path w="120015" h="238125">
                <a:moveTo>
                  <a:pt x="84072" y="84153"/>
                </a:moveTo>
                <a:lnTo>
                  <a:pt x="83869" y="83705"/>
                </a:lnTo>
                <a:lnTo>
                  <a:pt x="84072" y="84153"/>
                </a:lnTo>
                <a:close/>
              </a:path>
              <a:path w="120015" h="238125">
                <a:moveTo>
                  <a:pt x="115673" y="88480"/>
                </a:moveTo>
                <a:lnTo>
                  <a:pt x="85775" y="88480"/>
                </a:lnTo>
                <a:lnTo>
                  <a:pt x="85534" y="87807"/>
                </a:lnTo>
                <a:lnTo>
                  <a:pt x="84072" y="84153"/>
                </a:lnTo>
                <a:lnTo>
                  <a:pt x="84162" y="84353"/>
                </a:lnTo>
                <a:lnTo>
                  <a:pt x="114500" y="84353"/>
                </a:lnTo>
                <a:lnTo>
                  <a:pt x="115673" y="88480"/>
                </a:lnTo>
                <a:close/>
              </a:path>
              <a:path w="120015" h="238125">
                <a:moveTo>
                  <a:pt x="85677" y="88230"/>
                </a:moveTo>
                <a:lnTo>
                  <a:pt x="85510" y="87807"/>
                </a:lnTo>
                <a:lnTo>
                  <a:pt x="85677" y="88230"/>
                </a:lnTo>
                <a:close/>
              </a:path>
              <a:path w="120015" h="238125">
                <a:moveTo>
                  <a:pt x="116703" y="92697"/>
                </a:moveTo>
                <a:lnTo>
                  <a:pt x="87185" y="92697"/>
                </a:lnTo>
                <a:lnTo>
                  <a:pt x="85677" y="88230"/>
                </a:lnTo>
                <a:lnTo>
                  <a:pt x="85775" y="88480"/>
                </a:lnTo>
                <a:lnTo>
                  <a:pt x="115673" y="88480"/>
                </a:lnTo>
                <a:lnTo>
                  <a:pt x="115976" y="89547"/>
                </a:lnTo>
                <a:lnTo>
                  <a:pt x="116703" y="92697"/>
                </a:lnTo>
                <a:close/>
              </a:path>
              <a:path w="120015" h="238125">
                <a:moveTo>
                  <a:pt x="117606" y="97002"/>
                </a:moveTo>
                <a:lnTo>
                  <a:pt x="88392" y="97002"/>
                </a:lnTo>
                <a:lnTo>
                  <a:pt x="88214" y="96316"/>
                </a:lnTo>
                <a:lnTo>
                  <a:pt x="87032" y="92243"/>
                </a:lnTo>
                <a:lnTo>
                  <a:pt x="87185" y="92697"/>
                </a:lnTo>
                <a:lnTo>
                  <a:pt x="116703" y="92697"/>
                </a:lnTo>
                <a:lnTo>
                  <a:pt x="117309" y="95326"/>
                </a:lnTo>
                <a:lnTo>
                  <a:pt x="117606" y="97002"/>
                </a:lnTo>
                <a:close/>
              </a:path>
              <a:path w="120015" h="238125">
                <a:moveTo>
                  <a:pt x="88289" y="96642"/>
                </a:moveTo>
                <a:lnTo>
                  <a:pt x="88196" y="96316"/>
                </a:lnTo>
                <a:lnTo>
                  <a:pt x="88289" y="96642"/>
                </a:lnTo>
                <a:close/>
              </a:path>
              <a:path w="120015" h="238125">
                <a:moveTo>
                  <a:pt x="118375" y="101396"/>
                </a:moveTo>
                <a:lnTo>
                  <a:pt x="89382" y="101396"/>
                </a:lnTo>
                <a:lnTo>
                  <a:pt x="89242" y="100698"/>
                </a:lnTo>
                <a:lnTo>
                  <a:pt x="88289" y="96642"/>
                </a:lnTo>
                <a:lnTo>
                  <a:pt x="88392" y="97002"/>
                </a:lnTo>
                <a:lnTo>
                  <a:pt x="117606" y="97002"/>
                </a:lnTo>
                <a:lnTo>
                  <a:pt x="118375" y="101396"/>
                </a:lnTo>
                <a:close/>
              </a:path>
              <a:path w="120015" h="238125">
                <a:moveTo>
                  <a:pt x="89317" y="101112"/>
                </a:moveTo>
                <a:lnTo>
                  <a:pt x="89221" y="100698"/>
                </a:lnTo>
                <a:lnTo>
                  <a:pt x="89317" y="101112"/>
                </a:lnTo>
                <a:close/>
              </a:path>
              <a:path w="120015" h="238125">
                <a:moveTo>
                  <a:pt x="118946" y="105867"/>
                </a:moveTo>
                <a:lnTo>
                  <a:pt x="90170" y="105867"/>
                </a:lnTo>
                <a:lnTo>
                  <a:pt x="90055" y="105156"/>
                </a:lnTo>
                <a:lnTo>
                  <a:pt x="89317" y="101112"/>
                </a:lnTo>
                <a:lnTo>
                  <a:pt x="89382" y="101396"/>
                </a:lnTo>
                <a:lnTo>
                  <a:pt x="118375" y="101396"/>
                </a:lnTo>
                <a:lnTo>
                  <a:pt x="118946" y="105867"/>
                </a:lnTo>
                <a:close/>
              </a:path>
              <a:path w="120015" h="238125">
                <a:moveTo>
                  <a:pt x="90088" y="105412"/>
                </a:moveTo>
                <a:lnTo>
                  <a:pt x="90042" y="105156"/>
                </a:lnTo>
                <a:lnTo>
                  <a:pt x="90088" y="105412"/>
                </a:lnTo>
                <a:close/>
              </a:path>
              <a:path w="120015" h="238125">
                <a:moveTo>
                  <a:pt x="119365" y="110426"/>
                </a:moveTo>
                <a:lnTo>
                  <a:pt x="90728" y="110426"/>
                </a:lnTo>
                <a:lnTo>
                  <a:pt x="90652" y="109702"/>
                </a:lnTo>
                <a:lnTo>
                  <a:pt x="90088" y="105412"/>
                </a:lnTo>
                <a:lnTo>
                  <a:pt x="90170" y="105867"/>
                </a:lnTo>
                <a:lnTo>
                  <a:pt x="118946" y="105867"/>
                </a:lnTo>
                <a:lnTo>
                  <a:pt x="119113" y="107175"/>
                </a:lnTo>
                <a:lnTo>
                  <a:pt x="119365" y="110426"/>
                </a:lnTo>
                <a:close/>
              </a:path>
              <a:path w="120015" h="238125">
                <a:moveTo>
                  <a:pt x="90676" y="110018"/>
                </a:moveTo>
                <a:lnTo>
                  <a:pt x="90636" y="109702"/>
                </a:lnTo>
                <a:lnTo>
                  <a:pt x="90676" y="110018"/>
                </a:lnTo>
                <a:close/>
              </a:path>
              <a:path w="120015" h="238125">
                <a:moveTo>
                  <a:pt x="119628" y="115036"/>
                </a:moveTo>
                <a:lnTo>
                  <a:pt x="91058" y="115036"/>
                </a:lnTo>
                <a:lnTo>
                  <a:pt x="91020" y="114312"/>
                </a:lnTo>
                <a:lnTo>
                  <a:pt x="90676" y="110018"/>
                </a:lnTo>
                <a:lnTo>
                  <a:pt x="90728" y="110426"/>
                </a:lnTo>
                <a:lnTo>
                  <a:pt x="119365" y="110426"/>
                </a:lnTo>
                <a:lnTo>
                  <a:pt x="119583" y="113233"/>
                </a:lnTo>
                <a:lnTo>
                  <a:pt x="119628" y="115036"/>
                </a:lnTo>
                <a:close/>
              </a:path>
              <a:path w="120015" h="238125">
                <a:moveTo>
                  <a:pt x="91029" y="114651"/>
                </a:moveTo>
                <a:lnTo>
                  <a:pt x="91003" y="114312"/>
                </a:lnTo>
                <a:lnTo>
                  <a:pt x="91029" y="114651"/>
                </a:lnTo>
                <a:close/>
              </a:path>
              <a:path w="120015" h="238125">
                <a:moveTo>
                  <a:pt x="119726" y="119722"/>
                </a:moveTo>
                <a:lnTo>
                  <a:pt x="91160" y="119722"/>
                </a:lnTo>
                <a:lnTo>
                  <a:pt x="91160" y="119037"/>
                </a:lnTo>
                <a:lnTo>
                  <a:pt x="91029" y="114651"/>
                </a:lnTo>
                <a:lnTo>
                  <a:pt x="91058" y="115036"/>
                </a:lnTo>
                <a:lnTo>
                  <a:pt x="119628" y="115036"/>
                </a:lnTo>
                <a:lnTo>
                  <a:pt x="119726" y="119722"/>
                </a:lnTo>
                <a:close/>
              </a:path>
              <a:path w="120015" h="238125">
                <a:moveTo>
                  <a:pt x="91152" y="119399"/>
                </a:moveTo>
                <a:lnTo>
                  <a:pt x="91142" y="119037"/>
                </a:lnTo>
                <a:lnTo>
                  <a:pt x="91152" y="119399"/>
                </a:lnTo>
                <a:close/>
              </a:path>
              <a:path w="120015" h="238125">
                <a:moveTo>
                  <a:pt x="119620" y="124002"/>
                </a:moveTo>
                <a:lnTo>
                  <a:pt x="91046" y="124002"/>
                </a:lnTo>
                <a:lnTo>
                  <a:pt x="91152" y="119399"/>
                </a:lnTo>
                <a:lnTo>
                  <a:pt x="91160" y="119722"/>
                </a:lnTo>
                <a:lnTo>
                  <a:pt x="119726" y="119722"/>
                </a:lnTo>
                <a:lnTo>
                  <a:pt x="119620" y="124002"/>
                </a:lnTo>
                <a:close/>
              </a:path>
              <a:path w="120015" h="238125">
                <a:moveTo>
                  <a:pt x="91056" y="123560"/>
                </a:moveTo>
                <a:lnTo>
                  <a:pt x="91061" y="123342"/>
                </a:lnTo>
                <a:lnTo>
                  <a:pt x="91056" y="123560"/>
                </a:lnTo>
                <a:close/>
              </a:path>
              <a:path w="120015" h="238125">
                <a:moveTo>
                  <a:pt x="119373" y="128257"/>
                </a:moveTo>
                <a:lnTo>
                  <a:pt x="90728" y="128257"/>
                </a:lnTo>
                <a:lnTo>
                  <a:pt x="90792" y="127596"/>
                </a:lnTo>
                <a:lnTo>
                  <a:pt x="91056" y="123560"/>
                </a:lnTo>
                <a:lnTo>
                  <a:pt x="91046" y="124002"/>
                </a:lnTo>
                <a:lnTo>
                  <a:pt x="119620" y="124002"/>
                </a:lnTo>
                <a:lnTo>
                  <a:pt x="119595" y="125006"/>
                </a:lnTo>
                <a:lnTo>
                  <a:pt x="119373" y="128257"/>
                </a:lnTo>
                <a:close/>
              </a:path>
              <a:path w="120015" h="238125">
                <a:moveTo>
                  <a:pt x="90749" y="127959"/>
                </a:moveTo>
                <a:lnTo>
                  <a:pt x="90774" y="127596"/>
                </a:lnTo>
                <a:lnTo>
                  <a:pt x="90749" y="127959"/>
                </a:lnTo>
                <a:close/>
              </a:path>
              <a:path w="120015" h="238125">
                <a:moveTo>
                  <a:pt x="118995" y="132448"/>
                </a:moveTo>
                <a:lnTo>
                  <a:pt x="90220" y="132448"/>
                </a:lnTo>
                <a:lnTo>
                  <a:pt x="90309" y="131787"/>
                </a:lnTo>
                <a:lnTo>
                  <a:pt x="90749" y="127959"/>
                </a:lnTo>
                <a:lnTo>
                  <a:pt x="90728" y="128257"/>
                </a:lnTo>
                <a:lnTo>
                  <a:pt x="119373" y="128257"/>
                </a:lnTo>
                <a:lnTo>
                  <a:pt x="119214" y="130581"/>
                </a:lnTo>
                <a:lnTo>
                  <a:pt x="118995" y="132448"/>
                </a:lnTo>
                <a:close/>
              </a:path>
              <a:path w="120015" h="238125">
                <a:moveTo>
                  <a:pt x="90268" y="132040"/>
                </a:moveTo>
                <a:lnTo>
                  <a:pt x="90298" y="131787"/>
                </a:lnTo>
                <a:lnTo>
                  <a:pt x="90268" y="132040"/>
                </a:lnTo>
                <a:close/>
              </a:path>
              <a:path w="120015" h="238125">
                <a:moveTo>
                  <a:pt x="118488" y="136575"/>
                </a:moveTo>
                <a:lnTo>
                  <a:pt x="89534" y="136575"/>
                </a:lnTo>
                <a:lnTo>
                  <a:pt x="89649" y="135928"/>
                </a:lnTo>
                <a:lnTo>
                  <a:pt x="90268" y="132040"/>
                </a:lnTo>
                <a:lnTo>
                  <a:pt x="90220" y="132448"/>
                </a:lnTo>
                <a:lnTo>
                  <a:pt x="118995" y="132448"/>
                </a:lnTo>
                <a:lnTo>
                  <a:pt x="118586" y="135928"/>
                </a:lnTo>
                <a:lnTo>
                  <a:pt x="118488" y="136575"/>
                </a:lnTo>
                <a:close/>
              </a:path>
              <a:path w="120015" h="238125">
                <a:moveTo>
                  <a:pt x="89608" y="136121"/>
                </a:moveTo>
                <a:lnTo>
                  <a:pt x="89639" y="135928"/>
                </a:lnTo>
                <a:lnTo>
                  <a:pt x="89608" y="136121"/>
                </a:lnTo>
                <a:close/>
              </a:path>
              <a:path w="120015" h="238125">
                <a:moveTo>
                  <a:pt x="117823" y="140627"/>
                </a:moveTo>
                <a:lnTo>
                  <a:pt x="88658" y="140627"/>
                </a:lnTo>
                <a:lnTo>
                  <a:pt x="88811" y="139992"/>
                </a:lnTo>
                <a:lnTo>
                  <a:pt x="89608" y="136121"/>
                </a:lnTo>
                <a:lnTo>
                  <a:pt x="89534" y="136575"/>
                </a:lnTo>
                <a:lnTo>
                  <a:pt x="118488" y="136575"/>
                </a:lnTo>
                <a:lnTo>
                  <a:pt x="117823" y="140627"/>
                </a:lnTo>
                <a:close/>
              </a:path>
              <a:path w="120015" h="238125">
                <a:moveTo>
                  <a:pt x="88714" y="140361"/>
                </a:moveTo>
                <a:lnTo>
                  <a:pt x="88792" y="139992"/>
                </a:lnTo>
                <a:lnTo>
                  <a:pt x="88714" y="140361"/>
                </a:lnTo>
                <a:close/>
              </a:path>
              <a:path w="120015" h="238125">
                <a:moveTo>
                  <a:pt x="117024" y="144614"/>
                </a:moveTo>
                <a:lnTo>
                  <a:pt x="87604" y="144614"/>
                </a:lnTo>
                <a:lnTo>
                  <a:pt x="87782" y="143992"/>
                </a:lnTo>
                <a:lnTo>
                  <a:pt x="88714" y="140361"/>
                </a:lnTo>
                <a:lnTo>
                  <a:pt x="88658" y="140627"/>
                </a:lnTo>
                <a:lnTo>
                  <a:pt x="117823" y="140627"/>
                </a:lnTo>
                <a:lnTo>
                  <a:pt x="117678" y="141516"/>
                </a:lnTo>
                <a:lnTo>
                  <a:pt x="117024" y="144614"/>
                </a:lnTo>
                <a:close/>
              </a:path>
              <a:path w="120015" h="238125">
                <a:moveTo>
                  <a:pt x="87686" y="144300"/>
                </a:moveTo>
                <a:lnTo>
                  <a:pt x="87767" y="143992"/>
                </a:lnTo>
                <a:lnTo>
                  <a:pt x="87686" y="144300"/>
                </a:lnTo>
                <a:close/>
              </a:path>
              <a:path w="120015" h="238125">
                <a:moveTo>
                  <a:pt x="116117" y="148526"/>
                </a:moveTo>
                <a:lnTo>
                  <a:pt x="86372" y="148526"/>
                </a:lnTo>
                <a:lnTo>
                  <a:pt x="86575" y="147916"/>
                </a:lnTo>
                <a:lnTo>
                  <a:pt x="87686" y="144300"/>
                </a:lnTo>
                <a:lnTo>
                  <a:pt x="87604" y="144614"/>
                </a:lnTo>
                <a:lnTo>
                  <a:pt x="117024" y="144614"/>
                </a:lnTo>
                <a:lnTo>
                  <a:pt x="116547" y="146875"/>
                </a:lnTo>
                <a:lnTo>
                  <a:pt x="116117" y="148526"/>
                </a:lnTo>
                <a:close/>
              </a:path>
              <a:path w="120015" h="238125">
                <a:moveTo>
                  <a:pt x="86475" y="148195"/>
                </a:moveTo>
                <a:lnTo>
                  <a:pt x="86562" y="147916"/>
                </a:lnTo>
                <a:lnTo>
                  <a:pt x="86475" y="148195"/>
                </a:lnTo>
                <a:close/>
              </a:path>
              <a:path w="120015" h="238125">
                <a:moveTo>
                  <a:pt x="115105" y="152361"/>
                </a:moveTo>
                <a:lnTo>
                  <a:pt x="84975" y="152361"/>
                </a:lnTo>
                <a:lnTo>
                  <a:pt x="85217" y="151752"/>
                </a:lnTo>
                <a:lnTo>
                  <a:pt x="86475" y="148195"/>
                </a:lnTo>
                <a:lnTo>
                  <a:pt x="86372" y="148526"/>
                </a:lnTo>
                <a:lnTo>
                  <a:pt x="116117" y="148526"/>
                </a:lnTo>
                <a:lnTo>
                  <a:pt x="115105" y="152361"/>
                </a:lnTo>
                <a:close/>
              </a:path>
              <a:path w="120015" h="238125">
                <a:moveTo>
                  <a:pt x="85049" y="152156"/>
                </a:moveTo>
                <a:lnTo>
                  <a:pt x="85195" y="151752"/>
                </a:lnTo>
                <a:lnTo>
                  <a:pt x="85049" y="152156"/>
                </a:lnTo>
                <a:close/>
              </a:path>
              <a:path w="120015" h="238125">
                <a:moveTo>
                  <a:pt x="113942" y="156108"/>
                </a:moveTo>
                <a:lnTo>
                  <a:pt x="83413" y="156108"/>
                </a:lnTo>
                <a:lnTo>
                  <a:pt x="83680" y="155524"/>
                </a:lnTo>
                <a:lnTo>
                  <a:pt x="85049" y="152156"/>
                </a:lnTo>
                <a:lnTo>
                  <a:pt x="84975" y="152361"/>
                </a:lnTo>
                <a:lnTo>
                  <a:pt x="115105" y="152361"/>
                </a:lnTo>
                <a:lnTo>
                  <a:pt x="113942" y="156108"/>
                </a:lnTo>
                <a:close/>
              </a:path>
              <a:path w="120015" h="238125">
                <a:moveTo>
                  <a:pt x="83467" y="155978"/>
                </a:moveTo>
                <a:lnTo>
                  <a:pt x="83655" y="155524"/>
                </a:lnTo>
                <a:lnTo>
                  <a:pt x="83467" y="155978"/>
                </a:lnTo>
                <a:close/>
              </a:path>
              <a:path w="120015" h="238125">
                <a:moveTo>
                  <a:pt x="112677" y="159778"/>
                </a:moveTo>
                <a:lnTo>
                  <a:pt x="81686" y="159778"/>
                </a:lnTo>
                <a:lnTo>
                  <a:pt x="81978" y="159207"/>
                </a:lnTo>
                <a:lnTo>
                  <a:pt x="83467" y="155978"/>
                </a:lnTo>
                <a:lnTo>
                  <a:pt x="83413" y="156108"/>
                </a:lnTo>
                <a:lnTo>
                  <a:pt x="113942" y="156108"/>
                </a:lnTo>
                <a:lnTo>
                  <a:pt x="113576" y="157289"/>
                </a:lnTo>
                <a:lnTo>
                  <a:pt x="112677" y="159778"/>
                </a:lnTo>
                <a:close/>
              </a:path>
              <a:path w="120015" h="238125">
                <a:moveTo>
                  <a:pt x="81750" y="159641"/>
                </a:moveTo>
                <a:lnTo>
                  <a:pt x="81954" y="159207"/>
                </a:lnTo>
                <a:lnTo>
                  <a:pt x="81750" y="159641"/>
                </a:lnTo>
                <a:close/>
              </a:path>
              <a:path w="120015" h="238125">
                <a:moveTo>
                  <a:pt x="111339" y="163347"/>
                </a:moveTo>
                <a:lnTo>
                  <a:pt x="79806" y="163347"/>
                </a:lnTo>
                <a:lnTo>
                  <a:pt x="80124" y="162788"/>
                </a:lnTo>
                <a:lnTo>
                  <a:pt x="81750" y="159641"/>
                </a:lnTo>
                <a:lnTo>
                  <a:pt x="81686" y="159778"/>
                </a:lnTo>
                <a:lnTo>
                  <a:pt x="112677" y="159778"/>
                </a:lnTo>
                <a:lnTo>
                  <a:pt x="111747" y="162356"/>
                </a:lnTo>
                <a:lnTo>
                  <a:pt x="111339" y="163347"/>
                </a:lnTo>
                <a:close/>
              </a:path>
              <a:path w="120015" h="238125">
                <a:moveTo>
                  <a:pt x="79876" y="163214"/>
                </a:moveTo>
                <a:lnTo>
                  <a:pt x="80099" y="162788"/>
                </a:lnTo>
                <a:lnTo>
                  <a:pt x="79876" y="163214"/>
                </a:lnTo>
                <a:close/>
              </a:path>
              <a:path w="120015" h="238125">
                <a:moveTo>
                  <a:pt x="109908" y="166827"/>
                </a:moveTo>
                <a:lnTo>
                  <a:pt x="77774" y="166827"/>
                </a:lnTo>
                <a:lnTo>
                  <a:pt x="78104" y="166293"/>
                </a:lnTo>
                <a:lnTo>
                  <a:pt x="79876" y="163214"/>
                </a:lnTo>
                <a:lnTo>
                  <a:pt x="79806" y="163347"/>
                </a:lnTo>
                <a:lnTo>
                  <a:pt x="111339" y="163347"/>
                </a:lnTo>
                <a:lnTo>
                  <a:pt x="109908" y="166827"/>
                </a:lnTo>
                <a:close/>
              </a:path>
              <a:path w="120015" h="238125">
                <a:moveTo>
                  <a:pt x="77895" y="166619"/>
                </a:moveTo>
                <a:lnTo>
                  <a:pt x="78085" y="166293"/>
                </a:lnTo>
                <a:lnTo>
                  <a:pt x="77895" y="166619"/>
                </a:lnTo>
                <a:close/>
              </a:path>
              <a:path w="120015" h="238125">
                <a:moveTo>
                  <a:pt x="108356" y="170205"/>
                </a:moveTo>
                <a:lnTo>
                  <a:pt x="75590" y="170205"/>
                </a:lnTo>
                <a:lnTo>
                  <a:pt x="75946" y="169684"/>
                </a:lnTo>
                <a:lnTo>
                  <a:pt x="77895" y="166619"/>
                </a:lnTo>
                <a:lnTo>
                  <a:pt x="77774" y="166827"/>
                </a:lnTo>
                <a:lnTo>
                  <a:pt x="109908" y="166827"/>
                </a:lnTo>
                <a:lnTo>
                  <a:pt x="109715" y="167297"/>
                </a:lnTo>
                <a:lnTo>
                  <a:pt x="108356" y="170205"/>
                </a:lnTo>
                <a:close/>
              </a:path>
              <a:path w="120015" h="238125">
                <a:moveTo>
                  <a:pt x="75711" y="170016"/>
                </a:moveTo>
                <a:lnTo>
                  <a:pt x="75925" y="169684"/>
                </a:lnTo>
                <a:lnTo>
                  <a:pt x="75711" y="170016"/>
                </a:lnTo>
                <a:close/>
              </a:path>
              <a:path w="120015" h="238125">
                <a:moveTo>
                  <a:pt x="106754" y="173481"/>
                </a:moveTo>
                <a:lnTo>
                  <a:pt x="73266" y="173481"/>
                </a:lnTo>
                <a:lnTo>
                  <a:pt x="73647" y="172974"/>
                </a:lnTo>
                <a:lnTo>
                  <a:pt x="75711" y="170016"/>
                </a:lnTo>
                <a:lnTo>
                  <a:pt x="75590" y="170205"/>
                </a:lnTo>
                <a:lnTo>
                  <a:pt x="108356" y="170205"/>
                </a:lnTo>
                <a:lnTo>
                  <a:pt x="107454" y="172135"/>
                </a:lnTo>
                <a:lnTo>
                  <a:pt x="106754" y="173481"/>
                </a:lnTo>
                <a:close/>
              </a:path>
              <a:path w="120015" h="238125">
                <a:moveTo>
                  <a:pt x="73386" y="173311"/>
                </a:moveTo>
                <a:lnTo>
                  <a:pt x="73624" y="172974"/>
                </a:lnTo>
                <a:lnTo>
                  <a:pt x="73386" y="173311"/>
                </a:lnTo>
                <a:close/>
              </a:path>
              <a:path w="120015" h="238125">
                <a:moveTo>
                  <a:pt x="105102" y="176656"/>
                </a:moveTo>
                <a:lnTo>
                  <a:pt x="70802" y="176656"/>
                </a:lnTo>
                <a:lnTo>
                  <a:pt x="71196" y="176161"/>
                </a:lnTo>
                <a:lnTo>
                  <a:pt x="73386" y="173311"/>
                </a:lnTo>
                <a:lnTo>
                  <a:pt x="73266" y="173481"/>
                </a:lnTo>
                <a:lnTo>
                  <a:pt x="106754" y="173481"/>
                </a:lnTo>
                <a:lnTo>
                  <a:pt x="105102" y="176656"/>
                </a:lnTo>
                <a:close/>
              </a:path>
              <a:path w="120015" h="238125">
                <a:moveTo>
                  <a:pt x="71062" y="176320"/>
                </a:moveTo>
                <a:lnTo>
                  <a:pt x="71185" y="176161"/>
                </a:lnTo>
                <a:lnTo>
                  <a:pt x="71062" y="176320"/>
                </a:lnTo>
                <a:close/>
              </a:path>
              <a:path w="120015" h="238125">
                <a:moveTo>
                  <a:pt x="103341" y="179705"/>
                </a:moveTo>
                <a:lnTo>
                  <a:pt x="68211" y="179705"/>
                </a:lnTo>
                <a:lnTo>
                  <a:pt x="68618" y="179235"/>
                </a:lnTo>
                <a:lnTo>
                  <a:pt x="71062" y="176320"/>
                </a:lnTo>
                <a:lnTo>
                  <a:pt x="70802" y="176656"/>
                </a:lnTo>
                <a:lnTo>
                  <a:pt x="105102" y="176656"/>
                </a:lnTo>
                <a:lnTo>
                  <a:pt x="103341" y="179705"/>
                </a:lnTo>
                <a:close/>
              </a:path>
              <a:path w="120015" h="238125">
                <a:moveTo>
                  <a:pt x="68499" y="179362"/>
                </a:moveTo>
                <a:lnTo>
                  <a:pt x="68607" y="179235"/>
                </a:lnTo>
                <a:lnTo>
                  <a:pt x="68499" y="179362"/>
                </a:lnTo>
                <a:close/>
              </a:path>
              <a:path w="120015" h="238125">
                <a:moveTo>
                  <a:pt x="101566" y="182638"/>
                </a:moveTo>
                <a:lnTo>
                  <a:pt x="65468" y="182638"/>
                </a:lnTo>
                <a:lnTo>
                  <a:pt x="65913" y="182194"/>
                </a:lnTo>
                <a:lnTo>
                  <a:pt x="68499" y="179362"/>
                </a:lnTo>
                <a:lnTo>
                  <a:pt x="68211" y="179705"/>
                </a:lnTo>
                <a:lnTo>
                  <a:pt x="103341" y="179705"/>
                </a:lnTo>
                <a:lnTo>
                  <a:pt x="102336" y="181432"/>
                </a:lnTo>
                <a:lnTo>
                  <a:pt x="101566" y="182638"/>
                </a:lnTo>
                <a:close/>
              </a:path>
              <a:path w="120015" h="238125">
                <a:moveTo>
                  <a:pt x="65507" y="182596"/>
                </a:moveTo>
                <a:lnTo>
                  <a:pt x="65879" y="182194"/>
                </a:lnTo>
                <a:lnTo>
                  <a:pt x="65507" y="182596"/>
                </a:lnTo>
                <a:close/>
              </a:path>
              <a:path w="120015" h="238125">
                <a:moveTo>
                  <a:pt x="99767" y="185458"/>
                </a:moveTo>
                <a:lnTo>
                  <a:pt x="62623" y="185458"/>
                </a:lnTo>
                <a:lnTo>
                  <a:pt x="63068" y="185026"/>
                </a:lnTo>
                <a:lnTo>
                  <a:pt x="65507" y="182596"/>
                </a:lnTo>
                <a:lnTo>
                  <a:pt x="101566" y="182638"/>
                </a:lnTo>
                <a:lnTo>
                  <a:pt x="99767" y="185458"/>
                </a:lnTo>
                <a:close/>
              </a:path>
              <a:path w="120015" h="238125">
                <a:moveTo>
                  <a:pt x="62959" y="185125"/>
                </a:moveTo>
                <a:close/>
              </a:path>
              <a:path w="120015" h="238125">
                <a:moveTo>
                  <a:pt x="97905" y="188137"/>
                </a:moveTo>
                <a:lnTo>
                  <a:pt x="59639" y="188137"/>
                </a:lnTo>
                <a:lnTo>
                  <a:pt x="60109" y="187731"/>
                </a:lnTo>
                <a:lnTo>
                  <a:pt x="62959" y="185125"/>
                </a:lnTo>
                <a:lnTo>
                  <a:pt x="62623" y="185458"/>
                </a:lnTo>
                <a:lnTo>
                  <a:pt x="99767" y="185458"/>
                </a:lnTo>
                <a:lnTo>
                  <a:pt x="99491" y="185889"/>
                </a:lnTo>
                <a:lnTo>
                  <a:pt x="97905" y="188137"/>
                </a:lnTo>
                <a:close/>
              </a:path>
              <a:path w="120015" h="238125">
                <a:moveTo>
                  <a:pt x="59853" y="187943"/>
                </a:moveTo>
                <a:lnTo>
                  <a:pt x="60087" y="187731"/>
                </a:lnTo>
                <a:lnTo>
                  <a:pt x="59853" y="187943"/>
                </a:lnTo>
                <a:close/>
              </a:path>
              <a:path w="120015" h="238125">
                <a:moveTo>
                  <a:pt x="96070" y="190690"/>
                </a:moveTo>
                <a:lnTo>
                  <a:pt x="56540" y="190690"/>
                </a:lnTo>
                <a:lnTo>
                  <a:pt x="57035" y="190309"/>
                </a:lnTo>
                <a:lnTo>
                  <a:pt x="59853" y="187943"/>
                </a:lnTo>
                <a:lnTo>
                  <a:pt x="59639" y="188137"/>
                </a:lnTo>
                <a:lnTo>
                  <a:pt x="97905" y="188137"/>
                </a:lnTo>
                <a:lnTo>
                  <a:pt x="96365" y="190309"/>
                </a:lnTo>
                <a:lnTo>
                  <a:pt x="96070" y="190690"/>
                </a:lnTo>
                <a:close/>
              </a:path>
              <a:path w="120015" h="238125">
                <a:moveTo>
                  <a:pt x="56609" y="190632"/>
                </a:moveTo>
                <a:lnTo>
                  <a:pt x="56999" y="190309"/>
                </a:lnTo>
                <a:lnTo>
                  <a:pt x="56609" y="190632"/>
                </a:lnTo>
                <a:close/>
              </a:path>
              <a:path w="120015" h="238125">
                <a:moveTo>
                  <a:pt x="94191" y="193116"/>
                </a:moveTo>
                <a:lnTo>
                  <a:pt x="53340" y="193116"/>
                </a:lnTo>
                <a:lnTo>
                  <a:pt x="53848" y="192747"/>
                </a:lnTo>
                <a:lnTo>
                  <a:pt x="56609" y="190632"/>
                </a:lnTo>
                <a:lnTo>
                  <a:pt x="96070" y="190690"/>
                </a:lnTo>
                <a:lnTo>
                  <a:pt x="94191" y="193116"/>
                </a:lnTo>
                <a:close/>
              </a:path>
              <a:path w="120015" h="238125">
                <a:moveTo>
                  <a:pt x="53592" y="192924"/>
                </a:moveTo>
                <a:lnTo>
                  <a:pt x="53824" y="192747"/>
                </a:lnTo>
                <a:lnTo>
                  <a:pt x="53592" y="192924"/>
                </a:lnTo>
                <a:close/>
              </a:path>
              <a:path w="120015" h="238125">
                <a:moveTo>
                  <a:pt x="92362" y="195389"/>
                </a:moveTo>
                <a:lnTo>
                  <a:pt x="50025" y="195389"/>
                </a:lnTo>
                <a:lnTo>
                  <a:pt x="50558" y="195033"/>
                </a:lnTo>
                <a:lnTo>
                  <a:pt x="53592" y="192924"/>
                </a:lnTo>
                <a:lnTo>
                  <a:pt x="53340" y="193116"/>
                </a:lnTo>
                <a:lnTo>
                  <a:pt x="94191" y="193116"/>
                </a:lnTo>
                <a:lnTo>
                  <a:pt x="93218" y="194373"/>
                </a:lnTo>
                <a:lnTo>
                  <a:pt x="92362" y="195389"/>
                </a:lnTo>
                <a:close/>
              </a:path>
              <a:path w="120015" h="238125">
                <a:moveTo>
                  <a:pt x="50344" y="195168"/>
                </a:moveTo>
                <a:lnTo>
                  <a:pt x="50539" y="195033"/>
                </a:lnTo>
                <a:lnTo>
                  <a:pt x="50344" y="195168"/>
                </a:lnTo>
                <a:close/>
              </a:path>
              <a:path w="120015" h="238125">
                <a:moveTo>
                  <a:pt x="90565" y="197523"/>
                </a:moveTo>
                <a:lnTo>
                  <a:pt x="46608" y="197523"/>
                </a:lnTo>
                <a:lnTo>
                  <a:pt x="47155" y="197192"/>
                </a:lnTo>
                <a:lnTo>
                  <a:pt x="50344" y="195168"/>
                </a:lnTo>
                <a:lnTo>
                  <a:pt x="50025" y="195389"/>
                </a:lnTo>
                <a:lnTo>
                  <a:pt x="92362" y="195389"/>
                </a:lnTo>
                <a:lnTo>
                  <a:pt x="90565" y="197523"/>
                </a:lnTo>
                <a:close/>
              </a:path>
              <a:path w="120015" h="238125">
                <a:moveTo>
                  <a:pt x="46932" y="197319"/>
                </a:moveTo>
                <a:lnTo>
                  <a:pt x="47132" y="197192"/>
                </a:lnTo>
                <a:lnTo>
                  <a:pt x="46932" y="197319"/>
                </a:lnTo>
                <a:close/>
              </a:path>
              <a:path w="120015" h="238125">
                <a:moveTo>
                  <a:pt x="88813" y="199491"/>
                </a:moveTo>
                <a:lnTo>
                  <a:pt x="43103" y="199491"/>
                </a:lnTo>
                <a:lnTo>
                  <a:pt x="43662" y="199199"/>
                </a:lnTo>
                <a:lnTo>
                  <a:pt x="46932" y="197319"/>
                </a:lnTo>
                <a:lnTo>
                  <a:pt x="46608" y="197523"/>
                </a:lnTo>
                <a:lnTo>
                  <a:pt x="90565" y="197523"/>
                </a:lnTo>
                <a:lnTo>
                  <a:pt x="89827" y="198399"/>
                </a:lnTo>
                <a:lnTo>
                  <a:pt x="88813" y="199491"/>
                </a:lnTo>
                <a:close/>
              </a:path>
              <a:path w="120015" h="238125">
                <a:moveTo>
                  <a:pt x="43234" y="199417"/>
                </a:moveTo>
                <a:lnTo>
                  <a:pt x="43618" y="199199"/>
                </a:lnTo>
                <a:lnTo>
                  <a:pt x="43234" y="199417"/>
                </a:lnTo>
                <a:close/>
              </a:path>
              <a:path w="120015" h="238125">
                <a:moveTo>
                  <a:pt x="87117" y="201320"/>
                </a:moveTo>
                <a:lnTo>
                  <a:pt x="39497" y="201320"/>
                </a:lnTo>
                <a:lnTo>
                  <a:pt x="40068" y="201041"/>
                </a:lnTo>
                <a:lnTo>
                  <a:pt x="43234" y="199417"/>
                </a:lnTo>
                <a:lnTo>
                  <a:pt x="43103" y="199491"/>
                </a:lnTo>
                <a:lnTo>
                  <a:pt x="88813" y="199491"/>
                </a:lnTo>
                <a:lnTo>
                  <a:pt x="87117" y="201320"/>
                </a:lnTo>
                <a:close/>
              </a:path>
              <a:path w="120015" h="238125">
                <a:moveTo>
                  <a:pt x="39853" y="201139"/>
                </a:moveTo>
                <a:lnTo>
                  <a:pt x="40045" y="201041"/>
                </a:lnTo>
                <a:lnTo>
                  <a:pt x="39853" y="201139"/>
                </a:lnTo>
                <a:close/>
              </a:path>
              <a:path w="120015" h="238125">
                <a:moveTo>
                  <a:pt x="85516" y="202984"/>
                </a:moveTo>
                <a:lnTo>
                  <a:pt x="35801" y="202984"/>
                </a:lnTo>
                <a:lnTo>
                  <a:pt x="36385" y="202742"/>
                </a:lnTo>
                <a:lnTo>
                  <a:pt x="39853" y="201139"/>
                </a:lnTo>
                <a:lnTo>
                  <a:pt x="39497" y="201320"/>
                </a:lnTo>
                <a:lnTo>
                  <a:pt x="87117" y="201320"/>
                </a:lnTo>
                <a:lnTo>
                  <a:pt x="86245" y="202260"/>
                </a:lnTo>
                <a:lnTo>
                  <a:pt x="85516" y="202984"/>
                </a:lnTo>
                <a:close/>
              </a:path>
              <a:path w="120015" h="238125">
                <a:moveTo>
                  <a:pt x="35929" y="202925"/>
                </a:moveTo>
                <a:lnTo>
                  <a:pt x="36331" y="202742"/>
                </a:lnTo>
                <a:lnTo>
                  <a:pt x="35929" y="202925"/>
                </a:lnTo>
                <a:close/>
              </a:path>
              <a:path w="120015" h="238125">
                <a:moveTo>
                  <a:pt x="83995" y="204495"/>
                </a:moveTo>
                <a:lnTo>
                  <a:pt x="32016" y="204495"/>
                </a:lnTo>
                <a:lnTo>
                  <a:pt x="32626" y="204266"/>
                </a:lnTo>
                <a:lnTo>
                  <a:pt x="35929" y="202925"/>
                </a:lnTo>
                <a:lnTo>
                  <a:pt x="35801" y="202984"/>
                </a:lnTo>
                <a:lnTo>
                  <a:pt x="85516" y="202984"/>
                </a:lnTo>
                <a:lnTo>
                  <a:pt x="83995" y="204495"/>
                </a:lnTo>
                <a:close/>
              </a:path>
              <a:path w="120015" h="238125">
                <a:moveTo>
                  <a:pt x="32317" y="204374"/>
                </a:moveTo>
                <a:lnTo>
                  <a:pt x="32586" y="204266"/>
                </a:lnTo>
                <a:lnTo>
                  <a:pt x="32317" y="204374"/>
                </a:lnTo>
                <a:close/>
              </a:path>
              <a:path w="120015" h="238125">
                <a:moveTo>
                  <a:pt x="82652" y="205828"/>
                </a:moveTo>
                <a:lnTo>
                  <a:pt x="28155" y="205828"/>
                </a:lnTo>
                <a:lnTo>
                  <a:pt x="28778" y="205625"/>
                </a:lnTo>
                <a:lnTo>
                  <a:pt x="32317" y="204374"/>
                </a:lnTo>
                <a:lnTo>
                  <a:pt x="32016" y="204495"/>
                </a:lnTo>
                <a:lnTo>
                  <a:pt x="83995" y="204495"/>
                </a:lnTo>
                <a:lnTo>
                  <a:pt x="82652" y="205828"/>
                </a:lnTo>
                <a:close/>
              </a:path>
              <a:path w="120015" h="238125">
                <a:moveTo>
                  <a:pt x="28484" y="205713"/>
                </a:moveTo>
                <a:lnTo>
                  <a:pt x="28737" y="205625"/>
                </a:lnTo>
                <a:lnTo>
                  <a:pt x="28484" y="205713"/>
                </a:lnTo>
                <a:close/>
              </a:path>
              <a:path w="120015" h="238125">
                <a:moveTo>
                  <a:pt x="81383" y="206997"/>
                </a:moveTo>
                <a:lnTo>
                  <a:pt x="24218" y="206997"/>
                </a:lnTo>
                <a:lnTo>
                  <a:pt x="24853" y="206819"/>
                </a:lnTo>
                <a:lnTo>
                  <a:pt x="28484" y="205713"/>
                </a:lnTo>
                <a:lnTo>
                  <a:pt x="28155" y="205828"/>
                </a:lnTo>
                <a:lnTo>
                  <a:pt x="82652" y="205828"/>
                </a:lnTo>
                <a:lnTo>
                  <a:pt x="81383" y="206997"/>
                </a:lnTo>
                <a:close/>
              </a:path>
              <a:path w="120015" h="238125">
                <a:moveTo>
                  <a:pt x="24582" y="206887"/>
                </a:moveTo>
                <a:lnTo>
                  <a:pt x="24809" y="206819"/>
                </a:lnTo>
                <a:lnTo>
                  <a:pt x="24582" y="206887"/>
                </a:lnTo>
                <a:close/>
              </a:path>
              <a:path w="120015" h="238125">
                <a:moveTo>
                  <a:pt x="80297" y="207987"/>
                </a:moveTo>
                <a:lnTo>
                  <a:pt x="20218" y="207987"/>
                </a:lnTo>
                <a:lnTo>
                  <a:pt x="20853" y="207835"/>
                </a:lnTo>
                <a:lnTo>
                  <a:pt x="24582" y="206887"/>
                </a:lnTo>
                <a:lnTo>
                  <a:pt x="24218" y="206997"/>
                </a:lnTo>
                <a:lnTo>
                  <a:pt x="81383" y="206997"/>
                </a:lnTo>
                <a:lnTo>
                  <a:pt x="80297" y="207987"/>
                </a:lnTo>
                <a:close/>
              </a:path>
              <a:path w="120015" h="238125">
                <a:moveTo>
                  <a:pt x="20701" y="207866"/>
                </a:moveTo>
                <a:lnTo>
                  <a:pt x="20853" y="207835"/>
                </a:lnTo>
                <a:lnTo>
                  <a:pt x="20701" y="207866"/>
                </a:lnTo>
                <a:close/>
              </a:path>
              <a:path w="120015" h="238125">
                <a:moveTo>
                  <a:pt x="79419" y="208787"/>
                </a:moveTo>
                <a:lnTo>
                  <a:pt x="16128" y="208787"/>
                </a:lnTo>
                <a:lnTo>
                  <a:pt x="16789" y="208673"/>
                </a:lnTo>
                <a:lnTo>
                  <a:pt x="20701" y="207866"/>
                </a:lnTo>
                <a:lnTo>
                  <a:pt x="20218" y="207987"/>
                </a:lnTo>
                <a:lnTo>
                  <a:pt x="80297" y="207987"/>
                </a:lnTo>
                <a:lnTo>
                  <a:pt x="79419" y="208787"/>
                </a:lnTo>
                <a:close/>
              </a:path>
              <a:path w="120015" h="238125">
                <a:moveTo>
                  <a:pt x="16375" y="208738"/>
                </a:moveTo>
                <a:lnTo>
                  <a:pt x="16695" y="208673"/>
                </a:lnTo>
                <a:lnTo>
                  <a:pt x="16375" y="208738"/>
                </a:lnTo>
                <a:close/>
              </a:path>
              <a:path w="120015" h="238125">
                <a:moveTo>
                  <a:pt x="16357" y="237655"/>
                </a:moveTo>
                <a:lnTo>
                  <a:pt x="11988" y="209423"/>
                </a:lnTo>
                <a:lnTo>
                  <a:pt x="16375" y="208738"/>
                </a:lnTo>
                <a:lnTo>
                  <a:pt x="16128" y="208787"/>
                </a:lnTo>
                <a:lnTo>
                  <a:pt x="79419" y="208787"/>
                </a:lnTo>
                <a:lnTo>
                  <a:pt x="42379" y="231127"/>
                </a:lnTo>
                <a:lnTo>
                  <a:pt x="21475" y="236867"/>
                </a:lnTo>
                <a:lnTo>
                  <a:pt x="16357" y="2376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48626" y="1467269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344702" y="261926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 h="0">
                <a:moveTo>
                  <a:pt x="0" y="0"/>
                </a:moveTo>
                <a:lnTo>
                  <a:pt x="575995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488569" y="1541932"/>
            <a:ext cx="1350645" cy="832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80"/>
              </a:lnSpc>
              <a:spcBef>
                <a:spcPts val="95"/>
              </a:spcBef>
              <a:tabLst>
                <a:tab pos="964565" algn="l"/>
              </a:tabLst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  <a:p>
            <a:pPr marL="31115">
              <a:lnSpc>
                <a:spcPts val="3180"/>
              </a:lnSpc>
              <a:tabLst>
                <a:tab pos="983615" algn="l"/>
              </a:tabLst>
            </a:pP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3	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81385" y="1020800"/>
            <a:ext cx="2800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9128" y="998829"/>
            <a:ext cx="2800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62265" y="988428"/>
            <a:ext cx="2800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81017" y="1580032"/>
            <a:ext cx="1252855" cy="1419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80"/>
              </a:lnSpc>
              <a:spcBef>
                <a:spcPts val="95"/>
              </a:spcBef>
              <a:tabLst>
                <a:tab pos="867410" algn="l"/>
              </a:tabLst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baseline="-16975" sz="2700" spc="15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  <a:p>
            <a:pPr marL="48260">
              <a:lnSpc>
                <a:spcPts val="3180"/>
              </a:lnSpc>
              <a:tabLst>
                <a:tab pos="886460" algn="l"/>
              </a:tabLst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FF0000"/>
                </a:solidFill>
                <a:latin typeface="Times New Roman"/>
                <a:cs typeface="Times New Roman"/>
              </a:rPr>
              <a:t>1	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  <a:p>
            <a:pPr marL="276860">
              <a:lnSpc>
                <a:spcPct val="100000"/>
              </a:lnSpc>
              <a:spcBef>
                <a:spcPts val="1265"/>
              </a:spcBef>
              <a:tabLst>
                <a:tab pos="810260" algn="l"/>
              </a:tabLst>
            </a:pP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1	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69569" y="2510383"/>
            <a:ext cx="7962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5078869" y="869950"/>
            <a:ext cx="151828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6005" algn="l"/>
              </a:tabLst>
            </a:pPr>
            <a:r>
              <a:rPr dirty="0" baseline="-22817" sz="4200" spc="-7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54012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-54012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54012" sz="2700" spc="89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spc="22" b="1">
                <a:solidFill>
                  <a:srgbClr val="0000FF"/>
                </a:solidFill>
                <a:latin typeface="宋体"/>
                <a:cs typeface="宋体"/>
              </a:rPr>
              <a:t>损</a:t>
            </a:r>
            <a:r>
              <a:rPr dirty="0" baseline="-16975" sz="2700" b="1">
                <a:solidFill>
                  <a:srgbClr val="0000FF"/>
                </a:solidFill>
                <a:latin typeface="宋体"/>
                <a:cs typeface="宋体"/>
              </a:rPr>
              <a:t>	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spc="22" b="1">
                <a:solidFill>
                  <a:srgbClr val="FF0000"/>
                </a:solidFill>
                <a:latin typeface="宋体"/>
                <a:cs typeface="宋体"/>
              </a:rPr>
              <a:t>损</a:t>
            </a:r>
            <a:endParaRPr baseline="-16975" sz="27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82055" y="1482788"/>
            <a:ext cx="16383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943013" y="3387400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 h="0">
                <a:moveTo>
                  <a:pt x="0" y="0"/>
                </a:moveTo>
                <a:lnTo>
                  <a:pt x="27749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618653" y="3387400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5" h="0">
                <a:moveTo>
                  <a:pt x="0" y="0"/>
                </a:moveTo>
                <a:lnTo>
                  <a:pt x="34226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460523" y="3379120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 h="0">
                <a:moveTo>
                  <a:pt x="0" y="0"/>
                </a:moveTo>
                <a:lnTo>
                  <a:pt x="27749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9136164" y="3379120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5" h="0">
                <a:moveTo>
                  <a:pt x="0" y="0"/>
                </a:moveTo>
                <a:lnTo>
                  <a:pt x="342264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891902" y="4582121"/>
            <a:ext cx="12446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5" b="1">
                <a:latin typeface="Times New Roman"/>
                <a:cs typeface="Times New Roman"/>
              </a:rPr>
              <a:t>4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297667" y="4651337"/>
            <a:ext cx="29146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70">
                <a:latin typeface="Cambria Math"/>
                <a:cs typeface="Cambria Math"/>
              </a:rPr>
              <a:t>1</a:t>
            </a:r>
            <a:r>
              <a:rPr dirty="0" sz="1750" spc="75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90887" y="4237316"/>
            <a:ext cx="1588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2407" sz="3600" spc="-15" b="1">
                <a:latin typeface="宋体"/>
                <a:cs typeface="宋体"/>
              </a:rPr>
              <a:t>，</a:t>
            </a:r>
            <a:r>
              <a:rPr dirty="0" baseline="-32407" sz="3600" spc="-802" b="1">
                <a:latin typeface="宋体"/>
                <a:cs typeface="宋体"/>
              </a:rPr>
              <a:t> </a:t>
            </a:r>
            <a:r>
              <a:rPr dirty="0" baseline="-32407" sz="3600" b="1" i="1">
                <a:latin typeface="Times New Roman"/>
                <a:cs typeface="Times New Roman"/>
              </a:rPr>
              <a:t>I </a:t>
            </a:r>
            <a:r>
              <a:rPr dirty="0" baseline="-32407" sz="3600" spc="82" b="1">
                <a:latin typeface="Times New Roman"/>
                <a:cs typeface="Times New Roman"/>
              </a:rPr>
              <a:t>=</a:t>
            </a:r>
            <a:r>
              <a:rPr dirty="0" u="heavy" sz="1750" spc="5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4808</a:t>
            </a:r>
            <a:r>
              <a:rPr dirty="0" sz="1750" spc="55">
                <a:latin typeface="Cambria Math"/>
                <a:cs typeface="Cambria Math"/>
              </a:rPr>
              <a:t> </a:t>
            </a:r>
            <a:r>
              <a:rPr dirty="0" baseline="-32407" sz="3600" spc="195">
                <a:latin typeface="Cambria Math"/>
                <a:cs typeface="Cambria Math"/>
              </a:rPr>
              <a:t>A</a:t>
            </a:r>
            <a:endParaRPr baseline="-32407" sz="36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47226" y="3238652"/>
            <a:ext cx="234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85">
                <a:latin typeface="Cambria Math"/>
                <a:cs typeface="Cambria Math"/>
              </a:rPr>
              <a:t>P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556776" y="3470427"/>
            <a:ext cx="24765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宋体"/>
                <a:cs typeface="宋体"/>
              </a:rPr>
              <a:t>损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321951" y="3382797"/>
            <a:ext cx="15875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75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437329" y="3363747"/>
            <a:ext cx="51625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03860" algn="l"/>
              </a:tabLst>
            </a:pPr>
            <a:r>
              <a:rPr dirty="0" sz="1550" spc="5" b="1">
                <a:latin typeface="Times New Roman"/>
                <a:cs typeface="Times New Roman"/>
              </a:rPr>
              <a:t>2</a:t>
            </a:r>
            <a:r>
              <a:rPr dirty="0" sz="1550" spc="5" b="1">
                <a:latin typeface="Times New Roman"/>
                <a:cs typeface="Times New Roman"/>
              </a:rPr>
              <a:t>	</a:t>
            </a:r>
            <a:r>
              <a:rPr dirty="0" sz="1550" spc="5" b="1">
                <a:latin typeface="Times New Roman"/>
                <a:cs typeface="Times New Roman"/>
              </a:rPr>
              <a:t>3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876181" y="3196742"/>
            <a:ext cx="2835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2615" algn="l"/>
                <a:tab pos="1072515" algn="l"/>
              </a:tabLst>
            </a:pPr>
            <a:r>
              <a:rPr dirty="0" baseline="-8101" sz="3600">
                <a:latin typeface="Cambria Math"/>
                <a:cs typeface="Cambria Math"/>
              </a:rPr>
              <a:t>=</a:t>
            </a:r>
            <a:r>
              <a:rPr dirty="0" baseline="-8101" sz="3600" spc="209">
                <a:latin typeface="Cambria Math"/>
                <a:cs typeface="Cambria Math"/>
              </a:rPr>
              <a:t> </a:t>
            </a:r>
            <a:r>
              <a:rPr dirty="0" baseline="-8101" sz="3600" spc="-202">
                <a:latin typeface="Cambria Math"/>
                <a:cs typeface="Cambria Math"/>
              </a:rPr>
              <a:t>/	</a:t>
            </a:r>
            <a:r>
              <a:rPr dirty="0" baseline="22222" sz="2625" spc="345">
                <a:latin typeface="Cambria Math"/>
                <a:cs typeface="Cambria Math"/>
              </a:rPr>
              <a:t>2</a:t>
            </a:r>
            <a:r>
              <a:rPr dirty="0" baseline="-8101" sz="3600" spc="345">
                <a:latin typeface="Cambria Math"/>
                <a:cs typeface="Cambria Math"/>
              </a:rPr>
              <a:t>r	</a:t>
            </a:r>
            <a:r>
              <a:rPr dirty="0" sz="2400" spc="-10" b="1">
                <a:latin typeface="宋体"/>
                <a:cs typeface="宋体"/>
              </a:rPr>
              <a:t>， </a:t>
            </a:r>
            <a:r>
              <a:rPr dirty="0" sz="2400" b="1" i="1">
                <a:latin typeface="Times New Roman"/>
                <a:cs typeface="Times New Roman"/>
              </a:rPr>
              <a:t>I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b="1" i="1">
                <a:latin typeface="Times New Roman"/>
                <a:cs typeface="Times New Roman"/>
              </a:rPr>
              <a:t>I </a:t>
            </a:r>
            <a:r>
              <a:rPr dirty="0" sz="2400" b="1">
                <a:latin typeface="Times New Roman"/>
                <a:cs typeface="Times New Roman"/>
              </a:rPr>
              <a:t>=25</a:t>
            </a:r>
            <a:r>
              <a:rPr dirty="0" sz="2400" spc="-459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247252" y="4440021"/>
            <a:ext cx="1021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P</a:t>
            </a:r>
            <a:r>
              <a:rPr dirty="0" baseline="-17921" sz="2325" spc="7" b="1">
                <a:latin typeface="Times New Roman"/>
                <a:cs typeface="Times New Roman"/>
              </a:rPr>
              <a:t>4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baseline="-17921" sz="2325" spc="7" b="1">
                <a:latin typeface="Times New Roman"/>
                <a:cs typeface="Times New Roman"/>
              </a:rPr>
              <a:t>4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baseline="-17921" sz="2325" spc="7" b="1">
                <a:latin typeface="Times New Roman"/>
                <a:cs typeface="Times New Roman"/>
              </a:rPr>
              <a:t>4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450259" y="3812768"/>
            <a:ext cx="1459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，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baseline="-17921" sz="2325" b="1">
                <a:latin typeface="Times New Roman"/>
                <a:cs typeface="Times New Roman"/>
              </a:rPr>
              <a:t>1</a:t>
            </a:r>
            <a:r>
              <a:rPr dirty="0" sz="2400" b="1">
                <a:latin typeface="Times New Roman"/>
                <a:cs typeface="Times New Roman"/>
              </a:rPr>
              <a:t>=400</a:t>
            </a:r>
            <a:r>
              <a:rPr dirty="0" sz="2400" spc="-2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12111" y="3831818"/>
            <a:ext cx="1021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P</a:t>
            </a:r>
            <a:r>
              <a:rPr dirty="0" baseline="-17921" sz="2325" spc="7" b="1">
                <a:latin typeface="Times New Roman"/>
                <a:cs typeface="Times New Roman"/>
              </a:rPr>
              <a:t>1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baseline="-17921" sz="2325" spc="7" b="1">
                <a:latin typeface="Times New Roman"/>
                <a:cs typeface="Times New Roman"/>
              </a:rPr>
              <a:t>1</a:t>
            </a:r>
            <a:r>
              <a:rPr dirty="0" sz="2400" b="1" i="1">
                <a:latin typeface="Times New Roman"/>
                <a:cs typeface="Times New Roman"/>
              </a:rPr>
              <a:t>I</a:t>
            </a:r>
            <a:r>
              <a:rPr dirty="0" baseline="-17921" sz="2325" spc="7" b="1">
                <a:latin typeface="Times New Roman"/>
                <a:cs typeface="Times New Roman"/>
              </a:rPr>
              <a:t>1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744751" y="3364052"/>
            <a:ext cx="392315" cy="13064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108763" y="2927032"/>
            <a:ext cx="185356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3755" algn="l"/>
              </a:tabLst>
            </a:pPr>
            <a:r>
              <a:rPr dirty="0" baseline="-35879" sz="3600" b="1">
                <a:latin typeface="华文楷体"/>
                <a:cs typeface="华文楷体"/>
              </a:rPr>
              <a:t>根</a:t>
            </a:r>
            <a:r>
              <a:rPr dirty="0" baseline="-35879" sz="3600" spc="-7" b="1">
                <a:latin typeface="华文楷体"/>
                <a:cs typeface="华文楷体"/>
              </a:rPr>
              <a:t>据	</a:t>
            </a:r>
            <a:r>
              <a:rPr dirty="0" sz="2400" spc="-30">
                <a:latin typeface="Cambria Math"/>
                <a:cs typeface="Cambria Math"/>
              </a:rPr>
              <a:t>/</a:t>
            </a:r>
            <a:r>
              <a:rPr dirty="0" baseline="-15873" sz="2625" spc="-44">
                <a:latin typeface="Cambria Math"/>
                <a:cs typeface="Cambria Math"/>
              </a:rPr>
              <a:t>1 </a:t>
            </a:r>
            <a:r>
              <a:rPr dirty="0" baseline="-41666" sz="3600">
                <a:latin typeface="Cambria Math"/>
                <a:cs typeface="Cambria Math"/>
              </a:rPr>
              <a:t>=</a:t>
            </a:r>
            <a:r>
              <a:rPr dirty="0" baseline="-41666" sz="3600" spc="150">
                <a:latin typeface="Cambria Math"/>
                <a:cs typeface="Cambria Math"/>
              </a:rPr>
              <a:t> </a:t>
            </a: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27864" y="3855986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可</a:t>
            </a:r>
            <a:r>
              <a:rPr dirty="0" sz="2400" spc="-5" b="1">
                <a:latin typeface="华文楷体"/>
                <a:cs typeface="华文楷体"/>
              </a:rPr>
              <a:t>得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996379" y="4437005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5" h="0">
                <a:moveTo>
                  <a:pt x="0" y="0"/>
                </a:moveTo>
                <a:lnTo>
                  <a:pt x="34226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736788" y="4437005"/>
            <a:ext cx="364490" cy="0"/>
          </a:xfrm>
          <a:custGeom>
            <a:avLst/>
            <a:gdLst/>
            <a:ahLst/>
            <a:cxnLst/>
            <a:rect l="l" t="t" r="r" b="b"/>
            <a:pathLst>
              <a:path w="364490" h="0">
                <a:moveTo>
                  <a:pt x="0" y="0"/>
                </a:moveTo>
                <a:lnTo>
                  <a:pt x="364489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930313" y="3360737"/>
            <a:ext cx="1184275" cy="144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7705" algn="l"/>
              </a:tabLst>
            </a:pPr>
            <a:r>
              <a:rPr dirty="0" sz="2400" spc="-30">
                <a:latin typeface="Cambria Math"/>
                <a:cs typeface="Cambria Math"/>
              </a:rPr>
              <a:t>/</a:t>
            </a:r>
            <a:r>
              <a:rPr dirty="0" baseline="-15873" sz="2625" spc="-44">
                <a:latin typeface="Cambria Math"/>
                <a:cs typeface="Cambria Math"/>
              </a:rPr>
              <a:t>2	</a:t>
            </a: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  <a:p>
            <a:pPr marL="66040">
              <a:lnSpc>
                <a:spcPct val="100000"/>
              </a:lnSpc>
              <a:spcBef>
                <a:spcPts val="1970"/>
              </a:spcBef>
              <a:tabLst>
                <a:tab pos="896619" algn="l"/>
              </a:tabLst>
            </a:pP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1	</a:t>
            </a:r>
            <a:r>
              <a:rPr dirty="0" sz="2400" spc="105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66040">
              <a:lnSpc>
                <a:spcPct val="100000"/>
              </a:lnSpc>
              <a:spcBef>
                <a:spcPts val="535"/>
              </a:spcBef>
            </a:pP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2  </a:t>
            </a:r>
            <a:r>
              <a:rPr dirty="0" baseline="37037" sz="3600">
                <a:latin typeface="Cambria Math"/>
                <a:cs typeface="Cambria Math"/>
              </a:rPr>
              <a:t>=</a:t>
            </a:r>
            <a:r>
              <a:rPr dirty="0" baseline="37037" sz="3600" spc="-382">
                <a:latin typeface="Cambria Math"/>
                <a:cs typeface="Cambria Math"/>
              </a:rPr>
              <a:t> </a:t>
            </a:r>
            <a:r>
              <a:rPr dirty="0" sz="2400" spc="100">
                <a:latin typeface="Cambria Math"/>
                <a:cs typeface="Cambria Math"/>
              </a:rPr>
              <a:t>18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8554122" y="4464920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5" h="0">
                <a:moveTo>
                  <a:pt x="0" y="0"/>
                </a:moveTo>
                <a:lnTo>
                  <a:pt x="34226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8738908" y="4582401"/>
            <a:ext cx="15875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75">
                <a:latin typeface="Cambria Math"/>
                <a:cs typeface="Cambria Math"/>
              </a:rPr>
              <a:t>4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447823" y="2850806"/>
            <a:ext cx="1406525" cy="154495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400" spc="-30">
                <a:latin typeface="Cambria Math"/>
                <a:cs typeface="Cambria Math"/>
              </a:rPr>
              <a:t>/</a:t>
            </a:r>
            <a:r>
              <a:rPr dirty="0" baseline="-15873" sz="2625" spc="-44">
                <a:latin typeface="Cambria Math"/>
                <a:cs typeface="Cambria Math"/>
              </a:rPr>
              <a:t>3  </a:t>
            </a:r>
            <a:r>
              <a:rPr dirty="0" baseline="-41666" sz="3600">
                <a:latin typeface="Cambria Math"/>
                <a:cs typeface="Cambria Math"/>
              </a:rPr>
              <a:t>=</a:t>
            </a:r>
            <a:r>
              <a:rPr dirty="0" baseline="-41666" sz="3600" spc="135">
                <a:latin typeface="Cambria Math"/>
                <a:cs typeface="Cambria Math"/>
              </a:rPr>
              <a:t> </a:t>
            </a: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4</a:t>
            </a:r>
            <a:endParaRPr baseline="-15873" sz="2625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687705" algn="l"/>
              </a:tabLst>
            </a:pPr>
            <a:r>
              <a:rPr dirty="0" sz="2400" spc="-30">
                <a:latin typeface="Cambria Math"/>
                <a:cs typeface="Cambria Math"/>
              </a:rPr>
              <a:t>/</a:t>
            </a:r>
            <a:r>
              <a:rPr dirty="0" baseline="-15873" sz="2625" spc="-44">
                <a:latin typeface="Cambria Math"/>
                <a:cs typeface="Cambria Math"/>
              </a:rPr>
              <a:t>4	</a:t>
            </a:r>
            <a:r>
              <a:rPr dirty="0" sz="2400" spc="145">
                <a:latin typeface="Cambria Math"/>
                <a:cs typeface="Cambria Math"/>
              </a:rPr>
              <a:t>n</a:t>
            </a:r>
            <a:r>
              <a:rPr dirty="0" baseline="-15873" sz="2625" spc="217">
                <a:latin typeface="Cambria Math"/>
                <a:cs typeface="Cambria Math"/>
              </a:rPr>
              <a:t>3</a:t>
            </a:r>
            <a:endParaRPr baseline="-15873" sz="2625">
              <a:latin typeface="Cambria Math"/>
              <a:cs typeface="Cambria Math"/>
            </a:endParaRPr>
          </a:p>
          <a:p>
            <a:pPr marL="106045">
              <a:lnSpc>
                <a:spcPct val="100000"/>
              </a:lnSpc>
              <a:spcBef>
                <a:spcPts val="2255"/>
              </a:spcBef>
              <a:tabLst>
                <a:tab pos="846455" algn="l"/>
              </a:tabLst>
            </a:pPr>
            <a:r>
              <a:rPr dirty="0" sz="2400" spc="210">
                <a:latin typeface="Cambria Math"/>
                <a:cs typeface="Cambria Math"/>
              </a:rPr>
              <a:t>n</a:t>
            </a:r>
            <a:r>
              <a:rPr dirty="0" baseline="-15873" sz="2625" spc="112">
                <a:latin typeface="Cambria Math"/>
                <a:cs typeface="Cambria Math"/>
              </a:rPr>
              <a:t>3</a:t>
            </a:r>
            <a:r>
              <a:rPr dirty="0" baseline="-15873" sz="2625" spc="112">
                <a:latin typeface="Cambria Math"/>
                <a:cs typeface="Cambria Math"/>
              </a:rPr>
              <a:t>	</a:t>
            </a:r>
            <a:r>
              <a:rPr dirty="0" sz="2400" spc="100">
                <a:latin typeface="Cambria Math"/>
                <a:cs typeface="Cambria Math"/>
              </a:rPr>
              <a:t>19</a:t>
            </a:r>
            <a:r>
              <a:rPr dirty="0" sz="2400" spc="105">
                <a:latin typeface="Cambria Math"/>
                <a:cs typeface="Cambria Math"/>
              </a:rPr>
              <a:t>8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9294533" y="4464920"/>
            <a:ext cx="546735" cy="0"/>
          </a:xfrm>
          <a:custGeom>
            <a:avLst/>
            <a:gdLst/>
            <a:ahLst/>
            <a:cxnLst/>
            <a:rect l="l" t="t" r="r" b="b"/>
            <a:pathLst>
              <a:path w="546734" h="0">
                <a:moveTo>
                  <a:pt x="0" y="0"/>
                </a:moveTo>
                <a:lnTo>
                  <a:pt x="54673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8541422" y="4438256"/>
            <a:ext cx="1221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9420" algn="l"/>
                <a:tab pos="843280" algn="l"/>
              </a:tabLst>
            </a:pPr>
            <a:r>
              <a:rPr dirty="0" sz="2400" spc="210">
                <a:latin typeface="Cambria Math"/>
                <a:cs typeface="Cambria Math"/>
              </a:rPr>
              <a:t>n</a:t>
            </a:r>
            <a:r>
              <a:rPr dirty="0" sz="2400" spc="210">
                <a:latin typeface="Cambria Math"/>
                <a:cs typeface="Cambria Math"/>
              </a:rPr>
              <a:t>	</a:t>
            </a:r>
            <a:r>
              <a:rPr dirty="0" baseline="37037" sz="3600" spc="315">
                <a:latin typeface="Cambria Math"/>
                <a:cs typeface="Cambria Math"/>
              </a:rPr>
              <a:t>=	</a:t>
            </a:r>
            <a:r>
              <a:rPr dirty="0" sz="2400" spc="100">
                <a:latin typeface="Cambria Math"/>
                <a:cs typeface="Cambria Math"/>
              </a:rPr>
              <a:t>1</a:t>
            </a:r>
            <a:r>
              <a:rPr dirty="0" sz="2400" spc="105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230424" y="3067964"/>
            <a:ext cx="3676650" cy="739140"/>
          </a:xfrm>
          <a:custGeom>
            <a:avLst/>
            <a:gdLst/>
            <a:ahLst/>
            <a:cxnLst/>
            <a:rect l="l" t="t" r="r" b="b"/>
            <a:pathLst>
              <a:path w="3676650" h="739139">
                <a:moveTo>
                  <a:pt x="3557308" y="739139"/>
                </a:moveTo>
                <a:lnTo>
                  <a:pt x="119329" y="739139"/>
                </a:lnTo>
                <a:lnTo>
                  <a:pt x="93383" y="734060"/>
                </a:lnTo>
                <a:lnTo>
                  <a:pt x="58585" y="716279"/>
                </a:lnTo>
                <a:lnTo>
                  <a:pt x="53378" y="713739"/>
                </a:lnTo>
                <a:lnTo>
                  <a:pt x="48361" y="708660"/>
                </a:lnTo>
                <a:lnTo>
                  <a:pt x="43535" y="704850"/>
                </a:lnTo>
                <a:lnTo>
                  <a:pt x="38925" y="701039"/>
                </a:lnTo>
                <a:lnTo>
                  <a:pt x="16052" y="670560"/>
                </a:lnTo>
                <a:lnTo>
                  <a:pt x="10452" y="657860"/>
                </a:lnTo>
                <a:lnTo>
                  <a:pt x="8064" y="652779"/>
                </a:lnTo>
                <a:lnTo>
                  <a:pt x="165" y="613410"/>
                </a:lnTo>
                <a:lnTo>
                  <a:pt x="0" y="607060"/>
                </a:lnTo>
                <a:lnTo>
                  <a:pt x="0" y="132080"/>
                </a:lnTo>
                <a:lnTo>
                  <a:pt x="5981" y="92710"/>
                </a:lnTo>
                <a:lnTo>
                  <a:pt x="13106" y="74930"/>
                </a:lnTo>
                <a:lnTo>
                  <a:pt x="16052" y="68580"/>
                </a:lnTo>
                <a:lnTo>
                  <a:pt x="38925" y="38100"/>
                </a:lnTo>
                <a:lnTo>
                  <a:pt x="43535" y="34289"/>
                </a:lnTo>
                <a:lnTo>
                  <a:pt x="48361" y="29210"/>
                </a:lnTo>
                <a:lnTo>
                  <a:pt x="53378" y="25400"/>
                </a:lnTo>
                <a:lnTo>
                  <a:pt x="58585" y="21589"/>
                </a:lnTo>
                <a:lnTo>
                  <a:pt x="63969" y="19050"/>
                </a:lnTo>
                <a:lnTo>
                  <a:pt x="69545" y="15239"/>
                </a:lnTo>
                <a:lnTo>
                  <a:pt x="75272" y="12700"/>
                </a:lnTo>
                <a:lnTo>
                  <a:pt x="81165" y="10160"/>
                </a:lnTo>
                <a:lnTo>
                  <a:pt x="93383" y="5080"/>
                </a:lnTo>
                <a:lnTo>
                  <a:pt x="119329" y="0"/>
                </a:lnTo>
                <a:lnTo>
                  <a:pt x="3557308" y="0"/>
                </a:lnTo>
                <a:lnTo>
                  <a:pt x="3595471" y="10160"/>
                </a:lnTo>
                <a:lnTo>
                  <a:pt x="3612654" y="19050"/>
                </a:lnTo>
                <a:lnTo>
                  <a:pt x="3618052" y="21589"/>
                </a:lnTo>
                <a:lnTo>
                  <a:pt x="3623259" y="25400"/>
                </a:lnTo>
                <a:lnTo>
                  <a:pt x="3626603" y="27939"/>
                </a:lnTo>
                <a:lnTo>
                  <a:pt x="122580" y="27939"/>
                </a:lnTo>
                <a:lnTo>
                  <a:pt x="116636" y="29210"/>
                </a:lnTo>
                <a:lnTo>
                  <a:pt x="117348" y="29210"/>
                </a:lnTo>
                <a:lnTo>
                  <a:pt x="111506" y="30480"/>
                </a:lnTo>
                <a:lnTo>
                  <a:pt x="112204" y="30480"/>
                </a:lnTo>
                <a:lnTo>
                  <a:pt x="106476" y="31750"/>
                </a:lnTo>
                <a:lnTo>
                  <a:pt x="107162" y="31750"/>
                </a:lnTo>
                <a:lnTo>
                  <a:pt x="101536" y="33019"/>
                </a:lnTo>
                <a:lnTo>
                  <a:pt x="102209" y="33019"/>
                </a:lnTo>
                <a:lnTo>
                  <a:pt x="96697" y="34289"/>
                </a:lnTo>
                <a:lnTo>
                  <a:pt x="97358" y="34289"/>
                </a:lnTo>
                <a:lnTo>
                  <a:pt x="94665" y="35560"/>
                </a:lnTo>
                <a:lnTo>
                  <a:pt x="92621" y="35560"/>
                </a:lnTo>
                <a:lnTo>
                  <a:pt x="87363" y="38100"/>
                </a:lnTo>
                <a:lnTo>
                  <a:pt x="87985" y="38100"/>
                </a:lnTo>
                <a:lnTo>
                  <a:pt x="82880" y="40639"/>
                </a:lnTo>
                <a:lnTo>
                  <a:pt x="83489" y="40639"/>
                </a:lnTo>
                <a:lnTo>
                  <a:pt x="78524" y="43180"/>
                </a:lnTo>
                <a:lnTo>
                  <a:pt x="79108" y="43180"/>
                </a:lnTo>
                <a:lnTo>
                  <a:pt x="74294" y="45719"/>
                </a:lnTo>
                <a:lnTo>
                  <a:pt x="74866" y="45719"/>
                </a:lnTo>
                <a:lnTo>
                  <a:pt x="70218" y="48260"/>
                </a:lnTo>
                <a:lnTo>
                  <a:pt x="70764" y="48260"/>
                </a:lnTo>
                <a:lnTo>
                  <a:pt x="66281" y="52069"/>
                </a:lnTo>
                <a:lnTo>
                  <a:pt x="66801" y="52069"/>
                </a:lnTo>
                <a:lnTo>
                  <a:pt x="63940" y="54610"/>
                </a:lnTo>
                <a:lnTo>
                  <a:pt x="63004" y="54610"/>
                </a:lnTo>
                <a:lnTo>
                  <a:pt x="58889" y="58419"/>
                </a:lnTo>
                <a:lnTo>
                  <a:pt x="59372" y="58419"/>
                </a:lnTo>
                <a:lnTo>
                  <a:pt x="55448" y="62230"/>
                </a:lnTo>
                <a:lnTo>
                  <a:pt x="55905" y="62230"/>
                </a:lnTo>
                <a:lnTo>
                  <a:pt x="52171" y="66039"/>
                </a:lnTo>
                <a:lnTo>
                  <a:pt x="52603" y="66039"/>
                </a:lnTo>
                <a:lnTo>
                  <a:pt x="49085" y="69850"/>
                </a:lnTo>
                <a:lnTo>
                  <a:pt x="49491" y="69850"/>
                </a:lnTo>
                <a:lnTo>
                  <a:pt x="46189" y="73660"/>
                </a:lnTo>
                <a:lnTo>
                  <a:pt x="46570" y="73660"/>
                </a:lnTo>
                <a:lnTo>
                  <a:pt x="44256" y="77469"/>
                </a:lnTo>
                <a:lnTo>
                  <a:pt x="43853" y="77469"/>
                </a:lnTo>
                <a:lnTo>
                  <a:pt x="40995" y="82550"/>
                </a:lnTo>
                <a:lnTo>
                  <a:pt x="41325" y="82550"/>
                </a:lnTo>
                <a:lnTo>
                  <a:pt x="39354" y="86360"/>
                </a:lnTo>
                <a:lnTo>
                  <a:pt x="39001" y="86360"/>
                </a:lnTo>
                <a:lnTo>
                  <a:pt x="36626" y="91439"/>
                </a:lnTo>
                <a:lnTo>
                  <a:pt x="36906" y="91439"/>
                </a:lnTo>
                <a:lnTo>
                  <a:pt x="34785" y="96519"/>
                </a:lnTo>
                <a:lnTo>
                  <a:pt x="35026" y="96519"/>
                </a:lnTo>
                <a:lnTo>
                  <a:pt x="33626" y="100330"/>
                </a:lnTo>
                <a:lnTo>
                  <a:pt x="33362" y="100330"/>
                </a:lnTo>
                <a:lnTo>
                  <a:pt x="32082" y="105410"/>
                </a:lnTo>
                <a:lnTo>
                  <a:pt x="31940" y="105410"/>
                </a:lnTo>
                <a:lnTo>
                  <a:pt x="30883" y="110489"/>
                </a:lnTo>
                <a:lnTo>
                  <a:pt x="29926" y="115569"/>
                </a:lnTo>
                <a:lnTo>
                  <a:pt x="29222" y="120650"/>
                </a:lnTo>
                <a:lnTo>
                  <a:pt x="28780" y="125730"/>
                </a:lnTo>
                <a:lnTo>
                  <a:pt x="28575" y="132080"/>
                </a:lnTo>
                <a:lnTo>
                  <a:pt x="28605" y="607060"/>
                </a:lnTo>
                <a:lnTo>
                  <a:pt x="28689" y="612139"/>
                </a:lnTo>
                <a:lnTo>
                  <a:pt x="29146" y="617220"/>
                </a:lnTo>
                <a:lnTo>
                  <a:pt x="29832" y="623570"/>
                </a:lnTo>
                <a:lnTo>
                  <a:pt x="30759" y="628650"/>
                </a:lnTo>
                <a:lnTo>
                  <a:pt x="31940" y="633729"/>
                </a:lnTo>
                <a:lnTo>
                  <a:pt x="32162" y="633729"/>
                </a:lnTo>
                <a:lnTo>
                  <a:pt x="33362" y="637539"/>
                </a:lnTo>
                <a:lnTo>
                  <a:pt x="33159" y="637539"/>
                </a:lnTo>
                <a:lnTo>
                  <a:pt x="35026" y="642620"/>
                </a:lnTo>
                <a:lnTo>
                  <a:pt x="34785" y="642620"/>
                </a:lnTo>
                <a:lnTo>
                  <a:pt x="36906" y="647700"/>
                </a:lnTo>
                <a:lnTo>
                  <a:pt x="37101" y="647700"/>
                </a:lnTo>
                <a:lnTo>
                  <a:pt x="39001" y="652779"/>
                </a:lnTo>
                <a:lnTo>
                  <a:pt x="39354" y="652779"/>
                </a:lnTo>
                <a:lnTo>
                  <a:pt x="41325" y="656589"/>
                </a:lnTo>
                <a:lnTo>
                  <a:pt x="40995" y="656589"/>
                </a:lnTo>
                <a:lnTo>
                  <a:pt x="43853" y="661670"/>
                </a:lnTo>
                <a:lnTo>
                  <a:pt x="44256" y="661670"/>
                </a:lnTo>
                <a:lnTo>
                  <a:pt x="46570" y="665479"/>
                </a:lnTo>
                <a:lnTo>
                  <a:pt x="47015" y="665479"/>
                </a:lnTo>
                <a:lnTo>
                  <a:pt x="49491" y="669289"/>
                </a:lnTo>
                <a:lnTo>
                  <a:pt x="49085" y="669289"/>
                </a:lnTo>
                <a:lnTo>
                  <a:pt x="52603" y="673100"/>
                </a:lnTo>
                <a:lnTo>
                  <a:pt x="52171" y="673100"/>
                </a:lnTo>
                <a:lnTo>
                  <a:pt x="55905" y="676910"/>
                </a:lnTo>
                <a:lnTo>
                  <a:pt x="55448" y="676910"/>
                </a:lnTo>
                <a:lnTo>
                  <a:pt x="59372" y="680720"/>
                </a:lnTo>
                <a:lnTo>
                  <a:pt x="58889" y="680720"/>
                </a:lnTo>
                <a:lnTo>
                  <a:pt x="63004" y="684529"/>
                </a:lnTo>
                <a:lnTo>
                  <a:pt x="63940" y="684529"/>
                </a:lnTo>
                <a:lnTo>
                  <a:pt x="66801" y="687070"/>
                </a:lnTo>
                <a:lnTo>
                  <a:pt x="66281" y="687070"/>
                </a:lnTo>
                <a:lnTo>
                  <a:pt x="70764" y="690879"/>
                </a:lnTo>
                <a:lnTo>
                  <a:pt x="71767" y="690879"/>
                </a:lnTo>
                <a:lnTo>
                  <a:pt x="74866" y="693420"/>
                </a:lnTo>
                <a:lnTo>
                  <a:pt x="74294" y="693420"/>
                </a:lnTo>
                <a:lnTo>
                  <a:pt x="79108" y="695960"/>
                </a:lnTo>
                <a:lnTo>
                  <a:pt x="78524" y="695960"/>
                </a:lnTo>
                <a:lnTo>
                  <a:pt x="83489" y="698500"/>
                </a:lnTo>
                <a:lnTo>
                  <a:pt x="82880" y="698500"/>
                </a:lnTo>
                <a:lnTo>
                  <a:pt x="87985" y="701039"/>
                </a:lnTo>
                <a:lnTo>
                  <a:pt x="87363" y="701039"/>
                </a:lnTo>
                <a:lnTo>
                  <a:pt x="92621" y="703579"/>
                </a:lnTo>
                <a:lnTo>
                  <a:pt x="94665" y="703579"/>
                </a:lnTo>
                <a:lnTo>
                  <a:pt x="97358" y="704850"/>
                </a:lnTo>
                <a:lnTo>
                  <a:pt x="96697" y="704850"/>
                </a:lnTo>
                <a:lnTo>
                  <a:pt x="102209" y="706120"/>
                </a:lnTo>
                <a:lnTo>
                  <a:pt x="101536" y="706120"/>
                </a:lnTo>
                <a:lnTo>
                  <a:pt x="107162" y="707389"/>
                </a:lnTo>
                <a:lnTo>
                  <a:pt x="106476" y="707389"/>
                </a:lnTo>
                <a:lnTo>
                  <a:pt x="112204" y="708660"/>
                </a:lnTo>
                <a:lnTo>
                  <a:pt x="111506" y="708660"/>
                </a:lnTo>
                <a:lnTo>
                  <a:pt x="117348" y="709929"/>
                </a:lnTo>
                <a:lnTo>
                  <a:pt x="121856" y="709929"/>
                </a:lnTo>
                <a:lnTo>
                  <a:pt x="127876" y="711200"/>
                </a:lnTo>
                <a:lnTo>
                  <a:pt x="3625767" y="711200"/>
                </a:lnTo>
                <a:lnTo>
                  <a:pt x="3623259" y="713739"/>
                </a:lnTo>
                <a:lnTo>
                  <a:pt x="3618052" y="716279"/>
                </a:lnTo>
                <a:lnTo>
                  <a:pt x="3612654" y="720089"/>
                </a:lnTo>
                <a:lnTo>
                  <a:pt x="3607092" y="723900"/>
                </a:lnTo>
                <a:lnTo>
                  <a:pt x="3601364" y="726439"/>
                </a:lnTo>
                <a:lnTo>
                  <a:pt x="3595471" y="728979"/>
                </a:lnTo>
                <a:lnTo>
                  <a:pt x="3583254" y="734060"/>
                </a:lnTo>
                <a:lnTo>
                  <a:pt x="3557308" y="739139"/>
                </a:lnTo>
                <a:close/>
              </a:path>
              <a:path w="3676650" h="739139">
                <a:moveTo>
                  <a:pt x="3584663" y="36830"/>
                </a:moveTo>
                <a:lnTo>
                  <a:pt x="3579279" y="34289"/>
                </a:lnTo>
                <a:lnTo>
                  <a:pt x="3579939" y="34289"/>
                </a:lnTo>
                <a:lnTo>
                  <a:pt x="3574427" y="33019"/>
                </a:lnTo>
                <a:lnTo>
                  <a:pt x="3575100" y="33019"/>
                </a:lnTo>
                <a:lnTo>
                  <a:pt x="3569474" y="31750"/>
                </a:lnTo>
                <a:lnTo>
                  <a:pt x="3570160" y="31750"/>
                </a:lnTo>
                <a:lnTo>
                  <a:pt x="3564432" y="30480"/>
                </a:lnTo>
                <a:lnTo>
                  <a:pt x="3565131" y="30480"/>
                </a:lnTo>
                <a:lnTo>
                  <a:pt x="3559289" y="29210"/>
                </a:lnTo>
                <a:lnTo>
                  <a:pt x="3560000" y="29210"/>
                </a:lnTo>
                <a:lnTo>
                  <a:pt x="3554056" y="27939"/>
                </a:lnTo>
                <a:lnTo>
                  <a:pt x="3626603" y="27939"/>
                </a:lnTo>
                <a:lnTo>
                  <a:pt x="3628275" y="29210"/>
                </a:lnTo>
                <a:lnTo>
                  <a:pt x="3633101" y="34289"/>
                </a:lnTo>
                <a:lnTo>
                  <a:pt x="3634638" y="35560"/>
                </a:lnTo>
                <a:lnTo>
                  <a:pt x="3584016" y="35560"/>
                </a:lnTo>
                <a:lnTo>
                  <a:pt x="3584663" y="36830"/>
                </a:lnTo>
                <a:close/>
              </a:path>
              <a:path w="3676650" h="739139">
                <a:moveTo>
                  <a:pt x="91973" y="36830"/>
                </a:moveTo>
                <a:lnTo>
                  <a:pt x="92621" y="35560"/>
                </a:lnTo>
                <a:lnTo>
                  <a:pt x="94665" y="35560"/>
                </a:lnTo>
                <a:lnTo>
                  <a:pt x="91973" y="36830"/>
                </a:lnTo>
                <a:close/>
              </a:path>
              <a:path w="3676650" h="739139">
                <a:moveTo>
                  <a:pt x="3614127" y="55880"/>
                </a:moveTo>
                <a:lnTo>
                  <a:pt x="3609822" y="52069"/>
                </a:lnTo>
                <a:lnTo>
                  <a:pt x="3610355" y="52069"/>
                </a:lnTo>
                <a:lnTo>
                  <a:pt x="3605872" y="48260"/>
                </a:lnTo>
                <a:lnTo>
                  <a:pt x="3606419" y="48260"/>
                </a:lnTo>
                <a:lnTo>
                  <a:pt x="3601770" y="45719"/>
                </a:lnTo>
                <a:lnTo>
                  <a:pt x="3602342" y="45719"/>
                </a:lnTo>
                <a:lnTo>
                  <a:pt x="3597529" y="43180"/>
                </a:lnTo>
                <a:lnTo>
                  <a:pt x="3598113" y="43180"/>
                </a:lnTo>
                <a:lnTo>
                  <a:pt x="3593147" y="40639"/>
                </a:lnTo>
                <a:lnTo>
                  <a:pt x="3593757" y="40639"/>
                </a:lnTo>
                <a:lnTo>
                  <a:pt x="3588651" y="38100"/>
                </a:lnTo>
                <a:lnTo>
                  <a:pt x="3589274" y="38100"/>
                </a:lnTo>
                <a:lnTo>
                  <a:pt x="3584016" y="35560"/>
                </a:lnTo>
                <a:lnTo>
                  <a:pt x="3634638" y="35560"/>
                </a:lnTo>
                <a:lnTo>
                  <a:pt x="3651157" y="54610"/>
                </a:lnTo>
                <a:lnTo>
                  <a:pt x="3613632" y="54610"/>
                </a:lnTo>
                <a:lnTo>
                  <a:pt x="3614127" y="55880"/>
                </a:lnTo>
                <a:close/>
              </a:path>
              <a:path w="3676650" h="739139">
                <a:moveTo>
                  <a:pt x="62509" y="55880"/>
                </a:moveTo>
                <a:lnTo>
                  <a:pt x="63004" y="54610"/>
                </a:lnTo>
                <a:lnTo>
                  <a:pt x="63940" y="54610"/>
                </a:lnTo>
                <a:lnTo>
                  <a:pt x="62509" y="55880"/>
                </a:lnTo>
                <a:close/>
              </a:path>
              <a:path w="3676650" h="739139">
                <a:moveTo>
                  <a:pt x="3633152" y="78739"/>
                </a:moveTo>
                <a:lnTo>
                  <a:pt x="3630066" y="73660"/>
                </a:lnTo>
                <a:lnTo>
                  <a:pt x="3630447" y="73660"/>
                </a:lnTo>
                <a:lnTo>
                  <a:pt x="3627132" y="69850"/>
                </a:lnTo>
                <a:lnTo>
                  <a:pt x="3627551" y="69850"/>
                </a:lnTo>
                <a:lnTo>
                  <a:pt x="3624033" y="66039"/>
                </a:lnTo>
                <a:lnTo>
                  <a:pt x="3624465" y="66039"/>
                </a:lnTo>
                <a:lnTo>
                  <a:pt x="3620731" y="62230"/>
                </a:lnTo>
                <a:lnTo>
                  <a:pt x="3621189" y="62230"/>
                </a:lnTo>
                <a:lnTo>
                  <a:pt x="3617264" y="58419"/>
                </a:lnTo>
                <a:lnTo>
                  <a:pt x="3617747" y="58419"/>
                </a:lnTo>
                <a:lnTo>
                  <a:pt x="3613632" y="54610"/>
                </a:lnTo>
                <a:lnTo>
                  <a:pt x="3651157" y="54610"/>
                </a:lnTo>
                <a:lnTo>
                  <a:pt x="3653929" y="58419"/>
                </a:lnTo>
                <a:lnTo>
                  <a:pt x="3657384" y="63500"/>
                </a:lnTo>
                <a:lnTo>
                  <a:pt x="3660584" y="68580"/>
                </a:lnTo>
                <a:lnTo>
                  <a:pt x="3663530" y="74930"/>
                </a:lnTo>
                <a:lnTo>
                  <a:pt x="3664858" y="77469"/>
                </a:lnTo>
                <a:lnTo>
                  <a:pt x="3632784" y="77469"/>
                </a:lnTo>
                <a:lnTo>
                  <a:pt x="3633152" y="78739"/>
                </a:lnTo>
                <a:close/>
              </a:path>
              <a:path w="3676650" h="739139">
                <a:moveTo>
                  <a:pt x="43484" y="78739"/>
                </a:moveTo>
                <a:lnTo>
                  <a:pt x="43853" y="77469"/>
                </a:lnTo>
                <a:lnTo>
                  <a:pt x="44256" y="77469"/>
                </a:lnTo>
                <a:lnTo>
                  <a:pt x="43484" y="78739"/>
                </a:lnTo>
                <a:close/>
              </a:path>
              <a:path w="3676650" h="739139">
                <a:moveTo>
                  <a:pt x="3637927" y="87630"/>
                </a:moveTo>
                <a:lnTo>
                  <a:pt x="3635311" y="82550"/>
                </a:lnTo>
                <a:lnTo>
                  <a:pt x="3635641" y="82550"/>
                </a:lnTo>
                <a:lnTo>
                  <a:pt x="3632784" y="77469"/>
                </a:lnTo>
                <a:lnTo>
                  <a:pt x="3664858" y="77469"/>
                </a:lnTo>
                <a:lnTo>
                  <a:pt x="3666185" y="80010"/>
                </a:lnTo>
                <a:lnTo>
                  <a:pt x="3668572" y="86360"/>
                </a:lnTo>
                <a:lnTo>
                  <a:pt x="3637635" y="86360"/>
                </a:lnTo>
                <a:lnTo>
                  <a:pt x="3637927" y="87630"/>
                </a:lnTo>
                <a:close/>
              </a:path>
              <a:path w="3676650" h="739139">
                <a:moveTo>
                  <a:pt x="38696" y="87630"/>
                </a:moveTo>
                <a:lnTo>
                  <a:pt x="39001" y="86360"/>
                </a:lnTo>
                <a:lnTo>
                  <a:pt x="39354" y="86360"/>
                </a:lnTo>
                <a:lnTo>
                  <a:pt x="38696" y="87630"/>
                </a:lnTo>
                <a:close/>
              </a:path>
              <a:path w="3676650" h="739139">
                <a:moveTo>
                  <a:pt x="3643477" y="101600"/>
                </a:moveTo>
                <a:lnTo>
                  <a:pt x="3641610" y="96519"/>
                </a:lnTo>
                <a:lnTo>
                  <a:pt x="3641852" y="96519"/>
                </a:lnTo>
                <a:lnTo>
                  <a:pt x="3639731" y="91439"/>
                </a:lnTo>
                <a:lnTo>
                  <a:pt x="3640010" y="91439"/>
                </a:lnTo>
                <a:lnTo>
                  <a:pt x="3637635" y="86360"/>
                </a:lnTo>
                <a:lnTo>
                  <a:pt x="3668572" y="86360"/>
                </a:lnTo>
                <a:lnTo>
                  <a:pt x="3670655" y="92710"/>
                </a:lnTo>
                <a:lnTo>
                  <a:pt x="3672458" y="99060"/>
                </a:lnTo>
                <a:lnTo>
                  <a:pt x="3672753" y="100330"/>
                </a:lnTo>
                <a:lnTo>
                  <a:pt x="3643274" y="100330"/>
                </a:lnTo>
                <a:lnTo>
                  <a:pt x="3643477" y="101600"/>
                </a:lnTo>
                <a:close/>
              </a:path>
              <a:path w="3676650" h="739139">
                <a:moveTo>
                  <a:pt x="33159" y="101600"/>
                </a:moveTo>
                <a:lnTo>
                  <a:pt x="33362" y="100330"/>
                </a:lnTo>
                <a:lnTo>
                  <a:pt x="33626" y="100330"/>
                </a:lnTo>
                <a:lnTo>
                  <a:pt x="33159" y="101600"/>
                </a:lnTo>
                <a:close/>
              </a:path>
              <a:path w="3676650" h="739139">
                <a:moveTo>
                  <a:pt x="3644861" y="106680"/>
                </a:moveTo>
                <a:lnTo>
                  <a:pt x="3643274" y="100330"/>
                </a:lnTo>
                <a:lnTo>
                  <a:pt x="3672753" y="100330"/>
                </a:lnTo>
                <a:lnTo>
                  <a:pt x="3673932" y="105410"/>
                </a:lnTo>
                <a:lnTo>
                  <a:pt x="3644684" y="105410"/>
                </a:lnTo>
                <a:lnTo>
                  <a:pt x="3644861" y="106680"/>
                </a:lnTo>
                <a:close/>
              </a:path>
              <a:path w="3676650" h="739139">
                <a:moveTo>
                  <a:pt x="31762" y="106680"/>
                </a:moveTo>
                <a:lnTo>
                  <a:pt x="31940" y="105410"/>
                </a:lnTo>
                <a:lnTo>
                  <a:pt x="32082" y="105410"/>
                </a:lnTo>
                <a:lnTo>
                  <a:pt x="31762" y="106680"/>
                </a:lnTo>
                <a:close/>
              </a:path>
              <a:path w="3676650" h="739139">
                <a:moveTo>
                  <a:pt x="3646017" y="111760"/>
                </a:moveTo>
                <a:lnTo>
                  <a:pt x="3644684" y="105410"/>
                </a:lnTo>
                <a:lnTo>
                  <a:pt x="3673932" y="105410"/>
                </a:lnTo>
                <a:lnTo>
                  <a:pt x="3674877" y="110489"/>
                </a:lnTo>
                <a:lnTo>
                  <a:pt x="3645877" y="110489"/>
                </a:lnTo>
                <a:lnTo>
                  <a:pt x="3646017" y="111760"/>
                </a:lnTo>
                <a:close/>
              </a:path>
              <a:path w="3676650" h="739139">
                <a:moveTo>
                  <a:pt x="30619" y="111760"/>
                </a:moveTo>
                <a:lnTo>
                  <a:pt x="30759" y="110489"/>
                </a:lnTo>
                <a:lnTo>
                  <a:pt x="30619" y="111760"/>
                </a:lnTo>
                <a:close/>
              </a:path>
              <a:path w="3676650" h="739139">
                <a:moveTo>
                  <a:pt x="3676637" y="607060"/>
                </a:moveTo>
                <a:lnTo>
                  <a:pt x="3648062" y="607060"/>
                </a:lnTo>
                <a:lnTo>
                  <a:pt x="3648062" y="132080"/>
                </a:lnTo>
                <a:lnTo>
                  <a:pt x="3647856" y="125730"/>
                </a:lnTo>
                <a:lnTo>
                  <a:pt x="3647490" y="120650"/>
                </a:lnTo>
                <a:lnTo>
                  <a:pt x="3646804" y="115569"/>
                </a:lnTo>
                <a:lnTo>
                  <a:pt x="3645877" y="110489"/>
                </a:lnTo>
                <a:lnTo>
                  <a:pt x="3674877" y="110489"/>
                </a:lnTo>
                <a:lnTo>
                  <a:pt x="3675113" y="111760"/>
                </a:lnTo>
                <a:lnTo>
                  <a:pt x="3675951" y="118110"/>
                </a:lnTo>
                <a:lnTo>
                  <a:pt x="3676459" y="125730"/>
                </a:lnTo>
                <a:lnTo>
                  <a:pt x="3676637" y="132080"/>
                </a:lnTo>
                <a:lnTo>
                  <a:pt x="3676637" y="607060"/>
                </a:lnTo>
                <a:close/>
              </a:path>
              <a:path w="3676650" h="739139">
                <a:moveTo>
                  <a:pt x="29718" y="116839"/>
                </a:moveTo>
                <a:lnTo>
                  <a:pt x="29832" y="115569"/>
                </a:lnTo>
                <a:lnTo>
                  <a:pt x="29718" y="116839"/>
                </a:lnTo>
                <a:close/>
              </a:path>
              <a:path w="3676650" h="739139">
                <a:moveTo>
                  <a:pt x="3646919" y="116839"/>
                </a:moveTo>
                <a:lnTo>
                  <a:pt x="3646711" y="115569"/>
                </a:lnTo>
                <a:lnTo>
                  <a:pt x="3646919" y="116839"/>
                </a:lnTo>
                <a:close/>
              </a:path>
              <a:path w="3676650" h="739139">
                <a:moveTo>
                  <a:pt x="29070" y="121919"/>
                </a:moveTo>
                <a:lnTo>
                  <a:pt x="29146" y="120650"/>
                </a:lnTo>
                <a:lnTo>
                  <a:pt x="29070" y="121919"/>
                </a:lnTo>
                <a:close/>
              </a:path>
              <a:path w="3676650" h="739139">
                <a:moveTo>
                  <a:pt x="3647554" y="121919"/>
                </a:moveTo>
                <a:lnTo>
                  <a:pt x="3647404" y="120650"/>
                </a:lnTo>
                <a:lnTo>
                  <a:pt x="3647554" y="121919"/>
                </a:lnTo>
                <a:close/>
              </a:path>
              <a:path w="3676650" h="739139">
                <a:moveTo>
                  <a:pt x="28605" y="607060"/>
                </a:moveTo>
                <a:lnTo>
                  <a:pt x="28575" y="605789"/>
                </a:lnTo>
                <a:lnTo>
                  <a:pt x="28605" y="607060"/>
                </a:lnTo>
                <a:close/>
              </a:path>
              <a:path w="3676650" h="739139">
                <a:moveTo>
                  <a:pt x="3675532" y="623570"/>
                </a:moveTo>
                <a:lnTo>
                  <a:pt x="3646804" y="623570"/>
                </a:lnTo>
                <a:lnTo>
                  <a:pt x="3647554" y="617220"/>
                </a:lnTo>
                <a:lnTo>
                  <a:pt x="3647948" y="612139"/>
                </a:lnTo>
                <a:lnTo>
                  <a:pt x="3648062" y="605789"/>
                </a:lnTo>
                <a:lnTo>
                  <a:pt x="3648062" y="607060"/>
                </a:lnTo>
                <a:lnTo>
                  <a:pt x="3676637" y="607060"/>
                </a:lnTo>
                <a:lnTo>
                  <a:pt x="3676459" y="613410"/>
                </a:lnTo>
                <a:lnTo>
                  <a:pt x="3675951" y="619760"/>
                </a:lnTo>
                <a:lnTo>
                  <a:pt x="3675532" y="623570"/>
                </a:lnTo>
                <a:close/>
              </a:path>
              <a:path w="3676650" h="739139">
                <a:moveTo>
                  <a:pt x="29926" y="623570"/>
                </a:moveTo>
                <a:lnTo>
                  <a:pt x="29718" y="622300"/>
                </a:lnTo>
                <a:lnTo>
                  <a:pt x="29926" y="623570"/>
                </a:lnTo>
                <a:close/>
              </a:path>
              <a:path w="3676650" h="739139">
                <a:moveTo>
                  <a:pt x="3674877" y="628650"/>
                </a:moveTo>
                <a:lnTo>
                  <a:pt x="3645877" y="628650"/>
                </a:lnTo>
                <a:lnTo>
                  <a:pt x="3646919" y="622300"/>
                </a:lnTo>
                <a:lnTo>
                  <a:pt x="3646804" y="623570"/>
                </a:lnTo>
                <a:lnTo>
                  <a:pt x="3675532" y="623570"/>
                </a:lnTo>
                <a:lnTo>
                  <a:pt x="3675113" y="627379"/>
                </a:lnTo>
                <a:lnTo>
                  <a:pt x="3674877" y="628650"/>
                </a:lnTo>
                <a:close/>
              </a:path>
              <a:path w="3676650" h="739139">
                <a:moveTo>
                  <a:pt x="30883" y="628650"/>
                </a:moveTo>
                <a:lnTo>
                  <a:pt x="30619" y="627379"/>
                </a:lnTo>
                <a:lnTo>
                  <a:pt x="30883" y="628650"/>
                </a:lnTo>
                <a:close/>
              </a:path>
              <a:path w="3676650" h="739139">
                <a:moveTo>
                  <a:pt x="3673932" y="633729"/>
                </a:moveTo>
                <a:lnTo>
                  <a:pt x="3644684" y="633729"/>
                </a:lnTo>
                <a:lnTo>
                  <a:pt x="3646017" y="627379"/>
                </a:lnTo>
                <a:lnTo>
                  <a:pt x="3645877" y="628650"/>
                </a:lnTo>
                <a:lnTo>
                  <a:pt x="3674877" y="628650"/>
                </a:lnTo>
                <a:lnTo>
                  <a:pt x="3673932" y="633729"/>
                </a:lnTo>
                <a:close/>
              </a:path>
              <a:path w="3676650" h="739139">
                <a:moveTo>
                  <a:pt x="32162" y="633729"/>
                </a:moveTo>
                <a:lnTo>
                  <a:pt x="31940" y="633729"/>
                </a:lnTo>
                <a:lnTo>
                  <a:pt x="31762" y="632460"/>
                </a:lnTo>
                <a:lnTo>
                  <a:pt x="32162" y="633729"/>
                </a:lnTo>
                <a:close/>
              </a:path>
              <a:path w="3676650" h="739139">
                <a:moveTo>
                  <a:pt x="3670239" y="647700"/>
                </a:moveTo>
                <a:lnTo>
                  <a:pt x="3639731" y="647700"/>
                </a:lnTo>
                <a:lnTo>
                  <a:pt x="3641852" y="642620"/>
                </a:lnTo>
                <a:lnTo>
                  <a:pt x="3641610" y="642620"/>
                </a:lnTo>
                <a:lnTo>
                  <a:pt x="3643477" y="637539"/>
                </a:lnTo>
                <a:lnTo>
                  <a:pt x="3643274" y="637539"/>
                </a:lnTo>
                <a:lnTo>
                  <a:pt x="3644861" y="632460"/>
                </a:lnTo>
                <a:lnTo>
                  <a:pt x="3644684" y="633729"/>
                </a:lnTo>
                <a:lnTo>
                  <a:pt x="3673932" y="633729"/>
                </a:lnTo>
                <a:lnTo>
                  <a:pt x="3672458" y="640079"/>
                </a:lnTo>
                <a:lnTo>
                  <a:pt x="3670655" y="646429"/>
                </a:lnTo>
                <a:lnTo>
                  <a:pt x="3670239" y="647700"/>
                </a:lnTo>
                <a:close/>
              </a:path>
              <a:path w="3676650" h="739139">
                <a:moveTo>
                  <a:pt x="37101" y="647700"/>
                </a:moveTo>
                <a:lnTo>
                  <a:pt x="36906" y="647700"/>
                </a:lnTo>
                <a:lnTo>
                  <a:pt x="36626" y="646429"/>
                </a:lnTo>
                <a:lnTo>
                  <a:pt x="37101" y="647700"/>
                </a:lnTo>
                <a:close/>
              </a:path>
              <a:path w="3676650" h="739139">
                <a:moveTo>
                  <a:pt x="3668572" y="652779"/>
                </a:moveTo>
                <a:lnTo>
                  <a:pt x="3637635" y="652779"/>
                </a:lnTo>
                <a:lnTo>
                  <a:pt x="3640010" y="646429"/>
                </a:lnTo>
                <a:lnTo>
                  <a:pt x="3639731" y="647700"/>
                </a:lnTo>
                <a:lnTo>
                  <a:pt x="3670239" y="647700"/>
                </a:lnTo>
                <a:lnTo>
                  <a:pt x="3668572" y="652779"/>
                </a:lnTo>
                <a:close/>
              </a:path>
              <a:path w="3676650" h="739139">
                <a:moveTo>
                  <a:pt x="39354" y="652779"/>
                </a:moveTo>
                <a:lnTo>
                  <a:pt x="39001" y="652779"/>
                </a:lnTo>
                <a:lnTo>
                  <a:pt x="38696" y="651510"/>
                </a:lnTo>
                <a:lnTo>
                  <a:pt x="39354" y="652779"/>
                </a:lnTo>
                <a:close/>
              </a:path>
              <a:path w="3676650" h="739139">
                <a:moveTo>
                  <a:pt x="3664592" y="661670"/>
                </a:moveTo>
                <a:lnTo>
                  <a:pt x="3632784" y="661670"/>
                </a:lnTo>
                <a:lnTo>
                  <a:pt x="3635641" y="656589"/>
                </a:lnTo>
                <a:lnTo>
                  <a:pt x="3635311" y="656589"/>
                </a:lnTo>
                <a:lnTo>
                  <a:pt x="3637927" y="651510"/>
                </a:lnTo>
                <a:lnTo>
                  <a:pt x="3637635" y="652779"/>
                </a:lnTo>
                <a:lnTo>
                  <a:pt x="3668572" y="652779"/>
                </a:lnTo>
                <a:lnTo>
                  <a:pt x="3666185" y="657860"/>
                </a:lnTo>
                <a:lnTo>
                  <a:pt x="3664592" y="661670"/>
                </a:lnTo>
                <a:close/>
              </a:path>
              <a:path w="3676650" h="739139">
                <a:moveTo>
                  <a:pt x="44256" y="661670"/>
                </a:moveTo>
                <a:lnTo>
                  <a:pt x="43853" y="661670"/>
                </a:lnTo>
                <a:lnTo>
                  <a:pt x="43484" y="660400"/>
                </a:lnTo>
                <a:lnTo>
                  <a:pt x="44256" y="661670"/>
                </a:lnTo>
                <a:close/>
              </a:path>
              <a:path w="3676650" h="739139">
                <a:moveTo>
                  <a:pt x="3662941" y="665479"/>
                </a:moveTo>
                <a:lnTo>
                  <a:pt x="3630066" y="665479"/>
                </a:lnTo>
                <a:lnTo>
                  <a:pt x="3633152" y="660400"/>
                </a:lnTo>
                <a:lnTo>
                  <a:pt x="3632784" y="661670"/>
                </a:lnTo>
                <a:lnTo>
                  <a:pt x="3664592" y="661670"/>
                </a:lnTo>
                <a:lnTo>
                  <a:pt x="3663530" y="664210"/>
                </a:lnTo>
                <a:lnTo>
                  <a:pt x="3662941" y="665479"/>
                </a:lnTo>
                <a:close/>
              </a:path>
              <a:path w="3676650" h="739139">
                <a:moveTo>
                  <a:pt x="47015" y="665479"/>
                </a:moveTo>
                <a:lnTo>
                  <a:pt x="46570" y="665479"/>
                </a:lnTo>
                <a:lnTo>
                  <a:pt x="46189" y="664210"/>
                </a:lnTo>
                <a:lnTo>
                  <a:pt x="47015" y="665479"/>
                </a:lnTo>
                <a:close/>
              </a:path>
              <a:path w="3676650" h="739139">
                <a:moveTo>
                  <a:pt x="3651157" y="684529"/>
                </a:moveTo>
                <a:lnTo>
                  <a:pt x="3613632" y="684529"/>
                </a:lnTo>
                <a:lnTo>
                  <a:pt x="3617747" y="680720"/>
                </a:lnTo>
                <a:lnTo>
                  <a:pt x="3617264" y="680720"/>
                </a:lnTo>
                <a:lnTo>
                  <a:pt x="3621189" y="676910"/>
                </a:lnTo>
                <a:lnTo>
                  <a:pt x="3620731" y="676910"/>
                </a:lnTo>
                <a:lnTo>
                  <a:pt x="3624465" y="673100"/>
                </a:lnTo>
                <a:lnTo>
                  <a:pt x="3624033" y="673100"/>
                </a:lnTo>
                <a:lnTo>
                  <a:pt x="3627551" y="669289"/>
                </a:lnTo>
                <a:lnTo>
                  <a:pt x="3627132" y="669289"/>
                </a:lnTo>
                <a:lnTo>
                  <a:pt x="3630447" y="664210"/>
                </a:lnTo>
                <a:lnTo>
                  <a:pt x="3630066" y="665479"/>
                </a:lnTo>
                <a:lnTo>
                  <a:pt x="3662941" y="665479"/>
                </a:lnTo>
                <a:lnTo>
                  <a:pt x="3660584" y="670560"/>
                </a:lnTo>
                <a:lnTo>
                  <a:pt x="3657384" y="675639"/>
                </a:lnTo>
                <a:lnTo>
                  <a:pt x="3653929" y="680720"/>
                </a:lnTo>
                <a:lnTo>
                  <a:pt x="3651157" y="684529"/>
                </a:lnTo>
                <a:close/>
              </a:path>
              <a:path w="3676650" h="739139">
                <a:moveTo>
                  <a:pt x="63940" y="684529"/>
                </a:moveTo>
                <a:lnTo>
                  <a:pt x="63004" y="684529"/>
                </a:lnTo>
                <a:lnTo>
                  <a:pt x="62509" y="683260"/>
                </a:lnTo>
                <a:lnTo>
                  <a:pt x="63940" y="684529"/>
                </a:lnTo>
                <a:close/>
              </a:path>
              <a:path w="3676650" h="739139">
                <a:moveTo>
                  <a:pt x="3646284" y="690879"/>
                </a:moveTo>
                <a:lnTo>
                  <a:pt x="3605872" y="690879"/>
                </a:lnTo>
                <a:lnTo>
                  <a:pt x="3610355" y="687070"/>
                </a:lnTo>
                <a:lnTo>
                  <a:pt x="3609822" y="687070"/>
                </a:lnTo>
                <a:lnTo>
                  <a:pt x="3614127" y="683260"/>
                </a:lnTo>
                <a:lnTo>
                  <a:pt x="3613632" y="684529"/>
                </a:lnTo>
                <a:lnTo>
                  <a:pt x="3651157" y="684529"/>
                </a:lnTo>
                <a:lnTo>
                  <a:pt x="3650233" y="685800"/>
                </a:lnTo>
                <a:lnTo>
                  <a:pt x="3646284" y="690879"/>
                </a:lnTo>
                <a:close/>
              </a:path>
              <a:path w="3676650" h="739139">
                <a:moveTo>
                  <a:pt x="71767" y="690879"/>
                </a:moveTo>
                <a:lnTo>
                  <a:pt x="70764" y="690879"/>
                </a:lnTo>
                <a:lnTo>
                  <a:pt x="70218" y="689610"/>
                </a:lnTo>
                <a:lnTo>
                  <a:pt x="71767" y="690879"/>
                </a:lnTo>
                <a:close/>
              </a:path>
              <a:path w="3676650" h="739139">
                <a:moveTo>
                  <a:pt x="3634638" y="703579"/>
                </a:moveTo>
                <a:lnTo>
                  <a:pt x="3584016" y="703579"/>
                </a:lnTo>
                <a:lnTo>
                  <a:pt x="3589274" y="701039"/>
                </a:lnTo>
                <a:lnTo>
                  <a:pt x="3588651" y="701039"/>
                </a:lnTo>
                <a:lnTo>
                  <a:pt x="3593757" y="698500"/>
                </a:lnTo>
                <a:lnTo>
                  <a:pt x="3593147" y="698500"/>
                </a:lnTo>
                <a:lnTo>
                  <a:pt x="3598113" y="695960"/>
                </a:lnTo>
                <a:lnTo>
                  <a:pt x="3597529" y="695960"/>
                </a:lnTo>
                <a:lnTo>
                  <a:pt x="3602342" y="693420"/>
                </a:lnTo>
                <a:lnTo>
                  <a:pt x="3601770" y="693420"/>
                </a:lnTo>
                <a:lnTo>
                  <a:pt x="3606419" y="689610"/>
                </a:lnTo>
                <a:lnTo>
                  <a:pt x="3605872" y="690879"/>
                </a:lnTo>
                <a:lnTo>
                  <a:pt x="3646284" y="690879"/>
                </a:lnTo>
                <a:lnTo>
                  <a:pt x="3642105" y="695960"/>
                </a:lnTo>
                <a:lnTo>
                  <a:pt x="3637711" y="701039"/>
                </a:lnTo>
                <a:lnTo>
                  <a:pt x="3634638" y="703579"/>
                </a:lnTo>
                <a:close/>
              </a:path>
              <a:path w="3676650" h="739139">
                <a:moveTo>
                  <a:pt x="94665" y="703579"/>
                </a:moveTo>
                <a:lnTo>
                  <a:pt x="92621" y="703579"/>
                </a:lnTo>
                <a:lnTo>
                  <a:pt x="91973" y="702310"/>
                </a:lnTo>
                <a:lnTo>
                  <a:pt x="94665" y="703579"/>
                </a:lnTo>
                <a:close/>
              </a:path>
              <a:path w="3676650" h="739139">
                <a:moveTo>
                  <a:pt x="3625767" y="711200"/>
                </a:moveTo>
                <a:lnTo>
                  <a:pt x="3548760" y="711200"/>
                </a:lnTo>
                <a:lnTo>
                  <a:pt x="3554780" y="709929"/>
                </a:lnTo>
                <a:lnTo>
                  <a:pt x="3559289" y="709929"/>
                </a:lnTo>
                <a:lnTo>
                  <a:pt x="3565131" y="708660"/>
                </a:lnTo>
                <a:lnTo>
                  <a:pt x="3564432" y="708660"/>
                </a:lnTo>
                <a:lnTo>
                  <a:pt x="3570160" y="707389"/>
                </a:lnTo>
                <a:lnTo>
                  <a:pt x="3569474" y="707389"/>
                </a:lnTo>
                <a:lnTo>
                  <a:pt x="3575100" y="706120"/>
                </a:lnTo>
                <a:lnTo>
                  <a:pt x="3574427" y="706120"/>
                </a:lnTo>
                <a:lnTo>
                  <a:pt x="3579939" y="704850"/>
                </a:lnTo>
                <a:lnTo>
                  <a:pt x="3579279" y="704850"/>
                </a:lnTo>
                <a:lnTo>
                  <a:pt x="3584663" y="702310"/>
                </a:lnTo>
                <a:lnTo>
                  <a:pt x="3584016" y="703579"/>
                </a:lnTo>
                <a:lnTo>
                  <a:pt x="3634638" y="703579"/>
                </a:lnTo>
                <a:lnTo>
                  <a:pt x="3633101" y="704850"/>
                </a:lnTo>
                <a:lnTo>
                  <a:pt x="3628275" y="708660"/>
                </a:lnTo>
                <a:lnTo>
                  <a:pt x="3625767" y="711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9200" y="875664"/>
            <a:ext cx="2132965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5">
                <a:latin typeface="微软雅黑"/>
                <a:cs typeface="微软雅黑"/>
              </a:rPr>
              <a:t>3</a:t>
            </a:r>
            <a:r>
              <a:rPr dirty="0" sz="3400" spc="-90">
                <a:latin typeface="微软雅黑"/>
                <a:cs typeface="微软雅黑"/>
              </a:rPr>
              <a:t> </a:t>
            </a:r>
            <a:r>
              <a:rPr dirty="0" sz="3400">
                <a:latin typeface="微软雅黑"/>
                <a:cs typeface="微软雅黑"/>
              </a:rPr>
              <a:t>电网供</a:t>
            </a:r>
            <a:r>
              <a:rPr dirty="0" sz="3400" spc="-5">
                <a:latin typeface="微软雅黑"/>
                <a:cs typeface="微软雅黑"/>
              </a:rPr>
              <a:t>电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4288" y="2761488"/>
            <a:ext cx="3532632" cy="25024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190488" y="2761488"/>
            <a:ext cx="3791712" cy="25024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10498" y="1649780"/>
            <a:ext cx="750887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162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通过网状的输电线、变电站，将许多电厂</a:t>
            </a:r>
            <a:r>
              <a:rPr dirty="0" sz="2800" spc="-5" b="1">
                <a:latin typeface="华文楷体"/>
                <a:cs typeface="华文楷体"/>
              </a:rPr>
              <a:t>和 </a:t>
            </a:r>
            <a:r>
              <a:rPr dirty="0" sz="2800" b="1">
                <a:latin typeface="华文楷体"/>
                <a:cs typeface="华文楷体"/>
              </a:rPr>
              <a:t>广大用户连接起</a:t>
            </a:r>
            <a:r>
              <a:rPr dirty="0" sz="2800" spc="-10" b="1">
                <a:latin typeface="华文楷体"/>
                <a:cs typeface="华文楷体"/>
              </a:rPr>
              <a:t>来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60" y="2348483"/>
            <a:ext cx="1824227" cy="1094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35251" y="2664142"/>
            <a:ext cx="9410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发电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7852" y="2650235"/>
            <a:ext cx="242315" cy="4526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72840" y="2324100"/>
            <a:ext cx="1824227" cy="1094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08158" y="2639758"/>
            <a:ext cx="1551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00"/>
                </a:solidFill>
                <a:latin typeface="华文楷体"/>
                <a:cs typeface="华文楷体"/>
              </a:rPr>
              <a:t>交流变直</a:t>
            </a:r>
            <a:r>
              <a:rPr dirty="0" sz="2400" spc="-5" b="1">
                <a:solidFill>
                  <a:srgbClr val="FFFF00"/>
                </a:solidFill>
                <a:latin typeface="华文楷体"/>
                <a:cs typeface="华文楷体"/>
              </a:rPr>
              <a:t>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31764" y="2657855"/>
            <a:ext cx="533400" cy="4526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01371" y="2348483"/>
            <a:ext cx="1822716" cy="10942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80476" y="2682239"/>
            <a:ext cx="297179" cy="4526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80347" y="2372867"/>
            <a:ext cx="1824227" cy="10942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474072" y="2688158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用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户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30951" y="2006104"/>
            <a:ext cx="2557780" cy="104965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400" b="1">
                <a:latin typeface="华文楷体"/>
                <a:cs typeface="华文楷体"/>
              </a:rPr>
              <a:t>高压输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  <a:p>
            <a:pPr marL="1017905">
              <a:lnSpc>
                <a:spcPct val="100000"/>
              </a:lnSpc>
              <a:spcBef>
                <a:spcPts val="1150"/>
              </a:spcBef>
            </a:pPr>
            <a:r>
              <a:rPr dirty="0" sz="2400" b="1">
                <a:solidFill>
                  <a:srgbClr val="FFFF00"/>
                </a:solidFill>
                <a:latin typeface="华文楷体"/>
                <a:cs typeface="华文楷体"/>
              </a:rPr>
              <a:t>直流变交</a:t>
            </a:r>
            <a:r>
              <a:rPr dirty="0" sz="2400" spc="-5" b="1">
                <a:solidFill>
                  <a:srgbClr val="FFFF00"/>
                </a:solidFill>
                <a:latin typeface="华文楷体"/>
                <a:cs typeface="华文楷体"/>
              </a:rPr>
              <a:t>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787900" y="979169"/>
            <a:ext cx="26155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latin typeface="微软雅黑"/>
                <a:cs typeface="微软雅黑"/>
              </a:rPr>
              <a:t>直流高压输</a:t>
            </a:r>
            <a:r>
              <a:rPr dirty="0" sz="3400" spc="-5">
                <a:latin typeface="微软雅黑"/>
                <a:cs typeface="微软雅黑"/>
              </a:rPr>
              <a:t>电</a:t>
            </a:r>
            <a:endParaRPr sz="3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4239" y="4163695"/>
            <a:ext cx="8217534" cy="1731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7871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新疆昌吉至安徽古泉</a:t>
            </a:r>
            <a:r>
              <a:rPr dirty="0" sz="2800" spc="-10" b="1">
                <a:latin typeface="华文楷体"/>
                <a:cs typeface="华文楷体"/>
              </a:rPr>
              <a:t>段</a:t>
            </a:r>
            <a:endParaRPr sz="2800">
              <a:latin typeface="华文楷体"/>
              <a:cs typeface="华文楷体"/>
            </a:endParaRPr>
          </a:p>
          <a:p>
            <a:pPr marL="1749425">
              <a:lnSpc>
                <a:spcPct val="100000"/>
              </a:lnSpc>
            </a:pPr>
            <a:r>
              <a:rPr dirty="0" sz="2800" spc="-5" b="1">
                <a:latin typeface="华文楷体"/>
                <a:cs typeface="华文楷体"/>
              </a:rPr>
              <a:t>±1</a:t>
            </a:r>
            <a:r>
              <a:rPr dirty="0" sz="2800" spc="5" b="1">
                <a:latin typeface="华文楷体"/>
                <a:cs typeface="华文楷体"/>
              </a:rPr>
              <a:t> </a:t>
            </a:r>
            <a:r>
              <a:rPr dirty="0" sz="2800" spc="-5" b="1">
                <a:latin typeface="华文楷体"/>
                <a:cs typeface="华文楷体"/>
              </a:rPr>
              <a:t>100</a:t>
            </a:r>
            <a:r>
              <a:rPr dirty="0" sz="2800" spc="5" b="1">
                <a:latin typeface="华文楷体"/>
                <a:cs typeface="华文楷体"/>
              </a:rPr>
              <a:t> </a:t>
            </a:r>
            <a:r>
              <a:rPr dirty="0" sz="2800" spc="-5" b="1">
                <a:latin typeface="华文楷体"/>
                <a:cs typeface="华文楷体"/>
              </a:rPr>
              <a:t>kV</a:t>
            </a:r>
            <a:r>
              <a:rPr dirty="0" sz="2800" b="1">
                <a:latin typeface="华文楷体"/>
                <a:cs typeface="华文楷体"/>
              </a:rPr>
              <a:t>特高压直流输电工</a:t>
            </a:r>
            <a:r>
              <a:rPr dirty="0" sz="2800" spc="-10" b="1">
                <a:latin typeface="华文楷体"/>
                <a:cs typeface="华文楷体"/>
              </a:rPr>
              <a:t>程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</a:pPr>
            <a:r>
              <a:rPr dirty="0" sz="2800" b="1">
                <a:latin typeface="华文楷体"/>
                <a:cs typeface="华文楷体"/>
              </a:rPr>
              <a:t>这是目前世界上电压等级最高、输送容量最大、输</a:t>
            </a:r>
            <a:r>
              <a:rPr dirty="0" sz="2800" spc="-5" b="1">
                <a:latin typeface="华文楷体"/>
                <a:cs typeface="华文楷体"/>
              </a:rPr>
              <a:t>送 </a:t>
            </a:r>
            <a:r>
              <a:rPr dirty="0" sz="2800" b="1">
                <a:latin typeface="华文楷体"/>
                <a:cs typeface="华文楷体"/>
              </a:rPr>
              <a:t>距离最远、技术水平最先进的特高压输电工程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2411" y="1051560"/>
            <a:ext cx="4032504" cy="2904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14515" y="1051560"/>
            <a:ext cx="4367784" cy="2904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3800" y="856614"/>
            <a:ext cx="21837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latin typeface="微软雅黑"/>
                <a:cs typeface="微软雅黑"/>
              </a:rPr>
              <a:t>电能的输</a:t>
            </a:r>
            <a:r>
              <a:rPr dirty="0" sz="3400" spc="-5">
                <a:latin typeface="微软雅黑"/>
                <a:cs typeface="微软雅黑"/>
              </a:rPr>
              <a:t>送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9084" y="1711451"/>
            <a:ext cx="7595870" cy="1042669"/>
          </a:xfrm>
          <a:custGeom>
            <a:avLst/>
            <a:gdLst/>
            <a:ahLst/>
            <a:cxnLst/>
            <a:rect l="l" t="t" r="r" b="b"/>
            <a:pathLst>
              <a:path w="7595870" h="1042669">
                <a:moveTo>
                  <a:pt x="7421880" y="1042416"/>
                </a:moveTo>
                <a:lnTo>
                  <a:pt x="0" y="1042416"/>
                </a:lnTo>
                <a:lnTo>
                  <a:pt x="0" y="0"/>
                </a:lnTo>
                <a:lnTo>
                  <a:pt x="7421880" y="0"/>
                </a:lnTo>
                <a:lnTo>
                  <a:pt x="7468029" y="5953"/>
                </a:lnTo>
                <a:lnTo>
                  <a:pt x="7509521" y="23325"/>
                </a:lnTo>
                <a:lnTo>
                  <a:pt x="7544690" y="50453"/>
                </a:lnTo>
                <a:lnTo>
                  <a:pt x="7571872" y="85674"/>
                </a:lnTo>
                <a:lnTo>
                  <a:pt x="7589402" y="127322"/>
                </a:lnTo>
                <a:lnTo>
                  <a:pt x="7595615" y="173736"/>
                </a:lnTo>
                <a:lnTo>
                  <a:pt x="7595615" y="868680"/>
                </a:lnTo>
                <a:lnTo>
                  <a:pt x="7589402" y="915119"/>
                </a:lnTo>
                <a:lnTo>
                  <a:pt x="7571872" y="956784"/>
                </a:lnTo>
                <a:lnTo>
                  <a:pt x="7544690" y="992009"/>
                </a:lnTo>
                <a:lnTo>
                  <a:pt x="7509521" y="1019132"/>
                </a:lnTo>
                <a:lnTo>
                  <a:pt x="7468029" y="1036489"/>
                </a:lnTo>
                <a:lnTo>
                  <a:pt x="7421880" y="1042416"/>
                </a:lnTo>
                <a:close/>
              </a:path>
            </a:pathLst>
          </a:custGeom>
          <a:solidFill>
            <a:srgbClr val="FFE8C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12913" y="1651000"/>
            <a:ext cx="9728136" cy="1163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17658" y="1722399"/>
            <a:ext cx="7278370" cy="883919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"/>
              <a:buChar char="•"/>
              <a:tabLst>
                <a:tab pos="241300" algn="l"/>
              </a:tabLst>
            </a:pPr>
            <a:r>
              <a:rPr dirty="0" sz="2400" b="1">
                <a:latin typeface="华文楷体"/>
                <a:cs typeface="华文楷体"/>
              </a:rPr>
              <a:t>减小输电线的电</a:t>
            </a:r>
            <a:r>
              <a:rPr dirty="0" sz="2400" spc="-5" b="1">
                <a:latin typeface="华文楷体"/>
                <a:cs typeface="华文楷体"/>
              </a:rPr>
              <a:t>阻</a:t>
            </a:r>
            <a:endParaRPr sz="2400">
              <a:latin typeface="华文楷体"/>
              <a:cs typeface="华文楷体"/>
            </a:endParaRPr>
          </a:p>
          <a:p>
            <a:pPr marL="241300" indent="-228600">
              <a:lnSpc>
                <a:spcPct val="100000"/>
              </a:lnSpc>
              <a:spcBef>
                <a:spcPts val="500"/>
              </a:spcBef>
              <a:buFont typeface=""/>
              <a:buChar char="•"/>
              <a:tabLst>
                <a:tab pos="241300" algn="l"/>
              </a:tabLst>
            </a:pPr>
            <a:r>
              <a:rPr dirty="0" sz="2400" b="1">
                <a:latin typeface="华文楷体"/>
                <a:cs typeface="华文楷体"/>
              </a:rPr>
              <a:t>减小输电导线中的电流：提高输电电压（有效途径</a:t>
            </a:r>
            <a:r>
              <a:rPr dirty="0" sz="2400" spc="-5" b="1"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2702" y="1817661"/>
            <a:ext cx="15519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降低输电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损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耗两个途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径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2850" y="2866872"/>
            <a:ext cx="9692220" cy="1097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69987" y="3001162"/>
            <a:ext cx="18573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1170" marR="5080" indent="-45847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电能输送的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基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本模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2850" y="4017848"/>
            <a:ext cx="9724110" cy="10558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61753" y="4015308"/>
            <a:ext cx="4706620" cy="91948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"/>
              <a:buChar char="•"/>
              <a:tabLst>
                <a:tab pos="241300" algn="l"/>
              </a:tabLst>
            </a:pPr>
            <a:r>
              <a:rPr dirty="0" sz="2500" b="1">
                <a:latin typeface="华文楷体"/>
                <a:cs typeface="华文楷体"/>
              </a:rPr>
              <a:t>“多对多”的模</a:t>
            </a:r>
            <a:r>
              <a:rPr dirty="0" sz="2500" spc="-10" b="1">
                <a:latin typeface="华文楷体"/>
                <a:cs typeface="华文楷体"/>
              </a:rPr>
              <a:t>式</a:t>
            </a:r>
            <a:endParaRPr sz="2500">
              <a:latin typeface="华文楷体"/>
              <a:cs typeface="华文楷体"/>
            </a:endParaRPr>
          </a:p>
          <a:p>
            <a:pPr marL="241300" indent="-228600">
              <a:lnSpc>
                <a:spcPct val="100000"/>
              </a:lnSpc>
              <a:spcBef>
                <a:spcPts val="520"/>
              </a:spcBef>
              <a:buFont typeface=""/>
              <a:buChar char="•"/>
              <a:tabLst>
                <a:tab pos="241300" algn="l"/>
              </a:tabLst>
            </a:pPr>
            <a:r>
              <a:rPr dirty="0" sz="2500" b="1">
                <a:latin typeface="华文楷体"/>
                <a:cs typeface="华文楷体"/>
              </a:rPr>
              <a:t>输电技术的发展：直流高压输</a:t>
            </a:r>
            <a:r>
              <a:rPr dirty="0" sz="2500" spc="-10" b="1">
                <a:latin typeface="华文楷体"/>
                <a:cs typeface="华文楷体"/>
              </a:rPr>
              <a:t>电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5447" y="4313783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电网供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57600" y="2782823"/>
            <a:ext cx="3886200" cy="13975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2025-04-20T10:45:42Z</dcterms:created>
  <dcterms:modified xsi:type="dcterms:W3CDTF">2025-04-20T10:45:42Z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