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000099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1432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6415" y="1800733"/>
            <a:ext cx="10744200" cy="1564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000099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627" y="2525712"/>
            <a:ext cx="50552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solidFill>
                  <a:srgbClr val="FFFFFF"/>
                </a:solidFill>
                <a:latin typeface="微软雅黑"/>
                <a:cs typeface="微软雅黑"/>
              </a:rPr>
              <a:t>交变电流规律的应</a:t>
            </a:r>
            <a:r>
              <a:rPr dirty="0" sz="4400" spc="5" i="0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605" b="1" i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2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18852" y="733107"/>
            <a:ext cx="39528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solidFill>
                  <a:srgbClr val="FF3300"/>
                </a:solidFill>
                <a:latin typeface="方正舒体"/>
                <a:cs typeface="方正舒体"/>
              </a:rPr>
              <a:t>基础知识小整</a:t>
            </a:r>
            <a:r>
              <a:rPr dirty="0" sz="4400" spc="-15" i="0">
                <a:solidFill>
                  <a:srgbClr val="FF3300"/>
                </a:solidFill>
                <a:latin typeface="方正舒体"/>
                <a:cs typeface="方正舒体"/>
              </a:rPr>
              <a:t>合</a:t>
            </a:r>
            <a:endParaRPr sz="4400">
              <a:latin typeface="方正舒体"/>
              <a:cs typeface="方正舒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3464" y="1587627"/>
            <a:ext cx="8523605" cy="128587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3200" spc="-5" b="1">
                <a:solidFill>
                  <a:srgbClr val="000099"/>
                </a:solidFill>
                <a:latin typeface="华文行楷"/>
                <a:cs typeface="华文行楷"/>
              </a:rPr>
              <a:t>1. </a:t>
            </a:r>
            <a:r>
              <a:rPr dirty="0" sz="3200" b="1">
                <a:solidFill>
                  <a:srgbClr val="000099"/>
                </a:solidFill>
                <a:latin typeface="华文行楷"/>
                <a:cs typeface="华文行楷"/>
              </a:rPr>
              <a:t>正弦式交变电流的产生条件</a:t>
            </a:r>
            <a:r>
              <a:rPr dirty="0" sz="3200" spc="-5" b="1">
                <a:solidFill>
                  <a:srgbClr val="000099"/>
                </a:solidFill>
                <a:latin typeface="华文行楷"/>
                <a:cs typeface="华文行楷"/>
              </a:rPr>
              <a:t>?</a:t>
            </a:r>
            <a:endParaRPr sz="3200">
              <a:latin typeface="华文行楷"/>
              <a:cs typeface="华文行楷"/>
            </a:endParaRPr>
          </a:p>
          <a:p>
            <a:pPr marL="369570">
              <a:lnSpc>
                <a:spcPct val="100000"/>
              </a:lnSpc>
              <a:spcBef>
                <a:spcPts val="1125"/>
              </a:spcBef>
            </a:pPr>
            <a:r>
              <a:rPr dirty="0" sz="3200" b="1">
                <a:solidFill>
                  <a:srgbClr val="6F2F9F"/>
                </a:solidFill>
                <a:latin typeface="华文行楷"/>
                <a:cs typeface="华文行楷"/>
              </a:rPr>
              <a:t>闭合线圈绕</a:t>
            </a:r>
            <a:r>
              <a:rPr dirty="0" sz="3200" b="1">
                <a:solidFill>
                  <a:srgbClr val="FF0000"/>
                </a:solidFill>
                <a:latin typeface="华文行楷"/>
                <a:cs typeface="华文行楷"/>
              </a:rPr>
              <a:t>垂直</a:t>
            </a:r>
            <a:r>
              <a:rPr dirty="0" sz="3200" b="1">
                <a:solidFill>
                  <a:srgbClr val="6F2F9F"/>
                </a:solidFill>
                <a:latin typeface="华文行楷"/>
                <a:cs typeface="华文行楷"/>
              </a:rPr>
              <a:t>于匀强磁场的轴</a:t>
            </a:r>
            <a:r>
              <a:rPr dirty="0" sz="3200" b="1">
                <a:solidFill>
                  <a:srgbClr val="FF0000"/>
                </a:solidFill>
                <a:latin typeface="华文行楷"/>
                <a:cs typeface="华文行楷"/>
              </a:rPr>
              <a:t>匀角速</a:t>
            </a:r>
            <a:r>
              <a:rPr dirty="0" sz="3200" b="1">
                <a:solidFill>
                  <a:srgbClr val="6F2F9F"/>
                </a:solidFill>
                <a:latin typeface="华文行楷"/>
                <a:cs typeface="华文行楷"/>
              </a:rPr>
              <a:t>转动。</a:t>
            </a:r>
            <a:endParaRPr sz="3200">
              <a:latin typeface="华文行楷"/>
              <a:cs typeface="华文行楷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8064" y="3015297"/>
            <a:ext cx="32423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3200" spc="-5" b="1">
                <a:solidFill>
                  <a:srgbClr val="000099"/>
                </a:solidFill>
                <a:latin typeface="华文行楷"/>
                <a:cs typeface="华文行楷"/>
              </a:rPr>
              <a:t>2.</a:t>
            </a:r>
            <a:r>
              <a:rPr dirty="0" sz="3200" spc="-70" b="1">
                <a:solidFill>
                  <a:srgbClr val="000099"/>
                </a:solidFill>
                <a:latin typeface="华文行楷"/>
                <a:cs typeface="华文行楷"/>
              </a:rPr>
              <a:t> </a:t>
            </a:r>
            <a:r>
              <a:rPr dirty="0" sz="3200" b="1">
                <a:solidFill>
                  <a:srgbClr val="000099"/>
                </a:solidFill>
                <a:latin typeface="华文行楷"/>
                <a:cs typeface="华文行楷"/>
              </a:rPr>
              <a:t>瞬时值表达式</a:t>
            </a:r>
            <a:r>
              <a:rPr dirty="0" sz="3200" spc="-5" b="1">
                <a:solidFill>
                  <a:srgbClr val="000099"/>
                </a:solidFill>
                <a:latin typeface="华文行楷"/>
                <a:cs typeface="华文行楷"/>
              </a:rPr>
              <a:t>?</a:t>
            </a:r>
            <a:endParaRPr sz="3200">
              <a:latin typeface="华文行楷"/>
              <a:cs typeface="华文行楷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3689" y="3628128"/>
            <a:ext cx="9412605" cy="1295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769">
              <a:lnSpc>
                <a:spcPts val="5000"/>
              </a:lnSpc>
              <a:spcBef>
                <a:spcPts val="95"/>
              </a:spcBef>
            </a:pP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自中性面开始计时</a:t>
            </a:r>
            <a:r>
              <a:rPr dirty="0" sz="4000" spc="-685" b="1">
                <a:solidFill>
                  <a:srgbClr val="6F2F9F"/>
                </a:solidFill>
                <a:latin typeface="方正舒体"/>
                <a:cs typeface="方正舒体"/>
              </a:rPr>
              <a:t>：</a:t>
            </a:r>
            <a:r>
              <a:rPr dirty="0" sz="4200" spc="-685" b="1" i="1">
                <a:solidFill>
                  <a:srgbClr val="6F2F9F"/>
                </a:solidFill>
                <a:latin typeface="方正舒体"/>
                <a:cs typeface="方正舒体"/>
              </a:rPr>
              <a:t>e=NBSω</a:t>
            </a:r>
            <a:r>
              <a:rPr dirty="0" sz="4000" spc="-685" b="1">
                <a:solidFill>
                  <a:srgbClr val="6F2F9F"/>
                </a:solidFill>
                <a:latin typeface="方正舒体"/>
                <a:cs typeface="方正舒体"/>
              </a:rPr>
              <a:t>sin</a:t>
            </a:r>
            <a:r>
              <a:rPr dirty="0" sz="4000" spc="-685" b="1" i="1">
                <a:solidFill>
                  <a:srgbClr val="6F2F9F"/>
                </a:solidFill>
                <a:latin typeface="Times New Roman"/>
                <a:cs typeface="Times New Roman"/>
              </a:rPr>
              <a:t>ω</a:t>
            </a:r>
            <a:r>
              <a:rPr dirty="0" sz="4200" spc="-685" b="1" i="1">
                <a:solidFill>
                  <a:srgbClr val="6F2F9F"/>
                </a:solidFill>
                <a:latin typeface="方正舒体"/>
                <a:cs typeface="方正舒体"/>
              </a:rPr>
              <a:t>t</a:t>
            </a:r>
            <a:endParaRPr sz="4200">
              <a:latin typeface="方正舒体"/>
              <a:cs typeface="方正舒体"/>
            </a:endParaRPr>
          </a:p>
          <a:p>
            <a:pPr marL="12700">
              <a:lnSpc>
                <a:spcPts val="5000"/>
              </a:lnSpc>
            </a:pP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自最大值位置开始计时</a:t>
            </a:r>
            <a:r>
              <a:rPr dirty="0" sz="4000" spc="-685" b="1">
                <a:solidFill>
                  <a:srgbClr val="6F2F9F"/>
                </a:solidFill>
                <a:latin typeface="方正舒体"/>
                <a:cs typeface="方正舒体"/>
              </a:rPr>
              <a:t>：</a:t>
            </a:r>
            <a:r>
              <a:rPr dirty="0" sz="4200" spc="-685" b="1" i="1">
                <a:solidFill>
                  <a:srgbClr val="6F2F9F"/>
                </a:solidFill>
                <a:latin typeface="方正舒体"/>
                <a:cs typeface="方正舒体"/>
              </a:rPr>
              <a:t>e=NBSω</a:t>
            </a:r>
            <a:r>
              <a:rPr dirty="0" sz="4000" spc="-685" b="1">
                <a:solidFill>
                  <a:srgbClr val="6F2F9F"/>
                </a:solidFill>
                <a:latin typeface="方正舒体"/>
                <a:cs typeface="方正舒体"/>
              </a:rPr>
              <a:t>cos</a:t>
            </a:r>
            <a:r>
              <a:rPr dirty="0" sz="4000" spc="-685" b="1" i="1">
                <a:solidFill>
                  <a:srgbClr val="6F2F9F"/>
                </a:solidFill>
                <a:latin typeface="Times New Roman"/>
                <a:cs typeface="Times New Roman"/>
              </a:rPr>
              <a:t>ω</a:t>
            </a:r>
            <a:r>
              <a:rPr dirty="0" sz="4200" spc="-685" b="1" i="1">
                <a:solidFill>
                  <a:srgbClr val="6F2F9F"/>
                </a:solidFill>
                <a:latin typeface="方正舒体"/>
                <a:cs typeface="方正舒体"/>
              </a:rPr>
              <a:t>t</a:t>
            </a:r>
            <a:endParaRPr sz="4200">
              <a:latin typeface="方正舒体"/>
              <a:cs typeface="方正舒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99977" y="2995612"/>
            <a:ext cx="128079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000099"/>
                </a:solidFill>
                <a:latin typeface="方正舒体"/>
                <a:cs typeface="方正舒体"/>
              </a:rPr>
              <a:t>推导</a:t>
            </a:r>
            <a:r>
              <a:rPr dirty="0" sz="4000" spc="-20" b="1">
                <a:solidFill>
                  <a:srgbClr val="000099"/>
                </a:solidFill>
                <a:latin typeface="方正舒体"/>
                <a:cs typeface="方正舒体"/>
              </a:rPr>
              <a:t>?</a:t>
            </a:r>
            <a:endParaRPr sz="40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0542" y="3695382"/>
            <a:ext cx="128079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应用</a:t>
            </a:r>
            <a:r>
              <a:rPr dirty="0" sz="4000" spc="-20" b="1">
                <a:solidFill>
                  <a:srgbClr val="FF0000"/>
                </a:solidFill>
                <a:latin typeface="方正舒体"/>
                <a:cs typeface="方正舒体"/>
              </a:rPr>
              <a:t>?</a:t>
            </a:r>
            <a:endParaRPr sz="4000">
              <a:latin typeface="方正舒体"/>
              <a:cs typeface="方正舒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6127" y="4496752"/>
            <a:ext cx="292735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58620" algn="l"/>
              </a:tabLst>
            </a:pP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条件</a:t>
            </a:r>
            <a:r>
              <a:rPr dirty="0" sz="4000" spc="-20" b="1">
                <a:solidFill>
                  <a:srgbClr val="FF0000"/>
                </a:solidFill>
                <a:latin typeface="方正舒体"/>
                <a:cs typeface="方正舒体"/>
              </a:rPr>
              <a:t>?</a:t>
            </a: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	</a:t>
            </a: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应用</a:t>
            </a:r>
            <a:r>
              <a:rPr dirty="0" sz="4000" spc="-20" b="1">
                <a:solidFill>
                  <a:srgbClr val="FF0000"/>
                </a:solidFill>
                <a:latin typeface="方正舒体"/>
                <a:cs typeface="方正舒体"/>
              </a:rPr>
              <a:t>?</a:t>
            </a:r>
            <a:endParaRPr sz="4000">
              <a:latin typeface="方正舒体"/>
              <a:cs typeface="方正舒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06572" y="5289232"/>
            <a:ext cx="128079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应用</a:t>
            </a:r>
            <a:r>
              <a:rPr dirty="0" sz="4000" spc="-20" b="1">
                <a:solidFill>
                  <a:srgbClr val="FF0000"/>
                </a:solidFill>
                <a:latin typeface="方正舒体"/>
                <a:cs typeface="方正舒体"/>
              </a:rPr>
              <a:t>?</a:t>
            </a:r>
            <a:endParaRPr sz="4000">
              <a:latin typeface="方正舒体"/>
              <a:cs typeface="方正舒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3464" y="1151973"/>
            <a:ext cx="9702165" cy="3183255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65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3200" spc="-5" b="1">
                <a:solidFill>
                  <a:srgbClr val="000099"/>
                </a:solidFill>
                <a:latin typeface="华文行楷"/>
                <a:cs typeface="华文行楷"/>
              </a:rPr>
              <a:t>3. </a:t>
            </a:r>
            <a:r>
              <a:rPr dirty="0" sz="3200" b="1">
                <a:solidFill>
                  <a:srgbClr val="000099"/>
                </a:solidFill>
                <a:latin typeface="华文行楷"/>
                <a:cs typeface="华文行楷"/>
              </a:rPr>
              <a:t>交变电流的“四值”及应用</a:t>
            </a:r>
            <a:endParaRPr sz="3200">
              <a:latin typeface="华文行楷"/>
              <a:cs typeface="华文行楷"/>
            </a:endParaRPr>
          </a:p>
          <a:p>
            <a:pPr lvl="1" marL="1071880" indent="-464184">
              <a:lnSpc>
                <a:spcPct val="100000"/>
              </a:lnSpc>
              <a:spcBef>
                <a:spcPts val="2020"/>
              </a:spcBef>
              <a:buSzPct val="97500"/>
              <a:buAutoNum type="arabicParenBoth"/>
              <a:tabLst>
                <a:tab pos="1072515" algn="l"/>
                <a:tab pos="8434070" algn="l"/>
              </a:tabLst>
            </a:pP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峰值（最大值）</a:t>
            </a:r>
            <a:r>
              <a:rPr dirty="0" sz="4000" spc="-185" b="1">
                <a:solidFill>
                  <a:srgbClr val="6F2F9F"/>
                </a:solidFill>
                <a:latin typeface="方正舒体"/>
                <a:cs typeface="方正舒体"/>
              </a:rPr>
              <a:t>：</a:t>
            </a:r>
            <a:r>
              <a:rPr dirty="0" sz="4200" spc="-1310" b="1" i="1">
                <a:solidFill>
                  <a:srgbClr val="6F2F9F"/>
                </a:solidFill>
                <a:latin typeface="方正舒体"/>
                <a:cs typeface="方正舒体"/>
              </a:rPr>
              <a:t>E</a:t>
            </a:r>
            <a:r>
              <a:rPr dirty="0" baseline="-17094" sz="3900" spc="-277" b="1">
                <a:solidFill>
                  <a:srgbClr val="6F2F9F"/>
                </a:solidFill>
                <a:latin typeface="方正舒体"/>
                <a:cs typeface="方正舒体"/>
              </a:rPr>
              <a:t>m</a:t>
            </a:r>
            <a:r>
              <a:rPr dirty="0" sz="4200" spc="-1475" b="1" i="1">
                <a:solidFill>
                  <a:srgbClr val="6F2F9F"/>
                </a:solidFill>
                <a:latin typeface="方正舒体"/>
                <a:cs typeface="方正舒体"/>
              </a:rPr>
              <a:t>=</a:t>
            </a:r>
            <a:r>
              <a:rPr dirty="0" sz="4200" spc="-1490" b="1" i="1">
                <a:solidFill>
                  <a:srgbClr val="6F2F9F"/>
                </a:solidFill>
                <a:latin typeface="方正舒体"/>
                <a:cs typeface="方正舒体"/>
              </a:rPr>
              <a:t>N</a:t>
            </a:r>
            <a:r>
              <a:rPr dirty="0" sz="4200" spc="-1485" b="1" i="1">
                <a:solidFill>
                  <a:srgbClr val="6F2F9F"/>
                </a:solidFill>
                <a:latin typeface="方正舒体"/>
                <a:cs typeface="方正舒体"/>
              </a:rPr>
              <a:t>B</a:t>
            </a:r>
            <a:r>
              <a:rPr dirty="0" sz="4200" spc="-1465" b="1" i="1">
                <a:solidFill>
                  <a:srgbClr val="6F2F9F"/>
                </a:solidFill>
                <a:latin typeface="方正舒体"/>
                <a:cs typeface="方正舒体"/>
              </a:rPr>
              <a:t>S</a:t>
            </a:r>
            <a:r>
              <a:rPr dirty="0" sz="4200" spc="-225" b="1" i="1">
                <a:solidFill>
                  <a:srgbClr val="6F2F9F"/>
                </a:solidFill>
                <a:latin typeface="方正舒体"/>
                <a:cs typeface="方正舒体"/>
              </a:rPr>
              <a:t>ω</a:t>
            </a:r>
            <a:r>
              <a:rPr dirty="0" sz="4200" b="1" i="1">
                <a:solidFill>
                  <a:srgbClr val="6F2F9F"/>
                </a:solidFill>
                <a:latin typeface="方正舒体"/>
                <a:cs typeface="方正舒体"/>
              </a:rPr>
              <a:t>	</a:t>
            </a: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应用</a:t>
            </a:r>
            <a:r>
              <a:rPr dirty="0" sz="4000" spc="-20" b="1">
                <a:solidFill>
                  <a:srgbClr val="FF0000"/>
                </a:solidFill>
                <a:latin typeface="方正舒体"/>
                <a:cs typeface="方正舒体"/>
              </a:rPr>
              <a:t>?</a:t>
            </a:r>
            <a:endParaRPr sz="4000">
              <a:latin typeface="方正舒体"/>
              <a:cs typeface="方正舒体"/>
            </a:endParaRPr>
          </a:p>
          <a:p>
            <a:pPr lvl="1" marL="1171575" indent="-563880">
              <a:lnSpc>
                <a:spcPct val="100000"/>
              </a:lnSpc>
              <a:spcBef>
                <a:spcPts val="1130"/>
              </a:spcBef>
              <a:buSzPct val="97500"/>
              <a:buAutoNum type="arabicParenBoth"/>
              <a:tabLst>
                <a:tab pos="1172210" algn="l"/>
              </a:tabLst>
            </a:pP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瞬时值</a:t>
            </a:r>
            <a:r>
              <a:rPr dirty="0" sz="4000" spc="-685" b="1">
                <a:solidFill>
                  <a:srgbClr val="6F2F9F"/>
                </a:solidFill>
                <a:latin typeface="方正舒体"/>
                <a:cs typeface="方正舒体"/>
              </a:rPr>
              <a:t>：</a:t>
            </a:r>
            <a:r>
              <a:rPr dirty="0" sz="4200" spc="-685" b="1" i="1">
                <a:solidFill>
                  <a:srgbClr val="6F2F9F"/>
                </a:solidFill>
                <a:latin typeface="方正舒体"/>
                <a:cs typeface="方正舒体"/>
              </a:rPr>
              <a:t>e=NBSω</a:t>
            </a:r>
            <a:r>
              <a:rPr dirty="0" sz="4000" spc="-685" b="1">
                <a:solidFill>
                  <a:srgbClr val="6F2F9F"/>
                </a:solidFill>
                <a:latin typeface="方正舒体"/>
                <a:cs typeface="方正舒体"/>
              </a:rPr>
              <a:t>sin</a:t>
            </a:r>
            <a:r>
              <a:rPr dirty="0" sz="4000" spc="-685" b="1" i="1">
                <a:solidFill>
                  <a:srgbClr val="6F2F9F"/>
                </a:solidFill>
                <a:latin typeface="Times New Roman"/>
                <a:cs typeface="Times New Roman"/>
              </a:rPr>
              <a:t>ω</a:t>
            </a:r>
            <a:r>
              <a:rPr dirty="0" sz="4200" spc="-685" b="1" i="1">
                <a:solidFill>
                  <a:srgbClr val="6F2F9F"/>
                </a:solidFill>
                <a:latin typeface="方正舒体"/>
                <a:cs typeface="方正舒体"/>
              </a:rPr>
              <a:t>t</a:t>
            </a:r>
            <a:endParaRPr sz="4200">
              <a:latin typeface="方正舒体"/>
              <a:cs typeface="方正舒体"/>
            </a:endParaRPr>
          </a:p>
          <a:p>
            <a:pPr algn="ctr" marL="702310">
              <a:lnSpc>
                <a:spcPct val="100000"/>
              </a:lnSpc>
              <a:spcBef>
                <a:spcPts val="1200"/>
              </a:spcBef>
            </a:pPr>
            <a:r>
              <a:rPr dirty="0" sz="4200" spc="-730" b="1" i="1">
                <a:solidFill>
                  <a:srgbClr val="6F2F9F"/>
                </a:solidFill>
                <a:latin typeface="方正舒体"/>
                <a:cs typeface="方正舒体"/>
              </a:rPr>
              <a:t>e=NBSω</a:t>
            </a:r>
            <a:r>
              <a:rPr dirty="0" sz="4000" spc="-730" b="1">
                <a:solidFill>
                  <a:srgbClr val="6F2F9F"/>
                </a:solidFill>
                <a:latin typeface="方正舒体"/>
                <a:cs typeface="方正舒体"/>
              </a:rPr>
              <a:t>cos</a:t>
            </a:r>
            <a:r>
              <a:rPr dirty="0" sz="4000" spc="-730" b="1" i="1">
                <a:solidFill>
                  <a:srgbClr val="6F2F9F"/>
                </a:solidFill>
                <a:latin typeface="Times New Roman"/>
                <a:cs typeface="Times New Roman"/>
              </a:rPr>
              <a:t>ω</a:t>
            </a:r>
            <a:r>
              <a:rPr dirty="0" sz="4200" spc="-730" b="1" i="1">
                <a:solidFill>
                  <a:srgbClr val="6F2F9F"/>
                </a:solidFill>
                <a:latin typeface="方正舒体"/>
                <a:cs typeface="方正舒体"/>
              </a:rPr>
              <a:t>t</a:t>
            </a:r>
            <a:endParaRPr sz="4200">
              <a:latin typeface="方正舒体"/>
              <a:cs typeface="方正舒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18852" y="352107"/>
            <a:ext cx="39528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solidFill>
                  <a:srgbClr val="FF3300"/>
                </a:solidFill>
                <a:latin typeface="方正舒体"/>
                <a:cs typeface="方正舒体"/>
              </a:rPr>
              <a:t>基础知识小整</a:t>
            </a:r>
            <a:r>
              <a:rPr dirty="0" sz="4400" spc="-15" i="0">
                <a:solidFill>
                  <a:srgbClr val="FF3300"/>
                </a:solidFill>
                <a:latin typeface="方正舒体"/>
                <a:cs typeface="方正舒体"/>
              </a:rPr>
              <a:t>合</a:t>
            </a:r>
            <a:endParaRPr sz="4400">
              <a:latin typeface="方正舒体"/>
              <a:cs typeface="方正舒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50218" y="5092966"/>
            <a:ext cx="49530" cy="21590"/>
          </a:xfrm>
          <a:custGeom>
            <a:avLst/>
            <a:gdLst/>
            <a:ahLst/>
            <a:cxnLst/>
            <a:rect l="l" t="t" r="r" b="b"/>
            <a:pathLst>
              <a:path w="49529" h="21589">
                <a:moveTo>
                  <a:pt x="0" y="21234"/>
                </a:moveTo>
                <a:lnTo>
                  <a:pt x="49479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99697" y="5092966"/>
            <a:ext cx="114300" cy="151765"/>
          </a:xfrm>
          <a:custGeom>
            <a:avLst/>
            <a:gdLst/>
            <a:ahLst/>
            <a:cxnLst/>
            <a:rect l="l" t="t" r="r" b="b"/>
            <a:pathLst>
              <a:path w="114300" h="151764">
                <a:moveTo>
                  <a:pt x="0" y="0"/>
                </a:moveTo>
                <a:lnTo>
                  <a:pt x="113817" y="151714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13514" y="4841113"/>
            <a:ext cx="126364" cy="403860"/>
          </a:xfrm>
          <a:custGeom>
            <a:avLst/>
            <a:gdLst/>
            <a:ahLst/>
            <a:cxnLst/>
            <a:rect l="l" t="t" r="r" b="b"/>
            <a:pathLst>
              <a:path w="126364" h="403860">
                <a:moveTo>
                  <a:pt x="0" y="403567"/>
                </a:moveTo>
                <a:lnTo>
                  <a:pt x="12617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46509" y="4832019"/>
            <a:ext cx="567055" cy="412750"/>
          </a:xfrm>
          <a:custGeom>
            <a:avLst/>
            <a:gdLst/>
            <a:ahLst/>
            <a:cxnLst/>
            <a:rect l="l" t="t" r="r" b="b"/>
            <a:pathLst>
              <a:path w="567054" h="412750">
                <a:moveTo>
                  <a:pt x="191969" y="372198"/>
                </a:moveTo>
                <a:lnTo>
                  <a:pt x="168236" y="372198"/>
                </a:lnTo>
                <a:lnTo>
                  <a:pt x="284530" y="0"/>
                </a:lnTo>
                <a:lnTo>
                  <a:pt x="566585" y="0"/>
                </a:lnTo>
                <a:lnTo>
                  <a:pt x="566585" y="19215"/>
                </a:lnTo>
                <a:lnTo>
                  <a:pt x="301840" y="19215"/>
                </a:lnTo>
                <a:lnTo>
                  <a:pt x="191969" y="372198"/>
                </a:lnTo>
                <a:close/>
              </a:path>
              <a:path w="567054" h="412750">
                <a:moveTo>
                  <a:pt x="7416" y="288251"/>
                </a:moveTo>
                <a:lnTo>
                  <a:pt x="0" y="277126"/>
                </a:lnTo>
                <a:lnTo>
                  <a:pt x="65557" y="247789"/>
                </a:lnTo>
                <a:lnTo>
                  <a:pt x="87265" y="274091"/>
                </a:lnTo>
                <a:lnTo>
                  <a:pt x="40817" y="274091"/>
                </a:lnTo>
                <a:lnTo>
                  <a:pt x="7416" y="288251"/>
                </a:lnTo>
                <a:close/>
              </a:path>
              <a:path w="567054" h="412750">
                <a:moveTo>
                  <a:pt x="179374" y="412661"/>
                </a:moveTo>
                <a:lnTo>
                  <a:pt x="155867" y="412661"/>
                </a:lnTo>
                <a:lnTo>
                  <a:pt x="40817" y="274091"/>
                </a:lnTo>
                <a:lnTo>
                  <a:pt x="87265" y="274091"/>
                </a:lnTo>
                <a:lnTo>
                  <a:pt x="168236" y="372198"/>
                </a:lnTo>
                <a:lnTo>
                  <a:pt x="191969" y="372198"/>
                </a:lnTo>
                <a:lnTo>
                  <a:pt x="179374" y="4126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09387" y="4783467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 h="0">
                <a:moveTo>
                  <a:pt x="0" y="0"/>
                </a:moveTo>
                <a:lnTo>
                  <a:pt x="640816" y="0"/>
                </a:lnTo>
              </a:path>
            </a:pathLst>
          </a:custGeom>
          <a:ln w="2136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48020" y="4812500"/>
            <a:ext cx="220979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1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48777" y="4496752"/>
            <a:ext cx="3992879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1655" algn="l"/>
                <a:tab pos="3514725" algn="l"/>
              </a:tabLst>
            </a:pP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(3)有效值</a:t>
            </a:r>
            <a:r>
              <a:rPr dirty="0" sz="4000" spc="-25" b="1">
                <a:solidFill>
                  <a:srgbClr val="6F2F9F"/>
                </a:solidFill>
                <a:latin typeface="方正舒体"/>
                <a:cs typeface="方正舒体"/>
              </a:rPr>
              <a:t>：</a:t>
            </a:r>
            <a:r>
              <a:rPr dirty="0" sz="4000" spc="-560" b="1">
                <a:solidFill>
                  <a:srgbClr val="6F2F9F"/>
                </a:solidFill>
                <a:latin typeface="方正舒体"/>
                <a:cs typeface="方正舒体"/>
              </a:rPr>
              <a:t> </a:t>
            </a:r>
            <a:r>
              <a:rPr dirty="0" baseline="19125" sz="4575" spc="15" i="1">
                <a:solidFill>
                  <a:srgbClr val="FF0000"/>
                </a:solidFill>
                <a:latin typeface="Times New Roman"/>
                <a:cs typeface="Times New Roman"/>
              </a:rPr>
              <a:t>E	</a:t>
            </a:r>
            <a:r>
              <a:rPr dirty="0" baseline="19125" sz="4575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19125" sz="4575" spc="1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54644" sz="4575" spc="1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40072" sz="4575" spc="-652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sng" baseline="69841" sz="2625" spc="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</a:t>
            </a:r>
            <a:endParaRPr baseline="69841" sz="26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32180" y="5132870"/>
            <a:ext cx="46990" cy="22225"/>
          </a:xfrm>
          <a:custGeom>
            <a:avLst/>
            <a:gdLst/>
            <a:ahLst/>
            <a:cxnLst/>
            <a:rect l="l" t="t" r="r" b="b"/>
            <a:pathLst>
              <a:path w="46990" h="22225">
                <a:moveTo>
                  <a:pt x="0" y="22059"/>
                </a:moveTo>
                <a:lnTo>
                  <a:pt x="46621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78802" y="5132870"/>
            <a:ext cx="107314" cy="158115"/>
          </a:xfrm>
          <a:custGeom>
            <a:avLst/>
            <a:gdLst/>
            <a:ahLst/>
            <a:cxnLst/>
            <a:rect l="l" t="t" r="r" b="b"/>
            <a:pathLst>
              <a:path w="107315" h="158114">
                <a:moveTo>
                  <a:pt x="0" y="0"/>
                </a:moveTo>
                <a:lnTo>
                  <a:pt x="107226" y="15758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86028" y="4871288"/>
            <a:ext cx="119380" cy="419734"/>
          </a:xfrm>
          <a:custGeom>
            <a:avLst/>
            <a:gdLst/>
            <a:ahLst/>
            <a:cxnLst/>
            <a:rect l="l" t="t" r="r" b="b"/>
            <a:pathLst>
              <a:path w="119379" h="419735">
                <a:moveTo>
                  <a:pt x="0" y="419163"/>
                </a:moveTo>
                <a:lnTo>
                  <a:pt x="11888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28675" y="4861839"/>
            <a:ext cx="534035" cy="428625"/>
          </a:xfrm>
          <a:custGeom>
            <a:avLst/>
            <a:gdLst/>
            <a:ahLst/>
            <a:cxnLst/>
            <a:rect l="l" t="t" r="r" b="b"/>
            <a:pathLst>
              <a:path w="534034" h="428625">
                <a:moveTo>
                  <a:pt x="180878" y="386588"/>
                </a:moveTo>
                <a:lnTo>
                  <a:pt x="158521" y="386588"/>
                </a:lnTo>
                <a:lnTo>
                  <a:pt x="268084" y="0"/>
                </a:lnTo>
                <a:lnTo>
                  <a:pt x="533831" y="0"/>
                </a:lnTo>
                <a:lnTo>
                  <a:pt x="533831" y="19964"/>
                </a:lnTo>
                <a:lnTo>
                  <a:pt x="284403" y="19964"/>
                </a:lnTo>
                <a:lnTo>
                  <a:pt x="180878" y="386588"/>
                </a:lnTo>
                <a:close/>
              </a:path>
              <a:path w="534034" h="428625">
                <a:moveTo>
                  <a:pt x="6997" y="299402"/>
                </a:moveTo>
                <a:lnTo>
                  <a:pt x="0" y="287845"/>
                </a:lnTo>
                <a:lnTo>
                  <a:pt x="61785" y="257378"/>
                </a:lnTo>
                <a:lnTo>
                  <a:pt x="82228" y="284683"/>
                </a:lnTo>
                <a:lnTo>
                  <a:pt x="38468" y="284683"/>
                </a:lnTo>
                <a:lnTo>
                  <a:pt x="6997" y="299402"/>
                </a:lnTo>
                <a:close/>
              </a:path>
              <a:path w="534034" h="428625">
                <a:moveTo>
                  <a:pt x="169011" y="428612"/>
                </a:moveTo>
                <a:lnTo>
                  <a:pt x="146862" y="428612"/>
                </a:lnTo>
                <a:lnTo>
                  <a:pt x="38468" y="284683"/>
                </a:lnTo>
                <a:lnTo>
                  <a:pt x="82228" y="284683"/>
                </a:lnTo>
                <a:lnTo>
                  <a:pt x="158521" y="386588"/>
                </a:lnTo>
                <a:lnTo>
                  <a:pt x="180878" y="386588"/>
                </a:lnTo>
                <a:lnTo>
                  <a:pt x="169011" y="42861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93711" y="4811420"/>
            <a:ext cx="603885" cy="0"/>
          </a:xfrm>
          <a:custGeom>
            <a:avLst/>
            <a:gdLst/>
            <a:ahLst/>
            <a:cxnLst/>
            <a:rect l="l" t="t" r="r" b="b"/>
            <a:pathLst>
              <a:path w="603884" h="0">
                <a:moveTo>
                  <a:pt x="0" y="0"/>
                </a:moveTo>
                <a:lnTo>
                  <a:pt x="603757" y="0"/>
                </a:lnTo>
              </a:path>
            </a:pathLst>
          </a:custGeom>
          <a:ln w="2105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323634" y="4495837"/>
            <a:ext cx="1140460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3055" algn="l"/>
                <a:tab pos="770255" algn="l"/>
              </a:tabLst>
            </a:pPr>
            <a:r>
              <a:rPr dirty="0" sz="3150" spc="10" i="1">
                <a:solidFill>
                  <a:srgbClr val="FF0000"/>
                </a:solidFill>
                <a:latin typeface="Times New Roman"/>
                <a:cs typeface="Times New Roman"/>
              </a:rPr>
              <a:t>I	</a:t>
            </a:r>
            <a:r>
              <a:rPr dirty="0" sz="3150" spc="2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150" spc="2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5273" sz="4725" spc="15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35273" sz="4725" spc="-817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36036" sz="2775" spc="-15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baseline="36036" sz="277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37418" y="5467667"/>
            <a:ext cx="359410" cy="0"/>
          </a:xfrm>
          <a:custGeom>
            <a:avLst/>
            <a:gdLst/>
            <a:ahLst/>
            <a:cxnLst/>
            <a:rect l="l" t="t" r="r" b="b"/>
            <a:pathLst>
              <a:path w="359410" h="0">
                <a:moveTo>
                  <a:pt x="0" y="0"/>
                </a:moveTo>
                <a:lnTo>
                  <a:pt x="359016" y="0"/>
                </a:lnTo>
              </a:path>
            </a:pathLst>
          </a:custGeom>
          <a:ln w="2291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648777" y="5289232"/>
            <a:ext cx="381762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96260" algn="l"/>
                <a:tab pos="3560445" algn="l"/>
              </a:tabLst>
            </a:pP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(</a:t>
            </a: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4</a:t>
            </a: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)</a:t>
            </a:r>
            <a:r>
              <a:rPr dirty="0" sz="4000" b="1">
                <a:solidFill>
                  <a:srgbClr val="6F2F9F"/>
                </a:solidFill>
                <a:latin typeface="方正舒体"/>
                <a:cs typeface="方正舒体"/>
              </a:rPr>
              <a:t>平均值</a:t>
            </a:r>
            <a:r>
              <a:rPr dirty="0" sz="4000" spc="65" b="1">
                <a:solidFill>
                  <a:srgbClr val="6F2F9F"/>
                </a:solidFill>
                <a:latin typeface="方正舒体"/>
                <a:cs typeface="方正舒体"/>
              </a:rPr>
              <a:t>：</a:t>
            </a: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85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50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85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50" spc="20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8388" y="5104057"/>
            <a:ext cx="705485" cy="107632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dirty="0" u="heavy" sz="2850" spc="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sz="2850" spc="-8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000" spc="-75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</a:t>
            </a:r>
            <a:endParaRPr sz="3000">
              <a:latin typeface="Symbol"/>
              <a:cs typeface="Symbol"/>
            </a:endParaRPr>
          </a:p>
          <a:p>
            <a:pPr algn="ctr" marR="36195">
              <a:lnSpc>
                <a:spcPct val="100000"/>
              </a:lnSpc>
              <a:spcBef>
                <a:spcPts val="615"/>
              </a:spcBef>
            </a:pPr>
            <a:r>
              <a:rPr dirty="0" sz="2850" spc="1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850" spc="11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50" spc="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16813" y="554700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 h="0">
                <a:moveTo>
                  <a:pt x="0" y="0"/>
                </a:moveTo>
                <a:lnTo>
                  <a:pt x="232079" y="0"/>
                </a:lnTo>
              </a:path>
            </a:pathLst>
          </a:custGeom>
          <a:ln w="20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42033" y="5760618"/>
            <a:ext cx="834390" cy="0"/>
          </a:xfrm>
          <a:custGeom>
            <a:avLst/>
            <a:gdLst/>
            <a:ahLst/>
            <a:cxnLst/>
            <a:rect l="l" t="t" r="r" b="b"/>
            <a:pathLst>
              <a:path w="834390" h="0">
                <a:moveTo>
                  <a:pt x="0" y="0"/>
                </a:moveTo>
                <a:lnTo>
                  <a:pt x="834009" y="0"/>
                </a:lnTo>
              </a:path>
            </a:pathLst>
          </a:custGeom>
          <a:ln w="20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312037" y="4842509"/>
            <a:ext cx="1213485" cy="866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3470"/>
              </a:lnSpc>
              <a:spcBef>
                <a:spcPts val="135"/>
              </a:spcBef>
              <a:tabLst>
                <a:tab pos="866775" algn="l"/>
                <a:tab pos="1200150" algn="l"/>
              </a:tabLst>
            </a:pPr>
            <a:r>
              <a:rPr dirty="0" sz="3150" spc="15">
                <a:solidFill>
                  <a:srgbClr val="FF0000"/>
                </a:solidFill>
                <a:latin typeface="Times New Roman"/>
                <a:cs typeface="Times New Roman"/>
              </a:rPr>
              <a:t>2	</a:t>
            </a:r>
            <a:r>
              <a:rPr dirty="0" u="heavy" sz="3150" spc="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150" spc="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endParaRPr sz="3150">
              <a:latin typeface="Times New Roman"/>
              <a:cs typeface="Times New Roman"/>
            </a:endParaRPr>
          </a:p>
          <a:p>
            <a:pPr marL="801370">
              <a:lnSpc>
                <a:spcPts val="3110"/>
              </a:lnSpc>
            </a:pP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72856" y="5759069"/>
            <a:ext cx="73342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R </a:t>
            </a:r>
            <a:r>
              <a:rPr dirty="0" sz="2850" spc="15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850" spc="-45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50" spc="1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89609" y="5474258"/>
            <a:ext cx="59626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2270" algn="l"/>
              </a:tabLst>
            </a:pPr>
            <a:r>
              <a:rPr dirty="0" sz="2850" spc="1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2850" spc="1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50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4762"/>
                </a:moveTo>
                <a:lnTo>
                  <a:pt x="0" y="0"/>
                </a:lnTo>
                <a:lnTo>
                  <a:pt x="4762" y="0"/>
                </a:lnTo>
                <a:lnTo>
                  <a:pt x="0" y="4762"/>
                </a:lnTo>
                <a:close/>
              </a:path>
              <a:path w="12192000" h="6858000">
                <a:moveTo>
                  <a:pt x="12187237" y="6858000"/>
                </a:moveTo>
                <a:lnTo>
                  <a:pt x="4762" y="6858000"/>
                </a:lnTo>
                <a:lnTo>
                  <a:pt x="4762" y="0"/>
                </a:lnTo>
                <a:lnTo>
                  <a:pt x="12187237" y="0"/>
                </a:lnTo>
                <a:lnTo>
                  <a:pt x="12187237" y="6858000"/>
                </a:lnTo>
                <a:close/>
              </a:path>
              <a:path w="12192000" h="6858000">
                <a:moveTo>
                  <a:pt x="12192000" y="4762"/>
                </a:moveTo>
                <a:lnTo>
                  <a:pt x="12187237" y="0"/>
                </a:lnTo>
                <a:lnTo>
                  <a:pt x="12192000" y="0"/>
                </a:lnTo>
                <a:lnTo>
                  <a:pt x="12192000" y="4762"/>
                </a:lnTo>
                <a:close/>
              </a:path>
              <a:path w="12192000" h="6858000">
                <a:moveTo>
                  <a:pt x="4762" y="6853237"/>
                </a:moveTo>
                <a:lnTo>
                  <a:pt x="0" y="6853237"/>
                </a:lnTo>
                <a:lnTo>
                  <a:pt x="0" y="4762"/>
                </a:lnTo>
                <a:lnTo>
                  <a:pt x="4762" y="4762"/>
                </a:lnTo>
                <a:lnTo>
                  <a:pt x="4762" y="6853237"/>
                </a:lnTo>
                <a:close/>
              </a:path>
              <a:path w="12192000" h="6858000">
                <a:moveTo>
                  <a:pt x="12192000" y="6853237"/>
                </a:moveTo>
                <a:lnTo>
                  <a:pt x="12187237" y="6853237"/>
                </a:lnTo>
                <a:lnTo>
                  <a:pt x="12187237" y="4762"/>
                </a:lnTo>
                <a:lnTo>
                  <a:pt x="12192000" y="4762"/>
                </a:lnTo>
                <a:lnTo>
                  <a:pt x="12192000" y="6853237"/>
                </a:lnTo>
                <a:close/>
              </a:path>
              <a:path w="12192000" h="6858000">
                <a:moveTo>
                  <a:pt x="4762" y="6858000"/>
                </a:moveTo>
                <a:lnTo>
                  <a:pt x="0" y="6858000"/>
                </a:lnTo>
                <a:lnTo>
                  <a:pt x="0" y="6853237"/>
                </a:lnTo>
                <a:lnTo>
                  <a:pt x="4762" y="6858000"/>
                </a:lnTo>
                <a:close/>
              </a:path>
              <a:path w="12192000" h="6858000">
                <a:moveTo>
                  <a:pt x="12192000" y="6858000"/>
                </a:moveTo>
                <a:lnTo>
                  <a:pt x="12187237" y="6858000"/>
                </a:lnTo>
                <a:lnTo>
                  <a:pt x="12192000" y="6853237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1027" y="540384"/>
            <a:ext cx="9986645" cy="3185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0190">
              <a:lnSpc>
                <a:spcPct val="100000"/>
              </a:lnSpc>
              <a:spcBef>
                <a:spcPts val="95"/>
              </a:spcBef>
            </a:pPr>
            <a:r>
              <a:rPr dirty="0" sz="3400" spc="-5" b="1">
                <a:solidFill>
                  <a:srgbClr val="C00000"/>
                </a:solidFill>
                <a:latin typeface="微软雅黑"/>
                <a:cs typeface="微软雅黑"/>
              </a:rPr>
              <a:t>简 单 应</a:t>
            </a:r>
            <a:r>
              <a:rPr dirty="0" sz="3400" spc="-475" b="1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3400" spc="-5" b="1">
                <a:solidFill>
                  <a:srgbClr val="C00000"/>
                </a:solidFill>
                <a:latin typeface="微软雅黑"/>
                <a:cs typeface="微软雅黑"/>
              </a:rPr>
              <a:t>用</a:t>
            </a:r>
            <a:endParaRPr sz="3400">
              <a:latin typeface="微软雅黑"/>
              <a:cs typeface="微软雅黑"/>
            </a:endParaRPr>
          </a:p>
          <a:p>
            <a:pPr marL="241300" marR="5080" indent="-228600">
              <a:lnSpc>
                <a:spcPct val="147500"/>
              </a:lnSpc>
              <a:spcBef>
                <a:spcPts val="2880"/>
              </a:spcBef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dirty="0" sz="3600" spc="-3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某小型发电机产生的电动势随时间的变化规律为 </a:t>
            </a:r>
            <a:r>
              <a:rPr dirty="0" sz="3200" b="1" i="1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dirty="0" sz="3200" spc="-20" b="1" i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32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dirty="0" baseline="-17615" sz="3075" b="1">
                <a:solidFill>
                  <a:srgbClr val="0000CC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sin</a:t>
            </a:r>
            <a:r>
              <a:rPr dirty="0" sz="3200" b="1" i="1">
                <a:solidFill>
                  <a:srgbClr val="0000CC"/>
                </a:solidFill>
                <a:latin typeface="Times New Roman"/>
                <a:cs typeface="Times New Roman"/>
              </a:rPr>
              <a:t>ωt</a:t>
            </a:r>
            <a:r>
              <a:rPr dirty="0" sz="3200" spc="-20" b="1" i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。如果其它条件不变，仅使线圈的转速加 倍，则产生的电动势随时间的变化规律变为：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7027" y="4057650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3727" y="4504690"/>
            <a:ext cx="3556000" cy="0"/>
          </a:xfrm>
          <a:custGeom>
            <a:avLst/>
            <a:gdLst/>
            <a:ahLst/>
            <a:cxnLst/>
            <a:rect l="l" t="t" r="r" b="b"/>
            <a:pathLst>
              <a:path w="3556000" h="0">
                <a:moveTo>
                  <a:pt x="0" y="0"/>
                </a:moveTo>
                <a:lnTo>
                  <a:pt x="3556000" y="0"/>
                </a:lnTo>
              </a:path>
            </a:pathLst>
          </a:custGeom>
          <a:ln w="18288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9314" y="3796982"/>
            <a:ext cx="28511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0066"/>
                </a:solidFill>
                <a:latin typeface="Times New Roman"/>
                <a:cs typeface="Times New Roman"/>
              </a:rPr>
              <a:t>e ′=</a:t>
            </a:r>
            <a:r>
              <a:rPr dirty="0" sz="3200" b="1">
                <a:solidFill>
                  <a:srgbClr val="FF0066"/>
                </a:solidFill>
                <a:latin typeface="Times New Roman"/>
                <a:cs typeface="Times New Roman"/>
              </a:rPr>
              <a:t>2</a:t>
            </a:r>
            <a:r>
              <a:rPr dirty="0" sz="3200" b="1" i="1">
                <a:solidFill>
                  <a:srgbClr val="FF0066"/>
                </a:solidFill>
                <a:latin typeface="Times New Roman"/>
                <a:cs typeface="Times New Roman"/>
              </a:rPr>
              <a:t>E</a:t>
            </a:r>
            <a:r>
              <a:rPr dirty="0" baseline="-17615" sz="3075" b="1">
                <a:solidFill>
                  <a:srgbClr val="FF0066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0066"/>
                </a:solidFill>
                <a:latin typeface="Times New Roman"/>
                <a:cs typeface="Times New Roman"/>
              </a:rPr>
              <a:t>sin2</a:t>
            </a:r>
            <a:r>
              <a:rPr dirty="0" sz="3200" b="1" i="1">
                <a:solidFill>
                  <a:srgbClr val="FF0066"/>
                </a:solidFill>
                <a:latin typeface="Times New Roman"/>
                <a:cs typeface="Times New Roman"/>
              </a:rPr>
              <a:t>ωt</a:t>
            </a:r>
            <a:r>
              <a:rPr dirty="0" sz="3200" spc="-95" b="1" i="1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66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239" y="2899282"/>
            <a:ext cx="2545080" cy="2067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96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．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400V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0.02s 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．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200V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0.02s 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．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400V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0.08s  D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．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200V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0.08s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2744" y="4370704"/>
            <a:ext cx="2830830" cy="76200"/>
          </a:xfrm>
          <a:custGeom>
            <a:avLst/>
            <a:gdLst/>
            <a:ahLst/>
            <a:cxnLst/>
            <a:rect l="l" t="t" r="r" b="b"/>
            <a:pathLst>
              <a:path w="2830829" h="76200">
                <a:moveTo>
                  <a:pt x="2754553" y="76200"/>
                </a:moveTo>
                <a:lnTo>
                  <a:pt x="2792653" y="38100"/>
                </a:lnTo>
                <a:lnTo>
                  <a:pt x="2754553" y="0"/>
                </a:lnTo>
                <a:lnTo>
                  <a:pt x="2821228" y="33337"/>
                </a:lnTo>
                <a:lnTo>
                  <a:pt x="2802178" y="33337"/>
                </a:lnTo>
                <a:lnTo>
                  <a:pt x="2802178" y="42862"/>
                </a:lnTo>
                <a:lnTo>
                  <a:pt x="2821228" y="42862"/>
                </a:lnTo>
                <a:lnTo>
                  <a:pt x="2754553" y="76200"/>
                </a:lnTo>
                <a:close/>
              </a:path>
              <a:path w="2830829" h="76200">
                <a:moveTo>
                  <a:pt x="2787891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2787891" y="33337"/>
                </a:lnTo>
                <a:lnTo>
                  <a:pt x="2792653" y="38100"/>
                </a:lnTo>
                <a:lnTo>
                  <a:pt x="2787891" y="42862"/>
                </a:lnTo>
                <a:close/>
              </a:path>
              <a:path w="2830829" h="76200">
                <a:moveTo>
                  <a:pt x="2821228" y="42862"/>
                </a:moveTo>
                <a:lnTo>
                  <a:pt x="2802178" y="42862"/>
                </a:lnTo>
                <a:lnTo>
                  <a:pt x="2802178" y="33337"/>
                </a:lnTo>
                <a:lnTo>
                  <a:pt x="2821228" y="33337"/>
                </a:lnTo>
                <a:lnTo>
                  <a:pt x="2830753" y="38100"/>
                </a:lnTo>
                <a:lnTo>
                  <a:pt x="2821228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39473" y="3463061"/>
            <a:ext cx="76200" cy="1833245"/>
          </a:xfrm>
          <a:custGeom>
            <a:avLst/>
            <a:gdLst/>
            <a:ahLst/>
            <a:cxnLst/>
            <a:rect l="l" t="t" r="r" b="b"/>
            <a:pathLst>
              <a:path w="76200" h="1833245">
                <a:moveTo>
                  <a:pt x="0" y="76200"/>
                </a:moveTo>
                <a:lnTo>
                  <a:pt x="38100" y="0"/>
                </a:lnTo>
                <a:lnTo>
                  <a:pt x="52387" y="28575"/>
                </a:lnTo>
                <a:lnTo>
                  <a:pt x="33337" y="28575"/>
                </a:lnTo>
                <a:lnTo>
                  <a:pt x="33337" y="42862"/>
                </a:lnTo>
                <a:lnTo>
                  <a:pt x="0" y="76200"/>
                </a:lnTo>
                <a:close/>
              </a:path>
              <a:path w="76200" h="1833245">
                <a:moveTo>
                  <a:pt x="33337" y="42862"/>
                </a:moveTo>
                <a:lnTo>
                  <a:pt x="33337" y="28575"/>
                </a:lnTo>
                <a:lnTo>
                  <a:pt x="42862" y="28575"/>
                </a:lnTo>
                <a:lnTo>
                  <a:pt x="42862" y="38100"/>
                </a:lnTo>
                <a:lnTo>
                  <a:pt x="38100" y="38100"/>
                </a:lnTo>
                <a:lnTo>
                  <a:pt x="33337" y="42862"/>
                </a:lnTo>
                <a:close/>
              </a:path>
              <a:path w="76200" h="1833245">
                <a:moveTo>
                  <a:pt x="76200" y="76200"/>
                </a:moveTo>
                <a:lnTo>
                  <a:pt x="42862" y="42862"/>
                </a:lnTo>
                <a:lnTo>
                  <a:pt x="42862" y="28575"/>
                </a:lnTo>
                <a:lnTo>
                  <a:pt x="52387" y="28575"/>
                </a:lnTo>
                <a:lnTo>
                  <a:pt x="76200" y="76200"/>
                </a:lnTo>
                <a:close/>
              </a:path>
              <a:path w="76200" h="1833245">
                <a:moveTo>
                  <a:pt x="42862" y="1832838"/>
                </a:moveTo>
                <a:lnTo>
                  <a:pt x="33337" y="1832838"/>
                </a:lnTo>
                <a:lnTo>
                  <a:pt x="33337" y="42862"/>
                </a:lnTo>
                <a:lnTo>
                  <a:pt x="38100" y="38100"/>
                </a:lnTo>
                <a:lnTo>
                  <a:pt x="42862" y="42862"/>
                </a:lnTo>
                <a:lnTo>
                  <a:pt x="42862" y="1832838"/>
                </a:lnTo>
                <a:close/>
              </a:path>
              <a:path w="76200" h="1833245">
                <a:moveTo>
                  <a:pt x="42862" y="42862"/>
                </a:moveTo>
                <a:lnTo>
                  <a:pt x="38100" y="38100"/>
                </a:lnTo>
                <a:lnTo>
                  <a:pt x="42862" y="38100"/>
                </a:lnTo>
                <a:lnTo>
                  <a:pt x="42862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30276" y="4358017"/>
            <a:ext cx="9525" cy="49530"/>
          </a:xfrm>
          <a:custGeom>
            <a:avLst/>
            <a:gdLst/>
            <a:ahLst/>
            <a:cxnLst/>
            <a:rect l="l" t="t" r="r" b="b"/>
            <a:pathLst>
              <a:path w="9525" h="49529">
                <a:moveTo>
                  <a:pt x="9525" y="49529"/>
                </a:moveTo>
                <a:lnTo>
                  <a:pt x="9525" y="0"/>
                </a:lnTo>
                <a:lnTo>
                  <a:pt x="0" y="0"/>
                </a:lnTo>
                <a:lnTo>
                  <a:pt x="0" y="49529"/>
                </a:lnTo>
                <a:lnTo>
                  <a:pt x="9525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67624" y="4341507"/>
            <a:ext cx="9525" cy="66040"/>
          </a:xfrm>
          <a:custGeom>
            <a:avLst/>
            <a:gdLst/>
            <a:ahLst/>
            <a:cxnLst/>
            <a:rect l="l" t="t" r="r" b="b"/>
            <a:pathLst>
              <a:path w="9525" h="66039">
                <a:moveTo>
                  <a:pt x="9525" y="66039"/>
                </a:moveTo>
                <a:lnTo>
                  <a:pt x="9525" y="0"/>
                </a:lnTo>
                <a:lnTo>
                  <a:pt x="0" y="0"/>
                </a:lnTo>
                <a:lnTo>
                  <a:pt x="0" y="66039"/>
                </a:lnTo>
                <a:lnTo>
                  <a:pt x="9525" y="66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70029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36704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3379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70054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36729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03404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70079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36754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03429" y="3808361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51283" y="3823030"/>
            <a:ext cx="0" cy="584835"/>
          </a:xfrm>
          <a:custGeom>
            <a:avLst/>
            <a:gdLst/>
            <a:ahLst/>
            <a:cxnLst/>
            <a:rect l="l" t="t" r="r" b="b"/>
            <a:pathLst>
              <a:path w="0" h="584835">
                <a:moveTo>
                  <a:pt x="0" y="0"/>
                </a:moveTo>
                <a:lnTo>
                  <a:pt x="0" y="5845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08748" y="4407547"/>
            <a:ext cx="0" cy="584835"/>
          </a:xfrm>
          <a:custGeom>
            <a:avLst/>
            <a:gdLst/>
            <a:ahLst/>
            <a:cxnLst/>
            <a:rect l="l" t="t" r="r" b="b"/>
            <a:pathLst>
              <a:path w="0" h="584835">
                <a:moveTo>
                  <a:pt x="0" y="0"/>
                </a:moveTo>
                <a:lnTo>
                  <a:pt x="0" y="58453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67057" y="3803599"/>
            <a:ext cx="2308860" cy="1216660"/>
          </a:xfrm>
          <a:custGeom>
            <a:avLst/>
            <a:gdLst/>
            <a:ahLst/>
            <a:cxnLst/>
            <a:rect l="l" t="t" r="r" b="b"/>
            <a:pathLst>
              <a:path w="2308859" h="1216660">
                <a:moveTo>
                  <a:pt x="16014" y="608329"/>
                </a:moveTo>
                <a:lnTo>
                  <a:pt x="35890" y="542289"/>
                </a:lnTo>
                <a:lnTo>
                  <a:pt x="107797" y="433070"/>
                </a:lnTo>
                <a:lnTo>
                  <a:pt x="161848" y="353060"/>
                </a:lnTo>
                <a:lnTo>
                  <a:pt x="234124" y="255270"/>
                </a:lnTo>
                <a:lnTo>
                  <a:pt x="270344" y="209550"/>
                </a:lnTo>
                <a:lnTo>
                  <a:pt x="306654" y="167639"/>
                </a:lnTo>
                <a:lnTo>
                  <a:pt x="324802" y="148589"/>
                </a:lnTo>
                <a:lnTo>
                  <a:pt x="333908" y="138429"/>
                </a:lnTo>
                <a:lnTo>
                  <a:pt x="370395" y="102870"/>
                </a:lnTo>
                <a:lnTo>
                  <a:pt x="416217" y="64770"/>
                </a:lnTo>
                <a:lnTo>
                  <a:pt x="443864" y="45720"/>
                </a:lnTo>
                <a:lnTo>
                  <a:pt x="453110" y="40639"/>
                </a:lnTo>
                <a:lnTo>
                  <a:pt x="462381" y="34289"/>
                </a:lnTo>
                <a:lnTo>
                  <a:pt x="471652" y="29210"/>
                </a:lnTo>
                <a:lnTo>
                  <a:pt x="480961" y="25400"/>
                </a:lnTo>
                <a:lnTo>
                  <a:pt x="490270" y="20320"/>
                </a:lnTo>
                <a:lnTo>
                  <a:pt x="508965" y="12700"/>
                </a:lnTo>
                <a:lnTo>
                  <a:pt x="546582" y="2539"/>
                </a:lnTo>
                <a:lnTo>
                  <a:pt x="555612" y="1270"/>
                </a:lnTo>
                <a:lnTo>
                  <a:pt x="565492" y="0"/>
                </a:lnTo>
                <a:lnTo>
                  <a:pt x="603719" y="0"/>
                </a:lnTo>
                <a:lnTo>
                  <a:pt x="612736" y="2539"/>
                </a:lnTo>
                <a:lnTo>
                  <a:pt x="613283" y="2539"/>
                </a:lnTo>
                <a:lnTo>
                  <a:pt x="622287" y="3810"/>
                </a:lnTo>
                <a:lnTo>
                  <a:pt x="632282" y="6350"/>
                </a:lnTo>
                <a:lnTo>
                  <a:pt x="660501" y="17779"/>
                </a:lnTo>
                <a:lnTo>
                  <a:pt x="584073" y="17779"/>
                </a:lnTo>
                <a:lnTo>
                  <a:pt x="575424" y="19050"/>
                </a:lnTo>
                <a:lnTo>
                  <a:pt x="567296" y="19050"/>
                </a:lnTo>
                <a:lnTo>
                  <a:pt x="558266" y="20320"/>
                </a:lnTo>
                <a:lnTo>
                  <a:pt x="558698" y="20320"/>
                </a:lnTo>
                <a:lnTo>
                  <a:pt x="549668" y="21589"/>
                </a:lnTo>
                <a:lnTo>
                  <a:pt x="550087" y="21589"/>
                </a:lnTo>
                <a:lnTo>
                  <a:pt x="545572" y="22860"/>
                </a:lnTo>
                <a:lnTo>
                  <a:pt x="541451" y="22860"/>
                </a:lnTo>
                <a:lnTo>
                  <a:pt x="532422" y="25400"/>
                </a:lnTo>
                <a:lnTo>
                  <a:pt x="532803" y="25400"/>
                </a:lnTo>
                <a:lnTo>
                  <a:pt x="523773" y="27939"/>
                </a:lnTo>
                <a:lnTo>
                  <a:pt x="524128" y="27939"/>
                </a:lnTo>
                <a:lnTo>
                  <a:pt x="515112" y="31750"/>
                </a:lnTo>
                <a:lnTo>
                  <a:pt x="515442" y="31750"/>
                </a:lnTo>
                <a:lnTo>
                  <a:pt x="506425" y="34289"/>
                </a:lnTo>
                <a:lnTo>
                  <a:pt x="506742" y="34289"/>
                </a:lnTo>
                <a:lnTo>
                  <a:pt x="497713" y="38100"/>
                </a:lnTo>
                <a:lnTo>
                  <a:pt x="498017" y="38100"/>
                </a:lnTo>
                <a:lnTo>
                  <a:pt x="488988" y="41910"/>
                </a:lnTo>
                <a:lnTo>
                  <a:pt x="489267" y="41910"/>
                </a:lnTo>
                <a:lnTo>
                  <a:pt x="480250" y="46989"/>
                </a:lnTo>
                <a:lnTo>
                  <a:pt x="480504" y="46989"/>
                </a:lnTo>
                <a:lnTo>
                  <a:pt x="473741" y="50800"/>
                </a:lnTo>
                <a:lnTo>
                  <a:pt x="471728" y="50800"/>
                </a:lnTo>
                <a:lnTo>
                  <a:pt x="462711" y="57150"/>
                </a:lnTo>
                <a:lnTo>
                  <a:pt x="462927" y="57150"/>
                </a:lnTo>
                <a:lnTo>
                  <a:pt x="453910" y="62229"/>
                </a:lnTo>
                <a:lnTo>
                  <a:pt x="454126" y="62229"/>
                </a:lnTo>
                <a:lnTo>
                  <a:pt x="445109" y="67310"/>
                </a:lnTo>
                <a:lnTo>
                  <a:pt x="445300" y="67310"/>
                </a:lnTo>
                <a:lnTo>
                  <a:pt x="436283" y="73660"/>
                </a:lnTo>
                <a:lnTo>
                  <a:pt x="436460" y="73660"/>
                </a:lnTo>
                <a:lnTo>
                  <a:pt x="427443" y="80010"/>
                </a:lnTo>
                <a:lnTo>
                  <a:pt x="427621" y="80010"/>
                </a:lnTo>
                <a:lnTo>
                  <a:pt x="418591" y="87629"/>
                </a:lnTo>
                <a:lnTo>
                  <a:pt x="418757" y="87629"/>
                </a:lnTo>
                <a:lnTo>
                  <a:pt x="409740" y="93979"/>
                </a:lnTo>
                <a:lnTo>
                  <a:pt x="409892" y="93979"/>
                </a:lnTo>
                <a:lnTo>
                  <a:pt x="400875" y="101600"/>
                </a:lnTo>
                <a:lnTo>
                  <a:pt x="391985" y="109220"/>
                </a:lnTo>
                <a:lnTo>
                  <a:pt x="392125" y="109220"/>
                </a:lnTo>
                <a:lnTo>
                  <a:pt x="383108" y="116839"/>
                </a:lnTo>
                <a:lnTo>
                  <a:pt x="374205" y="125729"/>
                </a:lnTo>
                <a:lnTo>
                  <a:pt x="365302" y="134620"/>
                </a:lnTo>
                <a:lnTo>
                  <a:pt x="357686" y="142239"/>
                </a:lnTo>
                <a:lnTo>
                  <a:pt x="356488" y="142239"/>
                </a:lnTo>
                <a:lnTo>
                  <a:pt x="347472" y="152400"/>
                </a:lnTo>
                <a:lnTo>
                  <a:pt x="338556" y="161289"/>
                </a:lnTo>
                <a:lnTo>
                  <a:pt x="320662" y="180339"/>
                </a:lnTo>
                <a:lnTo>
                  <a:pt x="320801" y="180339"/>
                </a:lnTo>
                <a:lnTo>
                  <a:pt x="302793" y="200660"/>
                </a:lnTo>
                <a:lnTo>
                  <a:pt x="284899" y="222250"/>
                </a:lnTo>
                <a:lnTo>
                  <a:pt x="267004" y="243839"/>
                </a:lnTo>
                <a:lnTo>
                  <a:pt x="249097" y="266700"/>
                </a:lnTo>
                <a:lnTo>
                  <a:pt x="231178" y="290829"/>
                </a:lnTo>
                <a:lnTo>
                  <a:pt x="213258" y="314960"/>
                </a:lnTo>
                <a:lnTo>
                  <a:pt x="195325" y="339089"/>
                </a:lnTo>
                <a:lnTo>
                  <a:pt x="177406" y="364489"/>
                </a:lnTo>
                <a:lnTo>
                  <a:pt x="159473" y="389889"/>
                </a:lnTo>
                <a:lnTo>
                  <a:pt x="141528" y="416560"/>
                </a:lnTo>
                <a:lnTo>
                  <a:pt x="123596" y="443229"/>
                </a:lnTo>
                <a:lnTo>
                  <a:pt x="87718" y="497839"/>
                </a:lnTo>
                <a:lnTo>
                  <a:pt x="51854" y="552450"/>
                </a:lnTo>
                <a:lnTo>
                  <a:pt x="16014" y="608329"/>
                </a:lnTo>
                <a:close/>
              </a:path>
              <a:path w="2308859" h="1216660">
                <a:moveTo>
                  <a:pt x="584199" y="17815"/>
                </a:moveTo>
                <a:lnTo>
                  <a:pt x="584453" y="17779"/>
                </a:lnTo>
                <a:lnTo>
                  <a:pt x="584199" y="17815"/>
                </a:lnTo>
                <a:close/>
              </a:path>
              <a:path w="2308859" h="1216660">
                <a:moveTo>
                  <a:pt x="643864" y="31750"/>
                </a:moveTo>
                <a:lnTo>
                  <a:pt x="634860" y="27939"/>
                </a:lnTo>
                <a:lnTo>
                  <a:pt x="635304" y="27939"/>
                </a:lnTo>
                <a:lnTo>
                  <a:pt x="626300" y="25400"/>
                </a:lnTo>
                <a:lnTo>
                  <a:pt x="626770" y="25400"/>
                </a:lnTo>
                <a:lnTo>
                  <a:pt x="617766" y="22860"/>
                </a:lnTo>
                <a:lnTo>
                  <a:pt x="618274" y="22860"/>
                </a:lnTo>
                <a:lnTo>
                  <a:pt x="609269" y="20320"/>
                </a:lnTo>
                <a:lnTo>
                  <a:pt x="609803" y="20320"/>
                </a:lnTo>
                <a:lnTo>
                  <a:pt x="600798" y="19050"/>
                </a:lnTo>
                <a:lnTo>
                  <a:pt x="588581" y="19050"/>
                </a:lnTo>
                <a:lnTo>
                  <a:pt x="584199" y="17815"/>
                </a:lnTo>
                <a:lnTo>
                  <a:pt x="584453" y="17779"/>
                </a:lnTo>
                <a:lnTo>
                  <a:pt x="660501" y="17779"/>
                </a:lnTo>
                <a:lnTo>
                  <a:pt x="683774" y="30479"/>
                </a:lnTo>
                <a:lnTo>
                  <a:pt x="643458" y="30479"/>
                </a:lnTo>
                <a:lnTo>
                  <a:pt x="643864" y="31750"/>
                </a:lnTo>
                <a:close/>
              </a:path>
              <a:path w="2308859" h="1216660">
                <a:moveTo>
                  <a:pt x="541058" y="24129"/>
                </a:moveTo>
                <a:lnTo>
                  <a:pt x="541451" y="22860"/>
                </a:lnTo>
                <a:lnTo>
                  <a:pt x="545572" y="22860"/>
                </a:lnTo>
                <a:lnTo>
                  <a:pt x="541058" y="24129"/>
                </a:lnTo>
                <a:close/>
              </a:path>
              <a:path w="2308859" h="1216660">
                <a:moveTo>
                  <a:pt x="652462" y="35560"/>
                </a:moveTo>
                <a:lnTo>
                  <a:pt x="643458" y="30479"/>
                </a:lnTo>
                <a:lnTo>
                  <a:pt x="683774" y="30479"/>
                </a:lnTo>
                <a:lnTo>
                  <a:pt x="688428" y="33020"/>
                </a:lnTo>
                <a:lnTo>
                  <a:pt x="690275" y="34289"/>
                </a:lnTo>
                <a:lnTo>
                  <a:pt x="652094" y="34289"/>
                </a:lnTo>
                <a:lnTo>
                  <a:pt x="652462" y="35560"/>
                </a:lnTo>
                <a:close/>
              </a:path>
              <a:path w="2308859" h="1216660">
                <a:moveTo>
                  <a:pt x="669747" y="44450"/>
                </a:moveTo>
                <a:lnTo>
                  <a:pt x="660742" y="39370"/>
                </a:lnTo>
                <a:lnTo>
                  <a:pt x="661085" y="39370"/>
                </a:lnTo>
                <a:lnTo>
                  <a:pt x="652094" y="34289"/>
                </a:lnTo>
                <a:lnTo>
                  <a:pt x="690275" y="34289"/>
                </a:lnTo>
                <a:lnTo>
                  <a:pt x="703201" y="43179"/>
                </a:lnTo>
                <a:lnTo>
                  <a:pt x="669429" y="43179"/>
                </a:lnTo>
                <a:lnTo>
                  <a:pt x="669747" y="44450"/>
                </a:lnTo>
                <a:close/>
              </a:path>
              <a:path w="2308859" h="1216660">
                <a:moveTo>
                  <a:pt x="748652" y="105410"/>
                </a:moveTo>
                <a:lnTo>
                  <a:pt x="739673" y="96520"/>
                </a:lnTo>
                <a:lnTo>
                  <a:pt x="739813" y="96520"/>
                </a:lnTo>
                <a:lnTo>
                  <a:pt x="730834" y="88900"/>
                </a:lnTo>
                <a:lnTo>
                  <a:pt x="730999" y="88900"/>
                </a:lnTo>
                <a:lnTo>
                  <a:pt x="722007" y="81279"/>
                </a:lnTo>
                <a:lnTo>
                  <a:pt x="722185" y="81279"/>
                </a:lnTo>
                <a:lnTo>
                  <a:pt x="713206" y="73660"/>
                </a:lnTo>
                <a:lnTo>
                  <a:pt x="713397" y="73660"/>
                </a:lnTo>
                <a:lnTo>
                  <a:pt x="704405" y="67310"/>
                </a:lnTo>
                <a:lnTo>
                  <a:pt x="704621" y="67310"/>
                </a:lnTo>
                <a:lnTo>
                  <a:pt x="695629" y="60960"/>
                </a:lnTo>
                <a:lnTo>
                  <a:pt x="695871" y="60960"/>
                </a:lnTo>
                <a:lnTo>
                  <a:pt x="686879" y="54610"/>
                </a:lnTo>
                <a:lnTo>
                  <a:pt x="687133" y="54610"/>
                </a:lnTo>
                <a:lnTo>
                  <a:pt x="678141" y="49529"/>
                </a:lnTo>
                <a:lnTo>
                  <a:pt x="678421" y="49529"/>
                </a:lnTo>
                <a:lnTo>
                  <a:pt x="669429" y="43179"/>
                </a:lnTo>
                <a:lnTo>
                  <a:pt x="703201" y="43179"/>
                </a:lnTo>
                <a:lnTo>
                  <a:pt x="725258" y="58420"/>
                </a:lnTo>
                <a:lnTo>
                  <a:pt x="734250" y="66039"/>
                </a:lnTo>
                <a:lnTo>
                  <a:pt x="743559" y="74929"/>
                </a:lnTo>
                <a:lnTo>
                  <a:pt x="752678" y="82550"/>
                </a:lnTo>
                <a:lnTo>
                  <a:pt x="774761" y="104139"/>
                </a:lnTo>
                <a:lnTo>
                  <a:pt x="748525" y="104139"/>
                </a:lnTo>
                <a:lnTo>
                  <a:pt x="748652" y="105410"/>
                </a:lnTo>
                <a:close/>
              </a:path>
              <a:path w="2308859" h="1216660">
                <a:moveTo>
                  <a:pt x="471487" y="52070"/>
                </a:moveTo>
                <a:lnTo>
                  <a:pt x="471728" y="50800"/>
                </a:lnTo>
                <a:lnTo>
                  <a:pt x="473741" y="50800"/>
                </a:lnTo>
                <a:lnTo>
                  <a:pt x="471487" y="52070"/>
                </a:lnTo>
                <a:close/>
              </a:path>
              <a:path w="2308859" h="1216660">
                <a:moveTo>
                  <a:pt x="828649" y="193039"/>
                </a:moveTo>
                <a:lnTo>
                  <a:pt x="810704" y="171450"/>
                </a:lnTo>
                <a:lnTo>
                  <a:pt x="810831" y="171450"/>
                </a:lnTo>
                <a:lnTo>
                  <a:pt x="792886" y="151129"/>
                </a:lnTo>
                <a:lnTo>
                  <a:pt x="784021" y="140970"/>
                </a:lnTo>
                <a:lnTo>
                  <a:pt x="775131" y="132079"/>
                </a:lnTo>
                <a:lnTo>
                  <a:pt x="766254" y="121920"/>
                </a:lnTo>
                <a:lnTo>
                  <a:pt x="757389" y="113029"/>
                </a:lnTo>
                <a:lnTo>
                  <a:pt x="748525" y="104139"/>
                </a:lnTo>
                <a:lnTo>
                  <a:pt x="774761" y="104139"/>
                </a:lnTo>
                <a:lnTo>
                  <a:pt x="789051" y="118110"/>
                </a:lnTo>
                <a:lnTo>
                  <a:pt x="825296" y="158750"/>
                </a:lnTo>
                <a:lnTo>
                  <a:pt x="843356" y="180339"/>
                </a:lnTo>
                <a:lnTo>
                  <a:pt x="852373" y="191770"/>
                </a:lnTo>
                <a:lnTo>
                  <a:pt x="828548" y="191770"/>
                </a:lnTo>
                <a:lnTo>
                  <a:pt x="828649" y="193039"/>
                </a:lnTo>
                <a:close/>
              </a:path>
              <a:path w="2308859" h="1216660">
                <a:moveTo>
                  <a:pt x="356400" y="143510"/>
                </a:moveTo>
                <a:lnTo>
                  <a:pt x="356488" y="142239"/>
                </a:lnTo>
                <a:lnTo>
                  <a:pt x="357686" y="142239"/>
                </a:lnTo>
                <a:lnTo>
                  <a:pt x="356400" y="143510"/>
                </a:lnTo>
                <a:close/>
              </a:path>
              <a:path w="2308859" h="1216660">
                <a:moveTo>
                  <a:pt x="1763153" y="1216660"/>
                </a:moveTo>
                <a:lnTo>
                  <a:pt x="1729752" y="1216660"/>
                </a:lnTo>
                <a:lnTo>
                  <a:pt x="1724990" y="1215389"/>
                </a:lnTo>
                <a:lnTo>
                  <a:pt x="1720240" y="1215389"/>
                </a:lnTo>
                <a:lnTo>
                  <a:pt x="1715770" y="1214120"/>
                </a:lnTo>
                <a:lnTo>
                  <a:pt x="1705889" y="1212850"/>
                </a:lnTo>
                <a:lnTo>
                  <a:pt x="1696923" y="1210310"/>
                </a:lnTo>
                <a:lnTo>
                  <a:pt x="1678025" y="1202689"/>
                </a:lnTo>
                <a:lnTo>
                  <a:pt x="1668246" y="1198879"/>
                </a:lnTo>
                <a:lnTo>
                  <a:pt x="1649552" y="1188720"/>
                </a:lnTo>
                <a:lnTo>
                  <a:pt x="1640509" y="1183639"/>
                </a:lnTo>
                <a:lnTo>
                  <a:pt x="1630933" y="1177289"/>
                </a:lnTo>
                <a:lnTo>
                  <a:pt x="1621650" y="1169670"/>
                </a:lnTo>
                <a:lnTo>
                  <a:pt x="1612379" y="1163320"/>
                </a:lnTo>
                <a:lnTo>
                  <a:pt x="1584604" y="1140460"/>
                </a:lnTo>
                <a:lnTo>
                  <a:pt x="1575358" y="1131570"/>
                </a:lnTo>
                <a:lnTo>
                  <a:pt x="1566113" y="1123950"/>
                </a:lnTo>
                <a:lnTo>
                  <a:pt x="1556880" y="1113789"/>
                </a:lnTo>
                <a:lnTo>
                  <a:pt x="1547647" y="1104900"/>
                </a:lnTo>
                <a:lnTo>
                  <a:pt x="1538414" y="1094739"/>
                </a:lnTo>
                <a:lnTo>
                  <a:pt x="1483055" y="1032510"/>
                </a:lnTo>
                <a:lnTo>
                  <a:pt x="1409319" y="937260"/>
                </a:lnTo>
                <a:lnTo>
                  <a:pt x="1372514" y="887729"/>
                </a:lnTo>
                <a:lnTo>
                  <a:pt x="1335735" y="836929"/>
                </a:lnTo>
                <a:lnTo>
                  <a:pt x="1299006" y="787400"/>
                </a:lnTo>
                <a:lnTo>
                  <a:pt x="1280693" y="763270"/>
                </a:lnTo>
                <a:lnTo>
                  <a:pt x="1262392" y="739139"/>
                </a:lnTo>
                <a:lnTo>
                  <a:pt x="1244130" y="715010"/>
                </a:lnTo>
                <a:lnTo>
                  <a:pt x="1225905" y="692150"/>
                </a:lnTo>
                <a:lnTo>
                  <a:pt x="1207731" y="670560"/>
                </a:lnTo>
                <a:lnTo>
                  <a:pt x="1189596" y="648970"/>
                </a:lnTo>
                <a:lnTo>
                  <a:pt x="1189735" y="648970"/>
                </a:lnTo>
                <a:lnTo>
                  <a:pt x="1171524" y="628650"/>
                </a:lnTo>
                <a:lnTo>
                  <a:pt x="1162557" y="619760"/>
                </a:lnTo>
                <a:lnTo>
                  <a:pt x="1144384" y="600710"/>
                </a:lnTo>
                <a:lnTo>
                  <a:pt x="1116914" y="570229"/>
                </a:lnTo>
                <a:lnTo>
                  <a:pt x="1080490" y="527050"/>
                </a:lnTo>
                <a:lnTo>
                  <a:pt x="1008049" y="431800"/>
                </a:lnTo>
                <a:lnTo>
                  <a:pt x="936028" y="332739"/>
                </a:lnTo>
                <a:lnTo>
                  <a:pt x="900112" y="284479"/>
                </a:lnTo>
                <a:lnTo>
                  <a:pt x="882192" y="260350"/>
                </a:lnTo>
                <a:lnTo>
                  <a:pt x="864298" y="237489"/>
                </a:lnTo>
                <a:lnTo>
                  <a:pt x="846404" y="214629"/>
                </a:lnTo>
                <a:lnTo>
                  <a:pt x="828548" y="191770"/>
                </a:lnTo>
                <a:lnTo>
                  <a:pt x="852373" y="191770"/>
                </a:lnTo>
                <a:lnTo>
                  <a:pt x="897432" y="248920"/>
                </a:lnTo>
                <a:lnTo>
                  <a:pt x="915454" y="273050"/>
                </a:lnTo>
                <a:lnTo>
                  <a:pt x="987412" y="372110"/>
                </a:lnTo>
                <a:lnTo>
                  <a:pt x="1023416" y="420370"/>
                </a:lnTo>
                <a:lnTo>
                  <a:pt x="1041412" y="444500"/>
                </a:lnTo>
                <a:lnTo>
                  <a:pt x="1059408" y="468629"/>
                </a:lnTo>
                <a:lnTo>
                  <a:pt x="1077404" y="491489"/>
                </a:lnTo>
                <a:lnTo>
                  <a:pt x="1095400" y="514350"/>
                </a:lnTo>
                <a:lnTo>
                  <a:pt x="1113396" y="535939"/>
                </a:lnTo>
                <a:lnTo>
                  <a:pt x="1131392" y="557529"/>
                </a:lnTo>
                <a:lnTo>
                  <a:pt x="1131252" y="557529"/>
                </a:lnTo>
                <a:lnTo>
                  <a:pt x="1149388" y="577850"/>
                </a:lnTo>
                <a:lnTo>
                  <a:pt x="1158328" y="586739"/>
                </a:lnTo>
                <a:lnTo>
                  <a:pt x="1176502" y="605789"/>
                </a:lnTo>
                <a:lnTo>
                  <a:pt x="1204074" y="636270"/>
                </a:lnTo>
                <a:lnTo>
                  <a:pt x="1259179" y="703579"/>
                </a:lnTo>
                <a:lnTo>
                  <a:pt x="1314348" y="775970"/>
                </a:lnTo>
                <a:lnTo>
                  <a:pt x="1351114" y="826770"/>
                </a:lnTo>
                <a:lnTo>
                  <a:pt x="1387894" y="876300"/>
                </a:lnTo>
                <a:lnTo>
                  <a:pt x="1424635" y="925829"/>
                </a:lnTo>
                <a:lnTo>
                  <a:pt x="1442974" y="949960"/>
                </a:lnTo>
                <a:lnTo>
                  <a:pt x="1461287" y="974089"/>
                </a:lnTo>
                <a:lnTo>
                  <a:pt x="1479588" y="998220"/>
                </a:lnTo>
                <a:lnTo>
                  <a:pt x="1480518" y="998220"/>
                </a:lnTo>
                <a:lnTo>
                  <a:pt x="1497850" y="1019810"/>
                </a:lnTo>
                <a:lnTo>
                  <a:pt x="1516075" y="1041400"/>
                </a:lnTo>
                <a:lnTo>
                  <a:pt x="1534261" y="1062989"/>
                </a:lnTo>
                <a:lnTo>
                  <a:pt x="1543303" y="1073150"/>
                </a:lnTo>
                <a:lnTo>
                  <a:pt x="1552359" y="1082039"/>
                </a:lnTo>
                <a:lnTo>
                  <a:pt x="1561401" y="1092200"/>
                </a:lnTo>
                <a:lnTo>
                  <a:pt x="1570418" y="1101089"/>
                </a:lnTo>
                <a:lnTo>
                  <a:pt x="1579435" y="1109979"/>
                </a:lnTo>
                <a:lnTo>
                  <a:pt x="1588414" y="1117600"/>
                </a:lnTo>
                <a:lnTo>
                  <a:pt x="1588274" y="1117600"/>
                </a:lnTo>
                <a:lnTo>
                  <a:pt x="1597380" y="1126489"/>
                </a:lnTo>
                <a:lnTo>
                  <a:pt x="1597228" y="1126489"/>
                </a:lnTo>
                <a:lnTo>
                  <a:pt x="1606334" y="1134110"/>
                </a:lnTo>
                <a:lnTo>
                  <a:pt x="1606156" y="1134110"/>
                </a:lnTo>
                <a:lnTo>
                  <a:pt x="1615249" y="1141729"/>
                </a:lnTo>
                <a:lnTo>
                  <a:pt x="1615058" y="1141729"/>
                </a:lnTo>
                <a:lnTo>
                  <a:pt x="1624139" y="1148079"/>
                </a:lnTo>
                <a:lnTo>
                  <a:pt x="1623936" y="1148079"/>
                </a:lnTo>
                <a:lnTo>
                  <a:pt x="1633004" y="1154429"/>
                </a:lnTo>
                <a:lnTo>
                  <a:pt x="1632788" y="1154429"/>
                </a:lnTo>
                <a:lnTo>
                  <a:pt x="1641843" y="1160779"/>
                </a:lnTo>
                <a:lnTo>
                  <a:pt x="1641589" y="1160779"/>
                </a:lnTo>
                <a:lnTo>
                  <a:pt x="1650644" y="1167129"/>
                </a:lnTo>
                <a:lnTo>
                  <a:pt x="1650365" y="1167129"/>
                </a:lnTo>
                <a:lnTo>
                  <a:pt x="1659407" y="1172210"/>
                </a:lnTo>
                <a:lnTo>
                  <a:pt x="1659102" y="1172210"/>
                </a:lnTo>
                <a:lnTo>
                  <a:pt x="1668132" y="1177289"/>
                </a:lnTo>
                <a:lnTo>
                  <a:pt x="1667789" y="1177289"/>
                </a:lnTo>
                <a:lnTo>
                  <a:pt x="1676806" y="1181100"/>
                </a:lnTo>
                <a:lnTo>
                  <a:pt x="1676438" y="1181100"/>
                </a:lnTo>
                <a:lnTo>
                  <a:pt x="1685442" y="1184910"/>
                </a:lnTo>
                <a:lnTo>
                  <a:pt x="1685035" y="1184910"/>
                </a:lnTo>
                <a:lnTo>
                  <a:pt x="1694027" y="1188720"/>
                </a:lnTo>
                <a:lnTo>
                  <a:pt x="1693583" y="1188720"/>
                </a:lnTo>
                <a:lnTo>
                  <a:pt x="1702561" y="1191260"/>
                </a:lnTo>
                <a:lnTo>
                  <a:pt x="1702092" y="1191260"/>
                </a:lnTo>
                <a:lnTo>
                  <a:pt x="1711058" y="1193800"/>
                </a:lnTo>
                <a:lnTo>
                  <a:pt x="1710537" y="1193800"/>
                </a:lnTo>
                <a:lnTo>
                  <a:pt x="1719491" y="1196339"/>
                </a:lnTo>
                <a:lnTo>
                  <a:pt x="1723263" y="1196339"/>
                </a:lnTo>
                <a:lnTo>
                  <a:pt x="1727733" y="1197610"/>
                </a:lnTo>
                <a:lnTo>
                  <a:pt x="1830477" y="1197610"/>
                </a:lnTo>
                <a:lnTo>
                  <a:pt x="1809102" y="1206500"/>
                </a:lnTo>
                <a:lnTo>
                  <a:pt x="1790623" y="1211579"/>
                </a:lnTo>
                <a:lnTo>
                  <a:pt x="1781759" y="1214120"/>
                </a:lnTo>
                <a:lnTo>
                  <a:pt x="1772030" y="1215389"/>
                </a:lnTo>
                <a:lnTo>
                  <a:pt x="1763153" y="1216660"/>
                </a:lnTo>
                <a:close/>
              </a:path>
              <a:path w="2308859" h="1216660">
                <a:moveTo>
                  <a:pt x="2194121" y="793750"/>
                </a:moveTo>
                <a:lnTo>
                  <a:pt x="2171788" y="793750"/>
                </a:lnTo>
                <a:lnTo>
                  <a:pt x="2188997" y="765810"/>
                </a:lnTo>
                <a:lnTo>
                  <a:pt x="2223363" y="711200"/>
                </a:lnTo>
                <a:lnTo>
                  <a:pt x="2257742" y="655320"/>
                </a:lnTo>
                <a:lnTo>
                  <a:pt x="2292159" y="598170"/>
                </a:lnTo>
                <a:lnTo>
                  <a:pt x="2308428" y="608329"/>
                </a:lnTo>
                <a:lnTo>
                  <a:pt x="2273985" y="664210"/>
                </a:lnTo>
                <a:lnTo>
                  <a:pt x="2239543" y="721360"/>
                </a:lnTo>
                <a:lnTo>
                  <a:pt x="2205088" y="775970"/>
                </a:lnTo>
                <a:lnTo>
                  <a:pt x="2194121" y="793750"/>
                </a:lnTo>
                <a:close/>
              </a:path>
              <a:path w="2308859" h="1216660">
                <a:moveTo>
                  <a:pt x="2177170" y="820420"/>
                </a:moveTo>
                <a:lnTo>
                  <a:pt x="2154618" y="820420"/>
                </a:lnTo>
                <a:lnTo>
                  <a:pt x="2171827" y="792479"/>
                </a:lnTo>
                <a:lnTo>
                  <a:pt x="2171788" y="793750"/>
                </a:lnTo>
                <a:lnTo>
                  <a:pt x="2194121" y="793750"/>
                </a:lnTo>
                <a:lnTo>
                  <a:pt x="2187854" y="803910"/>
                </a:lnTo>
                <a:lnTo>
                  <a:pt x="2177170" y="820420"/>
                </a:lnTo>
                <a:close/>
              </a:path>
              <a:path w="2308859" h="1216660">
                <a:moveTo>
                  <a:pt x="2142643" y="872489"/>
                </a:moveTo>
                <a:lnTo>
                  <a:pt x="2120265" y="872489"/>
                </a:lnTo>
                <a:lnTo>
                  <a:pt x="2137486" y="845820"/>
                </a:lnTo>
                <a:lnTo>
                  <a:pt x="2154656" y="819150"/>
                </a:lnTo>
                <a:lnTo>
                  <a:pt x="2154618" y="820420"/>
                </a:lnTo>
                <a:lnTo>
                  <a:pt x="2177170" y="820420"/>
                </a:lnTo>
                <a:lnTo>
                  <a:pt x="2170595" y="830579"/>
                </a:lnTo>
                <a:lnTo>
                  <a:pt x="2153335" y="855979"/>
                </a:lnTo>
                <a:lnTo>
                  <a:pt x="2142643" y="872489"/>
                </a:lnTo>
                <a:close/>
              </a:path>
              <a:path w="2308859" h="1216660">
                <a:moveTo>
                  <a:pt x="2091404" y="946150"/>
                </a:moveTo>
                <a:lnTo>
                  <a:pt x="2068728" y="946150"/>
                </a:lnTo>
                <a:lnTo>
                  <a:pt x="2085975" y="922020"/>
                </a:lnTo>
                <a:lnTo>
                  <a:pt x="2103145" y="896620"/>
                </a:lnTo>
                <a:lnTo>
                  <a:pt x="2120315" y="871220"/>
                </a:lnTo>
                <a:lnTo>
                  <a:pt x="2120265" y="872489"/>
                </a:lnTo>
                <a:lnTo>
                  <a:pt x="2142643" y="872489"/>
                </a:lnTo>
                <a:lnTo>
                  <a:pt x="2136063" y="882650"/>
                </a:lnTo>
                <a:lnTo>
                  <a:pt x="2118766" y="908050"/>
                </a:lnTo>
                <a:lnTo>
                  <a:pt x="2091404" y="946150"/>
                </a:lnTo>
                <a:close/>
              </a:path>
              <a:path w="2308859" h="1216660">
                <a:moveTo>
                  <a:pt x="1999193" y="1062989"/>
                </a:moveTo>
                <a:lnTo>
                  <a:pt x="1974215" y="1062989"/>
                </a:lnTo>
                <a:lnTo>
                  <a:pt x="1982901" y="1052829"/>
                </a:lnTo>
                <a:lnTo>
                  <a:pt x="2000110" y="1033779"/>
                </a:lnTo>
                <a:lnTo>
                  <a:pt x="1999970" y="1033779"/>
                </a:lnTo>
                <a:lnTo>
                  <a:pt x="2017293" y="1012189"/>
                </a:lnTo>
                <a:lnTo>
                  <a:pt x="2034463" y="990600"/>
                </a:lnTo>
                <a:lnTo>
                  <a:pt x="2051634" y="969010"/>
                </a:lnTo>
                <a:lnTo>
                  <a:pt x="2068804" y="944879"/>
                </a:lnTo>
                <a:lnTo>
                  <a:pt x="2068728" y="946150"/>
                </a:lnTo>
                <a:lnTo>
                  <a:pt x="2091404" y="946150"/>
                </a:lnTo>
                <a:lnTo>
                  <a:pt x="2066747" y="980439"/>
                </a:lnTo>
                <a:lnTo>
                  <a:pt x="2049360" y="1003300"/>
                </a:lnTo>
                <a:lnTo>
                  <a:pt x="2031923" y="1024889"/>
                </a:lnTo>
                <a:lnTo>
                  <a:pt x="1999193" y="1062989"/>
                </a:lnTo>
                <a:close/>
              </a:path>
              <a:path w="2308859" h="1216660">
                <a:moveTo>
                  <a:pt x="1480518" y="998220"/>
                </a:moveTo>
                <a:lnTo>
                  <a:pt x="1479588" y="998220"/>
                </a:lnTo>
                <a:lnTo>
                  <a:pt x="1479499" y="996950"/>
                </a:lnTo>
                <a:lnTo>
                  <a:pt x="1480518" y="998220"/>
                </a:lnTo>
                <a:close/>
              </a:path>
              <a:path w="2308859" h="1216660">
                <a:moveTo>
                  <a:pt x="1903326" y="1154429"/>
                </a:moveTo>
                <a:lnTo>
                  <a:pt x="1871243" y="1154429"/>
                </a:lnTo>
                <a:lnTo>
                  <a:pt x="1880006" y="1148079"/>
                </a:lnTo>
                <a:lnTo>
                  <a:pt x="1879803" y="1148079"/>
                </a:lnTo>
                <a:lnTo>
                  <a:pt x="1888553" y="1141729"/>
                </a:lnTo>
                <a:lnTo>
                  <a:pt x="1888363" y="1141729"/>
                </a:lnTo>
                <a:lnTo>
                  <a:pt x="1897113" y="1135379"/>
                </a:lnTo>
                <a:lnTo>
                  <a:pt x="1896935" y="1135379"/>
                </a:lnTo>
                <a:lnTo>
                  <a:pt x="1905673" y="1127760"/>
                </a:lnTo>
                <a:lnTo>
                  <a:pt x="1905507" y="1127760"/>
                </a:lnTo>
                <a:lnTo>
                  <a:pt x="1914245" y="1121410"/>
                </a:lnTo>
                <a:lnTo>
                  <a:pt x="1914093" y="1121410"/>
                </a:lnTo>
                <a:lnTo>
                  <a:pt x="1922818" y="1113789"/>
                </a:lnTo>
                <a:lnTo>
                  <a:pt x="1922678" y="1113789"/>
                </a:lnTo>
                <a:lnTo>
                  <a:pt x="1931390" y="1106170"/>
                </a:lnTo>
                <a:lnTo>
                  <a:pt x="1939963" y="1097279"/>
                </a:lnTo>
                <a:lnTo>
                  <a:pt x="1948548" y="1089660"/>
                </a:lnTo>
                <a:lnTo>
                  <a:pt x="1957133" y="1080770"/>
                </a:lnTo>
                <a:lnTo>
                  <a:pt x="1965718" y="1071879"/>
                </a:lnTo>
                <a:lnTo>
                  <a:pt x="1974303" y="1061720"/>
                </a:lnTo>
                <a:lnTo>
                  <a:pt x="1974215" y="1062989"/>
                </a:lnTo>
                <a:lnTo>
                  <a:pt x="1999193" y="1062989"/>
                </a:lnTo>
                <a:lnTo>
                  <a:pt x="1988235" y="1075689"/>
                </a:lnTo>
                <a:lnTo>
                  <a:pt x="1944204" y="1120139"/>
                </a:lnTo>
                <a:lnTo>
                  <a:pt x="1908695" y="1150620"/>
                </a:lnTo>
                <a:lnTo>
                  <a:pt x="1903326" y="1154429"/>
                </a:lnTo>
                <a:close/>
              </a:path>
              <a:path w="2308859" h="1216660">
                <a:moveTo>
                  <a:pt x="1861535" y="1182370"/>
                </a:moveTo>
                <a:lnTo>
                  <a:pt x="1820075" y="1182370"/>
                </a:lnTo>
                <a:lnTo>
                  <a:pt x="1828876" y="1178560"/>
                </a:lnTo>
                <a:lnTo>
                  <a:pt x="1828571" y="1178560"/>
                </a:lnTo>
                <a:lnTo>
                  <a:pt x="1837372" y="1173479"/>
                </a:lnTo>
                <a:lnTo>
                  <a:pt x="1837093" y="1173479"/>
                </a:lnTo>
                <a:lnTo>
                  <a:pt x="1845881" y="1169670"/>
                </a:lnTo>
                <a:lnTo>
                  <a:pt x="1845614" y="1169670"/>
                </a:lnTo>
                <a:lnTo>
                  <a:pt x="1854403" y="1164589"/>
                </a:lnTo>
                <a:lnTo>
                  <a:pt x="1854149" y="1164589"/>
                </a:lnTo>
                <a:lnTo>
                  <a:pt x="1862924" y="1159510"/>
                </a:lnTo>
                <a:lnTo>
                  <a:pt x="1862696" y="1159510"/>
                </a:lnTo>
                <a:lnTo>
                  <a:pt x="1871459" y="1153160"/>
                </a:lnTo>
                <a:lnTo>
                  <a:pt x="1871243" y="1154429"/>
                </a:lnTo>
                <a:lnTo>
                  <a:pt x="1903326" y="1154429"/>
                </a:lnTo>
                <a:lnTo>
                  <a:pt x="1872843" y="1176020"/>
                </a:lnTo>
                <a:lnTo>
                  <a:pt x="1861535" y="1182370"/>
                </a:lnTo>
                <a:close/>
              </a:path>
              <a:path w="2308859" h="1216660">
                <a:moveTo>
                  <a:pt x="1830477" y="1197610"/>
                </a:moveTo>
                <a:lnTo>
                  <a:pt x="1760842" y="1197610"/>
                </a:lnTo>
                <a:lnTo>
                  <a:pt x="1769719" y="1196339"/>
                </a:lnTo>
                <a:lnTo>
                  <a:pt x="1769275" y="1196339"/>
                </a:lnTo>
                <a:lnTo>
                  <a:pt x="1778139" y="1195070"/>
                </a:lnTo>
                <a:lnTo>
                  <a:pt x="1777720" y="1195070"/>
                </a:lnTo>
                <a:lnTo>
                  <a:pt x="1786572" y="1192529"/>
                </a:lnTo>
                <a:lnTo>
                  <a:pt x="1786166" y="1192529"/>
                </a:lnTo>
                <a:lnTo>
                  <a:pt x="1795018" y="1191260"/>
                </a:lnTo>
                <a:lnTo>
                  <a:pt x="1794624" y="1191260"/>
                </a:lnTo>
                <a:lnTo>
                  <a:pt x="1803463" y="1188720"/>
                </a:lnTo>
                <a:lnTo>
                  <a:pt x="1803095" y="1188720"/>
                </a:lnTo>
                <a:lnTo>
                  <a:pt x="1811921" y="1184910"/>
                </a:lnTo>
                <a:lnTo>
                  <a:pt x="1811578" y="1184910"/>
                </a:lnTo>
                <a:lnTo>
                  <a:pt x="1820392" y="1181100"/>
                </a:lnTo>
                <a:lnTo>
                  <a:pt x="1820075" y="1182370"/>
                </a:lnTo>
                <a:lnTo>
                  <a:pt x="1861535" y="1182370"/>
                </a:lnTo>
                <a:lnTo>
                  <a:pt x="1845703" y="1191260"/>
                </a:lnTo>
                <a:lnTo>
                  <a:pt x="1830477" y="1197610"/>
                </a:lnTo>
                <a:close/>
              </a:path>
              <a:path w="2308859" h="1216660">
                <a:moveTo>
                  <a:pt x="1723555" y="1196339"/>
                </a:moveTo>
                <a:lnTo>
                  <a:pt x="1719491" y="1196339"/>
                </a:lnTo>
                <a:lnTo>
                  <a:pt x="1719084" y="1195070"/>
                </a:lnTo>
                <a:lnTo>
                  <a:pt x="1723555" y="1196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67842" y="4418139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03921" y="4414837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53069" y="4366399"/>
            <a:ext cx="59309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t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/10</a:t>
            </a:r>
            <a:r>
              <a:rPr dirty="0" baseline="21164" sz="1575" spc="-7" b="1">
                <a:latin typeface="Times New Roman"/>
                <a:cs typeface="Times New Roman"/>
              </a:rPr>
              <a:t>-2</a:t>
            </a:r>
            <a:r>
              <a:rPr dirty="0" sz="1600" spc="-5" b="1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73280" y="3260089"/>
            <a:ext cx="31877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E</a:t>
            </a:r>
            <a:r>
              <a:rPr dirty="0" sz="1600" spc="-5" b="1">
                <a:latin typeface="Times New Roman"/>
                <a:cs typeface="Times New Roman"/>
              </a:rPr>
              <a:t>/v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04612" y="3623360"/>
            <a:ext cx="330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90807" y="4184764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88865" y="4795710"/>
            <a:ext cx="24549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5800" algn="l"/>
                <a:tab pos="2441575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-100	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6740" y="546771"/>
            <a:ext cx="10022840" cy="2365375"/>
          </a:xfrm>
          <a:prstGeom prst="rect">
            <a:avLst/>
          </a:prstGeom>
        </p:spPr>
        <p:txBody>
          <a:bodyPr wrap="square" lIns="0" tIns="29019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285"/>
              </a:spcBef>
              <a:tabLst>
                <a:tab pos="1384935" algn="l"/>
              </a:tabLst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2	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某交流发电机产生的感应电动势与时间的关系如</a:t>
            </a:r>
            <a:endParaRPr sz="3200">
              <a:latin typeface="华文楷体"/>
              <a:cs typeface="华文楷体"/>
            </a:endParaRPr>
          </a:p>
          <a:p>
            <a:pPr marL="241300" marR="5080">
              <a:lnSpc>
                <a:spcPct val="109600"/>
              </a:lnSpc>
              <a:spcBef>
                <a:spcPts val="1580"/>
              </a:spcBef>
              <a:tabLst>
                <a:tab pos="7435215" algn="l"/>
                <a:tab pos="8277859" algn="l"/>
              </a:tabLst>
            </a:pP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图所示，如果其它条件不变，仅使线圈的转速加倍，则 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交流电动势的最大值和周期分别变为（	</a:t>
            </a:r>
            <a:r>
              <a:rPr dirty="0" baseline="-1157" sz="7200" b="1">
                <a:solidFill>
                  <a:srgbClr val="FF0066"/>
                </a:solidFill>
                <a:latin typeface="Times New Roman"/>
                <a:cs typeface="Times New Roman"/>
              </a:rPr>
              <a:t>B	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）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552" y="603250"/>
            <a:ext cx="91344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7475" algn="l"/>
              </a:tabLst>
            </a:pPr>
            <a:r>
              <a:rPr dirty="0" sz="3600" b="1">
                <a:solidFill>
                  <a:srgbClr val="C00000"/>
                </a:solidFill>
                <a:latin typeface="宋体"/>
                <a:cs typeface="宋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3	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如图所示，为一直流电通过如图所示的电阻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4382" y="1907539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19812">
            <a:solidFill>
              <a:srgbClr val="0000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02562" y="1510334"/>
            <a:ext cx="2540000" cy="0"/>
          </a:xfrm>
          <a:custGeom>
            <a:avLst/>
            <a:gdLst/>
            <a:ahLst/>
            <a:cxnLst/>
            <a:rect l="l" t="t" r="r" b="b"/>
            <a:pathLst>
              <a:path w="2540000" h="0">
                <a:moveTo>
                  <a:pt x="0" y="0"/>
                </a:moveTo>
                <a:lnTo>
                  <a:pt x="253997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342536" y="1510334"/>
            <a:ext cx="0" cy="215900"/>
          </a:xfrm>
          <a:custGeom>
            <a:avLst/>
            <a:gdLst/>
            <a:ahLst/>
            <a:cxnLst/>
            <a:rect l="l" t="t" r="r" b="b"/>
            <a:pathLst>
              <a:path w="0" h="215900">
                <a:moveTo>
                  <a:pt x="0" y="0"/>
                </a:moveTo>
                <a:lnTo>
                  <a:pt x="0" y="2158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76331" y="1726692"/>
            <a:ext cx="163195" cy="576580"/>
          </a:xfrm>
          <a:custGeom>
            <a:avLst/>
            <a:gdLst/>
            <a:ahLst/>
            <a:cxnLst/>
            <a:rect l="l" t="t" r="r" b="b"/>
            <a:pathLst>
              <a:path w="163195" h="576580">
                <a:moveTo>
                  <a:pt x="0" y="0"/>
                </a:moveTo>
                <a:lnTo>
                  <a:pt x="163068" y="0"/>
                </a:lnTo>
                <a:lnTo>
                  <a:pt x="163068" y="576071"/>
                </a:lnTo>
                <a:lnTo>
                  <a:pt x="0" y="576071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71632" y="1721459"/>
            <a:ext cx="173355" cy="586105"/>
          </a:xfrm>
          <a:custGeom>
            <a:avLst/>
            <a:gdLst/>
            <a:ahLst/>
            <a:cxnLst/>
            <a:rect l="l" t="t" r="r" b="b"/>
            <a:pathLst>
              <a:path w="173354" h="586105">
                <a:moveTo>
                  <a:pt x="173278" y="585762"/>
                </a:moveTo>
                <a:lnTo>
                  <a:pt x="0" y="585762"/>
                </a:lnTo>
                <a:lnTo>
                  <a:pt x="0" y="0"/>
                </a:lnTo>
                <a:lnTo>
                  <a:pt x="173278" y="0"/>
                </a:lnTo>
                <a:lnTo>
                  <a:pt x="17327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6237"/>
                </a:lnTo>
                <a:lnTo>
                  <a:pt x="4762" y="576237"/>
                </a:lnTo>
                <a:lnTo>
                  <a:pt x="9525" y="580999"/>
                </a:lnTo>
                <a:lnTo>
                  <a:pt x="173278" y="580999"/>
                </a:lnTo>
                <a:lnTo>
                  <a:pt x="173278" y="585762"/>
                </a:lnTo>
                <a:close/>
              </a:path>
              <a:path w="173354" h="5861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73354" h="586105">
                <a:moveTo>
                  <a:pt x="16375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3753" y="4762"/>
                </a:lnTo>
                <a:lnTo>
                  <a:pt x="163753" y="9525"/>
                </a:lnTo>
                <a:close/>
              </a:path>
              <a:path w="173354" h="586105">
                <a:moveTo>
                  <a:pt x="163753" y="580999"/>
                </a:moveTo>
                <a:lnTo>
                  <a:pt x="163753" y="4762"/>
                </a:lnTo>
                <a:lnTo>
                  <a:pt x="168516" y="9525"/>
                </a:lnTo>
                <a:lnTo>
                  <a:pt x="173278" y="9525"/>
                </a:lnTo>
                <a:lnTo>
                  <a:pt x="173278" y="576237"/>
                </a:lnTo>
                <a:lnTo>
                  <a:pt x="168516" y="576237"/>
                </a:lnTo>
                <a:lnTo>
                  <a:pt x="163753" y="580999"/>
                </a:lnTo>
                <a:close/>
              </a:path>
              <a:path w="173354" h="586105">
                <a:moveTo>
                  <a:pt x="173278" y="9525"/>
                </a:moveTo>
                <a:lnTo>
                  <a:pt x="168516" y="9525"/>
                </a:lnTo>
                <a:lnTo>
                  <a:pt x="163753" y="4762"/>
                </a:lnTo>
                <a:lnTo>
                  <a:pt x="173278" y="4762"/>
                </a:lnTo>
                <a:lnTo>
                  <a:pt x="173278" y="9525"/>
                </a:lnTo>
                <a:close/>
              </a:path>
              <a:path w="173354" h="586105">
                <a:moveTo>
                  <a:pt x="9525" y="580999"/>
                </a:moveTo>
                <a:lnTo>
                  <a:pt x="4762" y="576237"/>
                </a:lnTo>
                <a:lnTo>
                  <a:pt x="9525" y="576237"/>
                </a:lnTo>
                <a:lnTo>
                  <a:pt x="9525" y="580999"/>
                </a:lnTo>
                <a:close/>
              </a:path>
              <a:path w="173354" h="586105">
                <a:moveTo>
                  <a:pt x="163753" y="580999"/>
                </a:moveTo>
                <a:lnTo>
                  <a:pt x="9525" y="580999"/>
                </a:lnTo>
                <a:lnTo>
                  <a:pt x="9525" y="576237"/>
                </a:lnTo>
                <a:lnTo>
                  <a:pt x="163753" y="576237"/>
                </a:lnTo>
                <a:lnTo>
                  <a:pt x="163753" y="580999"/>
                </a:lnTo>
                <a:close/>
              </a:path>
              <a:path w="173354" h="586105">
                <a:moveTo>
                  <a:pt x="173278" y="580999"/>
                </a:moveTo>
                <a:lnTo>
                  <a:pt x="163753" y="580999"/>
                </a:lnTo>
                <a:lnTo>
                  <a:pt x="168516" y="576237"/>
                </a:lnTo>
                <a:lnTo>
                  <a:pt x="173278" y="576237"/>
                </a:lnTo>
                <a:lnTo>
                  <a:pt x="173278" y="58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342536" y="2302459"/>
            <a:ext cx="0" cy="142875"/>
          </a:xfrm>
          <a:custGeom>
            <a:avLst/>
            <a:gdLst/>
            <a:ahLst/>
            <a:cxnLst/>
            <a:rect l="l" t="t" r="r" b="b"/>
            <a:pathLst>
              <a:path w="0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549775" y="1763356"/>
            <a:ext cx="2622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06904" y="1230312"/>
            <a:ext cx="605878" cy="585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04836" y="2454275"/>
            <a:ext cx="2540000" cy="0"/>
          </a:xfrm>
          <a:custGeom>
            <a:avLst/>
            <a:gdLst/>
            <a:ahLst/>
            <a:cxnLst/>
            <a:rect l="l" t="t" r="r" b="b"/>
            <a:pathLst>
              <a:path w="2540000" h="0">
                <a:moveTo>
                  <a:pt x="0" y="0"/>
                </a:moveTo>
                <a:lnTo>
                  <a:pt x="253997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70797" y="1260792"/>
            <a:ext cx="2819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97340" y="5702731"/>
            <a:ext cx="37465" cy="19050"/>
          </a:xfrm>
          <a:custGeom>
            <a:avLst/>
            <a:gdLst/>
            <a:ahLst/>
            <a:cxnLst/>
            <a:rect l="l" t="t" r="r" b="b"/>
            <a:pathLst>
              <a:path w="37464" h="19050">
                <a:moveTo>
                  <a:pt x="0" y="18821"/>
                </a:moveTo>
                <a:lnTo>
                  <a:pt x="37096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34437" y="5702731"/>
            <a:ext cx="85725" cy="134620"/>
          </a:xfrm>
          <a:custGeom>
            <a:avLst/>
            <a:gdLst/>
            <a:ahLst/>
            <a:cxnLst/>
            <a:rect l="l" t="t" r="r" b="b"/>
            <a:pathLst>
              <a:path w="85725" h="134620">
                <a:moveTo>
                  <a:pt x="0" y="0"/>
                </a:moveTo>
                <a:lnTo>
                  <a:pt x="85343" y="134404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19781" y="5479643"/>
            <a:ext cx="94615" cy="357505"/>
          </a:xfrm>
          <a:custGeom>
            <a:avLst/>
            <a:gdLst/>
            <a:ahLst/>
            <a:cxnLst/>
            <a:rect l="l" t="t" r="r" b="b"/>
            <a:pathLst>
              <a:path w="94614" h="357504">
                <a:moveTo>
                  <a:pt x="0" y="357492"/>
                </a:moveTo>
                <a:lnTo>
                  <a:pt x="9461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14396" y="5479643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5" h="0">
                <a:moveTo>
                  <a:pt x="0" y="0"/>
                </a:moveTo>
                <a:lnTo>
                  <a:pt x="205003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94559" y="5471579"/>
            <a:ext cx="425450" cy="365760"/>
          </a:xfrm>
          <a:custGeom>
            <a:avLst/>
            <a:gdLst/>
            <a:ahLst/>
            <a:cxnLst/>
            <a:rect l="l" t="t" r="r" b="b"/>
            <a:pathLst>
              <a:path w="425450" h="365760">
                <a:moveTo>
                  <a:pt x="143948" y="329717"/>
                </a:moveTo>
                <a:lnTo>
                  <a:pt x="126149" y="329717"/>
                </a:lnTo>
                <a:lnTo>
                  <a:pt x="213347" y="0"/>
                </a:lnTo>
                <a:lnTo>
                  <a:pt x="424840" y="0"/>
                </a:lnTo>
                <a:lnTo>
                  <a:pt x="424840" y="17017"/>
                </a:lnTo>
                <a:lnTo>
                  <a:pt x="226339" y="17017"/>
                </a:lnTo>
                <a:lnTo>
                  <a:pt x="143948" y="329717"/>
                </a:lnTo>
                <a:close/>
              </a:path>
              <a:path w="425450" h="365760">
                <a:moveTo>
                  <a:pt x="5562" y="255346"/>
                </a:moveTo>
                <a:lnTo>
                  <a:pt x="0" y="245490"/>
                </a:lnTo>
                <a:lnTo>
                  <a:pt x="49161" y="219506"/>
                </a:lnTo>
                <a:lnTo>
                  <a:pt x="65432" y="242798"/>
                </a:lnTo>
                <a:lnTo>
                  <a:pt x="30606" y="242798"/>
                </a:lnTo>
                <a:lnTo>
                  <a:pt x="5562" y="255346"/>
                </a:lnTo>
                <a:close/>
              </a:path>
              <a:path w="425450" h="365760">
                <a:moveTo>
                  <a:pt x="134505" y="365556"/>
                </a:moveTo>
                <a:lnTo>
                  <a:pt x="116878" y="365556"/>
                </a:lnTo>
                <a:lnTo>
                  <a:pt x="30606" y="242798"/>
                </a:lnTo>
                <a:lnTo>
                  <a:pt x="65432" y="242798"/>
                </a:lnTo>
                <a:lnTo>
                  <a:pt x="126149" y="329717"/>
                </a:lnTo>
                <a:lnTo>
                  <a:pt x="143948" y="329717"/>
                </a:lnTo>
                <a:lnTo>
                  <a:pt x="134505" y="3655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66720" y="5428564"/>
            <a:ext cx="480695" cy="0"/>
          </a:xfrm>
          <a:custGeom>
            <a:avLst/>
            <a:gdLst/>
            <a:ahLst/>
            <a:cxnLst/>
            <a:rect l="l" t="t" r="r" b="b"/>
            <a:pathLst>
              <a:path w="480694" h="0">
                <a:moveTo>
                  <a:pt x="0" y="0"/>
                </a:moveTo>
                <a:lnTo>
                  <a:pt x="480517" y="0"/>
                </a:lnTo>
              </a:path>
            </a:pathLst>
          </a:custGeom>
          <a:ln w="1732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60762" y="5428564"/>
            <a:ext cx="256540" cy="0"/>
          </a:xfrm>
          <a:custGeom>
            <a:avLst/>
            <a:gdLst/>
            <a:ahLst/>
            <a:cxnLst/>
            <a:rect l="l" t="t" r="r" b="b"/>
            <a:pathLst>
              <a:path w="256539" h="0">
                <a:moveTo>
                  <a:pt x="0" y="0"/>
                </a:moveTo>
                <a:lnTo>
                  <a:pt x="256019" y="0"/>
                </a:lnTo>
              </a:path>
            </a:pathLst>
          </a:custGeom>
          <a:ln w="1732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92587" y="5425313"/>
            <a:ext cx="19875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7469" y="5452198"/>
            <a:ext cx="19875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58124" y="5156530"/>
            <a:ext cx="4002404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751330" algn="l"/>
                <a:tab pos="2102485" algn="l"/>
              </a:tabLst>
            </a:pPr>
            <a:r>
              <a:rPr dirty="0" sz="2700" spc="15" i="1">
                <a:solidFill>
                  <a:srgbClr val="FF0000"/>
                </a:solidFill>
                <a:latin typeface="Times New Roman"/>
                <a:cs typeface="Times New Roman"/>
              </a:rPr>
              <a:t>Q </a:t>
            </a:r>
            <a:r>
              <a:rPr dirty="0" sz="2700" spc="-42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700" spc="-425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2700" spc="-45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baseline="34979" sz="4050" spc="157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35842" sz="2325" spc="157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baseline="35842" sz="2325" spc="80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00" spc="-635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baseline="43010" sz="2325" spc="-952">
                <a:solidFill>
                  <a:srgbClr val="FF0000"/>
                </a:solidFill>
                <a:latin typeface="Times New Roman"/>
                <a:cs typeface="Times New Roman"/>
              </a:rPr>
              <a:t>2	</a:t>
            </a:r>
            <a:r>
              <a:rPr dirty="0" sz="2700" spc="15" i="1">
                <a:solidFill>
                  <a:srgbClr val="FF0000"/>
                </a:solidFill>
                <a:latin typeface="Times New Roman"/>
                <a:cs typeface="Times New Roman"/>
              </a:rPr>
              <a:t>R	</a:t>
            </a:r>
            <a:r>
              <a:rPr dirty="0" baseline="34979" sz="4050" spc="15" i="1">
                <a:solidFill>
                  <a:srgbClr val="FF0000"/>
                </a:solidFill>
                <a:latin typeface="Times New Roman"/>
                <a:cs typeface="Times New Roman"/>
              </a:rPr>
              <a:t>T </a:t>
            </a:r>
            <a:r>
              <a:rPr dirty="0" sz="2700" spc="50">
                <a:solidFill>
                  <a:srgbClr val="FF0000"/>
                </a:solidFill>
                <a:latin typeface="Times New Roman"/>
                <a:cs typeface="Times New Roman"/>
              </a:rPr>
              <a:t>+0 </a:t>
            </a:r>
            <a:r>
              <a:rPr dirty="0" sz="2700" spc="1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700" spc="1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00" spc="35">
                <a:solidFill>
                  <a:srgbClr val="FF0000"/>
                </a:solidFill>
                <a:latin typeface="Times New Roman"/>
                <a:cs typeface="Times New Roman"/>
              </a:rPr>
              <a:t>0.25</a:t>
            </a:r>
            <a:r>
              <a:rPr dirty="0" sz="2700" spc="35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1552" y="1245235"/>
            <a:ext cx="6896734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989195" algn="l"/>
                <a:tab pos="6182995" algn="l"/>
              </a:tabLst>
            </a:pPr>
            <a:r>
              <a:rPr dirty="0" sz="3200" spc="-5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，则交变电流表的示数为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	</a:t>
            </a:r>
            <a:r>
              <a:rPr dirty="0" baseline="7575" sz="6600" b="1">
                <a:solidFill>
                  <a:srgbClr val="FF0000"/>
                </a:solidFill>
                <a:latin typeface="方正舒体"/>
                <a:cs typeface="方正舒体"/>
              </a:rPr>
              <a:t>2</a:t>
            </a:r>
            <a:r>
              <a:rPr dirty="0" baseline="7575" sz="6600" spc="-7" b="1">
                <a:solidFill>
                  <a:srgbClr val="FF0000"/>
                </a:solidFill>
                <a:latin typeface="方正舒体"/>
                <a:cs typeface="方正舒体"/>
              </a:rPr>
              <a:t>.</a:t>
            </a:r>
            <a:r>
              <a:rPr dirty="0" baseline="7575" sz="6600" spc="-22" b="1">
                <a:solidFill>
                  <a:srgbClr val="FF0000"/>
                </a:solidFill>
                <a:latin typeface="方正舒体"/>
                <a:cs typeface="方正舒体"/>
              </a:rPr>
              <a:t>5</a:t>
            </a:r>
            <a:r>
              <a:rPr dirty="0" baseline="7575" sz="6600" b="1">
                <a:solidFill>
                  <a:srgbClr val="FF0000"/>
                </a:solidFill>
                <a:latin typeface="方正舒体"/>
                <a:cs typeface="方正舒体"/>
              </a:rPr>
              <a:t>	</a:t>
            </a:r>
            <a:r>
              <a:rPr dirty="0" sz="3200" spc="-5" b="1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dirty="0" sz="320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2938" y="1862454"/>
            <a:ext cx="414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spc="-5" b="1">
                <a:latin typeface="Times New Roman"/>
                <a:cs typeface="Times New Roman"/>
              </a:rPr>
              <a:t>/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452689" y="2005012"/>
            <a:ext cx="76200" cy="2663825"/>
          </a:xfrm>
          <a:custGeom>
            <a:avLst/>
            <a:gdLst/>
            <a:ahLst/>
            <a:cxnLst/>
            <a:rect l="l" t="t" r="r" b="b"/>
            <a:pathLst>
              <a:path w="76200" h="2663825">
                <a:moveTo>
                  <a:pt x="57150" y="2663825"/>
                </a:moveTo>
                <a:lnTo>
                  <a:pt x="19050" y="2663825"/>
                </a:lnTo>
                <a:lnTo>
                  <a:pt x="19050" y="95250"/>
                </a:lnTo>
                <a:lnTo>
                  <a:pt x="38100" y="0"/>
                </a:lnTo>
                <a:lnTo>
                  <a:pt x="57150" y="95250"/>
                </a:lnTo>
                <a:lnTo>
                  <a:pt x="57150" y="2663825"/>
                </a:lnTo>
                <a:close/>
              </a:path>
              <a:path w="76200" h="2663825">
                <a:moveTo>
                  <a:pt x="19050" y="190500"/>
                </a:moveTo>
                <a:lnTo>
                  <a:pt x="0" y="190500"/>
                </a:lnTo>
                <a:lnTo>
                  <a:pt x="19050" y="95250"/>
                </a:lnTo>
                <a:lnTo>
                  <a:pt x="19050" y="190500"/>
                </a:lnTo>
                <a:close/>
              </a:path>
              <a:path w="76200" h="2663825">
                <a:moveTo>
                  <a:pt x="76200" y="190500"/>
                </a:moveTo>
                <a:lnTo>
                  <a:pt x="57150" y="190500"/>
                </a:lnTo>
                <a:lnTo>
                  <a:pt x="57150" y="95250"/>
                </a:lnTo>
                <a:lnTo>
                  <a:pt x="76200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29245" y="262604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19277" y="3553487"/>
            <a:ext cx="2137410" cy="2108200"/>
          </a:xfrm>
          <a:prstGeom prst="rect">
            <a:avLst/>
          </a:prstGeom>
        </p:spPr>
        <p:txBody>
          <a:bodyPr wrap="square" lIns="0" tIns="223520" rIns="0" bIns="0" rtlCol="0" vert="horz">
            <a:spAutoFit/>
          </a:bodyPr>
          <a:lstStyle/>
          <a:p>
            <a:pPr algn="ctr" marR="374015">
              <a:lnSpc>
                <a:spcPct val="100000"/>
              </a:lnSpc>
              <a:spcBef>
                <a:spcPts val="176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sz="2400" spc="-5" b="1">
                <a:latin typeface="Times New Roman"/>
                <a:cs typeface="Times New Roman"/>
              </a:rPr>
              <a:t>/s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  <a:tabLst>
                <a:tab pos="648970" algn="l"/>
              </a:tabLst>
            </a:pPr>
            <a:r>
              <a:rPr dirty="0" baseline="5208" sz="4800" spc="-15" b="1">
                <a:solidFill>
                  <a:srgbClr val="FF0000"/>
                </a:solidFill>
                <a:latin typeface="方正舒体"/>
                <a:cs typeface="方正舒体"/>
              </a:rPr>
              <a:t>令	</a:t>
            </a:r>
            <a:r>
              <a:rPr dirty="0" sz="2750" spc="65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275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50" spc="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750" spc="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50" spc="3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2750" spc="-31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43402" sz="2400" spc="3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baseline="43402" sz="2400" spc="-2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50" spc="50" i="1">
                <a:solidFill>
                  <a:srgbClr val="FF0000"/>
                </a:solidFill>
                <a:latin typeface="Times New Roman"/>
                <a:cs typeface="Times New Roman"/>
              </a:rPr>
              <a:t>RT</a:t>
            </a:r>
            <a:endParaRPr sz="27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955"/>
              </a:spcBef>
            </a:pP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得：</a:t>
            </a:r>
            <a:r>
              <a:rPr dirty="0" sz="32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3200" spc="-7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=2.5A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9977" y="380555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99589" y="3665993"/>
            <a:ext cx="3354704" cy="120586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131570">
              <a:lnSpc>
                <a:spcPct val="100000"/>
              </a:lnSpc>
              <a:spcBef>
                <a:spcPts val="1195"/>
              </a:spcBef>
              <a:tabLst>
                <a:tab pos="2807970" algn="l"/>
              </a:tabLst>
            </a:pPr>
            <a:r>
              <a:rPr dirty="0" sz="2400" b="1">
                <a:latin typeface="Times New Roman"/>
                <a:cs typeface="Times New Roman"/>
              </a:rPr>
              <a:t>0.02	0.04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提示：一个周期</a:t>
            </a:r>
            <a:r>
              <a:rPr dirty="0" sz="3200" spc="-10" b="1">
                <a:solidFill>
                  <a:srgbClr val="FF0000"/>
                </a:solidFill>
                <a:latin typeface="方正舒体"/>
                <a:cs typeface="方正舒体"/>
              </a:rPr>
              <a:t>内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71577" y="3805554"/>
            <a:ext cx="558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0.06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480451" y="3757663"/>
            <a:ext cx="6244590" cy="76200"/>
          </a:xfrm>
          <a:custGeom>
            <a:avLst/>
            <a:gdLst/>
            <a:ahLst/>
            <a:cxnLst/>
            <a:rect l="l" t="t" r="r" b="b"/>
            <a:pathLst>
              <a:path w="6244590" h="76200">
                <a:moveTo>
                  <a:pt x="6054029" y="19048"/>
                </a:moveTo>
                <a:lnTo>
                  <a:pt x="6054026" y="0"/>
                </a:lnTo>
                <a:lnTo>
                  <a:pt x="6149276" y="19024"/>
                </a:lnTo>
                <a:lnTo>
                  <a:pt x="6054029" y="19048"/>
                </a:lnTo>
                <a:close/>
              </a:path>
              <a:path w="6244590" h="76200">
                <a:moveTo>
                  <a:pt x="6054036" y="57148"/>
                </a:moveTo>
                <a:lnTo>
                  <a:pt x="6054029" y="19048"/>
                </a:lnTo>
                <a:lnTo>
                  <a:pt x="6149276" y="19024"/>
                </a:lnTo>
                <a:lnTo>
                  <a:pt x="6149282" y="57124"/>
                </a:lnTo>
                <a:lnTo>
                  <a:pt x="6054036" y="57148"/>
                </a:lnTo>
                <a:close/>
              </a:path>
              <a:path w="6244590" h="76200">
                <a:moveTo>
                  <a:pt x="6149289" y="57123"/>
                </a:moveTo>
                <a:lnTo>
                  <a:pt x="6149276" y="19024"/>
                </a:lnTo>
                <a:lnTo>
                  <a:pt x="6244526" y="38049"/>
                </a:lnTo>
                <a:lnTo>
                  <a:pt x="6149289" y="57123"/>
                </a:lnTo>
                <a:close/>
              </a:path>
              <a:path w="6244590" h="76200">
                <a:moveTo>
                  <a:pt x="12" y="58686"/>
                </a:moveTo>
                <a:lnTo>
                  <a:pt x="0" y="20586"/>
                </a:lnTo>
                <a:lnTo>
                  <a:pt x="6054029" y="19048"/>
                </a:lnTo>
                <a:lnTo>
                  <a:pt x="6054036" y="57148"/>
                </a:lnTo>
                <a:lnTo>
                  <a:pt x="12" y="58686"/>
                </a:lnTo>
                <a:close/>
              </a:path>
              <a:path w="6244590" h="76200">
                <a:moveTo>
                  <a:pt x="6054039" y="76200"/>
                </a:moveTo>
                <a:lnTo>
                  <a:pt x="6054036" y="57148"/>
                </a:lnTo>
                <a:lnTo>
                  <a:pt x="6149282" y="57124"/>
                </a:lnTo>
                <a:lnTo>
                  <a:pt x="6054039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88566" y="2755900"/>
            <a:ext cx="1596390" cy="1050290"/>
          </a:xfrm>
          <a:custGeom>
            <a:avLst/>
            <a:gdLst/>
            <a:ahLst/>
            <a:cxnLst/>
            <a:rect l="l" t="t" r="r" b="b"/>
            <a:pathLst>
              <a:path w="1596389" h="1050289">
                <a:moveTo>
                  <a:pt x="8572" y="1033779"/>
                </a:moveTo>
                <a:lnTo>
                  <a:pt x="21805" y="984250"/>
                </a:lnTo>
                <a:lnTo>
                  <a:pt x="87769" y="850900"/>
                </a:lnTo>
                <a:lnTo>
                  <a:pt x="131648" y="763270"/>
                </a:lnTo>
                <a:lnTo>
                  <a:pt x="153555" y="720089"/>
                </a:lnTo>
                <a:lnTo>
                  <a:pt x="197523" y="636270"/>
                </a:lnTo>
                <a:lnTo>
                  <a:pt x="252349" y="534670"/>
                </a:lnTo>
                <a:lnTo>
                  <a:pt x="307276" y="439419"/>
                </a:lnTo>
                <a:lnTo>
                  <a:pt x="351243" y="368300"/>
                </a:lnTo>
                <a:lnTo>
                  <a:pt x="373240" y="334010"/>
                </a:lnTo>
                <a:lnTo>
                  <a:pt x="384225" y="318769"/>
                </a:lnTo>
                <a:lnTo>
                  <a:pt x="395185" y="302260"/>
                </a:lnTo>
                <a:lnTo>
                  <a:pt x="406158" y="287019"/>
                </a:lnTo>
                <a:lnTo>
                  <a:pt x="417156" y="270510"/>
                </a:lnTo>
                <a:lnTo>
                  <a:pt x="428167" y="256539"/>
                </a:lnTo>
                <a:lnTo>
                  <a:pt x="439204" y="241300"/>
                </a:lnTo>
                <a:lnTo>
                  <a:pt x="461238" y="213360"/>
                </a:lnTo>
                <a:lnTo>
                  <a:pt x="472236" y="200660"/>
                </a:lnTo>
                <a:lnTo>
                  <a:pt x="483222" y="186689"/>
                </a:lnTo>
                <a:lnTo>
                  <a:pt x="538403" y="127000"/>
                </a:lnTo>
                <a:lnTo>
                  <a:pt x="571487" y="96519"/>
                </a:lnTo>
                <a:lnTo>
                  <a:pt x="604647" y="69850"/>
                </a:lnTo>
                <a:lnTo>
                  <a:pt x="637946" y="48260"/>
                </a:lnTo>
                <a:lnTo>
                  <a:pt x="649033" y="40639"/>
                </a:lnTo>
                <a:lnTo>
                  <a:pt x="693496" y="19050"/>
                </a:lnTo>
                <a:lnTo>
                  <a:pt x="738162" y="5080"/>
                </a:lnTo>
                <a:lnTo>
                  <a:pt x="749300" y="3810"/>
                </a:lnTo>
                <a:lnTo>
                  <a:pt x="760450" y="1269"/>
                </a:lnTo>
                <a:lnTo>
                  <a:pt x="771613" y="0"/>
                </a:lnTo>
                <a:lnTo>
                  <a:pt x="816394" y="0"/>
                </a:lnTo>
                <a:lnTo>
                  <a:pt x="827544" y="1269"/>
                </a:lnTo>
                <a:lnTo>
                  <a:pt x="838695" y="3810"/>
                </a:lnTo>
                <a:lnTo>
                  <a:pt x="849630" y="5080"/>
                </a:lnTo>
                <a:lnTo>
                  <a:pt x="860958" y="7619"/>
                </a:lnTo>
                <a:lnTo>
                  <a:pt x="864683" y="8889"/>
                </a:lnTo>
                <a:lnTo>
                  <a:pt x="783209" y="8889"/>
                </a:lnTo>
                <a:lnTo>
                  <a:pt x="772236" y="10160"/>
                </a:lnTo>
                <a:lnTo>
                  <a:pt x="772439" y="10160"/>
                </a:lnTo>
                <a:lnTo>
                  <a:pt x="761491" y="11430"/>
                </a:lnTo>
                <a:lnTo>
                  <a:pt x="761695" y="11430"/>
                </a:lnTo>
                <a:lnTo>
                  <a:pt x="750760" y="12700"/>
                </a:lnTo>
                <a:lnTo>
                  <a:pt x="750951" y="12700"/>
                </a:lnTo>
                <a:lnTo>
                  <a:pt x="740016" y="15239"/>
                </a:lnTo>
                <a:lnTo>
                  <a:pt x="740206" y="15239"/>
                </a:lnTo>
                <a:lnTo>
                  <a:pt x="729259" y="17780"/>
                </a:lnTo>
                <a:lnTo>
                  <a:pt x="729449" y="17780"/>
                </a:lnTo>
                <a:lnTo>
                  <a:pt x="718477" y="20319"/>
                </a:lnTo>
                <a:lnTo>
                  <a:pt x="718654" y="20319"/>
                </a:lnTo>
                <a:lnTo>
                  <a:pt x="707644" y="24130"/>
                </a:lnTo>
                <a:lnTo>
                  <a:pt x="707834" y="24130"/>
                </a:lnTo>
                <a:lnTo>
                  <a:pt x="696823" y="27939"/>
                </a:lnTo>
                <a:lnTo>
                  <a:pt x="697014" y="27939"/>
                </a:lnTo>
                <a:lnTo>
                  <a:pt x="686041" y="33019"/>
                </a:lnTo>
                <a:lnTo>
                  <a:pt x="686206" y="33019"/>
                </a:lnTo>
                <a:lnTo>
                  <a:pt x="675259" y="38100"/>
                </a:lnTo>
                <a:lnTo>
                  <a:pt x="675411" y="38100"/>
                </a:lnTo>
                <a:lnTo>
                  <a:pt x="664476" y="43180"/>
                </a:lnTo>
                <a:lnTo>
                  <a:pt x="664616" y="43180"/>
                </a:lnTo>
                <a:lnTo>
                  <a:pt x="653681" y="49530"/>
                </a:lnTo>
                <a:lnTo>
                  <a:pt x="642861" y="55880"/>
                </a:lnTo>
                <a:lnTo>
                  <a:pt x="632002" y="62230"/>
                </a:lnTo>
                <a:lnTo>
                  <a:pt x="621106" y="69850"/>
                </a:lnTo>
                <a:lnTo>
                  <a:pt x="610209" y="77469"/>
                </a:lnTo>
                <a:lnTo>
                  <a:pt x="599338" y="86360"/>
                </a:lnTo>
                <a:lnTo>
                  <a:pt x="588479" y="95250"/>
                </a:lnTo>
                <a:lnTo>
                  <a:pt x="577634" y="104139"/>
                </a:lnTo>
                <a:lnTo>
                  <a:pt x="566775" y="114300"/>
                </a:lnTo>
                <a:lnTo>
                  <a:pt x="557261" y="123189"/>
                </a:lnTo>
                <a:lnTo>
                  <a:pt x="555967" y="123189"/>
                </a:lnTo>
                <a:lnTo>
                  <a:pt x="544995" y="134619"/>
                </a:lnTo>
                <a:lnTo>
                  <a:pt x="534060" y="144780"/>
                </a:lnTo>
                <a:lnTo>
                  <a:pt x="523125" y="156210"/>
                </a:lnTo>
                <a:lnTo>
                  <a:pt x="513313" y="167639"/>
                </a:lnTo>
                <a:lnTo>
                  <a:pt x="512279" y="167639"/>
                </a:lnTo>
                <a:lnTo>
                  <a:pt x="501319" y="180339"/>
                </a:lnTo>
                <a:lnTo>
                  <a:pt x="490435" y="193039"/>
                </a:lnTo>
                <a:lnTo>
                  <a:pt x="479539" y="205739"/>
                </a:lnTo>
                <a:lnTo>
                  <a:pt x="468630" y="219710"/>
                </a:lnTo>
                <a:lnTo>
                  <a:pt x="457695" y="233680"/>
                </a:lnTo>
                <a:lnTo>
                  <a:pt x="446722" y="247650"/>
                </a:lnTo>
                <a:lnTo>
                  <a:pt x="435749" y="261619"/>
                </a:lnTo>
                <a:lnTo>
                  <a:pt x="424815" y="276860"/>
                </a:lnTo>
                <a:lnTo>
                  <a:pt x="413905" y="292100"/>
                </a:lnTo>
                <a:lnTo>
                  <a:pt x="402996" y="307339"/>
                </a:lnTo>
                <a:lnTo>
                  <a:pt x="392087" y="323850"/>
                </a:lnTo>
                <a:lnTo>
                  <a:pt x="381165" y="340360"/>
                </a:lnTo>
                <a:lnTo>
                  <a:pt x="359219" y="373380"/>
                </a:lnTo>
                <a:lnTo>
                  <a:pt x="348246" y="391160"/>
                </a:lnTo>
                <a:lnTo>
                  <a:pt x="337299" y="408939"/>
                </a:lnTo>
                <a:lnTo>
                  <a:pt x="315442" y="444500"/>
                </a:lnTo>
                <a:lnTo>
                  <a:pt x="293573" y="482600"/>
                </a:lnTo>
                <a:lnTo>
                  <a:pt x="271614" y="520700"/>
                </a:lnTo>
                <a:lnTo>
                  <a:pt x="260629" y="539750"/>
                </a:lnTo>
                <a:lnTo>
                  <a:pt x="249682" y="558800"/>
                </a:lnTo>
                <a:lnTo>
                  <a:pt x="227812" y="599439"/>
                </a:lnTo>
                <a:lnTo>
                  <a:pt x="205943" y="640079"/>
                </a:lnTo>
                <a:lnTo>
                  <a:pt x="183972" y="681989"/>
                </a:lnTo>
                <a:lnTo>
                  <a:pt x="162013" y="725170"/>
                </a:lnTo>
                <a:lnTo>
                  <a:pt x="140144" y="768350"/>
                </a:lnTo>
                <a:lnTo>
                  <a:pt x="96278" y="855979"/>
                </a:lnTo>
                <a:lnTo>
                  <a:pt x="74244" y="899160"/>
                </a:lnTo>
                <a:lnTo>
                  <a:pt x="52260" y="943610"/>
                </a:lnTo>
                <a:lnTo>
                  <a:pt x="30353" y="989329"/>
                </a:lnTo>
                <a:lnTo>
                  <a:pt x="8572" y="1033779"/>
                </a:lnTo>
                <a:close/>
              </a:path>
              <a:path w="1596389" h="1050289">
                <a:moveTo>
                  <a:pt x="1031900" y="124460"/>
                </a:moveTo>
                <a:lnTo>
                  <a:pt x="1020940" y="114300"/>
                </a:lnTo>
                <a:lnTo>
                  <a:pt x="1010081" y="104139"/>
                </a:lnTo>
                <a:lnTo>
                  <a:pt x="999223" y="95250"/>
                </a:lnTo>
                <a:lnTo>
                  <a:pt x="988352" y="86360"/>
                </a:lnTo>
                <a:lnTo>
                  <a:pt x="977480" y="77469"/>
                </a:lnTo>
                <a:lnTo>
                  <a:pt x="966584" y="69850"/>
                </a:lnTo>
                <a:lnTo>
                  <a:pt x="955687" y="62230"/>
                </a:lnTo>
                <a:lnTo>
                  <a:pt x="944816" y="55880"/>
                </a:lnTo>
                <a:lnTo>
                  <a:pt x="933983" y="49530"/>
                </a:lnTo>
                <a:lnTo>
                  <a:pt x="923175" y="43180"/>
                </a:lnTo>
                <a:lnTo>
                  <a:pt x="923315" y="43180"/>
                </a:lnTo>
                <a:lnTo>
                  <a:pt x="912380" y="38100"/>
                </a:lnTo>
                <a:lnTo>
                  <a:pt x="912533" y="38100"/>
                </a:lnTo>
                <a:lnTo>
                  <a:pt x="901585" y="33019"/>
                </a:lnTo>
                <a:lnTo>
                  <a:pt x="901750" y="33019"/>
                </a:lnTo>
                <a:lnTo>
                  <a:pt x="890778" y="27939"/>
                </a:lnTo>
                <a:lnTo>
                  <a:pt x="890968" y="27939"/>
                </a:lnTo>
                <a:lnTo>
                  <a:pt x="879957" y="24130"/>
                </a:lnTo>
                <a:lnTo>
                  <a:pt x="880148" y="24130"/>
                </a:lnTo>
                <a:lnTo>
                  <a:pt x="869137" y="20319"/>
                </a:lnTo>
                <a:lnTo>
                  <a:pt x="869315" y="20319"/>
                </a:lnTo>
                <a:lnTo>
                  <a:pt x="858354" y="17780"/>
                </a:lnTo>
                <a:lnTo>
                  <a:pt x="858532" y="17780"/>
                </a:lnTo>
                <a:lnTo>
                  <a:pt x="847585" y="15239"/>
                </a:lnTo>
                <a:lnTo>
                  <a:pt x="847775" y="15239"/>
                </a:lnTo>
                <a:lnTo>
                  <a:pt x="836841" y="12700"/>
                </a:lnTo>
                <a:lnTo>
                  <a:pt x="837044" y="12700"/>
                </a:lnTo>
                <a:lnTo>
                  <a:pt x="826096" y="11430"/>
                </a:lnTo>
                <a:lnTo>
                  <a:pt x="826300" y="11430"/>
                </a:lnTo>
                <a:lnTo>
                  <a:pt x="815352" y="10160"/>
                </a:lnTo>
                <a:lnTo>
                  <a:pt x="815555" y="10160"/>
                </a:lnTo>
                <a:lnTo>
                  <a:pt x="804583" y="8889"/>
                </a:lnTo>
                <a:lnTo>
                  <a:pt x="864683" y="8889"/>
                </a:lnTo>
                <a:lnTo>
                  <a:pt x="894486" y="19050"/>
                </a:lnTo>
                <a:lnTo>
                  <a:pt x="927823" y="34289"/>
                </a:lnTo>
                <a:lnTo>
                  <a:pt x="938898" y="40639"/>
                </a:lnTo>
                <a:lnTo>
                  <a:pt x="949960" y="48260"/>
                </a:lnTo>
                <a:lnTo>
                  <a:pt x="961047" y="54610"/>
                </a:lnTo>
                <a:lnTo>
                  <a:pt x="983246" y="69850"/>
                </a:lnTo>
                <a:lnTo>
                  <a:pt x="1016381" y="96519"/>
                </a:lnTo>
                <a:lnTo>
                  <a:pt x="1045317" y="123189"/>
                </a:lnTo>
                <a:lnTo>
                  <a:pt x="1031824" y="123189"/>
                </a:lnTo>
                <a:lnTo>
                  <a:pt x="1031900" y="124460"/>
                </a:lnTo>
                <a:close/>
              </a:path>
              <a:path w="1596389" h="1050289">
                <a:moveTo>
                  <a:pt x="555891" y="124460"/>
                </a:moveTo>
                <a:lnTo>
                  <a:pt x="555967" y="123189"/>
                </a:lnTo>
                <a:lnTo>
                  <a:pt x="557261" y="123189"/>
                </a:lnTo>
                <a:lnTo>
                  <a:pt x="555891" y="124460"/>
                </a:lnTo>
                <a:close/>
              </a:path>
              <a:path w="1596389" h="1050289">
                <a:moveTo>
                  <a:pt x="1075575" y="168910"/>
                </a:moveTo>
                <a:lnTo>
                  <a:pt x="1064602" y="156210"/>
                </a:lnTo>
                <a:lnTo>
                  <a:pt x="1053668" y="144780"/>
                </a:lnTo>
                <a:lnTo>
                  <a:pt x="1042733" y="134619"/>
                </a:lnTo>
                <a:lnTo>
                  <a:pt x="1031824" y="123189"/>
                </a:lnTo>
                <a:lnTo>
                  <a:pt x="1045317" y="123189"/>
                </a:lnTo>
                <a:lnTo>
                  <a:pt x="1049451" y="127000"/>
                </a:lnTo>
                <a:lnTo>
                  <a:pt x="1071600" y="149860"/>
                </a:lnTo>
                <a:lnTo>
                  <a:pt x="1082624" y="162560"/>
                </a:lnTo>
                <a:lnTo>
                  <a:pt x="1087517" y="167639"/>
                </a:lnTo>
                <a:lnTo>
                  <a:pt x="1075512" y="167639"/>
                </a:lnTo>
                <a:lnTo>
                  <a:pt x="1075575" y="168910"/>
                </a:lnTo>
                <a:close/>
              </a:path>
              <a:path w="1596389" h="1050289">
                <a:moveTo>
                  <a:pt x="512216" y="168910"/>
                </a:moveTo>
                <a:lnTo>
                  <a:pt x="512279" y="167639"/>
                </a:lnTo>
                <a:lnTo>
                  <a:pt x="513313" y="167639"/>
                </a:lnTo>
                <a:lnTo>
                  <a:pt x="512216" y="168910"/>
                </a:lnTo>
                <a:close/>
              </a:path>
              <a:path w="1596389" h="1050289">
                <a:moveTo>
                  <a:pt x="1579217" y="1033775"/>
                </a:moveTo>
                <a:lnTo>
                  <a:pt x="1540954" y="955039"/>
                </a:lnTo>
                <a:lnTo>
                  <a:pt x="1515567" y="904239"/>
                </a:lnTo>
                <a:lnTo>
                  <a:pt x="1491500" y="855979"/>
                </a:lnTo>
                <a:lnTo>
                  <a:pt x="1447647" y="768350"/>
                </a:lnTo>
                <a:lnTo>
                  <a:pt x="1425765" y="725170"/>
                </a:lnTo>
                <a:lnTo>
                  <a:pt x="1403807" y="681989"/>
                </a:lnTo>
                <a:lnTo>
                  <a:pt x="1381848" y="640079"/>
                </a:lnTo>
                <a:lnTo>
                  <a:pt x="1359966" y="599439"/>
                </a:lnTo>
                <a:lnTo>
                  <a:pt x="1338084" y="558800"/>
                </a:lnTo>
                <a:lnTo>
                  <a:pt x="1327137" y="539750"/>
                </a:lnTo>
                <a:lnTo>
                  <a:pt x="1316151" y="520700"/>
                </a:lnTo>
                <a:lnTo>
                  <a:pt x="1294193" y="482600"/>
                </a:lnTo>
                <a:lnTo>
                  <a:pt x="1272324" y="444500"/>
                </a:lnTo>
                <a:lnTo>
                  <a:pt x="1250467" y="408939"/>
                </a:lnTo>
                <a:lnTo>
                  <a:pt x="1239520" y="391160"/>
                </a:lnTo>
                <a:lnTo>
                  <a:pt x="1228547" y="373380"/>
                </a:lnTo>
                <a:lnTo>
                  <a:pt x="1206601" y="340360"/>
                </a:lnTo>
                <a:lnTo>
                  <a:pt x="1195679" y="323850"/>
                </a:lnTo>
                <a:lnTo>
                  <a:pt x="1184770" y="307339"/>
                </a:lnTo>
                <a:lnTo>
                  <a:pt x="1173848" y="292100"/>
                </a:lnTo>
                <a:lnTo>
                  <a:pt x="1162939" y="276860"/>
                </a:lnTo>
                <a:lnTo>
                  <a:pt x="1152004" y="261619"/>
                </a:lnTo>
                <a:lnTo>
                  <a:pt x="1141044" y="247650"/>
                </a:lnTo>
                <a:lnTo>
                  <a:pt x="1130071" y="233680"/>
                </a:lnTo>
                <a:lnTo>
                  <a:pt x="1119136" y="219710"/>
                </a:lnTo>
                <a:lnTo>
                  <a:pt x="1108214" y="205739"/>
                </a:lnTo>
                <a:lnTo>
                  <a:pt x="1097305" y="193039"/>
                </a:lnTo>
                <a:lnTo>
                  <a:pt x="1086408" y="180339"/>
                </a:lnTo>
                <a:lnTo>
                  <a:pt x="1075512" y="167639"/>
                </a:lnTo>
                <a:lnTo>
                  <a:pt x="1087517" y="167639"/>
                </a:lnTo>
                <a:lnTo>
                  <a:pt x="1093635" y="173989"/>
                </a:lnTo>
                <a:lnTo>
                  <a:pt x="1104620" y="186689"/>
                </a:lnTo>
                <a:lnTo>
                  <a:pt x="1115606" y="200660"/>
                </a:lnTo>
                <a:lnTo>
                  <a:pt x="1126578" y="213360"/>
                </a:lnTo>
                <a:lnTo>
                  <a:pt x="1192631" y="302260"/>
                </a:lnTo>
                <a:lnTo>
                  <a:pt x="1236586" y="368300"/>
                </a:lnTo>
                <a:lnTo>
                  <a:pt x="1280541" y="439419"/>
                </a:lnTo>
                <a:lnTo>
                  <a:pt x="1335468" y="534670"/>
                </a:lnTo>
                <a:lnTo>
                  <a:pt x="1390269" y="636270"/>
                </a:lnTo>
                <a:lnTo>
                  <a:pt x="1434261" y="720089"/>
                </a:lnTo>
                <a:lnTo>
                  <a:pt x="1456156" y="763270"/>
                </a:lnTo>
                <a:lnTo>
                  <a:pt x="1524114" y="899160"/>
                </a:lnTo>
                <a:lnTo>
                  <a:pt x="1587792" y="1029970"/>
                </a:lnTo>
                <a:lnTo>
                  <a:pt x="1579217" y="1033775"/>
                </a:lnTo>
                <a:close/>
              </a:path>
              <a:path w="1596389" h="1050289">
                <a:moveTo>
                  <a:pt x="1589653" y="1033779"/>
                </a:moveTo>
                <a:lnTo>
                  <a:pt x="1579217" y="1033775"/>
                </a:lnTo>
                <a:lnTo>
                  <a:pt x="1587792" y="1029970"/>
                </a:lnTo>
                <a:lnTo>
                  <a:pt x="1589653" y="1033779"/>
                </a:lnTo>
                <a:close/>
              </a:path>
              <a:path w="1596389" h="1050289">
                <a:moveTo>
                  <a:pt x="1587271" y="1050289"/>
                </a:moveTo>
                <a:lnTo>
                  <a:pt x="1579206" y="1033779"/>
                </a:lnTo>
                <a:lnTo>
                  <a:pt x="1589653" y="1033779"/>
                </a:lnTo>
                <a:lnTo>
                  <a:pt x="1595856" y="1046479"/>
                </a:lnTo>
                <a:lnTo>
                  <a:pt x="1587271" y="1050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723485" y="2755900"/>
            <a:ext cx="1596390" cy="1050290"/>
          </a:xfrm>
          <a:custGeom>
            <a:avLst/>
            <a:gdLst/>
            <a:ahLst/>
            <a:cxnLst/>
            <a:rect l="l" t="t" r="r" b="b"/>
            <a:pathLst>
              <a:path w="1596389" h="1050289">
                <a:moveTo>
                  <a:pt x="8572" y="1033779"/>
                </a:moveTo>
                <a:lnTo>
                  <a:pt x="21805" y="984250"/>
                </a:lnTo>
                <a:lnTo>
                  <a:pt x="87757" y="850900"/>
                </a:lnTo>
                <a:lnTo>
                  <a:pt x="131648" y="763270"/>
                </a:lnTo>
                <a:lnTo>
                  <a:pt x="153555" y="720089"/>
                </a:lnTo>
                <a:lnTo>
                  <a:pt x="197523" y="636270"/>
                </a:lnTo>
                <a:lnTo>
                  <a:pt x="252349" y="534670"/>
                </a:lnTo>
                <a:lnTo>
                  <a:pt x="307276" y="439419"/>
                </a:lnTo>
                <a:lnTo>
                  <a:pt x="351231" y="368300"/>
                </a:lnTo>
                <a:lnTo>
                  <a:pt x="373240" y="334010"/>
                </a:lnTo>
                <a:lnTo>
                  <a:pt x="384213" y="318769"/>
                </a:lnTo>
                <a:lnTo>
                  <a:pt x="395185" y="302260"/>
                </a:lnTo>
                <a:lnTo>
                  <a:pt x="406158" y="287019"/>
                </a:lnTo>
                <a:lnTo>
                  <a:pt x="417156" y="270510"/>
                </a:lnTo>
                <a:lnTo>
                  <a:pt x="428167" y="256539"/>
                </a:lnTo>
                <a:lnTo>
                  <a:pt x="439204" y="241300"/>
                </a:lnTo>
                <a:lnTo>
                  <a:pt x="461238" y="213360"/>
                </a:lnTo>
                <a:lnTo>
                  <a:pt x="472224" y="200660"/>
                </a:lnTo>
                <a:lnTo>
                  <a:pt x="483222" y="186689"/>
                </a:lnTo>
                <a:lnTo>
                  <a:pt x="538403" y="127000"/>
                </a:lnTo>
                <a:lnTo>
                  <a:pt x="571487" y="96519"/>
                </a:lnTo>
                <a:lnTo>
                  <a:pt x="604647" y="69850"/>
                </a:lnTo>
                <a:lnTo>
                  <a:pt x="637946" y="48260"/>
                </a:lnTo>
                <a:lnTo>
                  <a:pt x="649033" y="40639"/>
                </a:lnTo>
                <a:lnTo>
                  <a:pt x="693483" y="19050"/>
                </a:lnTo>
                <a:lnTo>
                  <a:pt x="738162" y="5080"/>
                </a:lnTo>
                <a:lnTo>
                  <a:pt x="749300" y="3810"/>
                </a:lnTo>
                <a:lnTo>
                  <a:pt x="760450" y="1269"/>
                </a:lnTo>
                <a:lnTo>
                  <a:pt x="771601" y="0"/>
                </a:lnTo>
                <a:lnTo>
                  <a:pt x="816394" y="0"/>
                </a:lnTo>
                <a:lnTo>
                  <a:pt x="827544" y="1269"/>
                </a:lnTo>
                <a:lnTo>
                  <a:pt x="838682" y="3810"/>
                </a:lnTo>
                <a:lnTo>
                  <a:pt x="849629" y="5080"/>
                </a:lnTo>
                <a:lnTo>
                  <a:pt x="860958" y="7619"/>
                </a:lnTo>
                <a:lnTo>
                  <a:pt x="864683" y="8889"/>
                </a:lnTo>
                <a:lnTo>
                  <a:pt x="783209" y="8889"/>
                </a:lnTo>
                <a:lnTo>
                  <a:pt x="772236" y="10160"/>
                </a:lnTo>
                <a:lnTo>
                  <a:pt x="772439" y="10160"/>
                </a:lnTo>
                <a:lnTo>
                  <a:pt x="761491" y="11430"/>
                </a:lnTo>
                <a:lnTo>
                  <a:pt x="761695" y="11430"/>
                </a:lnTo>
                <a:lnTo>
                  <a:pt x="750747" y="12700"/>
                </a:lnTo>
                <a:lnTo>
                  <a:pt x="750951" y="12700"/>
                </a:lnTo>
                <a:lnTo>
                  <a:pt x="740016" y="15239"/>
                </a:lnTo>
                <a:lnTo>
                  <a:pt x="740206" y="15239"/>
                </a:lnTo>
                <a:lnTo>
                  <a:pt x="729259" y="17780"/>
                </a:lnTo>
                <a:lnTo>
                  <a:pt x="729437" y="17780"/>
                </a:lnTo>
                <a:lnTo>
                  <a:pt x="718464" y="20319"/>
                </a:lnTo>
                <a:lnTo>
                  <a:pt x="718654" y="20319"/>
                </a:lnTo>
                <a:lnTo>
                  <a:pt x="707644" y="24130"/>
                </a:lnTo>
                <a:lnTo>
                  <a:pt x="707834" y="24130"/>
                </a:lnTo>
                <a:lnTo>
                  <a:pt x="696823" y="27939"/>
                </a:lnTo>
                <a:lnTo>
                  <a:pt x="697014" y="27939"/>
                </a:lnTo>
                <a:lnTo>
                  <a:pt x="686041" y="33019"/>
                </a:lnTo>
                <a:lnTo>
                  <a:pt x="686206" y="33019"/>
                </a:lnTo>
                <a:lnTo>
                  <a:pt x="675259" y="38100"/>
                </a:lnTo>
                <a:lnTo>
                  <a:pt x="675411" y="38100"/>
                </a:lnTo>
                <a:lnTo>
                  <a:pt x="664476" y="43180"/>
                </a:lnTo>
                <a:lnTo>
                  <a:pt x="664616" y="43180"/>
                </a:lnTo>
                <a:lnTo>
                  <a:pt x="653681" y="49530"/>
                </a:lnTo>
                <a:lnTo>
                  <a:pt x="642861" y="55880"/>
                </a:lnTo>
                <a:lnTo>
                  <a:pt x="632002" y="62230"/>
                </a:lnTo>
                <a:lnTo>
                  <a:pt x="621106" y="69850"/>
                </a:lnTo>
                <a:lnTo>
                  <a:pt x="610209" y="77469"/>
                </a:lnTo>
                <a:lnTo>
                  <a:pt x="599338" y="86360"/>
                </a:lnTo>
                <a:lnTo>
                  <a:pt x="588479" y="95250"/>
                </a:lnTo>
                <a:lnTo>
                  <a:pt x="577634" y="104139"/>
                </a:lnTo>
                <a:lnTo>
                  <a:pt x="566775" y="114300"/>
                </a:lnTo>
                <a:lnTo>
                  <a:pt x="557261" y="123189"/>
                </a:lnTo>
                <a:lnTo>
                  <a:pt x="555967" y="123189"/>
                </a:lnTo>
                <a:lnTo>
                  <a:pt x="544995" y="134619"/>
                </a:lnTo>
                <a:lnTo>
                  <a:pt x="534047" y="144780"/>
                </a:lnTo>
                <a:lnTo>
                  <a:pt x="523113" y="156210"/>
                </a:lnTo>
                <a:lnTo>
                  <a:pt x="513313" y="167639"/>
                </a:lnTo>
                <a:lnTo>
                  <a:pt x="512279" y="167639"/>
                </a:lnTo>
                <a:lnTo>
                  <a:pt x="501319" y="180339"/>
                </a:lnTo>
                <a:lnTo>
                  <a:pt x="490435" y="193039"/>
                </a:lnTo>
                <a:lnTo>
                  <a:pt x="479539" y="205739"/>
                </a:lnTo>
                <a:lnTo>
                  <a:pt x="468629" y="219710"/>
                </a:lnTo>
                <a:lnTo>
                  <a:pt x="457682" y="233680"/>
                </a:lnTo>
                <a:lnTo>
                  <a:pt x="446709" y="247650"/>
                </a:lnTo>
                <a:lnTo>
                  <a:pt x="435749" y="261619"/>
                </a:lnTo>
                <a:lnTo>
                  <a:pt x="424814" y="276860"/>
                </a:lnTo>
                <a:lnTo>
                  <a:pt x="413905" y="292100"/>
                </a:lnTo>
                <a:lnTo>
                  <a:pt x="402996" y="307339"/>
                </a:lnTo>
                <a:lnTo>
                  <a:pt x="392087" y="323850"/>
                </a:lnTo>
                <a:lnTo>
                  <a:pt x="381152" y="340360"/>
                </a:lnTo>
                <a:lnTo>
                  <a:pt x="359219" y="373380"/>
                </a:lnTo>
                <a:lnTo>
                  <a:pt x="348246" y="391160"/>
                </a:lnTo>
                <a:lnTo>
                  <a:pt x="337299" y="408939"/>
                </a:lnTo>
                <a:lnTo>
                  <a:pt x="315442" y="444500"/>
                </a:lnTo>
                <a:lnTo>
                  <a:pt x="293573" y="482600"/>
                </a:lnTo>
                <a:lnTo>
                  <a:pt x="271614" y="520700"/>
                </a:lnTo>
                <a:lnTo>
                  <a:pt x="260629" y="539750"/>
                </a:lnTo>
                <a:lnTo>
                  <a:pt x="249682" y="558800"/>
                </a:lnTo>
                <a:lnTo>
                  <a:pt x="227812" y="599439"/>
                </a:lnTo>
                <a:lnTo>
                  <a:pt x="205930" y="640079"/>
                </a:lnTo>
                <a:lnTo>
                  <a:pt x="183972" y="681989"/>
                </a:lnTo>
                <a:lnTo>
                  <a:pt x="162013" y="725170"/>
                </a:lnTo>
                <a:lnTo>
                  <a:pt x="140131" y="768350"/>
                </a:lnTo>
                <a:lnTo>
                  <a:pt x="96278" y="855979"/>
                </a:lnTo>
                <a:lnTo>
                  <a:pt x="74244" y="899160"/>
                </a:lnTo>
                <a:lnTo>
                  <a:pt x="52260" y="943610"/>
                </a:lnTo>
                <a:lnTo>
                  <a:pt x="30352" y="989329"/>
                </a:lnTo>
                <a:lnTo>
                  <a:pt x="8572" y="1033779"/>
                </a:lnTo>
                <a:close/>
              </a:path>
              <a:path w="1596389" h="1050289">
                <a:moveTo>
                  <a:pt x="1031900" y="124460"/>
                </a:moveTo>
                <a:lnTo>
                  <a:pt x="1020940" y="114300"/>
                </a:lnTo>
                <a:lnTo>
                  <a:pt x="1010081" y="104139"/>
                </a:lnTo>
                <a:lnTo>
                  <a:pt x="999223" y="95250"/>
                </a:lnTo>
                <a:lnTo>
                  <a:pt x="988352" y="86360"/>
                </a:lnTo>
                <a:lnTo>
                  <a:pt x="977480" y="77469"/>
                </a:lnTo>
                <a:lnTo>
                  <a:pt x="966584" y="69850"/>
                </a:lnTo>
                <a:lnTo>
                  <a:pt x="955675" y="62230"/>
                </a:lnTo>
                <a:lnTo>
                  <a:pt x="944816" y="55880"/>
                </a:lnTo>
                <a:lnTo>
                  <a:pt x="933983" y="49530"/>
                </a:lnTo>
                <a:lnTo>
                  <a:pt x="923175" y="43180"/>
                </a:lnTo>
                <a:lnTo>
                  <a:pt x="923315" y="43180"/>
                </a:lnTo>
                <a:lnTo>
                  <a:pt x="912367" y="38100"/>
                </a:lnTo>
                <a:lnTo>
                  <a:pt x="912533" y="38100"/>
                </a:lnTo>
                <a:lnTo>
                  <a:pt x="901585" y="33019"/>
                </a:lnTo>
                <a:lnTo>
                  <a:pt x="901750" y="33019"/>
                </a:lnTo>
                <a:lnTo>
                  <a:pt x="890777" y="27939"/>
                </a:lnTo>
                <a:lnTo>
                  <a:pt x="890968" y="27939"/>
                </a:lnTo>
                <a:lnTo>
                  <a:pt x="879957" y="24130"/>
                </a:lnTo>
                <a:lnTo>
                  <a:pt x="880148" y="24130"/>
                </a:lnTo>
                <a:lnTo>
                  <a:pt x="869137" y="20319"/>
                </a:lnTo>
                <a:lnTo>
                  <a:pt x="869314" y="20319"/>
                </a:lnTo>
                <a:lnTo>
                  <a:pt x="858342" y="17780"/>
                </a:lnTo>
                <a:lnTo>
                  <a:pt x="858532" y="17780"/>
                </a:lnTo>
                <a:lnTo>
                  <a:pt x="847585" y="15239"/>
                </a:lnTo>
                <a:lnTo>
                  <a:pt x="847775" y="15239"/>
                </a:lnTo>
                <a:lnTo>
                  <a:pt x="836841" y="12700"/>
                </a:lnTo>
                <a:lnTo>
                  <a:pt x="837031" y="12700"/>
                </a:lnTo>
                <a:lnTo>
                  <a:pt x="826096" y="11430"/>
                </a:lnTo>
                <a:lnTo>
                  <a:pt x="826300" y="11430"/>
                </a:lnTo>
                <a:lnTo>
                  <a:pt x="815352" y="10160"/>
                </a:lnTo>
                <a:lnTo>
                  <a:pt x="815555" y="10160"/>
                </a:lnTo>
                <a:lnTo>
                  <a:pt x="804583" y="8889"/>
                </a:lnTo>
                <a:lnTo>
                  <a:pt x="864683" y="8889"/>
                </a:lnTo>
                <a:lnTo>
                  <a:pt x="894486" y="19050"/>
                </a:lnTo>
                <a:lnTo>
                  <a:pt x="927823" y="34289"/>
                </a:lnTo>
                <a:lnTo>
                  <a:pt x="938885" y="40639"/>
                </a:lnTo>
                <a:lnTo>
                  <a:pt x="949960" y="48260"/>
                </a:lnTo>
                <a:lnTo>
                  <a:pt x="961034" y="54610"/>
                </a:lnTo>
                <a:lnTo>
                  <a:pt x="983246" y="69850"/>
                </a:lnTo>
                <a:lnTo>
                  <a:pt x="1016381" y="96519"/>
                </a:lnTo>
                <a:lnTo>
                  <a:pt x="1045317" y="123189"/>
                </a:lnTo>
                <a:lnTo>
                  <a:pt x="1031824" y="123189"/>
                </a:lnTo>
                <a:lnTo>
                  <a:pt x="1031900" y="124460"/>
                </a:lnTo>
                <a:close/>
              </a:path>
              <a:path w="1596389" h="1050289">
                <a:moveTo>
                  <a:pt x="555891" y="124460"/>
                </a:moveTo>
                <a:lnTo>
                  <a:pt x="555967" y="123189"/>
                </a:lnTo>
                <a:lnTo>
                  <a:pt x="557261" y="123189"/>
                </a:lnTo>
                <a:lnTo>
                  <a:pt x="555891" y="124460"/>
                </a:lnTo>
                <a:close/>
              </a:path>
              <a:path w="1596389" h="1050289">
                <a:moveTo>
                  <a:pt x="1075575" y="168910"/>
                </a:moveTo>
                <a:lnTo>
                  <a:pt x="1064602" y="156210"/>
                </a:lnTo>
                <a:lnTo>
                  <a:pt x="1053668" y="144780"/>
                </a:lnTo>
                <a:lnTo>
                  <a:pt x="1042733" y="134619"/>
                </a:lnTo>
                <a:lnTo>
                  <a:pt x="1031824" y="123189"/>
                </a:lnTo>
                <a:lnTo>
                  <a:pt x="1045317" y="123189"/>
                </a:lnTo>
                <a:lnTo>
                  <a:pt x="1049451" y="127000"/>
                </a:lnTo>
                <a:lnTo>
                  <a:pt x="1071600" y="149860"/>
                </a:lnTo>
                <a:lnTo>
                  <a:pt x="1082624" y="162560"/>
                </a:lnTo>
                <a:lnTo>
                  <a:pt x="1087517" y="167639"/>
                </a:lnTo>
                <a:lnTo>
                  <a:pt x="1075512" y="167639"/>
                </a:lnTo>
                <a:lnTo>
                  <a:pt x="1075575" y="168910"/>
                </a:lnTo>
                <a:close/>
              </a:path>
              <a:path w="1596389" h="1050289">
                <a:moveTo>
                  <a:pt x="512216" y="168910"/>
                </a:moveTo>
                <a:lnTo>
                  <a:pt x="512279" y="167639"/>
                </a:lnTo>
                <a:lnTo>
                  <a:pt x="513313" y="167639"/>
                </a:lnTo>
                <a:lnTo>
                  <a:pt x="512216" y="168910"/>
                </a:lnTo>
                <a:close/>
              </a:path>
              <a:path w="1596389" h="1050289">
                <a:moveTo>
                  <a:pt x="1579217" y="1033775"/>
                </a:moveTo>
                <a:lnTo>
                  <a:pt x="1540941" y="955039"/>
                </a:lnTo>
                <a:lnTo>
                  <a:pt x="1515567" y="904239"/>
                </a:lnTo>
                <a:lnTo>
                  <a:pt x="1491500" y="855979"/>
                </a:lnTo>
                <a:lnTo>
                  <a:pt x="1447647" y="768350"/>
                </a:lnTo>
                <a:lnTo>
                  <a:pt x="1425765" y="725170"/>
                </a:lnTo>
                <a:lnTo>
                  <a:pt x="1403807" y="681989"/>
                </a:lnTo>
                <a:lnTo>
                  <a:pt x="1381848" y="640079"/>
                </a:lnTo>
                <a:lnTo>
                  <a:pt x="1359966" y="599439"/>
                </a:lnTo>
                <a:lnTo>
                  <a:pt x="1338084" y="558800"/>
                </a:lnTo>
                <a:lnTo>
                  <a:pt x="1327137" y="539750"/>
                </a:lnTo>
                <a:lnTo>
                  <a:pt x="1316151" y="520700"/>
                </a:lnTo>
                <a:lnTo>
                  <a:pt x="1294193" y="482600"/>
                </a:lnTo>
                <a:lnTo>
                  <a:pt x="1272324" y="444500"/>
                </a:lnTo>
                <a:lnTo>
                  <a:pt x="1250454" y="408939"/>
                </a:lnTo>
                <a:lnTo>
                  <a:pt x="1239520" y="391160"/>
                </a:lnTo>
                <a:lnTo>
                  <a:pt x="1228547" y="373380"/>
                </a:lnTo>
                <a:lnTo>
                  <a:pt x="1206601" y="340360"/>
                </a:lnTo>
                <a:lnTo>
                  <a:pt x="1195679" y="323850"/>
                </a:lnTo>
                <a:lnTo>
                  <a:pt x="1184770" y="307339"/>
                </a:lnTo>
                <a:lnTo>
                  <a:pt x="1173848" y="292100"/>
                </a:lnTo>
                <a:lnTo>
                  <a:pt x="1162939" y="276860"/>
                </a:lnTo>
                <a:lnTo>
                  <a:pt x="1152004" y="261619"/>
                </a:lnTo>
                <a:lnTo>
                  <a:pt x="1141044" y="247650"/>
                </a:lnTo>
                <a:lnTo>
                  <a:pt x="1130071" y="233680"/>
                </a:lnTo>
                <a:lnTo>
                  <a:pt x="1119124" y="219710"/>
                </a:lnTo>
                <a:lnTo>
                  <a:pt x="1108214" y="205739"/>
                </a:lnTo>
                <a:lnTo>
                  <a:pt x="1097305" y="193039"/>
                </a:lnTo>
                <a:lnTo>
                  <a:pt x="1086408" y="180339"/>
                </a:lnTo>
                <a:lnTo>
                  <a:pt x="1075512" y="167639"/>
                </a:lnTo>
                <a:lnTo>
                  <a:pt x="1087517" y="167639"/>
                </a:lnTo>
                <a:lnTo>
                  <a:pt x="1093635" y="173989"/>
                </a:lnTo>
                <a:lnTo>
                  <a:pt x="1104620" y="186689"/>
                </a:lnTo>
                <a:lnTo>
                  <a:pt x="1115593" y="200660"/>
                </a:lnTo>
                <a:lnTo>
                  <a:pt x="1126578" y="213360"/>
                </a:lnTo>
                <a:lnTo>
                  <a:pt x="1192631" y="302260"/>
                </a:lnTo>
                <a:lnTo>
                  <a:pt x="1236586" y="368300"/>
                </a:lnTo>
                <a:lnTo>
                  <a:pt x="1280540" y="439419"/>
                </a:lnTo>
                <a:lnTo>
                  <a:pt x="1335468" y="534670"/>
                </a:lnTo>
                <a:lnTo>
                  <a:pt x="1390269" y="636270"/>
                </a:lnTo>
                <a:lnTo>
                  <a:pt x="1434249" y="720089"/>
                </a:lnTo>
                <a:lnTo>
                  <a:pt x="1456156" y="763270"/>
                </a:lnTo>
                <a:lnTo>
                  <a:pt x="1524114" y="899160"/>
                </a:lnTo>
                <a:lnTo>
                  <a:pt x="1587792" y="1029970"/>
                </a:lnTo>
                <a:lnTo>
                  <a:pt x="1579217" y="1033775"/>
                </a:lnTo>
                <a:close/>
              </a:path>
              <a:path w="1596389" h="1050289">
                <a:moveTo>
                  <a:pt x="1589653" y="1033779"/>
                </a:moveTo>
                <a:lnTo>
                  <a:pt x="1579217" y="1033775"/>
                </a:lnTo>
                <a:lnTo>
                  <a:pt x="1587792" y="1029970"/>
                </a:lnTo>
                <a:lnTo>
                  <a:pt x="1589653" y="1033779"/>
                </a:lnTo>
                <a:close/>
              </a:path>
              <a:path w="1596389" h="1050289">
                <a:moveTo>
                  <a:pt x="1587271" y="1050289"/>
                </a:moveTo>
                <a:lnTo>
                  <a:pt x="1579206" y="1033779"/>
                </a:lnTo>
                <a:lnTo>
                  <a:pt x="1589653" y="1033779"/>
                </a:lnTo>
                <a:lnTo>
                  <a:pt x="1595856" y="1046479"/>
                </a:lnTo>
                <a:lnTo>
                  <a:pt x="1587271" y="1050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28570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219032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5235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85682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1900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52332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8565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18982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5230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85632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1895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52282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85607" y="275748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966117" y="2700972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正弦曲</a:t>
            </a:r>
            <a:r>
              <a:rPr dirty="0" sz="2800" spc="-20" b="1">
                <a:latin typeface="宋体"/>
                <a:cs typeface="宋体"/>
              </a:rPr>
              <a:t>线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4762"/>
                </a:moveTo>
                <a:lnTo>
                  <a:pt x="0" y="0"/>
                </a:lnTo>
                <a:lnTo>
                  <a:pt x="4762" y="0"/>
                </a:lnTo>
                <a:lnTo>
                  <a:pt x="0" y="4762"/>
                </a:lnTo>
                <a:close/>
              </a:path>
              <a:path w="12192000" h="6858000">
                <a:moveTo>
                  <a:pt x="12187237" y="6858000"/>
                </a:moveTo>
                <a:lnTo>
                  <a:pt x="4762" y="6858000"/>
                </a:lnTo>
                <a:lnTo>
                  <a:pt x="4762" y="0"/>
                </a:lnTo>
                <a:lnTo>
                  <a:pt x="12187237" y="0"/>
                </a:lnTo>
                <a:lnTo>
                  <a:pt x="12187237" y="6858000"/>
                </a:lnTo>
                <a:close/>
              </a:path>
              <a:path w="12192000" h="6858000">
                <a:moveTo>
                  <a:pt x="12192000" y="4762"/>
                </a:moveTo>
                <a:lnTo>
                  <a:pt x="12187237" y="0"/>
                </a:lnTo>
                <a:lnTo>
                  <a:pt x="12192000" y="0"/>
                </a:lnTo>
                <a:lnTo>
                  <a:pt x="12192000" y="4762"/>
                </a:lnTo>
                <a:close/>
              </a:path>
              <a:path w="12192000" h="6858000">
                <a:moveTo>
                  <a:pt x="4762" y="6853237"/>
                </a:moveTo>
                <a:lnTo>
                  <a:pt x="0" y="6853237"/>
                </a:lnTo>
                <a:lnTo>
                  <a:pt x="0" y="4762"/>
                </a:lnTo>
                <a:lnTo>
                  <a:pt x="4762" y="4762"/>
                </a:lnTo>
                <a:lnTo>
                  <a:pt x="4762" y="6853237"/>
                </a:lnTo>
                <a:close/>
              </a:path>
              <a:path w="12192000" h="6858000">
                <a:moveTo>
                  <a:pt x="12192000" y="6853237"/>
                </a:moveTo>
                <a:lnTo>
                  <a:pt x="12187237" y="6853237"/>
                </a:lnTo>
                <a:lnTo>
                  <a:pt x="12187237" y="4762"/>
                </a:lnTo>
                <a:lnTo>
                  <a:pt x="12192000" y="4762"/>
                </a:lnTo>
                <a:lnTo>
                  <a:pt x="12192000" y="6853237"/>
                </a:lnTo>
                <a:close/>
              </a:path>
              <a:path w="12192000" h="6858000">
                <a:moveTo>
                  <a:pt x="4762" y="6858000"/>
                </a:moveTo>
                <a:lnTo>
                  <a:pt x="0" y="6858000"/>
                </a:lnTo>
                <a:lnTo>
                  <a:pt x="0" y="6853237"/>
                </a:lnTo>
                <a:lnTo>
                  <a:pt x="4762" y="6858000"/>
                </a:lnTo>
                <a:close/>
              </a:path>
              <a:path w="12192000" h="6858000">
                <a:moveTo>
                  <a:pt x="12192000" y="6858000"/>
                </a:moveTo>
                <a:lnTo>
                  <a:pt x="12187237" y="6858000"/>
                </a:lnTo>
                <a:lnTo>
                  <a:pt x="12192000" y="6853237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94135" y="694944"/>
            <a:ext cx="334010" cy="200025"/>
          </a:xfrm>
          <a:custGeom>
            <a:avLst/>
            <a:gdLst/>
            <a:ahLst/>
            <a:cxnLst/>
            <a:rect l="l" t="t" r="r" b="b"/>
            <a:pathLst>
              <a:path w="334009" h="200025">
                <a:moveTo>
                  <a:pt x="0" y="0"/>
                </a:moveTo>
                <a:lnTo>
                  <a:pt x="333755" y="0"/>
                </a:lnTo>
                <a:lnTo>
                  <a:pt x="333755" y="199643"/>
                </a:lnTo>
                <a:lnTo>
                  <a:pt x="0" y="1996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89106" y="689952"/>
            <a:ext cx="344170" cy="209550"/>
          </a:xfrm>
          <a:custGeom>
            <a:avLst/>
            <a:gdLst/>
            <a:ahLst/>
            <a:cxnLst/>
            <a:rect l="l" t="t" r="r" b="b"/>
            <a:pathLst>
              <a:path w="344170" h="209550">
                <a:moveTo>
                  <a:pt x="344055" y="209257"/>
                </a:moveTo>
                <a:lnTo>
                  <a:pt x="0" y="209257"/>
                </a:lnTo>
                <a:lnTo>
                  <a:pt x="0" y="0"/>
                </a:lnTo>
                <a:lnTo>
                  <a:pt x="344055" y="0"/>
                </a:lnTo>
                <a:lnTo>
                  <a:pt x="34405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9732"/>
                </a:lnTo>
                <a:lnTo>
                  <a:pt x="4762" y="199732"/>
                </a:lnTo>
                <a:lnTo>
                  <a:pt x="9525" y="204495"/>
                </a:lnTo>
                <a:lnTo>
                  <a:pt x="344055" y="204495"/>
                </a:lnTo>
                <a:lnTo>
                  <a:pt x="344055" y="209257"/>
                </a:lnTo>
                <a:close/>
              </a:path>
              <a:path w="344170" h="209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09550">
                <a:moveTo>
                  <a:pt x="33453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30" y="4762"/>
                </a:lnTo>
                <a:lnTo>
                  <a:pt x="334530" y="9525"/>
                </a:lnTo>
                <a:close/>
              </a:path>
              <a:path w="344170" h="209550">
                <a:moveTo>
                  <a:pt x="334530" y="204495"/>
                </a:moveTo>
                <a:lnTo>
                  <a:pt x="334530" y="4762"/>
                </a:lnTo>
                <a:lnTo>
                  <a:pt x="339293" y="9525"/>
                </a:lnTo>
                <a:lnTo>
                  <a:pt x="344055" y="9525"/>
                </a:lnTo>
                <a:lnTo>
                  <a:pt x="344055" y="199732"/>
                </a:lnTo>
                <a:lnTo>
                  <a:pt x="339293" y="199732"/>
                </a:lnTo>
                <a:lnTo>
                  <a:pt x="334530" y="204495"/>
                </a:lnTo>
                <a:close/>
              </a:path>
              <a:path w="344170" h="209550">
                <a:moveTo>
                  <a:pt x="344055" y="9525"/>
                </a:moveTo>
                <a:lnTo>
                  <a:pt x="339293" y="9525"/>
                </a:lnTo>
                <a:lnTo>
                  <a:pt x="334530" y="4762"/>
                </a:lnTo>
                <a:lnTo>
                  <a:pt x="344055" y="4762"/>
                </a:lnTo>
                <a:lnTo>
                  <a:pt x="344055" y="9525"/>
                </a:lnTo>
                <a:close/>
              </a:path>
              <a:path w="344170" h="209550">
                <a:moveTo>
                  <a:pt x="9525" y="204495"/>
                </a:moveTo>
                <a:lnTo>
                  <a:pt x="4762" y="199732"/>
                </a:lnTo>
                <a:lnTo>
                  <a:pt x="9525" y="199732"/>
                </a:lnTo>
                <a:lnTo>
                  <a:pt x="9525" y="204495"/>
                </a:lnTo>
                <a:close/>
              </a:path>
              <a:path w="344170" h="209550">
                <a:moveTo>
                  <a:pt x="334530" y="204495"/>
                </a:moveTo>
                <a:lnTo>
                  <a:pt x="9525" y="204495"/>
                </a:lnTo>
                <a:lnTo>
                  <a:pt x="9525" y="199732"/>
                </a:lnTo>
                <a:lnTo>
                  <a:pt x="334530" y="199732"/>
                </a:lnTo>
                <a:lnTo>
                  <a:pt x="334530" y="204495"/>
                </a:lnTo>
                <a:close/>
              </a:path>
              <a:path w="344170" h="209550">
                <a:moveTo>
                  <a:pt x="344055" y="204495"/>
                </a:moveTo>
                <a:lnTo>
                  <a:pt x="334530" y="204495"/>
                </a:lnTo>
                <a:lnTo>
                  <a:pt x="339293" y="199732"/>
                </a:lnTo>
                <a:lnTo>
                  <a:pt x="344055" y="199732"/>
                </a:lnTo>
                <a:lnTo>
                  <a:pt x="344055" y="20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981169" y="614070"/>
            <a:ext cx="16065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10168" y="1550365"/>
            <a:ext cx="236270" cy="247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602230" y="1490992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68343" y="1542681"/>
            <a:ext cx="232549" cy="246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360406" y="1483309"/>
            <a:ext cx="11557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75192" y="510540"/>
            <a:ext cx="281940" cy="238125"/>
          </a:xfrm>
          <a:custGeom>
            <a:avLst/>
            <a:gdLst/>
            <a:ahLst/>
            <a:cxnLst/>
            <a:rect l="l" t="t" r="r" b="b"/>
            <a:pathLst>
              <a:path w="281940" h="238125">
                <a:moveTo>
                  <a:pt x="0" y="0"/>
                </a:moveTo>
                <a:lnTo>
                  <a:pt x="281940" y="0"/>
                </a:lnTo>
                <a:lnTo>
                  <a:pt x="281940" y="237744"/>
                </a:lnTo>
                <a:lnTo>
                  <a:pt x="0" y="2377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770010" y="505574"/>
            <a:ext cx="292100" cy="248285"/>
          </a:xfrm>
          <a:custGeom>
            <a:avLst/>
            <a:gdLst/>
            <a:ahLst/>
            <a:cxnLst/>
            <a:rect l="l" t="t" r="r" b="b"/>
            <a:pathLst>
              <a:path w="292100" h="248284">
                <a:moveTo>
                  <a:pt x="292023" y="247675"/>
                </a:moveTo>
                <a:lnTo>
                  <a:pt x="0" y="247675"/>
                </a:lnTo>
                <a:lnTo>
                  <a:pt x="0" y="0"/>
                </a:lnTo>
                <a:lnTo>
                  <a:pt x="292023" y="0"/>
                </a:lnTo>
                <a:lnTo>
                  <a:pt x="29202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38150"/>
                </a:lnTo>
                <a:lnTo>
                  <a:pt x="4762" y="238150"/>
                </a:lnTo>
                <a:lnTo>
                  <a:pt x="9525" y="242912"/>
                </a:lnTo>
                <a:lnTo>
                  <a:pt x="292023" y="242912"/>
                </a:lnTo>
                <a:lnTo>
                  <a:pt x="292023" y="247675"/>
                </a:lnTo>
                <a:close/>
              </a:path>
              <a:path w="292100" h="24828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2100" h="248284">
                <a:moveTo>
                  <a:pt x="28249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2498" y="4762"/>
                </a:lnTo>
                <a:lnTo>
                  <a:pt x="282498" y="9525"/>
                </a:lnTo>
                <a:close/>
              </a:path>
              <a:path w="292100" h="248284">
                <a:moveTo>
                  <a:pt x="282498" y="242912"/>
                </a:moveTo>
                <a:lnTo>
                  <a:pt x="282498" y="4762"/>
                </a:lnTo>
                <a:lnTo>
                  <a:pt x="287261" y="9525"/>
                </a:lnTo>
                <a:lnTo>
                  <a:pt x="292023" y="9525"/>
                </a:lnTo>
                <a:lnTo>
                  <a:pt x="292023" y="238150"/>
                </a:lnTo>
                <a:lnTo>
                  <a:pt x="287261" y="238150"/>
                </a:lnTo>
                <a:lnTo>
                  <a:pt x="282498" y="242912"/>
                </a:lnTo>
                <a:close/>
              </a:path>
              <a:path w="292100" h="248284">
                <a:moveTo>
                  <a:pt x="292023" y="9525"/>
                </a:moveTo>
                <a:lnTo>
                  <a:pt x="287261" y="9525"/>
                </a:lnTo>
                <a:lnTo>
                  <a:pt x="282498" y="4762"/>
                </a:lnTo>
                <a:lnTo>
                  <a:pt x="292023" y="4762"/>
                </a:lnTo>
                <a:lnTo>
                  <a:pt x="292023" y="9525"/>
                </a:lnTo>
                <a:close/>
              </a:path>
              <a:path w="292100" h="248284">
                <a:moveTo>
                  <a:pt x="9525" y="242912"/>
                </a:moveTo>
                <a:lnTo>
                  <a:pt x="4762" y="238150"/>
                </a:lnTo>
                <a:lnTo>
                  <a:pt x="9525" y="238150"/>
                </a:lnTo>
                <a:lnTo>
                  <a:pt x="9525" y="242912"/>
                </a:lnTo>
                <a:close/>
              </a:path>
              <a:path w="292100" h="248284">
                <a:moveTo>
                  <a:pt x="282498" y="242912"/>
                </a:moveTo>
                <a:lnTo>
                  <a:pt x="9525" y="242912"/>
                </a:lnTo>
                <a:lnTo>
                  <a:pt x="9525" y="238150"/>
                </a:lnTo>
                <a:lnTo>
                  <a:pt x="282498" y="238150"/>
                </a:lnTo>
                <a:lnTo>
                  <a:pt x="282498" y="242912"/>
                </a:lnTo>
                <a:close/>
              </a:path>
              <a:path w="292100" h="248284">
                <a:moveTo>
                  <a:pt x="292023" y="242912"/>
                </a:moveTo>
                <a:lnTo>
                  <a:pt x="282498" y="242912"/>
                </a:lnTo>
                <a:lnTo>
                  <a:pt x="287261" y="238150"/>
                </a:lnTo>
                <a:lnTo>
                  <a:pt x="292023" y="238150"/>
                </a:lnTo>
                <a:lnTo>
                  <a:pt x="292023" y="242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762072" y="429691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09276" y="548640"/>
            <a:ext cx="335280" cy="200025"/>
          </a:xfrm>
          <a:custGeom>
            <a:avLst/>
            <a:gdLst/>
            <a:ahLst/>
            <a:cxnLst/>
            <a:rect l="l" t="t" r="r" b="b"/>
            <a:pathLst>
              <a:path w="335279" h="200025">
                <a:moveTo>
                  <a:pt x="0" y="0"/>
                </a:moveTo>
                <a:lnTo>
                  <a:pt x="335279" y="0"/>
                </a:lnTo>
                <a:lnTo>
                  <a:pt x="335279" y="199644"/>
                </a:lnTo>
                <a:lnTo>
                  <a:pt x="0" y="199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204792" y="543979"/>
            <a:ext cx="344170" cy="209550"/>
          </a:xfrm>
          <a:custGeom>
            <a:avLst/>
            <a:gdLst/>
            <a:ahLst/>
            <a:cxnLst/>
            <a:rect l="l" t="t" r="r" b="b"/>
            <a:pathLst>
              <a:path w="344170" h="209550">
                <a:moveTo>
                  <a:pt x="344068" y="209270"/>
                </a:moveTo>
                <a:lnTo>
                  <a:pt x="0" y="209270"/>
                </a:lnTo>
                <a:lnTo>
                  <a:pt x="0" y="0"/>
                </a:lnTo>
                <a:lnTo>
                  <a:pt x="344068" y="0"/>
                </a:lnTo>
                <a:lnTo>
                  <a:pt x="34406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9745"/>
                </a:lnTo>
                <a:lnTo>
                  <a:pt x="4762" y="199745"/>
                </a:lnTo>
                <a:lnTo>
                  <a:pt x="9525" y="204508"/>
                </a:lnTo>
                <a:lnTo>
                  <a:pt x="344068" y="204508"/>
                </a:lnTo>
                <a:lnTo>
                  <a:pt x="344068" y="209270"/>
                </a:lnTo>
                <a:close/>
              </a:path>
              <a:path w="344170" h="209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09550">
                <a:moveTo>
                  <a:pt x="33454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43" y="4762"/>
                </a:lnTo>
                <a:lnTo>
                  <a:pt x="334543" y="9525"/>
                </a:lnTo>
                <a:close/>
              </a:path>
              <a:path w="344170" h="209550">
                <a:moveTo>
                  <a:pt x="334543" y="204508"/>
                </a:moveTo>
                <a:lnTo>
                  <a:pt x="334543" y="4762"/>
                </a:lnTo>
                <a:lnTo>
                  <a:pt x="339305" y="9525"/>
                </a:lnTo>
                <a:lnTo>
                  <a:pt x="344068" y="9525"/>
                </a:lnTo>
                <a:lnTo>
                  <a:pt x="344068" y="199745"/>
                </a:lnTo>
                <a:lnTo>
                  <a:pt x="339305" y="199745"/>
                </a:lnTo>
                <a:lnTo>
                  <a:pt x="334543" y="204508"/>
                </a:lnTo>
                <a:close/>
              </a:path>
              <a:path w="344170" h="209550">
                <a:moveTo>
                  <a:pt x="344068" y="9525"/>
                </a:moveTo>
                <a:lnTo>
                  <a:pt x="339305" y="9525"/>
                </a:lnTo>
                <a:lnTo>
                  <a:pt x="334543" y="4762"/>
                </a:lnTo>
                <a:lnTo>
                  <a:pt x="344068" y="4762"/>
                </a:lnTo>
                <a:lnTo>
                  <a:pt x="344068" y="9525"/>
                </a:lnTo>
                <a:close/>
              </a:path>
              <a:path w="344170" h="209550">
                <a:moveTo>
                  <a:pt x="9525" y="204508"/>
                </a:moveTo>
                <a:lnTo>
                  <a:pt x="4762" y="199745"/>
                </a:lnTo>
                <a:lnTo>
                  <a:pt x="9525" y="199745"/>
                </a:lnTo>
                <a:lnTo>
                  <a:pt x="9525" y="204508"/>
                </a:lnTo>
                <a:close/>
              </a:path>
              <a:path w="344170" h="209550">
                <a:moveTo>
                  <a:pt x="334543" y="204508"/>
                </a:moveTo>
                <a:lnTo>
                  <a:pt x="9525" y="204508"/>
                </a:lnTo>
                <a:lnTo>
                  <a:pt x="9525" y="199745"/>
                </a:lnTo>
                <a:lnTo>
                  <a:pt x="334543" y="199745"/>
                </a:lnTo>
                <a:lnTo>
                  <a:pt x="334543" y="204508"/>
                </a:lnTo>
                <a:close/>
              </a:path>
              <a:path w="344170" h="209550">
                <a:moveTo>
                  <a:pt x="344068" y="204508"/>
                </a:moveTo>
                <a:lnTo>
                  <a:pt x="334543" y="204508"/>
                </a:lnTo>
                <a:lnTo>
                  <a:pt x="339305" y="199745"/>
                </a:lnTo>
                <a:lnTo>
                  <a:pt x="344068" y="199745"/>
                </a:lnTo>
                <a:lnTo>
                  <a:pt x="344068" y="204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209276" y="468096"/>
            <a:ext cx="3352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06422" y="776858"/>
            <a:ext cx="2661920" cy="50800"/>
          </a:xfrm>
          <a:custGeom>
            <a:avLst/>
            <a:gdLst/>
            <a:ahLst/>
            <a:cxnLst/>
            <a:rect l="l" t="t" r="r" b="b"/>
            <a:pathLst>
              <a:path w="2661920" h="50800">
                <a:moveTo>
                  <a:pt x="2585224" y="50799"/>
                </a:moveTo>
                <a:lnTo>
                  <a:pt x="2585224" y="0"/>
                </a:lnTo>
                <a:lnTo>
                  <a:pt x="2632849" y="15874"/>
                </a:lnTo>
                <a:lnTo>
                  <a:pt x="2623324" y="15874"/>
                </a:lnTo>
                <a:lnTo>
                  <a:pt x="2623324" y="34924"/>
                </a:lnTo>
                <a:lnTo>
                  <a:pt x="2632849" y="34924"/>
                </a:lnTo>
                <a:lnTo>
                  <a:pt x="2585224" y="50799"/>
                </a:lnTo>
                <a:close/>
              </a:path>
              <a:path w="2661920" h="50800">
                <a:moveTo>
                  <a:pt x="2585224" y="34924"/>
                </a:moveTo>
                <a:lnTo>
                  <a:pt x="0" y="34924"/>
                </a:lnTo>
                <a:lnTo>
                  <a:pt x="0" y="15874"/>
                </a:lnTo>
                <a:lnTo>
                  <a:pt x="2585224" y="15874"/>
                </a:lnTo>
                <a:lnTo>
                  <a:pt x="2585224" y="34924"/>
                </a:lnTo>
                <a:close/>
              </a:path>
              <a:path w="2661920" h="50800">
                <a:moveTo>
                  <a:pt x="2632849" y="34924"/>
                </a:moveTo>
                <a:lnTo>
                  <a:pt x="2623324" y="34924"/>
                </a:lnTo>
                <a:lnTo>
                  <a:pt x="2623324" y="15874"/>
                </a:lnTo>
                <a:lnTo>
                  <a:pt x="2632849" y="15874"/>
                </a:lnTo>
                <a:lnTo>
                  <a:pt x="2661424" y="25399"/>
                </a:lnTo>
                <a:lnTo>
                  <a:pt x="2632849" y="34924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80400" y="1833181"/>
            <a:ext cx="2661920" cy="50800"/>
          </a:xfrm>
          <a:custGeom>
            <a:avLst/>
            <a:gdLst/>
            <a:ahLst/>
            <a:cxnLst/>
            <a:rect l="l" t="t" r="r" b="b"/>
            <a:pathLst>
              <a:path w="2661920" h="50800">
                <a:moveTo>
                  <a:pt x="2585224" y="50799"/>
                </a:moveTo>
                <a:lnTo>
                  <a:pt x="2585224" y="0"/>
                </a:lnTo>
                <a:lnTo>
                  <a:pt x="2647137" y="20637"/>
                </a:lnTo>
                <a:lnTo>
                  <a:pt x="2623324" y="20637"/>
                </a:lnTo>
                <a:lnTo>
                  <a:pt x="2623324" y="30162"/>
                </a:lnTo>
                <a:lnTo>
                  <a:pt x="2647137" y="30162"/>
                </a:lnTo>
                <a:lnTo>
                  <a:pt x="2585224" y="50799"/>
                </a:lnTo>
                <a:close/>
              </a:path>
              <a:path w="2661920" h="50800">
                <a:moveTo>
                  <a:pt x="2585224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2585224" y="20637"/>
                </a:lnTo>
                <a:lnTo>
                  <a:pt x="2585224" y="30162"/>
                </a:lnTo>
                <a:close/>
              </a:path>
              <a:path w="2661920" h="50800">
                <a:moveTo>
                  <a:pt x="2647137" y="30162"/>
                </a:moveTo>
                <a:lnTo>
                  <a:pt x="2623324" y="30162"/>
                </a:lnTo>
                <a:lnTo>
                  <a:pt x="2623324" y="20637"/>
                </a:lnTo>
                <a:lnTo>
                  <a:pt x="2647137" y="20637"/>
                </a:lnTo>
                <a:lnTo>
                  <a:pt x="2661424" y="25399"/>
                </a:lnTo>
                <a:lnTo>
                  <a:pt x="2647137" y="30162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302495" y="222504"/>
            <a:ext cx="1007744" cy="265430"/>
          </a:xfrm>
          <a:custGeom>
            <a:avLst/>
            <a:gdLst/>
            <a:ahLst/>
            <a:cxnLst/>
            <a:rect l="l" t="t" r="r" b="b"/>
            <a:pathLst>
              <a:path w="1007745" h="265430">
                <a:moveTo>
                  <a:pt x="0" y="0"/>
                </a:moveTo>
                <a:lnTo>
                  <a:pt x="1007363" y="0"/>
                </a:lnTo>
                <a:lnTo>
                  <a:pt x="1007363" y="265176"/>
                </a:lnTo>
                <a:lnTo>
                  <a:pt x="0" y="2651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297834" y="217487"/>
            <a:ext cx="1017269" cy="274955"/>
          </a:xfrm>
          <a:custGeom>
            <a:avLst/>
            <a:gdLst/>
            <a:ahLst/>
            <a:cxnLst/>
            <a:rect l="l" t="t" r="r" b="b"/>
            <a:pathLst>
              <a:path w="1017270" h="274955">
                <a:moveTo>
                  <a:pt x="1016850" y="274561"/>
                </a:moveTo>
                <a:lnTo>
                  <a:pt x="0" y="274561"/>
                </a:lnTo>
                <a:lnTo>
                  <a:pt x="0" y="0"/>
                </a:lnTo>
                <a:lnTo>
                  <a:pt x="1016850" y="0"/>
                </a:lnTo>
                <a:lnTo>
                  <a:pt x="10168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5036"/>
                </a:lnTo>
                <a:lnTo>
                  <a:pt x="4762" y="265036"/>
                </a:lnTo>
                <a:lnTo>
                  <a:pt x="9525" y="269798"/>
                </a:lnTo>
                <a:lnTo>
                  <a:pt x="1016850" y="269798"/>
                </a:lnTo>
                <a:lnTo>
                  <a:pt x="1016850" y="274561"/>
                </a:lnTo>
                <a:close/>
              </a:path>
              <a:path w="1017270" h="27495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17270" h="274955">
                <a:moveTo>
                  <a:pt x="10073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07325" y="4762"/>
                </a:lnTo>
                <a:lnTo>
                  <a:pt x="1007325" y="9525"/>
                </a:lnTo>
                <a:close/>
              </a:path>
              <a:path w="1017270" h="274955">
                <a:moveTo>
                  <a:pt x="1007325" y="269798"/>
                </a:moveTo>
                <a:lnTo>
                  <a:pt x="1007325" y="4762"/>
                </a:lnTo>
                <a:lnTo>
                  <a:pt x="1012088" y="9525"/>
                </a:lnTo>
                <a:lnTo>
                  <a:pt x="1016850" y="9525"/>
                </a:lnTo>
                <a:lnTo>
                  <a:pt x="1016850" y="265036"/>
                </a:lnTo>
                <a:lnTo>
                  <a:pt x="1012088" y="265036"/>
                </a:lnTo>
                <a:lnTo>
                  <a:pt x="1007325" y="269798"/>
                </a:lnTo>
                <a:close/>
              </a:path>
              <a:path w="1017270" h="274955">
                <a:moveTo>
                  <a:pt x="1016850" y="9525"/>
                </a:moveTo>
                <a:lnTo>
                  <a:pt x="1012088" y="9525"/>
                </a:lnTo>
                <a:lnTo>
                  <a:pt x="1007325" y="4762"/>
                </a:lnTo>
                <a:lnTo>
                  <a:pt x="1016850" y="4762"/>
                </a:lnTo>
                <a:lnTo>
                  <a:pt x="1016850" y="9525"/>
                </a:lnTo>
                <a:close/>
              </a:path>
              <a:path w="1017270" h="274955">
                <a:moveTo>
                  <a:pt x="9525" y="269798"/>
                </a:moveTo>
                <a:lnTo>
                  <a:pt x="4762" y="265036"/>
                </a:lnTo>
                <a:lnTo>
                  <a:pt x="9525" y="265036"/>
                </a:lnTo>
                <a:lnTo>
                  <a:pt x="9525" y="269798"/>
                </a:lnTo>
                <a:close/>
              </a:path>
              <a:path w="1017270" h="274955">
                <a:moveTo>
                  <a:pt x="1007325" y="269798"/>
                </a:moveTo>
                <a:lnTo>
                  <a:pt x="9525" y="269798"/>
                </a:lnTo>
                <a:lnTo>
                  <a:pt x="9525" y="265036"/>
                </a:lnTo>
                <a:lnTo>
                  <a:pt x="1007325" y="265036"/>
                </a:lnTo>
                <a:lnTo>
                  <a:pt x="1007325" y="269798"/>
                </a:lnTo>
                <a:close/>
              </a:path>
              <a:path w="1017270" h="274955">
                <a:moveTo>
                  <a:pt x="1016850" y="269798"/>
                </a:moveTo>
                <a:lnTo>
                  <a:pt x="1007325" y="269798"/>
                </a:lnTo>
                <a:lnTo>
                  <a:pt x="1012088" y="265036"/>
                </a:lnTo>
                <a:lnTo>
                  <a:pt x="1016850" y="265036"/>
                </a:lnTo>
                <a:lnTo>
                  <a:pt x="1016850" y="2697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302495" y="151129"/>
            <a:ext cx="1007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 i="1">
                <a:latin typeface="Times New Roman"/>
                <a:cs typeface="Times New Roman"/>
              </a:rPr>
              <a:t>O’</a:t>
            </a:r>
            <a:r>
              <a:rPr dirty="0" sz="1600" spc="-180" b="1" i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ω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6730" y="520065"/>
            <a:ext cx="850900" cy="223520"/>
          </a:xfrm>
          <a:custGeom>
            <a:avLst/>
            <a:gdLst/>
            <a:ahLst/>
            <a:cxnLst/>
            <a:rect l="l" t="t" r="r" b="b"/>
            <a:pathLst>
              <a:path w="850900" h="223520">
                <a:moveTo>
                  <a:pt x="573531" y="49530"/>
                </a:moveTo>
                <a:lnTo>
                  <a:pt x="500468" y="16510"/>
                </a:lnTo>
                <a:lnTo>
                  <a:pt x="578929" y="0"/>
                </a:lnTo>
                <a:lnTo>
                  <a:pt x="577407" y="13970"/>
                </a:lnTo>
                <a:lnTo>
                  <a:pt x="538987" y="13970"/>
                </a:lnTo>
                <a:lnTo>
                  <a:pt x="537705" y="26670"/>
                </a:lnTo>
                <a:lnTo>
                  <a:pt x="575611" y="30447"/>
                </a:lnTo>
                <a:lnTo>
                  <a:pt x="573531" y="49530"/>
                </a:lnTo>
                <a:close/>
              </a:path>
              <a:path w="850900" h="223520">
                <a:moveTo>
                  <a:pt x="575611" y="30447"/>
                </a:moveTo>
                <a:lnTo>
                  <a:pt x="537705" y="26670"/>
                </a:lnTo>
                <a:lnTo>
                  <a:pt x="538987" y="13970"/>
                </a:lnTo>
                <a:lnTo>
                  <a:pt x="576994" y="17756"/>
                </a:lnTo>
                <a:lnTo>
                  <a:pt x="575611" y="30447"/>
                </a:lnTo>
                <a:close/>
              </a:path>
              <a:path w="850900" h="223520">
                <a:moveTo>
                  <a:pt x="576994" y="17756"/>
                </a:moveTo>
                <a:lnTo>
                  <a:pt x="538987" y="13970"/>
                </a:lnTo>
                <a:lnTo>
                  <a:pt x="577407" y="13970"/>
                </a:lnTo>
                <a:lnTo>
                  <a:pt x="576994" y="17756"/>
                </a:lnTo>
                <a:close/>
              </a:path>
              <a:path w="850900" h="223520">
                <a:moveTo>
                  <a:pt x="801585" y="67310"/>
                </a:moveTo>
                <a:lnTo>
                  <a:pt x="796645" y="64770"/>
                </a:lnTo>
                <a:lnTo>
                  <a:pt x="796975" y="64770"/>
                </a:lnTo>
                <a:lnTo>
                  <a:pt x="791565" y="62230"/>
                </a:lnTo>
                <a:lnTo>
                  <a:pt x="791870" y="62230"/>
                </a:lnTo>
                <a:lnTo>
                  <a:pt x="785749" y="60960"/>
                </a:lnTo>
                <a:lnTo>
                  <a:pt x="786002" y="60960"/>
                </a:lnTo>
                <a:lnTo>
                  <a:pt x="779208" y="58420"/>
                </a:lnTo>
                <a:lnTo>
                  <a:pt x="779411" y="58420"/>
                </a:lnTo>
                <a:lnTo>
                  <a:pt x="771994" y="57150"/>
                </a:lnTo>
                <a:lnTo>
                  <a:pt x="772159" y="57150"/>
                </a:lnTo>
                <a:lnTo>
                  <a:pt x="764184" y="54610"/>
                </a:lnTo>
                <a:lnTo>
                  <a:pt x="764311" y="54610"/>
                </a:lnTo>
                <a:lnTo>
                  <a:pt x="755802" y="53340"/>
                </a:lnTo>
                <a:lnTo>
                  <a:pt x="746925" y="50800"/>
                </a:lnTo>
                <a:lnTo>
                  <a:pt x="737590" y="49530"/>
                </a:lnTo>
                <a:lnTo>
                  <a:pt x="717727" y="46990"/>
                </a:lnTo>
                <a:lnTo>
                  <a:pt x="696671" y="43180"/>
                </a:lnTo>
                <a:lnTo>
                  <a:pt x="674751" y="40640"/>
                </a:lnTo>
                <a:lnTo>
                  <a:pt x="652348" y="38100"/>
                </a:lnTo>
                <a:lnTo>
                  <a:pt x="575611" y="30447"/>
                </a:lnTo>
                <a:lnTo>
                  <a:pt x="576994" y="17756"/>
                </a:lnTo>
                <a:lnTo>
                  <a:pt x="653707" y="25400"/>
                </a:lnTo>
                <a:lnTo>
                  <a:pt x="676313" y="27940"/>
                </a:lnTo>
                <a:lnTo>
                  <a:pt x="698411" y="31750"/>
                </a:lnTo>
                <a:lnTo>
                  <a:pt x="739800" y="36830"/>
                </a:lnTo>
                <a:lnTo>
                  <a:pt x="749325" y="39370"/>
                </a:lnTo>
                <a:lnTo>
                  <a:pt x="767067" y="41910"/>
                </a:lnTo>
                <a:lnTo>
                  <a:pt x="775207" y="44450"/>
                </a:lnTo>
                <a:lnTo>
                  <a:pt x="782802" y="46990"/>
                </a:lnTo>
                <a:lnTo>
                  <a:pt x="789838" y="48260"/>
                </a:lnTo>
                <a:lnTo>
                  <a:pt x="796264" y="50800"/>
                </a:lnTo>
                <a:lnTo>
                  <a:pt x="823658" y="66040"/>
                </a:lnTo>
                <a:lnTo>
                  <a:pt x="801293" y="66040"/>
                </a:lnTo>
                <a:lnTo>
                  <a:pt x="801585" y="67310"/>
                </a:lnTo>
                <a:close/>
              </a:path>
              <a:path w="850900" h="223520">
                <a:moveTo>
                  <a:pt x="12865" y="120650"/>
                </a:moveTo>
                <a:lnTo>
                  <a:pt x="0" y="120650"/>
                </a:lnTo>
                <a:lnTo>
                  <a:pt x="38" y="116840"/>
                </a:lnTo>
                <a:lnTo>
                  <a:pt x="101" y="115570"/>
                </a:lnTo>
                <a:lnTo>
                  <a:pt x="342" y="114300"/>
                </a:lnTo>
                <a:lnTo>
                  <a:pt x="507" y="113030"/>
                </a:lnTo>
                <a:lnTo>
                  <a:pt x="1422" y="110490"/>
                </a:lnTo>
                <a:lnTo>
                  <a:pt x="1727" y="109220"/>
                </a:lnTo>
                <a:lnTo>
                  <a:pt x="3162" y="106680"/>
                </a:lnTo>
                <a:lnTo>
                  <a:pt x="3492" y="105410"/>
                </a:lnTo>
                <a:lnTo>
                  <a:pt x="5384" y="101600"/>
                </a:lnTo>
                <a:lnTo>
                  <a:pt x="5714" y="101600"/>
                </a:lnTo>
                <a:lnTo>
                  <a:pt x="8000" y="99060"/>
                </a:lnTo>
                <a:lnTo>
                  <a:pt x="11163" y="95250"/>
                </a:lnTo>
                <a:lnTo>
                  <a:pt x="14287" y="91440"/>
                </a:lnTo>
                <a:lnTo>
                  <a:pt x="17652" y="87630"/>
                </a:lnTo>
                <a:lnTo>
                  <a:pt x="24574" y="82550"/>
                </a:lnTo>
                <a:lnTo>
                  <a:pt x="31813" y="76200"/>
                </a:lnTo>
                <a:lnTo>
                  <a:pt x="35674" y="73660"/>
                </a:lnTo>
                <a:lnTo>
                  <a:pt x="36067" y="73660"/>
                </a:lnTo>
                <a:lnTo>
                  <a:pt x="40652" y="69850"/>
                </a:lnTo>
                <a:lnTo>
                  <a:pt x="46367" y="67310"/>
                </a:lnTo>
                <a:lnTo>
                  <a:pt x="52311" y="64770"/>
                </a:lnTo>
                <a:lnTo>
                  <a:pt x="65024" y="58420"/>
                </a:lnTo>
                <a:lnTo>
                  <a:pt x="78371" y="53340"/>
                </a:lnTo>
                <a:lnTo>
                  <a:pt x="103276" y="43180"/>
                </a:lnTo>
                <a:lnTo>
                  <a:pt x="113220" y="39370"/>
                </a:lnTo>
                <a:lnTo>
                  <a:pt x="113055" y="39370"/>
                </a:lnTo>
                <a:lnTo>
                  <a:pt x="120129" y="36830"/>
                </a:lnTo>
                <a:lnTo>
                  <a:pt x="124942" y="48260"/>
                </a:lnTo>
                <a:lnTo>
                  <a:pt x="117716" y="52070"/>
                </a:lnTo>
                <a:lnTo>
                  <a:pt x="107784" y="55880"/>
                </a:lnTo>
                <a:lnTo>
                  <a:pt x="82880" y="64770"/>
                </a:lnTo>
                <a:lnTo>
                  <a:pt x="83032" y="64770"/>
                </a:lnTo>
                <a:lnTo>
                  <a:pt x="69850" y="69850"/>
                </a:lnTo>
                <a:lnTo>
                  <a:pt x="70053" y="69850"/>
                </a:lnTo>
                <a:lnTo>
                  <a:pt x="57543" y="76200"/>
                </a:lnTo>
                <a:lnTo>
                  <a:pt x="57784" y="76200"/>
                </a:lnTo>
                <a:lnTo>
                  <a:pt x="52070" y="78740"/>
                </a:lnTo>
                <a:lnTo>
                  <a:pt x="52285" y="78740"/>
                </a:lnTo>
                <a:lnTo>
                  <a:pt x="47078" y="81280"/>
                </a:lnTo>
                <a:lnTo>
                  <a:pt x="47371" y="81280"/>
                </a:lnTo>
                <a:lnTo>
                  <a:pt x="42773" y="83820"/>
                </a:lnTo>
                <a:lnTo>
                  <a:pt x="43167" y="83820"/>
                </a:lnTo>
                <a:lnTo>
                  <a:pt x="39306" y="86360"/>
                </a:lnTo>
                <a:lnTo>
                  <a:pt x="39585" y="86360"/>
                </a:lnTo>
                <a:lnTo>
                  <a:pt x="32626" y="91440"/>
                </a:lnTo>
                <a:lnTo>
                  <a:pt x="32791" y="91440"/>
                </a:lnTo>
                <a:lnTo>
                  <a:pt x="26047" y="97790"/>
                </a:lnTo>
                <a:lnTo>
                  <a:pt x="26263" y="97790"/>
                </a:lnTo>
                <a:lnTo>
                  <a:pt x="23113" y="100330"/>
                </a:lnTo>
                <a:lnTo>
                  <a:pt x="23317" y="100330"/>
                </a:lnTo>
                <a:lnTo>
                  <a:pt x="21369" y="102870"/>
                </a:lnTo>
                <a:lnTo>
                  <a:pt x="20637" y="102870"/>
                </a:lnTo>
                <a:lnTo>
                  <a:pt x="18884" y="105410"/>
                </a:lnTo>
                <a:lnTo>
                  <a:pt x="18287" y="105410"/>
                </a:lnTo>
                <a:lnTo>
                  <a:pt x="16001" y="109220"/>
                </a:lnTo>
                <a:lnTo>
                  <a:pt x="16319" y="109220"/>
                </a:lnTo>
                <a:lnTo>
                  <a:pt x="14439" y="111760"/>
                </a:lnTo>
                <a:lnTo>
                  <a:pt x="14770" y="111760"/>
                </a:lnTo>
                <a:lnTo>
                  <a:pt x="14058" y="113030"/>
                </a:lnTo>
                <a:lnTo>
                  <a:pt x="13652" y="113030"/>
                </a:lnTo>
                <a:lnTo>
                  <a:pt x="13042" y="115570"/>
                </a:lnTo>
                <a:lnTo>
                  <a:pt x="12903" y="115570"/>
                </a:lnTo>
                <a:lnTo>
                  <a:pt x="12777" y="116533"/>
                </a:lnTo>
                <a:lnTo>
                  <a:pt x="12712" y="116840"/>
                </a:lnTo>
                <a:lnTo>
                  <a:pt x="12623" y="118110"/>
                </a:lnTo>
                <a:lnTo>
                  <a:pt x="12636" y="119380"/>
                </a:lnTo>
                <a:lnTo>
                  <a:pt x="12865" y="120650"/>
                </a:lnTo>
                <a:close/>
              </a:path>
              <a:path w="850900" h="223520">
                <a:moveTo>
                  <a:pt x="823112" y="82550"/>
                </a:moveTo>
                <a:lnTo>
                  <a:pt x="819962" y="78740"/>
                </a:lnTo>
                <a:lnTo>
                  <a:pt x="820254" y="78740"/>
                </a:lnTo>
                <a:lnTo>
                  <a:pt x="816825" y="76200"/>
                </a:lnTo>
                <a:lnTo>
                  <a:pt x="817105" y="76200"/>
                </a:lnTo>
                <a:lnTo>
                  <a:pt x="813384" y="73660"/>
                </a:lnTo>
                <a:lnTo>
                  <a:pt x="813676" y="73660"/>
                </a:lnTo>
                <a:lnTo>
                  <a:pt x="809663" y="71120"/>
                </a:lnTo>
                <a:lnTo>
                  <a:pt x="809955" y="71120"/>
                </a:lnTo>
                <a:lnTo>
                  <a:pt x="805624" y="68580"/>
                </a:lnTo>
                <a:lnTo>
                  <a:pt x="805916" y="68580"/>
                </a:lnTo>
                <a:lnTo>
                  <a:pt x="801293" y="66040"/>
                </a:lnTo>
                <a:lnTo>
                  <a:pt x="823658" y="66040"/>
                </a:lnTo>
                <a:lnTo>
                  <a:pt x="825093" y="67310"/>
                </a:lnTo>
                <a:lnTo>
                  <a:pt x="828814" y="69850"/>
                </a:lnTo>
                <a:lnTo>
                  <a:pt x="831951" y="73660"/>
                </a:lnTo>
                <a:lnTo>
                  <a:pt x="835342" y="76200"/>
                </a:lnTo>
                <a:lnTo>
                  <a:pt x="838174" y="80010"/>
                </a:lnTo>
                <a:lnTo>
                  <a:pt x="838932" y="81280"/>
                </a:lnTo>
                <a:lnTo>
                  <a:pt x="822832" y="81280"/>
                </a:lnTo>
                <a:lnTo>
                  <a:pt x="823112" y="82550"/>
                </a:lnTo>
                <a:close/>
              </a:path>
              <a:path w="850900" h="223520">
                <a:moveTo>
                  <a:pt x="830046" y="91440"/>
                </a:moveTo>
                <a:lnTo>
                  <a:pt x="827747" y="87630"/>
                </a:lnTo>
                <a:lnTo>
                  <a:pt x="828001" y="87630"/>
                </a:lnTo>
                <a:lnTo>
                  <a:pt x="825423" y="85090"/>
                </a:lnTo>
                <a:lnTo>
                  <a:pt x="825690" y="85090"/>
                </a:lnTo>
                <a:lnTo>
                  <a:pt x="822832" y="81280"/>
                </a:lnTo>
                <a:lnTo>
                  <a:pt x="838932" y="81280"/>
                </a:lnTo>
                <a:lnTo>
                  <a:pt x="842721" y="87630"/>
                </a:lnTo>
                <a:lnTo>
                  <a:pt x="844152" y="90170"/>
                </a:lnTo>
                <a:lnTo>
                  <a:pt x="829817" y="90170"/>
                </a:lnTo>
                <a:lnTo>
                  <a:pt x="830046" y="91440"/>
                </a:lnTo>
                <a:close/>
              </a:path>
              <a:path w="850900" h="223520">
                <a:moveTo>
                  <a:pt x="834682" y="100330"/>
                </a:moveTo>
                <a:lnTo>
                  <a:pt x="833196" y="96520"/>
                </a:lnTo>
                <a:lnTo>
                  <a:pt x="833386" y="96520"/>
                </a:lnTo>
                <a:lnTo>
                  <a:pt x="831634" y="93980"/>
                </a:lnTo>
                <a:lnTo>
                  <a:pt x="831837" y="93980"/>
                </a:lnTo>
                <a:lnTo>
                  <a:pt x="829817" y="90170"/>
                </a:lnTo>
                <a:lnTo>
                  <a:pt x="844152" y="90170"/>
                </a:lnTo>
                <a:lnTo>
                  <a:pt x="844867" y="91440"/>
                </a:lnTo>
                <a:lnTo>
                  <a:pt x="847864" y="99060"/>
                </a:lnTo>
                <a:lnTo>
                  <a:pt x="834516" y="99060"/>
                </a:lnTo>
                <a:lnTo>
                  <a:pt x="834682" y="100330"/>
                </a:lnTo>
                <a:close/>
              </a:path>
              <a:path w="850900" h="223520">
                <a:moveTo>
                  <a:pt x="848829" y="102870"/>
                </a:moveTo>
                <a:lnTo>
                  <a:pt x="835748" y="102870"/>
                </a:lnTo>
                <a:lnTo>
                  <a:pt x="834516" y="99060"/>
                </a:lnTo>
                <a:lnTo>
                  <a:pt x="847864" y="99060"/>
                </a:lnTo>
                <a:lnTo>
                  <a:pt x="848829" y="102870"/>
                </a:lnTo>
                <a:close/>
              </a:path>
              <a:path w="850900" h="223520">
                <a:moveTo>
                  <a:pt x="20396" y="104140"/>
                </a:moveTo>
                <a:lnTo>
                  <a:pt x="20637" y="102870"/>
                </a:lnTo>
                <a:lnTo>
                  <a:pt x="21369" y="102870"/>
                </a:lnTo>
                <a:lnTo>
                  <a:pt x="20396" y="104140"/>
                </a:lnTo>
                <a:close/>
              </a:path>
              <a:path w="850900" h="223520">
                <a:moveTo>
                  <a:pt x="836574" y="106680"/>
                </a:moveTo>
                <a:lnTo>
                  <a:pt x="835609" y="102870"/>
                </a:lnTo>
                <a:lnTo>
                  <a:pt x="848931" y="102870"/>
                </a:lnTo>
                <a:lnTo>
                  <a:pt x="849447" y="105410"/>
                </a:lnTo>
                <a:lnTo>
                  <a:pt x="836472" y="105410"/>
                </a:lnTo>
                <a:lnTo>
                  <a:pt x="836574" y="106680"/>
                </a:lnTo>
                <a:close/>
              </a:path>
              <a:path w="850900" h="223520">
                <a:moveTo>
                  <a:pt x="18008" y="106680"/>
                </a:moveTo>
                <a:lnTo>
                  <a:pt x="18287" y="105410"/>
                </a:lnTo>
                <a:lnTo>
                  <a:pt x="18884" y="105410"/>
                </a:lnTo>
                <a:lnTo>
                  <a:pt x="18008" y="106680"/>
                </a:lnTo>
                <a:close/>
              </a:path>
              <a:path w="850900" h="223520">
                <a:moveTo>
                  <a:pt x="850087" y="121920"/>
                </a:moveTo>
                <a:lnTo>
                  <a:pt x="837425" y="121920"/>
                </a:lnTo>
                <a:lnTo>
                  <a:pt x="837704" y="118110"/>
                </a:lnTo>
                <a:lnTo>
                  <a:pt x="837717" y="115570"/>
                </a:lnTo>
                <a:lnTo>
                  <a:pt x="837526" y="111760"/>
                </a:lnTo>
                <a:lnTo>
                  <a:pt x="837107" y="109220"/>
                </a:lnTo>
                <a:lnTo>
                  <a:pt x="836472" y="105410"/>
                </a:lnTo>
                <a:lnTo>
                  <a:pt x="849447" y="105410"/>
                </a:lnTo>
                <a:lnTo>
                  <a:pt x="849706" y="106680"/>
                </a:lnTo>
                <a:lnTo>
                  <a:pt x="850163" y="110490"/>
                </a:lnTo>
                <a:lnTo>
                  <a:pt x="850290" y="113030"/>
                </a:lnTo>
                <a:lnTo>
                  <a:pt x="850366" y="119380"/>
                </a:lnTo>
                <a:lnTo>
                  <a:pt x="850087" y="121920"/>
                </a:lnTo>
                <a:close/>
              </a:path>
              <a:path w="850900" h="223520">
                <a:moveTo>
                  <a:pt x="13347" y="114300"/>
                </a:moveTo>
                <a:lnTo>
                  <a:pt x="13652" y="113030"/>
                </a:lnTo>
                <a:lnTo>
                  <a:pt x="14058" y="113030"/>
                </a:lnTo>
                <a:lnTo>
                  <a:pt x="13347" y="114300"/>
                </a:lnTo>
                <a:close/>
              </a:path>
              <a:path w="850900" h="223520">
                <a:moveTo>
                  <a:pt x="12738" y="116840"/>
                </a:moveTo>
                <a:lnTo>
                  <a:pt x="12903" y="115570"/>
                </a:lnTo>
                <a:lnTo>
                  <a:pt x="12811" y="116533"/>
                </a:lnTo>
                <a:lnTo>
                  <a:pt x="12738" y="116840"/>
                </a:lnTo>
                <a:close/>
              </a:path>
              <a:path w="850900" h="223520">
                <a:moveTo>
                  <a:pt x="12811" y="116533"/>
                </a:moveTo>
                <a:lnTo>
                  <a:pt x="12903" y="115570"/>
                </a:lnTo>
                <a:lnTo>
                  <a:pt x="13042" y="115570"/>
                </a:lnTo>
                <a:lnTo>
                  <a:pt x="12811" y="116533"/>
                </a:lnTo>
                <a:close/>
              </a:path>
              <a:path w="850900" h="223520">
                <a:moveTo>
                  <a:pt x="12782" y="116840"/>
                </a:moveTo>
                <a:lnTo>
                  <a:pt x="12811" y="116533"/>
                </a:lnTo>
                <a:lnTo>
                  <a:pt x="12782" y="116840"/>
                </a:lnTo>
                <a:close/>
              </a:path>
              <a:path w="850900" h="223520">
                <a:moveTo>
                  <a:pt x="12671" y="118004"/>
                </a:moveTo>
                <a:lnTo>
                  <a:pt x="12712" y="116840"/>
                </a:lnTo>
                <a:lnTo>
                  <a:pt x="12671" y="118004"/>
                </a:lnTo>
                <a:close/>
              </a:path>
              <a:path w="850900" h="223520">
                <a:moveTo>
                  <a:pt x="12668" y="118110"/>
                </a:moveTo>
                <a:close/>
              </a:path>
              <a:path w="850900" h="223520">
                <a:moveTo>
                  <a:pt x="12651" y="118577"/>
                </a:moveTo>
                <a:lnTo>
                  <a:pt x="12623" y="118110"/>
                </a:lnTo>
                <a:lnTo>
                  <a:pt x="12651" y="118577"/>
                </a:lnTo>
                <a:close/>
              </a:path>
              <a:path w="850900" h="223520">
                <a:moveTo>
                  <a:pt x="12700" y="119380"/>
                </a:moveTo>
                <a:lnTo>
                  <a:pt x="12651" y="118577"/>
                </a:lnTo>
                <a:lnTo>
                  <a:pt x="12700" y="119380"/>
                </a:lnTo>
                <a:close/>
              </a:path>
              <a:path w="850900" h="223520">
                <a:moveTo>
                  <a:pt x="13563" y="123190"/>
                </a:moveTo>
                <a:lnTo>
                  <a:pt x="292" y="123190"/>
                </a:lnTo>
                <a:lnTo>
                  <a:pt x="63" y="120650"/>
                </a:lnTo>
                <a:lnTo>
                  <a:pt x="12750" y="120650"/>
                </a:lnTo>
                <a:lnTo>
                  <a:pt x="13157" y="121920"/>
                </a:lnTo>
                <a:lnTo>
                  <a:pt x="12979" y="121920"/>
                </a:lnTo>
                <a:lnTo>
                  <a:pt x="13563" y="123190"/>
                </a:lnTo>
                <a:close/>
              </a:path>
              <a:path w="850900" h="223520">
                <a:moveTo>
                  <a:pt x="848702" y="130810"/>
                </a:moveTo>
                <a:lnTo>
                  <a:pt x="835418" y="130810"/>
                </a:lnTo>
                <a:lnTo>
                  <a:pt x="836396" y="127000"/>
                </a:lnTo>
                <a:lnTo>
                  <a:pt x="837044" y="124460"/>
                </a:lnTo>
                <a:lnTo>
                  <a:pt x="837476" y="120650"/>
                </a:lnTo>
                <a:lnTo>
                  <a:pt x="837425" y="121920"/>
                </a:lnTo>
                <a:lnTo>
                  <a:pt x="850087" y="121920"/>
                </a:lnTo>
                <a:lnTo>
                  <a:pt x="849528" y="127000"/>
                </a:lnTo>
                <a:lnTo>
                  <a:pt x="848702" y="130810"/>
                </a:lnTo>
                <a:close/>
              </a:path>
              <a:path w="850900" h="223520">
                <a:moveTo>
                  <a:pt x="544525" y="223520"/>
                </a:moveTo>
                <a:lnTo>
                  <a:pt x="453631" y="223520"/>
                </a:lnTo>
                <a:lnTo>
                  <a:pt x="435457" y="222250"/>
                </a:lnTo>
                <a:lnTo>
                  <a:pt x="399910" y="222250"/>
                </a:lnTo>
                <a:lnTo>
                  <a:pt x="366001" y="219710"/>
                </a:lnTo>
                <a:lnTo>
                  <a:pt x="276186" y="215900"/>
                </a:lnTo>
                <a:lnTo>
                  <a:pt x="196430" y="208280"/>
                </a:lnTo>
                <a:lnTo>
                  <a:pt x="184213" y="205740"/>
                </a:lnTo>
                <a:lnTo>
                  <a:pt x="172313" y="204470"/>
                </a:lnTo>
                <a:lnTo>
                  <a:pt x="160769" y="201930"/>
                </a:lnTo>
                <a:lnTo>
                  <a:pt x="108381" y="190500"/>
                </a:lnTo>
                <a:lnTo>
                  <a:pt x="70713" y="175260"/>
                </a:lnTo>
                <a:lnTo>
                  <a:pt x="32042" y="156210"/>
                </a:lnTo>
                <a:lnTo>
                  <a:pt x="25793" y="151130"/>
                </a:lnTo>
                <a:lnTo>
                  <a:pt x="20116" y="147320"/>
                </a:lnTo>
                <a:lnTo>
                  <a:pt x="15341" y="143510"/>
                </a:lnTo>
                <a:lnTo>
                  <a:pt x="10972" y="139700"/>
                </a:lnTo>
                <a:lnTo>
                  <a:pt x="10617" y="139700"/>
                </a:lnTo>
                <a:lnTo>
                  <a:pt x="7277" y="135890"/>
                </a:lnTo>
                <a:lnTo>
                  <a:pt x="6769" y="135890"/>
                </a:lnTo>
                <a:lnTo>
                  <a:pt x="4229" y="132080"/>
                </a:lnTo>
                <a:lnTo>
                  <a:pt x="3797" y="132080"/>
                </a:lnTo>
                <a:lnTo>
                  <a:pt x="2832" y="129540"/>
                </a:lnTo>
                <a:lnTo>
                  <a:pt x="2565" y="129540"/>
                </a:lnTo>
                <a:lnTo>
                  <a:pt x="1790" y="128270"/>
                </a:lnTo>
                <a:lnTo>
                  <a:pt x="1574" y="127000"/>
                </a:lnTo>
                <a:lnTo>
                  <a:pt x="990" y="125730"/>
                </a:lnTo>
                <a:lnTo>
                  <a:pt x="812" y="124460"/>
                </a:lnTo>
                <a:lnTo>
                  <a:pt x="406" y="123190"/>
                </a:lnTo>
                <a:lnTo>
                  <a:pt x="13563" y="123190"/>
                </a:lnTo>
                <a:lnTo>
                  <a:pt x="13334" y="121920"/>
                </a:lnTo>
                <a:lnTo>
                  <a:pt x="14109" y="124460"/>
                </a:lnTo>
                <a:lnTo>
                  <a:pt x="14325" y="124460"/>
                </a:lnTo>
                <a:lnTo>
                  <a:pt x="14808" y="125730"/>
                </a:lnTo>
                <a:lnTo>
                  <a:pt x="15223" y="125730"/>
                </a:lnTo>
                <a:lnTo>
                  <a:pt x="16916" y="128270"/>
                </a:lnTo>
                <a:lnTo>
                  <a:pt x="17525" y="128270"/>
                </a:lnTo>
                <a:lnTo>
                  <a:pt x="19761" y="130810"/>
                </a:lnTo>
                <a:lnTo>
                  <a:pt x="19405" y="130810"/>
                </a:lnTo>
                <a:lnTo>
                  <a:pt x="23495" y="134620"/>
                </a:lnTo>
                <a:lnTo>
                  <a:pt x="24794" y="134620"/>
                </a:lnTo>
                <a:lnTo>
                  <a:pt x="27978" y="137160"/>
                </a:lnTo>
                <a:lnTo>
                  <a:pt x="27736" y="137160"/>
                </a:lnTo>
                <a:lnTo>
                  <a:pt x="33159" y="140970"/>
                </a:lnTo>
                <a:lnTo>
                  <a:pt x="32943" y="140970"/>
                </a:lnTo>
                <a:lnTo>
                  <a:pt x="38976" y="144780"/>
                </a:lnTo>
                <a:lnTo>
                  <a:pt x="38785" y="144780"/>
                </a:lnTo>
                <a:lnTo>
                  <a:pt x="45389" y="148590"/>
                </a:lnTo>
                <a:lnTo>
                  <a:pt x="45211" y="148590"/>
                </a:lnTo>
                <a:lnTo>
                  <a:pt x="52336" y="152400"/>
                </a:lnTo>
                <a:lnTo>
                  <a:pt x="52171" y="152400"/>
                </a:lnTo>
                <a:lnTo>
                  <a:pt x="59778" y="156210"/>
                </a:lnTo>
                <a:lnTo>
                  <a:pt x="59613" y="156210"/>
                </a:lnTo>
                <a:lnTo>
                  <a:pt x="67652" y="160020"/>
                </a:lnTo>
                <a:lnTo>
                  <a:pt x="67500" y="160020"/>
                </a:lnTo>
                <a:lnTo>
                  <a:pt x="75946" y="163830"/>
                </a:lnTo>
                <a:lnTo>
                  <a:pt x="75793" y="163830"/>
                </a:lnTo>
                <a:lnTo>
                  <a:pt x="84581" y="167640"/>
                </a:lnTo>
                <a:lnTo>
                  <a:pt x="84429" y="167640"/>
                </a:lnTo>
                <a:lnTo>
                  <a:pt x="93535" y="171450"/>
                </a:lnTo>
                <a:lnTo>
                  <a:pt x="93383" y="171450"/>
                </a:lnTo>
                <a:lnTo>
                  <a:pt x="102755" y="175260"/>
                </a:lnTo>
                <a:lnTo>
                  <a:pt x="102590" y="175260"/>
                </a:lnTo>
                <a:lnTo>
                  <a:pt x="112191" y="177800"/>
                </a:lnTo>
                <a:lnTo>
                  <a:pt x="112026" y="177800"/>
                </a:lnTo>
                <a:lnTo>
                  <a:pt x="121805" y="180340"/>
                </a:lnTo>
                <a:lnTo>
                  <a:pt x="121627" y="180340"/>
                </a:lnTo>
                <a:lnTo>
                  <a:pt x="131559" y="182880"/>
                </a:lnTo>
                <a:lnTo>
                  <a:pt x="131343" y="182880"/>
                </a:lnTo>
                <a:lnTo>
                  <a:pt x="141630" y="185420"/>
                </a:lnTo>
                <a:lnTo>
                  <a:pt x="141490" y="185420"/>
                </a:lnTo>
                <a:lnTo>
                  <a:pt x="152158" y="187960"/>
                </a:lnTo>
                <a:lnTo>
                  <a:pt x="163093" y="190500"/>
                </a:lnTo>
                <a:lnTo>
                  <a:pt x="174421" y="191770"/>
                </a:lnTo>
                <a:lnTo>
                  <a:pt x="186105" y="193040"/>
                </a:lnTo>
                <a:lnTo>
                  <a:pt x="198145" y="195580"/>
                </a:lnTo>
                <a:lnTo>
                  <a:pt x="210527" y="196850"/>
                </a:lnTo>
                <a:lnTo>
                  <a:pt x="223240" y="198120"/>
                </a:lnTo>
                <a:lnTo>
                  <a:pt x="249643" y="200660"/>
                </a:lnTo>
                <a:lnTo>
                  <a:pt x="277164" y="203200"/>
                </a:lnTo>
                <a:lnTo>
                  <a:pt x="305739" y="204470"/>
                </a:lnTo>
                <a:lnTo>
                  <a:pt x="335292" y="205740"/>
                </a:lnTo>
                <a:lnTo>
                  <a:pt x="366598" y="207010"/>
                </a:lnTo>
                <a:lnTo>
                  <a:pt x="400380" y="209550"/>
                </a:lnTo>
                <a:lnTo>
                  <a:pt x="435762" y="209550"/>
                </a:lnTo>
                <a:lnTo>
                  <a:pt x="453898" y="210820"/>
                </a:lnTo>
                <a:lnTo>
                  <a:pt x="666572" y="210820"/>
                </a:lnTo>
                <a:lnTo>
                  <a:pt x="626783" y="217170"/>
                </a:lnTo>
                <a:lnTo>
                  <a:pt x="544525" y="223520"/>
                </a:lnTo>
                <a:close/>
              </a:path>
              <a:path w="850900" h="223520">
                <a:moveTo>
                  <a:pt x="14325" y="124460"/>
                </a:moveTo>
                <a:lnTo>
                  <a:pt x="14109" y="124460"/>
                </a:lnTo>
                <a:lnTo>
                  <a:pt x="13842" y="123190"/>
                </a:lnTo>
                <a:lnTo>
                  <a:pt x="14325" y="124460"/>
                </a:lnTo>
                <a:close/>
              </a:path>
              <a:path w="850900" h="223520">
                <a:moveTo>
                  <a:pt x="15223" y="125730"/>
                </a:moveTo>
                <a:lnTo>
                  <a:pt x="14808" y="125730"/>
                </a:lnTo>
                <a:lnTo>
                  <a:pt x="14376" y="124460"/>
                </a:lnTo>
                <a:lnTo>
                  <a:pt x="15223" y="125730"/>
                </a:lnTo>
                <a:close/>
              </a:path>
              <a:path w="850900" h="223520">
                <a:moveTo>
                  <a:pt x="17525" y="128270"/>
                </a:moveTo>
                <a:lnTo>
                  <a:pt x="16916" y="128270"/>
                </a:lnTo>
                <a:lnTo>
                  <a:pt x="16408" y="127000"/>
                </a:lnTo>
                <a:lnTo>
                  <a:pt x="17525" y="128270"/>
                </a:lnTo>
                <a:close/>
              </a:path>
              <a:path w="850900" h="223520">
                <a:moveTo>
                  <a:pt x="844524" y="142240"/>
                </a:moveTo>
                <a:lnTo>
                  <a:pt x="829970" y="142240"/>
                </a:lnTo>
                <a:lnTo>
                  <a:pt x="831824" y="138430"/>
                </a:lnTo>
                <a:lnTo>
                  <a:pt x="831621" y="138430"/>
                </a:lnTo>
                <a:lnTo>
                  <a:pt x="833259" y="135890"/>
                </a:lnTo>
                <a:lnTo>
                  <a:pt x="833081" y="135890"/>
                </a:lnTo>
                <a:lnTo>
                  <a:pt x="834504" y="133350"/>
                </a:lnTo>
                <a:lnTo>
                  <a:pt x="834351" y="133350"/>
                </a:lnTo>
                <a:lnTo>
                  <a:pt x="835558" y="129540"/>
                </a:lnTo>
                <a:lnTo>
                  <a:pt x="835418" y="130810"/>
                </a:lnTo>
                <a:lnTo>
                  <a:pt x="848702" y="130810"/>
                </a:lnTo>
                <a:lnTo>
                  <a:pt x="847623" y="134620"/>
                </a:lnTo>
                <a:lnTo>
                  <a:pt x="846289" y="137160"/>
                </a:lnTo>
                <a:lnTo>
                  <a:pt x="844524" y="142240"/>
                </a:lnTo>
                <a:close/>
              </a:path>
              <a:path w="850900" h="223520">
                <a:moveTo>
                  <a:pt x="24794" y="134620"/>
                </a:moveTo>
                <a:lnTo>
                  <a:pt x="23495" y="134620"/>
                </a:lnTo>
                <a:lnTo>
                  <a:pt x="23202" y="133350"/>
                </a:lnTo>
                <a:lnTo>
                  <a:pt x="24794" y="134620"/>
                </a:lnTo>
                <a:close/>
              </a:path>
              <a:path w="850900" h="223520">
                <a:moveTo>
                  <a:pt x="842886" y="144780"/>
                </a:moveTo>
                <a:lnTo>
                  <a:pt x="828128" y="144780"/>
                </a:lnTo>
                <a:lnTo>
                  <a:pt x="830199" y="140970"/>
                </a:lnTo>
                <a:lnTo>
                  <a:pt x="829970" y="142240"/>
                </a:lnTo>
                <a:lnTo>
                  <a:pt x="844524" y="142240"/>
                </a:lnTo>
                <a:lnTo>
                  <a:pt x="842886" y="144780"/>
                </a:lnTo>
                <a:close/>
              </a:path>
              <a:path w="850900" h="223520">
                <a:moveTo>
                  <a:pt x="841514" y="147320"/>
                </a:moveTo>
                <a:lnTo>
                  <a:pt x="826096" y="147320"/>
                </a:lnTo>
                <a:lnTo>
                  <a:pt x="828370" y="143510"/>
                </a:lnTo>
                <a:lnTo>
                  <a:pt x="828128" y="144780"/>
                </a:lnTo>
                <a:lnTo>
                  <a:pt x="842886" y="144780"/>
                </a:lnTo>
                <a:lnTo>
                  <a:pt x="841514" y="147320"/>
                </a:lnTo>
                <a:close/>
              </a:path>
              <a:path w="850900" h="223520">
                <a:moveTo>
                  <a:pt x="839986" y="149860"/>
                </a:moveTo>
                <a:lnTo>
                  <a:pt x="823887" y="149860"/>
                </a:lnTo>
                <a:lnTo>
                  <a:pt x="826363" y="146050"/>
                </a:lnTo>
                <a:lnTo>
                  <a:pt x="826096" y="147320"/>
                </a:lnTo>
                <a:lnTo>
                  <a:pt x="841514" y="147320"/>
                </a:lnTo>
                <a:lnTo>
                  <a:pt x="840828" y="148590"/>
                </a:lnTo>
                <a:lnTo>
                  <a:pt x="839986" y="149860"/>
                </a:lnTo>
                <a:close/>
              </a:path>
              <a:path w="850900" h="223520">
                <a:moveTo>
                  <a:pt x="808551" y="175260"/>
                </a:moveTo>
                <a:lnTo>
                  <a:pt x="774052" y="175260"/>
                </a:lnTo>
                <a:lnTo>
                  <a:pt x="785863" y="170180"/>
                </a:lnTo>
                <a:lnTo>
                  <a:pt x="785596" y="170180"/>
                </a:lnTo>
                <a:lnTo>
                  <a:pt x="796315" y="166370"/>
                </a:lnTo>
                <a:lnTo>
                  <a:pt x="796074" y="166370"/>
                </a:lnTo>
                <a:lnTo>
                  <a:pt x="800988" y="163830"/>
                </a:lnTo>
                <a:lnTo>
                  <a:pt x="800798" y="163830"/>
                </a:lnTo>
                <a:lnTo>
                  <a:pt x="805395" y="162560"/>
                </a:lnTo>
                <a:lnTo>
                  <a:pt x="805179" y="162560"/>
                </a:lnTo>
                <a:lnTo>
                  <a:pt x="809447" y="160020"/>
                </a:lnTo>
                <a:lnTo>
                  <a:pt x="809193" y="160020"/>
                </a:lnTo>
                <a:lnTo>
                  <a:pt x="813104" y="157480"/>
                </a:lnTo>
                <a:lnTo>
                  <a:pt x="812825" y="157480"/>
                </a:lnTo>
                <a:lnTo>
                  <a:pt x="816368" y="156210"/>
                </a:lnTo>
                <a:lnTo>
                  <a:pt x="816051" y="156210"/>
                </a:lnTo>
                <a:lnTo>
                  <a:pt x="819213" y="153670"/>
                </a:lnTo>
                <a:lnTo>
                  <a:pt x="818908" y="153670"/>
                </a:lnTo>
                <a:lnTo>
                  <a:pt x="821778" y="151130"/>
                </a:lnTo>
                <a:lnTo>
                  <a:pt x="821486" y="151130"/>
                </a:lnTo>
                <a:lnTo>
                  <a:pt x="824166" y="148590"/>
                </a:lnTo>
                <a:lnTo>
                  <a:pt x="823887" y="149860"/>
                </a:lnTo>
                <a:lnTo>
                  <a:pt x="839986" y="149860"/>
                </a:lnTo>
                <a:lnTo>
                  <a:pt x="838301" y="152400"/>
                </a:lnTo>
                <a:lnTo>
                  <a:pt x="836028" y="154940"/>
                </a:lnTo>
                <a:lnTo>
                  <a:pt x="833297" y="157480"/>
                </a:lnTo>
                <a:lnTo>
                  <a:pt x="830046" y="161290"/>
                </a:lnTo>
                <a:lnTo>
                  <a:pt x="826884" y="163830"/>
                </a:lnTo>
                <a:lnTo>
                  <a:pt x="823404" y="166370"/>
                </a:lnTo>
                <a:lnTo>
                  <a:pt x="819861" y="168910"/>
                </a:lnTo>
                <a:lnTo>
                  <a:pt x="810945" y="173990"/>
                </a:lnTo>
                <a:lnTo>
                  <a:pt x="808551" y="175260"/>
                </a:lnTo>
                <a:close/>
              </a:path>
              <a:path w="850900" h="223520">
                <a:moveTo>
                  <a:pt x="798242" y="179070"/>
                </a:moveTo>
                <a:lnTo>
                  <a:pt x="761491" y="179070"/>
                </a:lnTo>
                <a:lnTo>
                  <a:pt x="774268" y="173990"/>
                </a:lnTo>
                <a:lnTo>
                  <a:pt x="774052" y="175260"/>
                </a:lnTo>
                <a:lnTo>
                  <a:pt x="808551" y="175260"/>
                </a:lnTo>
                <a:lnTo>
                  <a:pt x="806157" y="176530"/>
                </a:lnTo>
                <a:lnTo>
                  <a:pt x="800988" y="177800"/>
                </a:lnTo>
                <a:lnTo>
                  <a:pt x="798242" y="179070"/>
                </a:lnTo>
                <a:close/>
              </a:path>
              <a:path w="850900" h="223520">
                <a:moveTo>
                  <a:pt x="666572" y="210820"/>
                </a:moveTo>
                <a:lnTo>
                  <a:pt x="544029" y="210820"/>
                </a:lnTo>
                <a:lnTo>
                  <a:pt x="561428" y="209550"/>
                </a:lnTo>
                <a:lnTo>
                  <a:pt x="578243" y="208280"/>
                </a:lnTo>
                <a:lnTo>
                  <a:pt x="594474" y="207010"/>
                </a:lnTo>
                <a:lnTo>
                  <a:pt x="594321" y="207010"/>
                </a:lnTo>
                <a:lnTo>
                  <a:pt x="610006" y="205740"/>
                </a:lnTo>
                <a:lnTo>
                  <a:pt x="625297" y="204470"/>
                </a:lnTo>
                <a:lnTo>
                  <a:pt x="640943" y="201930"/>
                </a:lnTo>
                <a:lnTo>
                  <a:pt x="656767" y="199390"/>
                </a:lnTo>
                <a:lnTo>
                  <a:pt x="672642" y="198120"/>
                </a:lnTo>
                <a:lnTo>
                  <a:pt x="688428" y="194310"/>
                </a:lnTo>
                <a:lnTo>
                  <a:pt x="704011" y="191770"/>
                </a:lnTo>
                <a:lnTo>
                  <a:pt x="719264" y="189230"/>
                </a:lnTo>
                <a:lnTo>
                  <a:pt x="734034" y="185420"/>
                </a:lnTo>
                <a:lnTo>
                  <a:pt x="748220" y="181610"/>
                </a:lnTo>
                <a:lnTo>
                  <a:pt x="748068" y="181610"/>
                </a:lnTo>
                <a:lnTo>
                  <a:pt x="761669" y="177800"/>
                </a:lnTo>
                <a:lnTo>
                  <a:pt x="761491" y="179070"/>
                </a:lnTo>
                <a:lnTo>
                  <a:pt x="798242" y="179070"/>
                </a:lnTo>
                <a:lnTo>
                  <a:pt x="751243" y="194310"/>
                </a:lnTo>
                <a:lnTo>
                  <a:pt x="721779" y="201930"/>
                </a:lnTo>
                <a:lnTo>
                  <a:pt x="666572" y="21082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428988" y="2108250"/>
            <a:ext cx="446405" cy="153670"/>
          </a:xfrm>
          <a:custGeom>
            <a:avLst/>
            <a:gdLst/>
            <a:ahLst/>
            <a:cxnLst/>
            <a:rect l="l" t="t" r="r" b="b"/>
            <a:pathLst>
              <a:path w="446404" h="153669">
                <a:moveTo>
                  <a:pt x="223011" y="153644"/>
                </a:moveTo>
                <a:lnTo>
                  <a:pt x="152502" y="149728"/>
                </a:lnTo>
                <a:lnTo>
                  <a:pt x="91231" y="138823"/>
                </a:lnTo>
                <a:lnTo>
                  <a:pt x="43019" y="122267"/>
                </a:lnTo>
                <a:lnTo>
                  <a:pt x="0" y="77165"/>
                </a:lnTo>
                <a:lnTo>
                  <a:pt x="11363" y="52714"/>
                </a:lnTo>
                <a:lnTo>
                  <a:pt x="43019" y="31524"/>
                </a:lnTo>
                <a:lnTo>
                  <a:pt x="91295" y="14843"/>
                </a:lnTo>
                <a:lnTo>
                  <a:pt x="152566" y="3916"/>
                </a:lnTo>
                <a:lnTo>
                  <a:pt x="223011" y="0"/>
                </a:lnTo>
                <a:lnTo>
                  <a:pt x="293522" y="3918"/>
                </a:lnTo>
                <a:lnTo>
                  <a:pt x="354792" y="14843"/>
                </a:lnTo>
                <a:lnTo>
                  <a:pt x="403007" y="31450"/>
                </a:lnTo>
                <a:lnTo>
                  <a:pt x="434667" y="52539"/>
                </a:lnTo>
                <a:lnTo>
                  <a:pt x="446036" y="76822"/>
                </a:lnTo>
                <a:lnTo>
                  <a:pt x="434667" y="101105"/>
                </a:lnTo>
                <a:lnTo>
                  <a:pt x="403007" y="122193"/>
                </a:lnTo>
                <a:lnTo>
                  <a:pt x="354729" y="138823"/>
                </a:lnTo>
                <a:lnTo>
                  <a:pt x="293457" y="149731"/>
                </a:lnTo>
                <a:lnTo>
                  <a:pt x="223011" y="153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414714" y="2093963"/>
            <a:ext cx="474980" cy="181610"/>
          </a:xfrm>
          <a:custGeom>
            <a:avLst/>
            <a:gdLst/>
            <a:ahLst/>
            <a:cxnLst/>
            <a:rect l="l" t="t" r="r" b="b"/>
            <a:pathLst>
              <a:path w="474979" h="181610">
                <a:moveTo>
                  <a:pt x="283361" y="1269"/>
                </a:moveTo>
                <a:lnTo>
                  <a:pt x="191464" y="1269"/>
                </a:lnTo>
                <a:lnTo>
                  <a:pt x="202691" y="0"/>
                </a:lnTo>
                <a:lnTo>
                  <a:pt x="272121" y="0"/>
                </a:lnTo>
                <a:lnTo>
                  <a:pt x="283361" y="1269"/>
                </a:lnTo>
                <a:close/>
              </a:path>
              <a:path w="474979" h="181610">
                <a:moveTo>
                  <a:pt x="124408" y="39369"/>
                </a:moveTo>
                <a:lnTo>
                  <a:pt x="124725" y="38099"/>
                </a:lnTo>
                <a:lnTo>
                  <a:pt x="39788" y="38099"/>
                </a:lnTo>
                <a:lnTo>
                  <a:pt x="45592" y="35559"/>
                </a:lnTo>
                <a:lnTo>
                  <a:pt x="83247" y="20319"/>
                </a:lnTo>
                <a:lnTo>
                  <a:pt x="138390" y="7619"/>
                </a:lnTo>
                <a:lnTo>
                  <a:pt x="148550" y="5079"/>
                </a:lnTo>
                <a:lnTo>
                  <a:pt x="180415" y="1269"/>
                </a:lnTo>
                <a:lnTo>
                  <a:pt x="294410" y="1269"/>
                </a:lnTo>
                <a:lnTo>
                  <a:pt x="326300" y="5079"/>
                </a:lnTo>
                <a:lnTo>
                  <a:pt x="336460" y="7619"/>
                </a:lnTo>
                <a:lnTo>
                  <a:pt x="346366" y="8889"/>
                </a:lnTo>
                <a:lnTo>
                  <a:pt x="356018" y="11429"/>
                </a:lnTo>
                <a:lnTo>
                  <a:pt x="365378" y="12699"/>
                </a:lnTo>
                <a:lnTo>
                  <a:pt x="383234" y="17779"/>
                </a:lnTo>
                <a:lnTo>
                  <a:pt x="391705" y="20319"/>
                </a:lnTo>
                <a:lnTo>
                  <a:pt x="399845" y="22859"/>
                </a:lnTo>
                <a:lnTo>
                  <a:pt x="407656" y="25399"/>
                </a:lnTo>
                <a:lnTo>
                  <a:pt x="415123" y="27939"/>
                </a:lnTo>
                <a:lnTo>
                  <a:pt x="215111" y="27939"/>
                </a:lnTo>
                <a:lnTo>
                  <a:pt x="203948" y="29209"/>
                </a:lnTo>
                <a:lnTo>
                  <a:pt x="193470" y="29209"/>
                </a:lnTo>
                <a:lnTo>
                  <a:pt x="182675" y="30479"/>
                </a:lnTo>
                <a:lnTo>
                  <a:pt x="182942" y="30479"/>
                </a:lnTo>
                <a:lnTo>
                  <a:pt x="172350" y="31749"/>
                </a:lnTo>
                <a:lnTo>
                  <a:pt x="172617" y="31749"/>
                </a:lnTo>
                <a:lnTo>
                  <a:pt x="162254" y="33019"/>
                </a:lnTo>
                <a:lnTo>
                  <a:pt x="162520" y="33019"/>
                </a:lnTo>
                <a:lnTo>
                  <a:pt x="152399" y="34289"/>
                </a:lnTo>
                <a:lnTo>
                  <a:pt x="152678" y="34289"/>
                </a:lnTo>
                <a:lnTo>
                  <a:pt x="142797" y="35559"/>
                </a:lnTo>
                <a:lnTo>
                  <a:pt x="143077" y="35559"/>
                </a:lnTo>
                <a:lnTo>
                  <a:pt x="133463" y="36829"/>
                </a:lnTo>
                <a:lnTo>
                  <a:pt x="133755" y="36829"/>
                </a:lnTo>
                <a:lnTo>
                  <a:pt x="124408" y="39369"/>
                </a:lnTo>
                <a:close/>
              </a:path>
              <a:path w="474979" h="181610">
                <a:moveTo>
                  <a:pt x="350150" y="39369"/>
                </a:moveTo>
                <a:lnTo>
                  <a:pt x="340816" y="36829"/>
                </a:lnTo>
                <a:lnTo>
                  <a:pt x="341108" y="36829"/>
                </a:lnTo>
                <a:lnTo>
                  <a:pt x="331494" y="35559"/>
                </a:lnTo>
                <a:lnTo>
                  <a:pt x="331773" y="35559"/>
                </a:lnTo>
                <a:lnTo>
                  <a:pt x="321893" y="34289"/>
                </a:lnTo>
                <a:lnTo>
                  <a:pt x="322172" y="34289"/>
                </a:lnTo>
                <a:lnTo>
                  <a:pt x="312050" y="33019"/>
                </a:lnTo>
                <a:lnTo>
                  <a:pt x="312317" y="33019"/>
                </a:lnTo>
                <a:lnTo>
                  <a:pt x="301954" y="31749"/>
                </a:lnTo>
                <a:lnTo>
                  <a:pt x="302208" y="31749"/>
                </a:lnTo>
                <a:lnTo>
                  <a:pt x="291629" y="30479"/>
                </a:lnTo>
                <a:lnTo>
                  <a:pt x="291895" y="30479"/>
                </a:lnTo>
                <a:lnTo>
                  <a:pt x="281100" y="29209"/>
                </a:lnTo>
                <a:lnTo>
                  <a:pt x="270623" y="29209"/>
                </a:lnTo>
                <a:lnTo>
                  <a:pt x="259460" y="27939"/>
                </a:lnTo>
                <a:lnTo>
                  <a:pt x="415123" y="27939"/>
                </a:lnTo>
                <a:lnTo>
                  <a:pt x="422235" y="31749"/>
                </a:lnTo>
                <a:lnTo>
                  <a:pt x="428979" y="35559"/>
                </a:lnTo>
                <a:lnTo>
                  <a:pt x="434783" y="38099"/>
                </a:lnTo>
                <a:lnTo>
                  <a:pt x="349845" y="38099"/>
                </a:lnTo>
                <a:lnTo>
                  <a:pt x="350150" y="39369"/>
                </a:lnTo>
                <a:close/>
              </a:path>
              <a:path w="474979" h="181610">
                <a:moveTo>
                  <a:pt x="84034" y="49529"/>
                </a:moveTo>
                <a:lnTo>
                  <a:pt x="23125" y="49529"/>
                </a:lnTo>
                <a:lnTo>
                  <a:pt x="27596" y="45719"/>
                </a:lnTo>
                <a:lnTo>
                  <a:pt x="28281" y="45719"/>
                </a:lnTo>
                <a:lnTo>
                  <a:pt x="33209" y="41909"/>
                </a:lnTo>
                <a:lnTo>
                  <a:pt x="33831" y="41909"/>
                </a:lnTo>
                <a:lnTo>
                  <a:pt x="39203" y="38099"/>
                </a:lnTo>
                <a:lnTo>
                  <a:pt x="124725" y="38099"/>
                </a:lnTo>
                <a:lnTo>
                  <a:pt x="115670" y="40639"/>
                </a:lnTo>
                <a:lnTo>
                  <a:pt x="115988" y="40639"/>
                </a:lnTo>
                <a:lnTo>
                  <a:pt x="107250" y="43179"/>
                </a:lnTo>
                <a:lnTo>
                  <a:pt x="107580" y="43179"/>
                </a:lnTo>
                <a:lnTo>
                  <a:pt x="99147" y="44449"/>
                </a:lnTo>
                <a:lnTo>
                  <a:pt x="99503" y="44449"/>
                </a:lnTo>
                <a:lnTo>
                  <a:pt x="91413" y="46989"/>
                </a:lnTo>
                <a:lnTo>
                  <a:pt x="91781" y="46989"/>
                </a:lnTo>
                <a:lnTo>
                  <a:pt x="84034" y="49529"/>
                </a:lnTo>
                <a:close/>
              </a:path>
              <a:path w="474979" h="181610">
                <a:moveTo>
                  <a:pt x="451445" y="49529"/>
                </a:moveTo>
                <a:lnTo>
                  <a:pt x="390524" y="49529"/>
                </a:lnTo>
                <a:lnTo>
                  <a:pt x="382789" y="46989"/>
                </a:lnTo>
                <a:lnTo>
                  <a:pt x="383158" y="46989"/>
                </a:lnTo>
                <a:lnTo>
                  <a:pt x="375068" y="44449"/>
                </a:lnTo>
                <a:lnTo>
                  <a:pt x="375411" y="44449"/>
                </a:lnTo>
                <a:lnTo>
                  <a:pt x="366990" y="43179"/>
                </a:lnTo>
                <a:lnTo>
                  <a:pt x="367321" y="43179"/>
                </a:lnTo>
                <a:lnTo>
                  <a:pt x="358583" y="40639"/>
                </a:lnTo>
                <a:lnTo>
                  <a:pt x="358901" y="40639"/>
                </a:lnTo>
                <a:lnTo>
                  <a:pt x="349845" y="38099"/>
                </a:lnTo>
                <a:lnTo>
                  <a:pt x="435367" y="38099"/>
                </a:lnTo>
                <a:lnTo>
                  <a:pt x="440739" y="41909"/>
                </a:lnTo>
                <a:lnTo>
                  <a:pt x="441362" y="41909"/>
                </a:lnTo>
                <a:lnTo>
                  <a:pt x="446289" y="45719"/>
                </a:lnTo>
                <a:lnTo>
                  <a:pt x="446975" y="45719"/>
                </a:lnTo>
                <a:lnTo>
                  <a:pt x="451445" y="49529"/>
                </a:lnTo>
                <a:close/>
              </a:path>
              <a:path w="474979" h="181610">
                <a:moveTo>
                  <a:pt x="283107" y="180339"/>
                </a:moveTo>
                <a:lnTo>
                  <a:pt x="191210" y="180339"/>
                </a:lnTo>
                <a:lnTo>
                  <a:pt x="138111" y="173989"/>
                </a:lnTo>
                <a:lnTo>
                  <a:pt x="128205" y="171449"/>
                </a:lnTo>
                <a:lnTo>
                  <a:pt x="118553" y="170179"/>
                </a:lnTo>
                <a:lnTo>
                  <a:pt x="109193" y="167639"/>
                </a:lnTo>
                <a:lnTo>
                  <a:pt x="100113" y="166369"/>
                </a:lnTo>
                <a:lnTo>
                  <a:pt x="91337" y="163829"/>
                </a:lnTo>
                <a:lnTo>
                  <a:pt x="82866" y="161289"/>
                </a:lnTo>
                <a:lnTo>
                  <a:pt x="74725" y="158749"/>
                </a:lnTo>
                <a:lnTo>
                  <a:pt x="66915" y="154939"/>
                </a:lnTo>
                <a:lnTo>
                  <a:pt x="59447" y="152399"/>
                </a:lnTo>
                <a:lnTo>
                  <a:pt x="52335" y="149859"/>
                </a:lnTo>
                <a:lnTo>
                  <a:pt x="46125" y="146049"/>
                </a:lnTo>
                <a:lnTo>
                  <a:pt x="39788" y="143509"/>
                </a:lnTo>
                <a:lnTo>
                  <a:pt x="39203" y="142239"/>
                </a:lnTo>
                <a:lnTo>
                  <a:pt x="33831" y="139699"/>
                </a:lnTo>
                <a:lnTo>
                  <a:pt x="28281" y="135889"/>
                </a:lnTo>
                <a:lnTo>
                  <a:pt x="27596" y="134619"/>
                </a:lnTo>
                <a:lnTo>
                  <a:pt x="23125" y="132079"/>
                </a:lnTo>
                <a:lnTo>
                  <a:pt x="22389" y="130809"/>
                </a:lnTo>
                <a:lnTo>
                  <a:pt x="18388" y="128269"/>
                </a:lnTo>
                <a:lnTo>
                  <a:pt x="17601" y="126999"/>
                </a:lnTo>
                <a:lnTo>
                  <a:pt x="14096" y="123189"/>
                </a:lnTo>
                <a:lnTo>
                  <a:pt x="13257" y="121919"/>
                </a:lnTo>
                <a:lnTo>
                  <a:pt x="10260" y="119379"/>
                </a:lnTo>
                <a:lnTo>
                  <a:pt x="9409" y="118109"/>
                </a:lnTo>
                <a:lnTo>
                  <a:pt x="6107" y="113029"/>
                </a:lnTo>
                <a:lnTo>
                  <a:pt x="4151" y="109219"/>
                </a:lnTo>
                <a:lnTo>
                  <a:pt x="3428" y="106679"/>
                </a:lnTo>
                <a:lnTo>
                  <a:pt x="2005" y="102869"/>
                </a:lnTo>
                <a:lnTo>
                  <a:pt x="0" y="89625"/>
                </a:lnTo>
                <a:lnTo>
                  <a:pt x="126" y="86359"/>
                </a:lnTo>
                <a:lnTo>
                  <a:pt x="595" y="83819"/>
                </a:lnTo>
                <a:lnTo>
                  <a:pt x="1486" y="79883"/>
                </a:lnTo>
                <a:lnTo>
                  <a:pt x="2005" y="77469"/>
                </a:lnTo>
                <a:lnTo>
                  <a:pt x="3428" y="73659"/>
                </a:lnTo>
                <a:lnTo>
                  <a:pt x="4151" y="72389"/>
                </a:lnTo>
                <a:lnTo>
                  <a:pt x="6107" y="68579"/>
                </a:lnTo>
                <a:lnTo>
                  <a:pt x="9409" y="63499"/>
                </a:lnTo>
                <a:lnTo>
                  <a:pt x="10260" y="62229"/>
                </a:lnTo>
                <a:lnTo>
                  <a:pt x="13257" y="58419"/>
                </a:lnTo>
                <a:lnTo>
                  <a:pt x="14096" y="57149"/>
                </a:lnTo>
                <a:lnTo>
                  <a:pt x="17601" y="54609"/>
                </a:lnTo>
                <a:lnTo>
                  <a:pt x="18388" y="53339"/>
                </a:lnTo>
                <a:lnTo>
                  <a:pt x="22389" y="49529"/>
                </a:lnTo>
                <a:lnTo>
                  <a:pt x="84441" y="49529"/>
                </a:lnTo>
                <a:lnTo>
                  <a:pt x="77049" y="52069"/>
                </a:lnTo>
                <a:lnTo>
                  <a:pt x="77481" y="52069"/>
                </a:lnTo>
                <a:lnTo>
                  <a:pt x="70471" y="54609"/>
                </a:lnTo>
                <a:lnTo>
                  <a:pt x="70928" y="54609"/>
                </a:lnTo>
                <a:lnTo>
                  <a:pt x="64299" y="57149"/>
                </a:lnTo>
                <a:lnTo>
                  <a:pt x="64794" y="57149"/>
                </a:lnTo>
                <a:lnTo>
                  <a:pt x="60654" y="59689"/>
                </a:lnTo>
                <a:lnTo>
                  <a:pt x="59117" y="59689"/>
                </a:lnTo>
                <a:lnTo>
                  <a:pt x="53313" y="63499"/>
                </a:lnTo>
                <a:lnTo>
                  <a:pt x="53885" y="63499"/>
                </a:lnTo>
                <a:lnTo>
                  <a:pt x="48525" y="66039"/>
                </a:lnTo>
                <a:lnTo>
                  <a:pt x="49148" y="66039"/>
                </a:lnTo>
                <a:lnTo>
                  <a:pt x="44233" y="68579"/>
                </a:lnTo>
                <a:lnTo>
                  <a:pt x="44906" y="68579"/>
                </a:lnTo>
                <a:lnTo>
                  <a:pt x="41934" y="71119"/>
                </a:lnTo>
                <a:lnTo>
                  <a:pt x="41185" y="71119"/>
                </a:lnTo>
                <a:lnTo>
                  <a:pt x="38526" y="73659"/>
                </a:lnTo>
                <a:lnTo>
                  <a:pt x="37984" y="73659"/>
                </a:lnTo>
                <a:lnTo>
                  <a:pt x="35647" y="76199"/>
                </a:lnTo>
                <a:lnTo>
                  <a:pt x="35317" y="76199"/>
                </a:lnTo>
                <a:lnTo>
                  <a:pt x="33311" y="78739"/>
                </a:lnTo>
                <a:lnTo>
                  <a:pt x="33146" y="78739"/>
                </a:lnTo>
                <a:lnTo>
                  <a:pt x="31486" y="81279"/>
                </a:lnTo>
                <a:lnTo>
                  <a:pt x="30656" y="82549"/>
                </a:lnTo>
                <a:lnTo>
                  <a:pt x="30817" y="82549"/>
                </a:lnTo>
                <a:lnTo>
                  <a:pt x="29513" y="85089"/>
                </a:lnTo>
                <a:lnTo>
                  <a:pt x="29361" y="85089"/>
                </a:lnTo>
                <a:lnTo>
                  <a:pt x="28815" y="87629"/>
                </a:lnTo>
                <a:lnTo>
                  <a:pt x="28624" y="88899"/>
                </a:lnTo>
                <a:lnTo>
                  <a:pt x="28535" y="90169"/>
                </a:lnTo>
                <a:lnTo>
                  <a:pt x="28497" y="91439"/>
                </a:lnTo>
                <a:lnTo>
                  <a:pt x="28751" y="92709"/>
                </a:lnTo>
                <a:lnTo>
                  <a:pt x="29073" y="93979"/>
                </a:lnTo>
                <a:lnTo>
                  <a:pt x="28815" y="93979"/>
                </a:lnTo>
                <a:lnTo>
                  <a:pt x="30237" y="97789"/>
                </a:lnTo>
                <a:lnTo>
                  <a:pt x="30656" y="97789"/>
                </a:lnTo>
                <a:lnTo>
                  <a:pt x="31392" y="98939"/>
                </a:lnTo>
                <a:lnTo>
                  <a:pt x="32316" y="100329"/>
                </a:lnTo>
                <a:lnTo>
                  <a:pt x="33146" y="101599"/>
                </a:lnTo>
                <a:lnTo>
                  <a:pt x="33311" y="101599"/>
                </a:lnTo>
                <a:lnTo>
                  <a:pt x="35317" y="104139"/>
                </a:lnTo>
                <a:lnTo>
                  <a:pt x="35647" y="104139"/>
                </a:lnTo>
                <a:lnTo>
                  <a:pt x="37984" y="106679"/>
                </a:lnTo>
                <a:lnTo>
                  <a:pt x="37197" y="106679"/>
                </a:lnTo>
                <a:lnTo>
                  <a:pt x="41185" y="109219"/>
                </a:lnTo>
                <a:lnTo>
                  <a:pt x="40448" y="109219"/>
                </a:lnTo>
                <a:lnTo>
                  <a:pt x="44906" y="113029"/>
                </a:lnTo>
                <a:lnTo>
                  <a:pt x="45871" y="113029"/>
                </a:lnTo>
                <a:lnTo>
                  <a:pt x="49148" y="115569"/>
                </a:lnTo>
                <a:lnTo>
                  <a:pt x="50312" y="115569"/>
                </a:lnTo>
                <a:lnTo>
                  <a:pt x="53885" y="118109"/>
                </a:lnTo>
                <a:lnTo>
                  <a:pt x="53313" y="118109"/>
                </a:lnTo>
                <a:lnTo>
                  <a:pt x="59117" y="120649"/>
                </a:lnTo>
                <a:lnTo>
                  <a:pt x="58584" y="120649"/>
                </a:lnTo>
                <a:lnTo>
                  <a:pt x="64794" y="123189"/>
                </a:lnTo>
                <a:lnTo>
                  <a:pt x="64299" y="123189"/>
                </a:lnTo>
                <a:lnTo>
                  <a:pt x="70928" y="125729"/>
                </a:lnTo>
                <a:lnTo>
                  <a:pt x="70471" y="125729"/>
                </a:lnTo>
                <a:lnTo>
                  <a:pt x="77481" y="128269"/>
                </a:lnTo>
                <a:lnTo>
                  <a:pt x="77049" y="128269"/>
                </a:lnTo>
                <a:lnTo>
                  <a:pt x="84441" y="130809"/>
                </a:lnTo>
                <a:lnTo>
                  <a:pt x="84034" y="130809"/>
                </a:lnTo>
                <a:lnTo>
                  <a:pt x="91781" y="133349"/>
                </a:lnTo>
                <a:lnTo>
                  <a:pt x="91413" y="133349"/>
                </a:lnTo>
                <a:lnTo>
                  <a:pt x="99503" y="135889"/>
                </a:lnTo>
                <a:lnTo>
                  <a:pt x="99147" y="135889"/>
                </a:lnTo>
                <a:lnTo>
                  <a:pt x="107580" y="138429"/>
                </a:lnTo>
                <a:lnTo>
                  <a:pt x="107250" y="138429"/>
                </a:lnTo>
                <a:lnTo>
                  <a:pt x="115988" y="139699"/>
                </a:lnTo>
                <a:lnTo>
                  <a:pt x="115670" y="139699"/>
                </a:lnTo>
                <a:lnTo>
                  <a:pt x="124725" y="142239"/>
                </a:lnTo>
                <a:lnTo>
                  <a:pt x="124408" y="142239"/>
                </a:lnTo>
                <a:lnTo>
                  <a:pt x="133755" y="143509"/>
                </a:lnTo>
                <a:lnTo>
                  <a:pt x="133463" y="143509"/>
                </a:lnTo>
                <a:lnTo>
                  <a:pt x="143077" y="146049"/>
                </a:lnTo>
                <a:lnTo>
                  <a:pt x="142797" y="146049"/>
                </a:lnTo>
                <a:lnTo>
                  <a:pt x="152678" y="147319"/>
                </a:lnTo>
                <a:lnTo>
                  <a:pt x="152399" y="147319"/>
                </a:lnTo>
                <a:lnTo>
                  <a:pt x="162520" y="148589"/>
                </a:lnTo>
                <a:lnTo>
                  <a:pt x="162254" y="148589"/>
                </a:lnTo>
                <a:lnTo>
                  <a:pt x="172617" y="149859"/>
                </a:lnTo>
                <a:lnTo>
                  <a:pt x="172350" y="149859"/>
                </a:lnTo>
                <a:lnTo>
                  <a:pt x="182942" y="151129"/>
                </a:lnTo>
                <a:lnTo>
                  <a:pt x="193216" y="151129"/>
                </a:lnTo>
                <a:lnTo>
                  <a:pt x="204202" y="152399"/>
                </a:lnTo>
                <a:lnTo>
                  <a:pt x="414698" y="152399"/>
                </a:lnTo>
                <a:lnTo>
                  <a:pt x="407656" y="154939"/>
                </a:lnTo>
                <a:lnTo>
                  <a:pt x="399845" y="158749"/>
                </a:lnTo>
                <a:lnTo>
                  <a:pt x="374128" y="166369"/>
                </a:lnTo>
                <a:lnTo>
                  <a:pt x="365060" y="167639"/>
                </a:lnTo>
                <a:lnTo>
                  <a:pt x="346074" y="172719"/>
                </a:lnTo>
                <a:lnTo>
                  <a:pt x="336460" y="173989"/>
                </a:lnTo>
                <a:lnTo>
                  <a:pt x="283107" y="180339"/>
                </a:lnTo>
                <a:close/>
              </a:path>
              <a:path w="474979" h="181610">
                <a:moveTo>
                  <a:pt x="415987" y="60959"/>
                </a:moveTo>
                <a:lnTo>
                  <a:pt x="409777" y="57149"/>
                </a:lnTo>
                <a:lnTo>
                  <a:pt x="410272" y="57149"/>
                </a:lnTo>
                <a:lnTo>
                  <a:pt x="403643" y="54609"/>
                </a:lnTo>
                <a:lnTo>
                  <a:pt x="404100" y="54609"/>
                </a:lnTo>
                <a:lnTo>
                  <a:pt x="397089" y="52069"/>
                </a:lnTo>
                <a:lnTo>
                  <a:pt x="397521" y="52069"/>
                </a:lnTo>
                <a:lnTo>
                  <a:pt x="390130" y="49529"/>
                </a:lnTo>
                <a:lnTo>
                  <a:pt x="452182" y="49529"/>
                </a:lnTo>
                <a:lnTo>
                  <a:pt x="456170" y="53339"/>
                </a:lnTo>
                <a:lnTo>
                  <a:pt x="456970" y="54609"/>
                </a:lnTo>
                <a:lnTo>
                  <a:pt x="460475" y="57149"/>
                </a:lnTo>
                <a:lnTo>
                  <a:pt x="461301" y="58419"/>
                </a:lnTo>
                <a:lnTo>
                  <a:pt x="462304" y="59689"/>
                </a:lnTo>
                <a:lnTo>
                  <a:pt x="415454" y="59689"/>
                </a:lnTo>
                <a:lnTo>
                  <a:pt x="415987" y="60959"/>
                </a:lnTo>
                <a:close/>
              </a:path>
              <a:path w="474979" h="181610">
                <a:moveTo>
                  <a:pt x="58584" y="60959"/>
                </a:moveTo>
                <a:lnTo>
                  <a:pt x="59117" y="59689"/>
                </a:lnTo>
                <a:lnTo>
                  <a:pt x="60654" y="59689"/>
                </a:lnTo>
                <a:lnTo>
                  <a:pt x="58584" y="60959"/>
                </a:lnTo>
                <a:close/>
              </a:path>
              <a:path w="474979" h="181610">
                <a:moveTo>
                  <a:pt x="434123" y="72389"/>
                </a:moveTo>
                <a:lnTo>
                  <a:pt x="429652" y="68579"/>
                </a:lnTo>
                <a:lnTo>
                  <a:pt x="430338" y="68579"/>
                </a:lnTo>
                <a:lnTo>
                  <a:pt x="425423" y="66039"/>
                </a:lnTo>
                <a:lnTo>
                  <a:pt x="426045" y="66039"/>
                </a:lnTo>
                <a:lnTo>
                  <a:pt x="420673" y="63499"/>
                </a:lnTo>
                <a:lnTo>
                  <a:pt x="421258" y="63499"/>
                </a:lnTo>
                <a:lnTo>
                  <a:pt x="415454" y="59689"/>
                </a:lnTo>
                <a:lnTo>
                  <a:pt x="462304" y="59689"/>
                </a:lnTo>
                <a:lnTo>
                  <a:pt x="464311" y="62229"/>
                </a:lnTo>
                <a:lnTo>
                  <a:pt x="465161" y="63499"/>
                </a:lnTo>
                <a:lnTo>
                  <a:pt x="468463" y="68579"/>
                </a:lnTo>
                <a:lnTo>
                  <a:pt x="469767" y="71119"/>
                </a:lnTo>
                <a:lnTo>
                  <a:pt x="433386" y="71119"/>
                </a:lnTo>
                <a:lnTo>
                  <a:pt x="434123" y="72389"/>
                </a:lnTo>
                <a:close/>
              </a:path>
              <a:path w="474979" h="181610">
                <a:moveTo>
                  <a:pt x="40448" y="72389"/>
                </a:moveTo>
                <a:lnTo>
                  <a:pt x="41185" y="71119"/>
                </a:lnTo>
                <a:lnTo>
                  <a:pt x="41934" y="71119"/>
                </a:lnTo>
                <a:lnTo>
                  <a:pt x="40448" y="72389"/>
                </a:lnTo>
                <a:close/>
              </a:path>
              <a:path w="474979" h="181610">
                <a:moveTo>
                  <a:pt x="437374" y="74929"/>
                </a:moveTo>
                <a:lnTo>
                  <a:pt x="433386" y="71119"/>
                </a:lnTo>
                <a:lnTo>
                  <a:pt x="469767" y="71119"/>
                </a:lnTo>
                <a:lnTo>
                  <a:pt x="470419" y="72389"/>
                </a:lnTo>
                <a:lnTo>
                  <a:pt x="471143" y="73659"/>
                </a:lnTo>
                <a:lnTo>
                  <a:pt x="436586" y="73659"/>
                </a:lnTo>
                <a:lnTo>
                  <a:pt x="437374" y="74929"/>
                </a:lnTo>
                <a:close/>
              </a:path>
              <a:path w="474979" h="181610">
                <a:moveTo>
                  <a:pt x="37197" y="74929"/>
                </a:moveTo>
                <a:lnTo>
                  <a:pt x="37984" y="73659"/>
                </a:lnTo>
                <a:lnTo>
                  <a:pt x="38526" y="73659"/>
                </a:lnTo>
                <a:lnTo>
                  <a:pt x="37197" y="74929"/>
                </a:lnTo>
                <a:close/>
              </a:path>
              <a:path w="474979" h="181610">
                <a:moveTo>
                  <a:pt x="440092" y="77469"/>
                </a:moveTo>
                <a:lnTo>
                  <a:pt x="436586" y="73659"/>
                </a:lnTo>
                <a:lnTo>
                  <a:pt x="471143" y="73659"/>
                </a:lnTo>
                <a:lnTo>
                  <a:pt x="472091" y="76199"/>
                </a:lnTo>
                <a:lnTo>
                  <a:pt x="439253" y="76199"/>
                </a:lnTo>
                <a:lnTo>
                  <a:pt x="440092" y="77469"/>
                </a:lnTo>
                <a:close/>
              </a:path>
              <a:path w="474979" h="181610">
                <a:moveTo>
                  <a:pt x="34479" y="77469"/>
                </a:moveTo>
                <a:lnTo>
                  <a:pt x="35317" y="76199"/>
                </a:lnTo>
                <a:lnTo>
                  <a:pt x="35647" y="76199"/>
                </a:lnTo>
                <a:lnTo>
                  <a:pt x="34479" y="77469"/>
                </a:lnTo>
                <a:close/>
              </a:path>
              <a:path w="474979" h="181610">
                <a:moveTo>
                  <a:pt x="442163" y="79883"/>
                </a:moveTo>
                <a:lnTo>
                  <a:pt x="439253" y="76199"/>
                </a:lnTo>
                <a:lnTo>
                  <a:pt x="472091" y="76199"/>
                </a:lnTo>
                <a:lnTo>
                  <a:pt x="472566" y="77469"/>
                </a:lnTo>
                <a:lnTo>
                  <a:pt x="472839" y="78739"/>
                </a:lnTo>
                <a:lnTo>
                  <a:pt x="441412" y="78739"/>
                </a:lnTo>
                <a:lnTo>
                  <a:pt x="442163" y="79883"/>
                </a:lnTo>
                <a:close/>
              </a:path>
              <a:path w="474979" h="181610">
                <a:moveTo>
                  <a:pt x="32356" y="79948"/>
                </a:moveTo>
                <a:lnTo>
                  <a:pt x="33146" y="78739"/>
                </a:lnTo>
                <a:lnTo>
                  <a:pt x="33311" y="78739"/>
                </a:lnTo>
                <a:lnTo>
                  <a:pt x="32356" y="79948"/>
                </a:lnTo>
                <a:close/>
              </a:path>
              <a:path w="474979" h="181610">
                <a:moveTo>
                  <a:pt x="473112" y="80009"/>
                </a:moveTo>
                <a:lnTo>
                  <a:pt x="442263" y="80009"/>
                </a:lnTo>
                <a:lnTo>
                  <a:pt x="441412" y="78739"/>
                </a:lnTo>
                <a:lnTo>
                  <a:pt x="472839" y="78739"/>
                </a:lnTo>
                <a:lnTo>
                  <a:pt x="473112" y="80009"/>
                </a:lnTo>
                <a:close/>
              </a:path>
              <a:path w="474979" h="181610">
                <a:moveTo>
                  <a:pt x="473687" y="82549"/>
                </a:moveTo>
                <a:lnTo>
                  <a:pt x="443914" y="82549"/>
                </a:lnTo>
                <a:lnTo>
                  <a:pt x="442163" y="79883"/>
                </a:lnTo>
                <a:lnTo>
                  <a:pt x="473112" y="80009"/>
                </a:lnTo>
                <a:lnTo>
                  <a:pt x="473687" y="82549"/>
                </a:lnTo>
                <a:close/>
              </a:path>
              <a:path w="474979" h="181610">
                <a:moveTo>
                  <a:pt x="32316" y="80009"/>
                </a:moveTo>
                <a:close/>
              </a:path>
              <a:path w="474979" h="181610">
                <a:moveTo>
                  <a:pt x="30656" y="82549"/>
                </a:moveTo>
                <a:lnTo>
                  <a:pt x="31469" y="81279"/>
                </a:lnTo>
                <a:lnTo>
                  <a:pt x="30656" y="82549"/>
                </a:lnTo>
                <a:close/>
              </a:path>
              <a:path w="474979" h="181610">
                <a:moveTo>
                  <a:pt x="31407" y="81400"/>
                </a:moveTo>
                <a:close/>
              </a:path>
              <a:path w="474979" h="181610">
                <a:moveTo>
                  <a:pt x="474585" y="90169"/>
                </a:moveTo>
                <a:lnTo>
                  <a:pt x="446073" y="90169"/>
                </a:lnTo>
                <a:lnTo>
                  <a:pt x="445819" y="87629"/>
                </a:lnTo>
                <a:lnTo>
                  <a:pt x="445210" y="85089"/>
                </a:lnTo>
                <a:lnTo>
                  <a:pt x="445057" y="85089"/>
                </a:lnTo>
                <a:lnTo>
                  <a:pt x="443120" y="81340"/>
                </a:lnTo>
                <a:lnTo>
                  <a:pt x="443914" y="82549"/>
                </a:lnTo>
                <a:lnTo>
                  <a:pt x="473687" y="82549"/>
                </a:lnTo>
                <a:lnTo>
                  <a:pt x="473975" y="83819"/>
                </a:lnTo>
                <a:lnTo>
                  <a:pt x="474432" y="86359"/>
                </a:lnTo>
                <a:lnTo>
                  <a:pt x="474585" y="90169"/>
                </a:lnTo>
                <a:close/>
              </a:path>
              <a:path w="474979" h="181610">
                <a:moveTo>
                  <a:pt x="30817" y="82549"/>
                </a:moveTo>
                <a:lnTo>
                  <a:pt x="30656" y="82549"/>
                </a:lnTo>
                <a:lnTo>
                  <a:pt x="31407" y="81400"/>
                </a:lnTo>
                <a:lnTo>
                  <a:pt x="30817" y="82549"/>
                </a:lnTo>
                <a:close/>
              </a:path>
              <a:path w="474979" h="181610">
                <a:moveTo>
                  <a:pt x="29025" y="87067"/>
                </a:moveTo>
                <a:lnTo>
                  <a:pt x="29361" y="85089"/>
                </a:lnTo>
                <a:lnTo>
                  <a:pt x="29513" y="85089"/>
                </a:lnTo>
                <a:lnTo>
                  <a:pt x="30237" y="83819"/>
                </a:lnTo>
                <a:lnTo>
                  <a:pt x="29025" y="87067"/>
                </a:lnTo>
                <a:close/>
              </a:path>
              <a:path w="474979" h="181610">
                <a:moveTo>
                  <a:pt x="445546" y="87067"/>
                </a:moveTo>
                <a:lnTo>
                  <a:pt x="444333" y="83819"/>
                </a:lnTo>
                <a:lnTo>
                  <a:pt x="445057" y="85089"/>
                </a:lnTo>
                <a:lnTo>
                  <a:pt x="445210" y="85089"/>
                </a:lnTo>
                <a:lnTo>
                  <a:pt x="445546" y="87067"/>
                </a:lnTo>
                <a:close/>
              </a:path>
              <a:path w="474979" h="181610">
                <a:moveTo>
                  <a:pt x="28815" y="87629"/>
                </a:moveTo>
                <a:lnTo>
                  <a:pt x="29361" y="85089"/>
                </a:lnTo>
                <a:lnTo>
                  <a:pt x="29025" y="87067"/>
                </a:lnTo>
                <a:lnTo>
                  <a:pt x="28815" y="87629"/>
                </a:lnTo>
                <a:close/>
              </a:path>
              <a:path w="474979" h="181610">
                <a:moveTo>
                  <a:pt x="445756" y="87629"/>
                </a:moveTo>
                <a:lnTo>
                  <a:pt x="445546" y="87067"/>
                </a:lnTo>
                <a:lnTo>
                  <a:pt x="445210" y="85089"/>
                </a:lnTo>
                <a:lnTo>
                  <a:pt x="445756" y="87629"/>
                </a:lnTo>
                <a:close/>
              </a:path>
              <a:path w="474979" h="181610">
                <a:moveTo>
                  <a:pt x="28590" y="89625"/>
                </a:moveTo>
                <a:lnTo>
                  <a:pt x="28751" y="87629"/>
                </a:lnTo>
                <a:lnTo>
                  <a:pt x="29025" y="87067"/>
                </a:lnTo>
                <a:lnTo>
                  <a:pt x="28590" y="89625"/>
                </a:lnTo>
                <a:close/>
              </a:path>
              <a:path w="474979" h="181610">
                <a:moveTo>
                  <a:pt x="445981" y="89625"/>
                </a:moveTo>
                <a:lnTo>
                  <a:pt x="445546" y="87067"/>
                </a:lnTo>
                <a:lnTo>
                  <a:pt x="445756" y="87629"/>
                </a:lnTo>
                <a:lnTo>
                  <a:pt x="445981" y="89625"/>
                </a:lnTo>
                <a:close/>
              </a:path>
              <a:path w="474979" h="181610">
                <a:moveTo>
                  <a:pt x="28594" y="89477"/>
                </a:moveTo>
                <a:lnTo>
                  <a:pt x="28624" y="88899"/>
                </a:lnTo>
                <a:lnTo>
                  <a:pt x="28751" y="87629"/>
                </a:lnTo>
                <a:lnTo>
                  <a:pt x="28594" y="89477"/>
                </a:lnTo>
                <a:close/>
              </a:path>
              <a:path w="474979" h="181610">
                <a:moveTo>
                  <a:pt x="445976" y="89477"/>
                </a:moveTo>
                <a:lnTo>
                  <a:pt x="445819" y="87629"/>
                </a:lnTo>
                <a:lnTo>
                  <a:pt x="445946" y="88899"/>
                </a:lnTo>
                <a:lnTo>
                  <a:pt x="445976" y="89477"/>
                </a:lnTo>
                <a:close/>
              </a:path>
              <a:path w="474979" h="181610">
                <a:moveTo>
                  <a:pt x="28606" y="89081"/>
                </a:moveTo>
                <a:lnTo>
                  <a:pt x="28612" y="88899"/>
                </a:lnTo>
                <a:lnTo>
                  <a:pt x="28606" y="89081"/>
                </a:lnTo>
                <a:close/>
              </a:path>
              <a:path w="474979" h="181610">
                <a:moveTo>
                  <a:pt x="28535" y="90169"/>
                </a:moveTo>
                <a:lnTo>
                  <a:pt x="28556" y="89823"/>
                </a:lnTo>
                <a:lnTo>
                  <a:pt x="28535" y="90169"/>
                </a:lnTo>
                <a:close/>
              </a:path>
              <a:path w="474979" h="181610">
                <a:moveTo>
                  <a:pt x="474509" y="92709"/>
                </a:moveTo>
                <a:lnTo>
                  <a:pt x="445819" y="92709"/>
                </a:lnTo>
                <a:lnTo>
                  <a:pt x="446073" y="91439"/>
                </a:lnTo>
                <a:lnTo>
                  <a:pt x="446015" y="89823"/>
                </a:lnTo>
                <a:lnTo>
                  <a:pt x="446073" y="90169"/>
                </a:lnTo>
                <a:lnTo>
                  <a:pt x="474585" y="90169"/>
                </a:lnTo>
                <a:lnTo>
                  <a:pt x="474509" y="92709"/>
                </a:lnTo>
                <a:close/>
              </a:path>
              <a:path w="474979" h="181610">
                <a:moveTo>
                  <a:pt x="28612" y="91439"/>
                </a:moveTo>
                <a:lnTo>
                  <a:pt x="28561" y="90593"/>
                </a:lnTo>
                <a:lnTo>
                  <a:pt x="28612" y="91439"/>
                </a:lnTo>
                <a:close/>
              </a:path>
              <a:path w="474979" h="181610">
                <a:moveTo>
                  <a:pt x="446035" y="91439"/>
                </a:moveTo>
                <a:lnTo>
                  <a:pt x="446010" y="90593"/>
                </a:lnTo>
                <a:lnTo>
                  <a:pt x="446035" y="91439"/>
                </a:lnTo>
                <a:close/>
              </a:path>
              <a:path w="474979" h="181610">
                <a:moveTo>
                  <a:pt x="28751" y="92709"/>
                </a:moveTo>
                <a:lnTo>
                  <a:pt x="28497" y="91439"/>
                </a:lnTo>
                <a:lnTo>
                  <a:pt x="28650" y="92112"/>
                </a:lnTo>
                <a:lnTo>
                  <a:pt x="28751" y="92709"/>
                </a:lnTo>
                <a:close/>
              </a:path>
              <a:path w="474979" h="181610">
                <a:moveTo>
                  <a:pt x="28650" y="92112"/>
                </a:moveTo>
                <a:lnTo>
                  <a:pt x="28497" y="91439"/>
                </a:lnTo>
                <a:lnTo>
                  <a:pt x="28650" y="92112"/>
                </a:lnTo>
                <a:close/>
              </a:path>
              <a:path w="474979" h="181610">
                <a:moveTo>
                  <a:pt x="445921" y="92112"/>
                </a:moveTo>
                <a:lnTo>
                  <a:pt x="446035" y="91439"/>
                </a:lnTo>
                <a:lnTo>
                  <a:pt x="445921" y="92112"/>
                </a:lnTo>
                <a:close/>
              </a:path>
              <a:path w="474979" h="181610">
                <a:moveTo>
                  <a:pt x="445819" y="92709"/>
                </a:moveTo>
                <a:lnTo>
                  <a:pt x="445921" y="92112"/>
                </a:lnTo>
                <a:lnTo>
                  <a:pt x="446073" y="91439"/>
                </a:lnTo>
                <a:lnTo>
                  <a:pt x="445819" y="92709"/>
                </a:lnTo>
                <a:close/>
              </a:path>
              <a:path w="474979" h="181610">
                <a:moveTo>
                  <a:pt x="28785" y="92709"/>
                </a:moveTo>
                <a:lnTo>
                  <a:pt x="28650" y="92112"/>
                </a:lnTo>
                <a:lnTo>
                  <a:pt x="28785" y="92709"/>
                </a:lnTo>
                <a:close/>
              </a:path>
              <a:path w="474979" h="181610">
                <a:moveTo>
                  <a:pt x="445210" y="95249"/>
                </a:moveTo>
                <a:lnTo>
                  <a:pt x="445921" y="92112"/>
                </a:lnTo>
                <a:lnTo>
                  <a:pt x="445819" y="92709"/>
                </a:lnTo>
                <a:lnTo>
                  <a:pt x="474509" y="92709"/>
                </a:lnTo>
                <a:lnTo>
                  <a:pt x="474432" y="93979"/>
                </a:lnTo>
                <a:lnTo>
                  <a:pt x="445756" y="93979"/>
                </a:lnTo>
                <a:lnTo>
                  <a:pt x="445210" y="95249"/>
                </a:lnTo>
                <a:close/>
              </a:path>
              <a:path w="474979" h="181610">
                <a:moveTo>
                  <a:pt x="29361" y="95249"/>
                </a:moveTo>
                <a:lnTo>
                  <a:pt x="28815" y="93979"/>
                </a:lnTo>
                <a:lnTo>
                  <a:pt x="29073" y="93979"/>
                </a:lnTo>
                <a:lnTo>
                  <a:pt x="29361" y="95249"/>
                </a:lnTo>
                <a:close/>
              </a:path>
              <a:path w="474979" h="181610">
                <a:moveTo>
                  <a:pt x="473687" y="99059"/>
                </a:moveTo>
                <a:lnTo>
                  <a:pt x="443089" y="99059"/>
                </a:lnTo>
                <a:lnTo>
                  <a:pt x="443914" y="97789"/>
                </a:lnTo>
                <a:lnTo>
                  <a:pt x="444333" y="97789"/>
                </a:lnTo>
                <a:lnTo>
                  <a:pt x="445756" y="93979"/>
                </a:lnTo>
                <a:lnTo>
                  <a:pt x="474432" y="93979"/>
                </a:lnTo>
                <a:lnTo>
                  <a:pt x="474217" y="96519"/>
                </a:lnTo>
                <a:lnTo>
                  <a:pt x="473975" y="97789"/>
                </a:lnTo>
                <a:lnTo>
                  <a:pt x="473687" y="99059"/>
                </a:lnTo>
                <a:close/>
              </a:path>
              <a:path w="474979" h="181610">
                <a:moveTo>
                  <a:pt x="31407" y="98939"/>
                </a:moveTo>
                <a:lnTo>
                  <a:pt x="30656" y="97789"/>
                </a:lnTo>
                <a:lnTo>
                  <a:pt x="30237" y="97789"/>
                </a:lnTo>
                <a:lnTo>
                  <a:pt x="29513" y="95249"/>
                </a:lnTo>
                <a:lnTo>
                  <a:pt x="31407" y="98939"/>
                </a:lnTo>
                <a:close/>
              </a:path>
              <a:path w="474979" h="181610">
                <a:moveTo>
                  <a:pt x="443120" y="98999"/>
                </a:moveTo>
                <a:lnTo>
                  <a:pt x="445057" y="95249"/>
                </a:lnTo>
                <a:lnTo>
                  <a:pt x="444333" y="97789"/>
                </a:lnTo>
                <a:lnTo>
                  <a:pt x="443914" y="97789"/>
                </a:lnTo>
                <a:lnTo>
                  <a:pt x="443120" y="98999"/>
                </a:lnTo>
                <a:close/>
              </a:path>
              <a:path w="474979" h="181610">
                <a:moveTo>
                  <a:pt x="31469" y="99059"/>
                </a:moveTo>
                <a:lnTo>
                  <a:pt x="30656" y="97789"/>
                </a:lnTo>
                <a:lnTo>
                  <a:pt x="31407" y="98939"/>
                </a:lnTo>
                <a:close/>
              </a:path>
              <a:path w="474979" h="181610">
                <a:moveTo>
                  <a:pt x="31486" y="99059"/>
                </a:moveTo>
                <a:close/>
              </a:path>
              <a:path w="474979" h="181610">
                <a:moveTo>
                  <a:pt x="473112" y="101599"/>
                </a:moveTo>
                <a:lnTo>
                  <a:pt x="441412" y="101599"/>
                </a:lnTo>
                <a:lnTo>
                  <a:pt x="442263" y="100329"/>
                </a:lnTo>
                <a:lnTo>
                  <a:pt x="443120" y="98999"/>
                </a:lnTo>
                <a:lnTo>
                  <a:pt x="473687" y="99059"/>
                </a:lnTo>
                <a:lnTo>
                  <a:pt x="473112" y="101599"/>
                </a:lnTo>
                <a:close/>
              </a:path>
              <a:path w="474979" h="181610">
                <a:moveTo>
                  <a:pt x="442163" y="100457"/>
                </a:moveTo>
                <a:lnTo>
                  <a:pt x="442246" y="100329"/>
                </a:lnTo>
                <a:lnTo>
                  <a:pt x="442163" y="100457"/>
                </a:lnTo>
                <a:close/>
              </a:path>
              <a:path w="474979" h="181610">
                <a:moveTo>
                  <a:pt x="33311" y="101599"/>
                </a:moveTo>
                <a:lnTo>
                  <a:pt x="33146" y="101599"/>
                </a:lnTo>
                <a:lnTo>
                  <a:pt x="32356" y="100391"/>
                </a:lnTo>
                <a:lnTo>
                  <a:pt x="33311" y="101599"/>
                </a:lnTo>
                <a:close/>
              </a:path>
              <a:path w="474979" h="181610">
                <a:moveTo>
                  <a:pt x="472091" y="104139"/>
                </a:moveTo>
                <a:lnTo>
                  <a:pt x="439253" y="104139"/>
                </a:lnTo>
                <a:lnTo>
                  <a:pt x="442163" y="100457"/>
                </a:lnTo>
                <a:lnTo>
                  <a:pt x="441412" y="101599"/>
                </a:lnTo>
                <a:lnTo>
                  <a:pt x="473112" y="101599"/>
                </a:lnTo>
                <a:lnTo>
                  <a:pt x="472566" y="102869"/>
                </a:lnTo>
                <a:lnTo>
                  <a:pt x="472091" y="104139"/>
                </a:lnTo>
                <a:close/>
              </a:path>
              <a:path w="474979" h="181610">
                <a:moveTo>
                  <a:pt x="35647" y="104139"/>
                </a:moveTo>
                <a:lnTo>
                  <a:pt x="35317" y="104139"/>
                </a:lnTo>
                <a:lnTo>
                  <a:pt x="34479" y="102869"/>
                </a:lnTo>
                <a:lnTo>
                  <a:pt x="35647" y="104139"/>
                </a:lnTo>
                <a:close/>
              </a:path>
              <a:path w="474979" h="181610">
                <a:moveTo>
                  <a:pt x="468463" y="113029"/>
                </a:moveTo>
                <a:lnTo>
                  <a:pt x="429652" y="113029"/>
                </a:lnTo>
                <a:lnTo>
                  <a:pt x="434123" y="109219"/>
                </a:lnTo>
                <a:lnTo>
                  <a:pt x="433386" y="109219"/>
                </a:lnTo>
                <a:lnTo>
                  <a:pt x="437374" y="106679"/>
                </a:lnTo>
                <a:lnTo>
                  <a:pt x="436586" y="106679"/>
                </a:lnTo>
                <a:lnTo>
                  <a:pt x="440092" y="102869"/>
                </a:lnTo>
                <a:lnTo>
                  <a:pt x="439253" y="104139"/>
                </a:lnTo>
                <a:lnTo>
                  <a:pt x="472091" y="104139"/>
                </a:lnTo>
                <a:lnTo>
                  <a:pt x="471143" y="106679"/>
                </a:lnTo>
                <a:lnTo>
                  <a:pt x="470419" y="109219"/>
                </a:lnTo>
                <a:lnTo>
                  <a:pt x="468463" y="113029"/>
                </a:lnTo>
                <a:close/>
              </a:path>
              <a:path w="474979" h="181610">
                <a:moveTo>
                  <a:pt x="45871" y="113029"/>
                </a:moveTo>
                <a:lnTo>
                  <a:pt x="44906" y="113029"/>
                </a:lnTo>
                <a:lnTo>
                  <a:pt x="44233" y="111759"/>
                </a:lnTo>
                <a:lnTo>
                  <a:pt x="45871" y="113029"/>
                </a:lnTo>
                <a:close/>
              </a:path>
              <a:path w="474979" h="181610">
                <a:moveTo>
                  <a:pt x="466812" y="115569"/>
                </a:moveTo>
                <a:lnTo>
                  <a:pt x="425423" y="115569"/>
                </a:lnTo>
                <a:lnTo>
                  <a:pt x="430338" y="111759"/>
                </a:lnTo>
                <a:lnTo>
                  <a:pt x="429652" y="113029"/>
                </a:lnTo>
                <a:lnTo>
                  <a:pt x="468463" y="113029"/>
                </a:lnTo>
                <a:lnTo>
                  <a:pt x="466812" y="115569"/>
                </a:lnTo>
                <a:close/>
              </a:path>
              <a:path w="474979" h="181610">
                <a:moveTo>
                  <a:pt x="50312" y="115569"/>
                </a:moveTo>
                <a:lnTo>
                  <a:pt x="49148" y="115569"/>
                </a:lnTo>
                <a:lnTo>
                  <a:pt x="48525" y="114299"/>
                </a:lnTo>
                <a:lnTo>
                  <a:pt x="50312" y="115569"/>
                </a:lnTo>
                <a:close/>
              </a:path>
              <a:path w="474979" h="181610">
                <a:moveTo>
                  <a:pt x="414698" y="152399"/>
                </a:moveTo>
                <a:lnTo>
                  <a:pt x="270369" y="152399"/>
                </a:lnTo>
                <a:lnTo>
                  <a:pt x="281354" y="151129"/>
                </a:lnTo>
                <a:lnTo>
                  <a:pt x="291629" y="151129"/>
                </a:lnTo>
                <a:lnTo>
                  <a:pt x="302208" y="149859"/>
                </a:lnTo>
                <a:lnTo>
                  <a:pt x="301954" y="149859"/>
                </a:lnTo>
                <a:lnTo>
                  <a:pt x="312317" y="148589"/>
                </a:lnTo>
                <a:lnTo>
                  <a:pt x="312050" y="148589"/>
                </a:lnTo>
                <a:lnTo>
                  <a:pt x="322172" y="147319"/>
                </a:lnTo>
                <a:lnTo>
                  <a:pt x="321893" y="147319"/>
                </a:lnTo>
                <a:lnTo>
                  <a:pt x="331773" y="146049"/>
                </a:lnTo>
                <a:lnTo>
                  <a:pt x="331494" y="146049"/>
                </a:lnTo>
                <a:lnTo>
                  <a:pt x="341108" y="143509"/>
                </a:lnTo>
                <a:lnTo>
                  <a:pt x="340816" y="143509"/>
                </a:lnTo>
                <a:lnTo>
                  <a:pt x="350150" y="142239"/>
                </a:lnTo>
                <a:lnTo>
                  <a:pt x="349845" y="142239"/>
                </a:lnTo>
                <a:lnTo>
                  <a:pt x="358901" y="139699"/>
                </a:lnTo>
                <a:lnTo>
                  <a:pt x="358583" y="139699"/>
                </a:lnTo>
                <a:lnTo>
                  <a:pt x="367321" y="138429"/>
                </a:lnTo>
                <a:lnTo>
                  <a:pt x="366990" y="138429"/>
                </a:lnTo>
                <a:lnTo>
                  <a:pt x="375411" y="135889"/>
                </a:lnTo>
                <a:lnTo>
                  <a:pt x="375068" y="135889"/>
                </a:lnTo>
                <a:lnTo>
                  <a:pt x="383158" y="133349"/>
                </a:lnTo>
                <a:lnTo>
                  <a:pt x="382789" y="133349"/>
                </a:lnTo>
                <a:lnTo>
                  <a:pt x="390524" y="130809"/>
                </a:lnTo>
                <a:lnTo>
                  <a:pt x="390130" y="130809"/>
                </a:lnTo>
                <a:lnTo>
                  <a:pt x="397521" y="128269"/>
                </a:lnTo>
                <a:lnTo>
                  <a:pt x="397089" y="128269"/>
                </a:lnTo>
                <a:lnTo>
                  <a:pt x="404100" y="125729"/>
                </a:lnTo>
                <a:lnTo>
                  <a:pt x="403643" y="125729"/>
                </a:lnTo>
                <a:lnTo>
                  <a:pt x="410272" y="123189"/>
                </a:lnTo>
                <a:lnTo>
                  <a:pt x="409777" y="123189"/>
                </a:lnTo>
                <a:lnTo>
                  <a:pt x="415987" y="120649"/>
                </a:lnTo>
                <a:lnTo>
                  <a:pt x="415454" y="120649"/>
                </a:lnTo>
                <a:lnTo>
                  <a:pt x="421258" y="118109"/>
                </a:lnTo>
                <a:lnTo>
                  <a:pt x="420673" y="118109"/>
                </a:lnTo>
                <a:lnTo>
                  <a:pt x="426045" y="114299"/>
                </a:lnTo>
                <a:lnTo>
                  <a:pt x="425423" y="115569"/>
                </a:lnTo>
                <a:lnTo>
                  <a:pt x="466812" y="115569"/>
                </a:lnTo>
                <a:lnTo>
                  <a:pt x="465161" y="118109"/>
                </a:lnTo>
                <a:lnTo>
                  <a:pt x="464311" y="119379"/>
                </a:lnTo>
                <a:lnTo>
                  <a:pt x="461301" y="121919"/>
                </a:lnTo>
                <a:lnTo>
                  <a:pt x="460475" y="123189"/>
                </a:lnTo>
                <a:lnTo>
                  <a:pt x="456970" y="126999"/>
                </a:lnTo>
                <a:lnTo>
                  <a:pt x="456170" y="128269"/>
                </a:lnTo>
                <a:lnTo>
                  <a:pt x="452182" y="130809"/>
                </a:lnTo>
                <a:lnTo>
                  <a:pt x="451445" y="132079"/>
                </a:lnTo>
                <a:lnTo>
                  <a:pt x="446975" y="134619"/>
                </a:lnTo>
                <a:lnTo>
                  <a:pt x="446289" y="135889"/>
                </a:lnTo>
                <a:lnTo>
                  <a:pt x="440739" y="139699"/>
                </a:lnTo>
                <a:lnTo>
                  <a:pt x="435367" y="142239"/>
                </a:lnTo>
                <a:lnTo>
                  <a:pt x="434783" y="143509"/>
                </a:lnTo>
                <a:lnTo>
                  <a:pt x="428446" y="146049"/>
                </a:lnTo>
                <a:lnTo>
                  <a:pt x="421740" y="149859"/>
                </a:lnTo>
                <a:lnTo>
                  <a:pt x="414698" y="152399"/>
                </a:lnTo>
                <a:close/>
              </a:path>
              <a:path w="474979" h="181610">
                <a:moveTo>
                  <a:pt x="260463" y="181609"/>
                </a:moveTo>
                <a:lnTo>
                  <a:pt x="213854" y="181609"/>
                </a:lnTo>
                <a:lnTo>
                  <a:pt x="202449" y="180339"/>
                </a:lnTo>
                <a:lnTo>
                  <a:pt x="271880" y="180339"/>
                </a:lnTo>
                <a:lnTo>
                  <a:pt x="260463" y="181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310116" y="2361768"/>
            <a:ext cx="487045" cy="153670"/>
          </a:xfrm>
          <a:custGeom>
            <a:avLst/>
            <a:gdLst/>
            <a:ahLst/>
            <a:cxnLst/>
            <a:rect l="l" t="t" r="r" b="b"/>
            <a:pathLst>
              <a:path w="487045" h="153669">
                <a:moveTo>
                  <a:pt x="243382" y="153644"/>
                </a:moveTo>
                <a:lnTo>
                  <a:pt x="178658" y="150899"/>
                </a:lnTo>
                <a:lnTo>
                  <a:pt x="120500" y="143149"/>
                </a:lnTo>
                <a:lnTo>
                  <a:pt x="71232" y="131121"/>
                </a:lnTo>
                <a:lnTo>
                  <a:pt x="33178" y="115540"/>
                </a:lnTo>
                <a:lnTo>
                  <a:pt x="0" y="76631"/>
                </a:lnTo>
                <a:lnTo>
                  <a:pt x="8659" y="56288"/>
                </a:lnTo>
                <a:lnTo>
                  <a:pt x="71232" y="22475"/>
                </a:lnTo>
                <a:lnTo>
                  <a:pt x="120500" y="10480"/>
                </a:lnTo>
                <a:lnTo>
                  <a:pt x="178658" y="2743"/>
                </a:lnTo>
                <a:lnTo>
                  <a:pt x="243382" y="0"/>
                </a:lnTo>
                <a:lnTo>
                  <a:pt x="308107" y="2743"/>
                </a:lnTo>
                <a:lnTo>
                  <a:pt x="366268" y="10487"/>
                </a:lnTo>
                <a:lnTo>
                  <a:pt x="415543" y="22499"/>
                </a:lnTo>
                <a:lnTo>
                  <a:pt x="453613" y="38047"/>
                </a:lnTo>
                <a:lnTo>
                  <a:pt x="486854" y="76822"/>
                </a:lnTo>
                <a:lnTo>
                  <a:pt x="478157" y="97245"/>
                </a:lnTo>
                <a:lnTo>
                  <a:pt x="415543" y="131144"/>
                </a:lnTo>
                <a:lnTo>
                  <a:pt x="366268" y="143156"/>
                </a:lnTo>
                <a:lnTo>
                  <a:pt x="308107" y="150900"/>
                </a:lnTo>
                <a:lnTo>
                  <a:pt x="243382" y="153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295790" y="2347480"/>
            <a:ext cx="515620" cy="181610"/>
          </a:xfrm>
          <a:custGeom>
            <a:avLst/>
            <a:gdLst/>
            <a:ahLst/>
            <a:cxnLst/>
            <a:rect l="l" t="t" r="r" b="b"/>
            <a:pathLst>
              <a:path w="515620" h="181610">
                <a:moveTo>
                  <a:pt x="307809" y="1269"/>
                </a:moveTo>
                <a:lnTo>
                  <a:pt x="207835" y="1269"/>
                </a:lnTo>
                <a:lnTo>
                  <a:pt x="219824" y="0"/>
                </a:lnTo>
                <a:lnTo>
                  <a:pt x="295592" y="0"/>
                </a:lnTo>
                <a:lnTo>
                  <a:pt x="307809" y="1269"/>
                </a:lnTo>
                <a:close/>
              </a:path>
              <a:path w="515620" h="181610">
                <a:moveTo>
                  <a:pt x="32524" y="81280"/>
                </a:moveTo>
                <a:lnTo>
                  <a:pt x="1193" y="81280"/>
                </a:lnTo>
                <a:lnTo>
                  <a:pt x="1739" y="78739"/>
                </a:lnTo>
                <a:lnTo>
                  <a:pt x="3784" y="73660"/>
                </a:lnTo>
                <a:lnTo>
                  <a:pt x="4610" y="71119"/>
                </a:lnTo>
                <a:lnTo>
                  <a:pt x="6756" y="68580"/>
                </a:lnTo>
                <a:lnTo>
                  <a:pt x="7658" y="66039"/>
                </a:lnTo>
                <a:lnTo>
                  <a:pt x="10375" y="62230"/>
                </a:lnTo>
                <a:lnTo>
                  <a:pt x="11277" y="62230"/>
                </a:lnTo>
                <a:lnTo>
                  <a:pt x="14566" y="58419"/>
                </a:lnTo>
                <a:lnTo>
                  <a:pt x="15443" y="57150"/>
                </a:lnTo>
                <a:lnTo>
                  <a:pt x="19265" y="53339"/>
                </a:lnTo>
                <a:lnTo>
                  <a:pt x="20078" y="53339"/>
                </a:lnTo>
                <a:lnTo>
                  <a:pt x="24447" y="49530"/>
                </a:lnTo>
                <a:lnTo>
                  <a:pt x="25196" y="48260"/>
                </a:lnTo>
                <a:lnTo>
                  <a:pt x="30073" y="45719"/>
                </a:lnTo>
                <a:lnTo>
                  <a:pt x="30746" y="44450"/>
                </a:lnTo>
                <a:lnTo>
                  <a:pt x="36753" y="41910"/>
                </a:lnTo>
                <a:lnTo>
                  <a:pt x="42608" y="38100"/>
                </a:lnTo>
                <a:lnTo>
                  <a:pt x="49504" y="34289"/>
                </a:lnTo>
                <a:lnTo>
                  <a:pt x="56807" y="31750"/>
                </a:lnTo>
                <a:lnTo>
                  <a:pt x="64947" y="27939"/>
                </a:lnTo>
                <a:lnTo>
                  <a:pt x="108902" y="15239"/>
                </a:lnTo>
                <a:lnTo>
                  <a:pt x="150139" y="7619"/>
                </a:lnTo>
                <a:lnTo>
                  <a:pt x="161175" y="5080"/>
                </a:lnTo>
                <a:lnTo>
                  <a:pt x="195821" y="1269"/>
                </a:lnTo>
                <a:lnTo>
                  <a:pt x="319824" y="1269"/>
                </a:lnTo>
                <a:lnTo>
                  <a:pt x="354495" y="5080"/>
                </a:lnTo>
                <a:lnTo>
                  <a:pt x="365544" y="7619"/>
                </a:lnTo>
                <a:lnTo>
                  <a:pt x="386791" y="10160"/>
                </a:lnTo>
                <a:lnTo>
                  <a:pt x="406819" y="15239"/>
                </a:lnTo>
                <a:lnTo>
                  <a:pt x="425526" y="20319"/>
                </a:lnTo>
                <a:lnTo>
                  <a:pt x="433984" y="22860"/>
                </a:lnTo>
                <a:lnTo>
                  <a:pt x="442810" y="25400"/>
                </a:lnTo>
                <a:lnTo>
                  <a:pt x="450900" y="27939"/>
                </a:lnTo>
                <a:lnTo>
                  <a:pt x="233387" y="27939"/>
                </a:lnTo>
                <a:lnTo>
                  <a:pt x="221195" y="29210"/>
                </a:lnTo>
                <a:lnTo>
                  <a:pt x="209676" y="29210"/>
                </a:lnTo>
                <a:lnTo>
                  <a:pt x="197891" y="30480"/>
                </a:lnTo>
                <a:lnTo>
                  <a:pt x="198132" y="30480"/>
                </a:lnTo>
                <a:lnTo>
                  <a:pt x="186575" y="31750"/>
                </a:lnTo>
                <a:lnTo>
                  <a:pt x="186817" y="31750"/>
                </a:lnTo>
                <a:lnTo>
                  <a:pt x="175514" y="33019"/>
                </a:lnTo>
                <a:lnTo>
                  <a:pt x="175755" y="33019"/>
                </a:lnTo>
                <a:lnTo>
                  <a:pt x="164706" y="34289"/>
                </a:lnTo>
                <a:lnTo>
                  <a:pt x="164960" y="34289"/>
                </a:lnTo>
                <a:lnTo>
                  <a:pt x="154165" y="35560"/>
                </a:lnTo>
                <a:lnTo>
                  <a:pt x="154431" y="35560"/>
                </a:lnTo>
                <a:lnTo>
                  <a:pt x="143929" y="36830"/>
                </a:lnTo>
                <a:lnTo>
                  <a:pt x="144208" y="36830"/>
                </a:lnTo>
                <a:lnTo>
                  <a:pt x="134010" y="39369"/>
                </a:lnTo>
                <a:lnTo>
                  <a:pt x="134289" y="39369"/>
                </a:lnTo>
                <a:lnTo>
                  <a:pt x="124409" y="40639"/>
                </a:lnTo>
                <a:lnTo>
                  <a:pt x="124714" y="40639"/>
                </a:lnTo>
                <a:lnTo>
                  <a:pt x="115163" y="43180"/>
                </a:lnTo>
                <a:lnTo>
                  <a:pt x="115468" y="43180"/>
                </a:lnTo>
                <a:lnTo>
                  <a:pt x="106273" y="44450"/>
                </a:lnTo>
                <a:lnTo>
                  <a:pt x="106603" y="44450"/>
                </a:lnTo>
                <a:lnTo>
                  <a:pt x="97777" y="46989"/>
                </a:lnTo>
                <a:lnTo>
                  <a:pt x="98120" y="46989"/>
                </a:lnTo>
                <a:lnTo>
                  <a:pt x="89661" y="49530"/>
                </a:lnTo>
                <a:lnTo>
                  <a:pt x="90043" y="49530"/>
                </a:lnTo>
                <a:lnTo>
                  <a:pt x="81978" y="52069"/>
                </a:lnTo>
                <a:lnTo>
                  <a:pt x="82372" y="52069"/>
                </a:lnTo>
                <a:lnTo>
                  <a:pt x="74726" y="54610"/>
                </a:lnTo>
                <a:lnTo>
                  <a:pt x="75158" y="54610"/>
                </a:lnTo>
                <a:lnTo>
                  <a:pt x="67932" y="57150"/>
                </a:lnTo>
                <a:lnTo>
                  <a:pt x="68402" y="57150"/>
                </a:lnTo>
                <a:lnTo>
                  <a:pt x="61607" y="60960"/>
                </a:lnTo>
                <a:lnTo>
                  <a:pt x="62128" y="60960"/>
                </a:lnTo>
                <a:lnTo>
                  <a:pt x="55791" y="63500"/>
                </a:lnTo>
                <a:lnTo>
                  <a:pt x="56362" y="63500"/>
                </a:lnTo>
                <a:lnTo>
                  <a:pt x="50495" y="66039"/>
                </a:lnTo>
                <a:lnTo>
                  <a:pt x="51117" y="66039"/>
                </a:lnTo>
                <a:lnTo>
                  <a:pt x="47536" y="68580"/>
                </a:lnTo>
                <a:lnTo>
                  <a:pt x="46418" y="68580"/>
                </a:lnTo>
                <a:lnTo>
                  <a:pt x="43175" y="71119"/>
                </a:lnTo>
                <a:lnTo>
                  <a:pt x="42303" y="71119"/>
                </a:lnTo>
                <a:lnTo>
                  <a:pt x="37934" y="74930"/>
                </a:lnTo>
                <a:lnTo>
                  <a:pt x="38760" y="74930"/>
                </a:lnTo>
                <a:lnTo>
                  <a:pt x="34925" y="77469"/>
                </a:lnTo>
                <a:lnTo>
                  <a:pt x="35801" y="77469"/>
                </a:lnTo>
                <a:lnTo>
                  <a:pt x="33616" y="80010"/>
                </a:lnTo>
                <a:lnTo>
                  <a:pt x="33439" y="80010"/>
                </a:lnTo>
                <a:lnTo>
                  <a:pt x="32524" y="81280"/>
                </a:lnTo>
                <a:close/>
              </a:path>
              <a:path w="515620" h="181610">
                <a:moveTo>
                  <a:pt x="469671" y="69850"/>
                </a:moveTo>
                <a:lnTo>
                  <a:pt x="464299" y="66039"/>
                </a:lnTo>
                <a:lnTo>
                  <a:pt x="464921" y="66039"/>
                </a:lnTo>
                <a:lnTo>
                  <a:pt x="459054" y="63500"/>
                </a:lnTo>
                <a:lnTo>
                  <a:pt x="459613" y="63500"/>
                </a:lnTo>
                <a:lnTo>
                  <a:pt x="453288" y="60960"/>
                </a:lnTo>
                <a:lnTo>
                  <a:pt x="453796" y="60960"/>
                </a:lnTo>
                <a:lnTo>
                  <a:pt x="447014" y="57150"/>
                </a:lnTo>
                <a:lnTo>
                  <a:pt x="447484" y="57150"/>
                </a:lnTo>
                <a:lnTo>
                  <a:pt x="440258" y="54610"/>
                </a:lnTo>
                <a:lnTo>
                  <a:pt x="440690" y="54610"/>
                </a:lnTo>
                <a:lnTo>
                  <a:pt x="433031" y="52069"/>
                </a:lnTo>
                <a:lnTo>
                  <a:pt x="433438" y="52069"/>
                </a:lnTo>
                <a:lnTo>
                  <a:pt x="425373" y="49530"/>
                </a:lnTo>
                <a:lnTo>
                  <a:pt x="425754" y="49530"/>
                </a:lnTo>
                <a:lnTo>
                  <a:pt x="417296" y="46989"/>
                </a:lnTo>
                <a:lnTo>
                  <a:pt x="417639" y="46989"/>
                </a:lnTo>
                <a:lnTo>
                  <a:pt x="408813" y="44450"/>
                </a:lnTo>
                <a:lnTo>
                  <a:pt x="409130" y="44450"/>
                </a:lnTo>
                <a:lnTo>
                  <a:pt x="399935" y="43180"/>
                </a:lnTo>
                <a:lnTo>
                  <a:pt x="400253" y="43180"/>
                </a:lnTo>
                <a:lnTo>
                  <a:pt x="390702" y="40639"/>
                </a:lnTo>
                <a:lnTo>
                  <a:pt x="390994" y="40639"/>
                </a:lnTo>
                <a:lnTo>
                  <a:pt x="381126" y="39369"/>
                </a:lnTo>
                <a:lnTo>
                  <a:pt x="381406" y="39369"/>
                </a:lnTo>
                <a:lnTo>
                  <a:pt x="371208" y="36830"/>
                </a:lnTo>
                <a:lnTo>
                  <a:pt x="371475" y="36830"/>
                </a:lnTo>
                <a:lnTo>
                  <a:pt x="360984" y="35560"/>
                </a:lnTo>
                <a:lnTo>
                  <a:pt x="361238" y="35560"/>
                </a:lnTo>
                <a:lnTo>
                  <a:pt x="350456" y="34289"/>
                </a:lnTo>
                <a:lnTo>
                  <a:pt x="350710" y="34289"/>
                </a:lnTo>
                <a:lnTo>
                  <a:pt x="339648" y="33019"/>
                </a:lnTo>
                <a:lnTo>
                  <a:pt x="339902" y="33019"/>
                </a:lnTo>
                <a:lnTo>
                  <a:pt x="328587" y="31750"/>
                </a:lnTo>
                <a:lnTo>
                  <a:pt x="328828" y="31750"/>
                </a:lnTo>
                <a:lnTo>
                  <a:pt x="317284" y="30480"/>
                </a:lnTo>
                <a:lnTo>
                  <a:pt x="317512" y="30480"/>
                </a:lnTo>
                <a:lnTo>
                  <a:pt x="305739" y="29210"/>
                </a:lnTo>
                <a:lnTo>
                  <a:pt x="294208" y="29210"/>
                </a:lnTo>
                <a:lnTo>
                  <a:pt x="282028" y="27939"/>
                </a:lnTo>
                <a:lnTo>
                  <a:pt x="450900" y="27939"/>
                </a:lnTo>
                <a:lnTo>
                  <a:pt x="458597" y="31750"/>
                </a:lnTo>
                <a:lnTo>
                  <a:pt x="465391" y="34289"/>
                </a:lnTo>
                <a:lnTo>
                  <a:pt x="472236" y="38100"/>
                </a:lnTo>
                <a:lnTo>
                  <a:pt x="478663" y="41910"/>
                </a:lnTo>
                <a:lnTo>
                  <a:pt x="484657" y="44450"/>
                </a:lnTo>
                <a:lnTo>
                  <a:pt x="485343" y="45719"/>
                </a:lnTo>
                <a:lnTo>
                  <a:pt x="490220" y="48260"/>
                </a:lnTo>
                <a:lnTo>
                  <a:pt x="490969" y="49530"/>
                </a:lnTo>
                <a:lnTo>
                  <a:pt x="495325" y="53339"/>
                </a:lnTo>
                <a:lnTo>
                  <a:pt x="496150" y="53339"/>
                </a:lnTo>
                <a:lnTo>
                  <a:pt x="499973" y="57150"/>
                </a:lnTo>
                <a:lnTo>
                  <a:pt x="500849" y="58419"/>
                </a:lnTo>
                <a:lnTo>
                  <a:pt x="504126" y="62230"/>
                </a:lnTo>
                <a:lnTo>
                  <a:pt x="505040" y="62230"/>
                </a:lnTo>
                <a:lnTo>
                  <a:pt x="507758" y="66039"/>
                </a:lnTo>
                <a:lnTo>
                  <a:pt x="508660" y="68580"/>
                </a:lnTo>
                <a:lnTo>
                  <a:pt x="468985" y="68580"/>
                </a:lnTo>
                <a:lnTo>
                  <a:pt x="469671" y="69850"/>
                </a:lnTo>
                <a:close/>
              </a:path>
              <a:path w="515620" h="181610">
                <a:moveTo>
                  <a:pt x="45745" y="69850"/>
                </a:moveTo>
                <a:lnTo>
                  <a:pt x="46418" y="68580"/>
                </a:lnTo>
                <a:lnTo>
                  <a:pt x="47536" y="68580"/>
                </a:lnTo>
                <a:lnTo>
                  <a:pt x="45745" y="69850"/>
                </a:lnTo>
                <a:close/>
              </a:path>
              <a:path w="515620" h="181610">
                <a:moveTo>
                  <a:pt x="473862" y="72389"/>
                </a:moveTo>
                <a:lnTo>
                  <a:pt x="468985" y="68580"/>
                </a:lnTo>
                <a:lnTo>
                  <a:pt x="508660" y="68580"/>
                </a:lnTo>
                <a:lnTo>
                  <a:pt x="510806" y="71119"/>
                </a:lnTo>
                <a:lnTo>
                  <a:pt x="473113" y="71119"/>
                </a:lnTo>
                <a:lnTo>
                  <a:pt x="473862" y="72389"/>
                </a:lnTo>
                <a:close/>
              </a:path>
              <a:path w="515620" h="181610">
                <a:moveTo>
                  <a:pt x="41554" y="72389"/>
                </a:moveTo>
                <a:lnTo>
                  <a:pt x="42303" y="71119"/>
                </a:lnTo>
                <a:lnTo>
                  <a:pt x="43175" y="71119"/>
                </a:lnTo>
                <a:lnTo>
                  <a:pt x="41554" y="72389"/>
                </a:lnTo>
                <a:close/>
              </a:path>
              <a:path w="515620" h="181610">
                <a:moveTo>
                  <a:pt x="482843" y="81223"/>
                </a:moveTo>
                <a:lnTo>
                  <a:pt x="479602" y="77469"/>
                </a:lnTo>
                <a:lnTo>
                  <a:pt x="480479" y="77469"/>
                </a:lnTo>
                <a:lnTo>
                  <a:pt x="476656" y="74930"/>
                </a:lnTo>
                <a:lnTo>
                  <a:pt x="477469" y="74930"/>
                </a:lnTo>
                <a:lnTo>
                  <a:pt x="473113" y="71119"/>
                </a:lnTo>
                <a:lnTo>
                  <a:pt x="510806" y="71119"/>
                </a:lnTo>
                <a:lnTo>
                  <a:pt x="511619" y="73660"/>
                </a:lnTo>
                <a:lnTo>
                  <a:pt x="513676" y="78739"/>
                </a:lnTo>
                <a:lnTo>
                  <a:pt x="513949" y="80010"/>
                </a:lnTo>
                <a:lnTo>
                  <a:pt x="481977" y="80010"/>
                </a:lnTo>
                <a:lnTo>
                  <a:pt x="482843" y="81223"/>
                </a:lnTo>
                <a:close/>
              </a:path>
              <a:path w="515620" h="181610">
                <a:moveTo>
                  <a:pt x="32574" y="81222"/>
                </a:moveTo>
                <a:lnTo>
                  <a:pt x="33439" y="80010"/>
                </a:lnTo>
                <a:lnTo>
                  <a:pt x="33616" y="80010"/>
                </a:lnTo>
                <a:lnTo>
                  <a:pt x="32574" y="81222"/>
                </a:lnTo>
                <a:close/>
              </a:path>
              <a:path w="515620" h="181610">
                <a:moveTo>
                  <a:pt x="514223" y="81280"/>
                </a:moveTo>
                <a:lnTo>
                  <a:pt x="482892" y="81280"/>
                </a:lnTo>
                <a:lnTo>
                  <a:pt x="481977" y="80010"/>
                </a:lnTo>
                <a:lnTo>
                  <a:pt x="513949" y="80010"/>
                </a:lnTo>
                <a:lnTo>
                  <a:pt x="514223" y="81280"/>
                </a:lnTo>
                <a:close/>
              </a:path>
              <a:path w="515620" h="181610">
                <a:moveTo>
                  <a:pt x="68402" y="123189"/>
                </a:moveTo>
                <a:lnTo>
                  <a:pt x="14566" y="123189"/>
                </a:lnTo>
                <a:lnTo>
                  <a:pt x="11277" y="119380"/>
                </a:lnTo>
                <a:lnTo>
                  <a:pt x="6756" y="113030"/>
                </a:lnTo>
                <a:lnTo>
                  <a:pt x="4610" y="109219"/>
                </a:lnTo>
                <a:lnTo>
                  <a:pt x="3784" y="107950"/>
                </a:lnTo>
                <a:lnTo>
                  <a:pt x="2247" y="104139"/>
                </a:lnTo>
                <a:lnTo>
                  <a:pt x="1739" y="101600"/>
                </a:lnTo>
                <a:lnTo>
                  <a:pt x="1193" y="100330"/>
                </a:lnTo>
                <a:lnTo>
                  <a:pt x="931" y="99031"/>
                </a:lnTo>
                <a:lnTo>
                  <a:pt x="546" y="97789"/>
                </a:lnTo>
                <a:lnTo>
                  <a:pt x="368" y="96519"/>
                </a:lnTo>
                <a:lnTo>
                  <a:pt x="126" y="93980"/>
                </a:lnTo>
                <a:lnTo>
                  <a:pt x="0" y="88900"/>
                </a:lnTo>
                <a:lnTo>
                  <a:pt x="126" y="86360"/>
                </a:lnTo>
                <a:lnTo>
                  <a:pt x="368" y="85089"/>
                </a:lnTo>
                <a:lnTo>
                  <a:pt x="939" y="81280"/>
                </a:lnTo>
                <a:lnTo>
                  <a:pt x="32524" y="81280"/>
                </a:lnTo>
                <a:lnTo>
                  <a:pt x="30721" y="83819"/>
                </a:lnTo>
                <a:lnTo>
                  <a:pt x="30302" y="83819"/>
                </a:lnTo>
                <a:lnTo>
                  <a:pt x="29269" y="86360"/>
                </a:lnTo>
                <a:lnTo>
                  <a:pt x="28752" y="87630"/>
                </a:lnTo>
                <a:lnTo>
                  <a:pt x="28602" y="88611"/>
                </a:lnTo>
                <a:lnTo>
                  <a:pt x="28562" y="91439"/>
                </a:lnTo>
                <a:lnTo>
                  <a:pt x="28695" y="92392"/>
                </a:lnTo>
                <a:lnTo>
                  <a:pt x="28701" y="92710"/>
                </a:lnTo>
                <a:lnTo>
                  <a:pt x="28955" y="93980"/>
                </a:lnTo>
                <a:lnTo>
                  <a:pt x="29269" y="93980"/>
                </a:lnTo>
                <a:lnTo>
                  <a:pt x="29785" y="95250"/>
                </a:lnTo>
                <a:lnTo>
                  <a:pt x="29476" y="95250"/>
                </a:lnTo>
                <a:lnTo>
                  <a:pt x="30907" y="97789"/>
                </a:lnTo>
                <a:lnTo>
                  <a:pt x="30721" y="97789"/>
                </a:lnTo>
                <a:lnTo>
                  <a:pt x="32533" y="100330"/>
                </a:lnTo>
                <a:lnTo>
                  <a:pt x="33439" y="101600"/>
                </a:lnTo>
                <a:lnTo>
                  <a:pt x="33616" y="101600"/>
                </a:lnTo>
                <a:lnTo>
                  <a:pt x="35801" y="104139"/>
                </a:lnTo>
                <a:lnTo>
                  <a:pt x="36203" y="104139"/>
                </a:lnTo>
                <a:lnTo>
                  <a:pt x="38760" y="106680"/>
                </a:lnTo>
                <a:lnTo>
                  <a:pt x="39391" y="106680"/>
                </a:lnTo>
                <a:lnTo>
                  <a:pt x="42303" y="109219"/>
                </a:lnTo>
                <a:lnTo>
                  <a:pt x="41554" y="109219"/>
                </a:lnTo>
                <a:lnTo>
                  <a:pt x="46418" y="111760"/>
                </a:lnTo>
                <a:lnTo>
                  <a:pt x="45745" y="111760"/>
                </a:lnTo>
                <a:lnTo>
                  <a:pt x="51117" y="114300"/>
                </a:lnTo>
                <a:lnTo>
                  <a:pt x="50495" y="114300"/>
                </a:lnTo>
                <a:lnTo>
                  <a:pt x="56362" y="118110"/>
                </a:lnTo>
                <a:lnTo>
                  <a:pt x="55791" y="118110"/>
                </a:lnTo>
                <a:lnTo>
                  <a:pt x="62128" y="120650"/>
                </a:lnTo>
                <a:lnTo>
                  <a:pt x="61607" y="120650"/>
                </a:lnTo>
                <a:lnTo>
                  <a:pt x="68402" y="123189"/>
                </a:lnTo>
                <a:close/>
              </a:path>
              <a:path w="515620" h="181610">
                <a:moveTo>
                  <a:pt x="515277" y="93980"/>
                </a:moveTo>
                <a:lnTo>
                  <a:pt x="486460" y="93980"/>
                </a:lnTo>
                <a:lnTo>
                  <a:pt x="486714" y="92710"/>
                </a:lnTo>
                <a:lnTo>
                  <a:pt x="486721" y="92392"/>
                </a:lnTo>
                <a:lnTo>
                  <a:pt x="486854" y="91439"/>
                </a:lnTo>
                <a:lnTo>
                  <a:pt x="486814" y="88611"/>
                </a:lnTo>
                <a:lnTo>
                  <a:pt x="486676" y="87630"/>
                </a:lnTo>
                <a:lnTo>
                  <a:pt x="486168" y="86360"/>
                </a:lnTo>
                <a:lnTo>
                  <a:pt x="485114" y="83819"/>
                </a:lnTo>
                <a:lnTo>
                  <a:pt x="484695" y="83819"/>
                </a:lnTo>
                <a:lnTo>
                  <a:pt x="482843" y="81223"/>
                </a:lnTo>
                <a:lnTo>
                  <a:pt x="514476" y="81280"/>
                </a:lnTo>
                <a:lnTo>
                  <a:pt x="515048" y="85089"/>
                </a:lnTo>
                <a:lnTo>
                  <a:pt x="515277" y="86360"/>
                </a:lnTo>
                <a:lnTo>
                  <a:pt x="515401" y="88634"/>
                </a:lnTo>
                <a:lnTo>
                  <a:pt x="515277" y="93980"/>
                </a:lnTo>
                <a:close/>
              </a:path>
              <a:path w="515620" h="181610">
                <a:moveTo>
                  <a:pt x="31607" y="82578"/>
                </a:moveTo>
                <a:close/>
              </a:path>
              <a:path w="515620" h="181610">
                <a:moveTo>
                  <a:pt x="29476" y="86360"/>
                </a:moveTo>
                <a:lnTo>
                  <a:pt x="30302" y="83819"/>
                </a:lnTo>
                <a:lnTo>
                  <a:pt x="30721" y="83819"/>
                </a:lnTo>
                <a:lnTo>
                  <a:pt x="31607" y="82578"/>
                </a:lnTo>
                <a:lnTo>
                  <a:pt x="29476" y="86360"/>
                </a:lnTo>
                <a:close/>
              </a:path>
              <a:path w="515620" h="181610">
                <a:moveTo>
                  <a:pt x="485940" y="86360"/>
                </a:moveTo>
                <a:lnTo>
                  <a:pt x="483809" y="82578"/>
                </a:lnTo>
                <a:lnTo>
                  <a:pt x="484695" y="83819"/>
                </a:lnTo>
                <a:lnTo>
                  <a:pt x="485114" y="83819"/>
                </a:lnTo>
                <a:lnTo>
                  <a:pt x="485940" y="86360"/>
                </a:lnTo>
                <a:close/>
              </a:path>
              <a:path w="515620" h="181610">
                <a:moveTo>
                  <a:pt x="28752" y="87630"/>
                </a:moveTo>
                <a:lnTo>
                  <a:pt x="29248" y="86360"/>
                </a:lnTo>
                <a:lnTo>
                  <a:pt x="28752" y="87630"/>
                </a:lnTo>
                <a:close/>
              </a:path>
              <a:path w="515620" h="181610">
                <a:moveTo>
                  <a:pt x="29224" y="86470"/>
                </a:moveTo>
                <a:close/>
              </a:path>
              <a:path w="515620" h="181610">
                <a:moveTo>
                  <a:pt x="486192" y="86470"/>
                </a:moveTo>
                <a:close/>
              </a:path>
              <a:path w="515620" h="181610">
                <a:moveTo>
                  <a:pt x="486664" y="87630"/>
                </a:moveTo>
                <a:lnTo>
                  <a:pt x="486192" y="86470"/>
                </a:lnTo>
                <a:lnTo>
                  <a:pt x="486664" y="87630"/>
                </a:lnTo>
                <a:close/>
              </a:path>
              <a:path w="515620" h="181610">
                <a:moveTo>
                  <a:pt x="28975" y="87630"/>
                </a:moveTo>
                <a:lnTo>
                  <a:pt x="28752" y="87630"/>
                </a:lnTo>
                <a:lnTo>
                  <a:pt x="29224" y="86470"/>
                </a:lnTo>
                <a:lnTo>
                  <a:pt x="28975" y="87630"/>
                </a:lnTo>
                <a:close/>
              </a:path>
              <a:path w="515620" h="181610">
                <a:moveTo>
                  <a:pt x="486664" y="87630"/>
                </a:moveTo>
                <a:lnTo>
                  <a:pt x="486441" y="87630"/>
                </a:lnTo>
                <a:lnTo>
                  <a:pt x="486192" y="86470"/>
                </a:lnTo>
                <a:lnTo>
                  <a:pt x="486664" y="87630"/>
                </a:lnTo>
                <a:close/>
              </a:path>
              <a:path w="515620" h="181610">
                <a:moveTo>
                  <a:pt x="28562" y="88900"/>
                </a:moveTo>
                <a:lnTo>
                  <a:pt x="28740" y="87630"/>
                </a:lnTo>
                <a:lnTo>
                  <a:pt x="28644" y="88634"/>
                </a:lnTo>
                <a:lnTo>
                  <a:pt x="28562" y="88900"/>
                </a:lnTo>
                <a:close/>
              </a:path>
              <a:path w="515620" h="181610">
                <a:moveTo>
                  <a:pt x="28644" y="88634"/>
                </a:moveTo>
                <a:lnTo>
                  <a:pt x="28740" y="87630"/>
                </a:lnTo>
                <a:lnTo>
                  <a:pt x="28955" y="87630"/>
                </a:lnTo>
                <a:lnTo>
                  <a:pt x="28644" y="88634"/>
                </a:lnTo>
                <a:close/>
              </a:path>
              <a:path w="515620" h="181610">
                <a:moveTo>
                  <a:pt x="28701" y="88900"/>
                </a:moveTo>
                <a:lnTo>
                  <a:pt x="28955" y="87630"/>
                </a:lnTo>
                <a:lnTo>
                  <a:pt x="28701" y="88900"/>
                </a:lnTo>
                <a:close/>
              </a:path>
              <a:path w="515620" h="181610">
                <a:moveTo>
                  <a:pt x="486714" y="88900"/>
                </a:moveTo>
                <a:lnTo>
                  <a:pt x="486441" y="87630"/>
                </a:lnTo>
                <a:lnTo>
                  <a:pt x="486714" y="88900"/>
                </a:lnTo>
                <a:close/>
              </a:path>
              <a:path w="515620" h="181610">
                <a:moveTo>
                  <a:pt x="486765" y="88611"/>
                </a:moveTo>
                <a:lnTo>
                  <a:pt x="486460" y="87630"/>
                </a:lnTo>
                <a:lnTo>
                  <a:pt x="486676" y="87630"/>
                </a:lnTo>
                <a:lnTo>
                  <a:pt x="486765" y="88611"/>
                </a:lnTo>
                <a:close/>
              </a:path>
              <a:path w="515620" h="181610">
                <a:moveTo>
                  <a:pt x="486854" y="88900"/>
                </a:moveTo>
                <a:lnTo>
                  <a:pt x="486772" y="88634"/>
                </a:lnTo>
                <a:lnTo>
                  <a:pt x="486676" y="87630"/>
                </a:lnTo>
                <a:lnTo>
                  <a:pt x="486854" y="88900"/>
                </a:lnTo>
                <a:close/>
              </a:path>
              <a:path w="515620" h="181610">
                <a:moveTo>
                  <a:pt x="486854" y="88900"/>
                </a:moveTo>
                <a:lnTo>
                  <a:pt x="486765" y="88611"/>
                </a:lnTo>
                <a:lnTo>
                  <a:pt x="486854" y="88900"/>
                </a:lnTo>
                <a:close/>
              </a:path>
              <a:path w="515620" h="181610">
                <a:moveTo>
                  <a:pt x="28619" y="88900"/>
                </a:moveTo>
                <a:lnTo>
                  <a:pt x="28644" y="88634"/>
                </a:lnTo>
                <a:lnTo>
                  <a:pt x="28619" y="88900"/>
                </a:lnTo>
                <a:close/>
              </a:path>
              <a:path w="515620" h="181610">
                <a:moveTo>
                  <a:pt x="28573" y="89388"/>
                </a:moveTo>
                <a:lnTo>
                  <a:pt x="28587" y="88900"/>
                </a:lnTo>
                <a:lnTo>
                  <a:pt x="28573" y="89388"/>
                </a:lnTo>
                <a:close/>
              </a:path>
              <a:path w="515620" h="181610">
                <a:moveTo>
                  <a:pt x="486829" y="89323"/>
                </a:moveTo>
                <a:lnTo>
                  <a:pt x="486791" y="88900"/>
                </a:lnTo>
                <a:lnTo>
                  <a:pt x="486829" y="89323"/>
                </a:lnTo>
                <a:close/>
              </a:path>
              <a:path w="515620" h="181610">
                <a:moveTo>
                  <a:pt x="486905" y="90169"/>
                </a:moveTo>
                <a:lnTo>
                  <a:pt x="486829" y="89323"/>
                </a:lnTo>
                <a:lnTo>
                  <a:pt x="486905" y="90169"/>
                </a:lnTo>
                <a:close/>
              </a:path>
              <a:path w="515620" h="181610">
                <a:moveTo>
                  <a:pt x="28549" y="90169"/>
                </a:moveTo>
                <a:lnTo>
                  <a:pt x="28573" y="89388"/>
                </a:lnTo>
                <a:lnTo>
                  <a:pt x="28549" y="90169"/>
                </a:lnTo>
                <a:close/>
              </a:path>
              <a:path w="515620" h="181610">
                <a:moveTo>
                  <a:pt x="28511" y="90303"/>
                </a:moveTo>
                <a:lnTo>
                  <a:pt x="28498" y="90169"/>
                </a:lnTo>
                <a:lnTo>
                  <a:pt x="28511" y="90303"/>
                </a:lnTo>
                <a:close/>
              </a:path>
              <a:path w="515620" h="181610">
                <a:moveTo>
                  <a:pt x="28537" y="90576"/>
                </a:moveTo>
                <a:lnTo>
                  <a:pt x="28511" y="90169"/>
                </a:lnTo>
                <a:lnTo>
                  <a:pt x="28537" y="90576"/>
                </a:lnTo>
                <a:close/>
              </a:path>
              <a:path w="515620" h="181610">
                <a:moveTo>
                  <a:pt x="486867" y="90593"/>
                </a:moveTo>
                <a:lnTo>
                  <a:pt x="486854" y="90169"/>
                </a:lnTo>
                <a:lnTo>
                  <a:pt x="486867" y="90593"/>
                </a:lnTo>
                <a:close/>
              </a:path>
              <a:path w="515620" h="181610">
                <a:moveTo>
                  <a:pt x="486892" y="90311"/>
                </a:moveTo>
                <a:lnTo>
                  <a:pt x="486892" y="90169"/>
                </a:lnTo>
                <a:lnTo>
                  <a:pt x="486892" y="90311"/>
                </a:lnTo>
                <a:close/>
              </a:path>
              <a:path w="515620" h="181610">
                <a:moveTo>
                  <a:pt x="28619" y="91439"/>
                </a:moveTo>
                <a:lnTo>
                  <a:pt x="28537" y="90576"/>
                </a:lnTo>
                <a:lnTo>
                  <a:pt x="28619" y="91439"/>
                </a:lnTo>
                <a:close/>
              </a:path>
              <a:path w="515620" h="181610">
                <a:moveTo>
                  <a:pt x="486816" y="91439"/>
                </a:moveTo>
                <a:lnTo>
                  <a:pt x="486867" y="90593"/>
                </a:lnTo>
                <a:lnTo>
                  <a:pt x="486816" y="91439"/>
                </a:lnTo>
                <a:close/>
              </a:path>
              <a:path w="515620" h="181610">
                <a:moveTo>
                  <a:pt x="28587" y="91439"/>
                </a:moveTo>
                <a:lnTo>
                  <a:pt x="28534" y="90677"/>
                </a:lnTo>
                <a:lnTo>
                  <a:pt x="28587" y="91439"/>
                </a:lnTo>
                <a:close/>
              </a:path>
              <a:path w="515620" h="181610">
                <a:moveTo>
                  <a:pt x="486892" y="91439"/>
                </a:moveTo>
                <a:lnTo>
                  <a:pt x="486869" y="90677"/>
                </a:lnTo>
                <a:lnTo>
                  <a:pt x="486892" y="91439"/>
                </a:lnTo>
                <a:close/>
              </a:path>
              <a:path w="515620" h="181610">
                <a:moveTo>
                  <a:pt x="28740" y="92710"/>
                </a:moveTo>
                <a:lnTo>
                  <a:pt x="28562" y="91439"/>
                </a:lnTo>
                <a:lnTo>
                  <a:pt x="28709" y="92392"/>
                </a:lnTo>
                <a:lnTo>
                  <a:pt x="28740" y="92710"/>
                </a:lnTo>
                <a:close/>
              </a:path>
              <a:path w="515620" h="181610">
                <a:moveTo>
                  <a:pt x="28709" y="92392"/>
                </a:moveTo>
                <a:lnTo>
                  <a:pt x="28562" y="91439"/>
                </a:lnTo>
                <a:lnTo>
                  <a:pt x="28709" y="92392"/>
                </a:lnTo>
                <a:close/>
              </a:path>
              <a:path w="515620" h="181610">
                <a:moveTo>
                  <a:pt x="486703" y="92416"/>
                </a:moveTo>
                <a:lnTo>
                  <a:pt x="486791" y="91439"/>
                </a:lnTo>
                <a:lnTo>
                  <a:pt x="486703" y="92416"/>
                </a:lnTo>
                <a:close/>
              </a:path>
              <a:path w="515620" h="181610">
                <a:moveTo>
                  <a:pt x="486676" y="92710"/>
                </a:moveTo>
                <a:lnTo>
                  <a:pt x="486706" y="92392"/>
                </a:lnTo>
                <a:lnTo>
                  <a:pt x="486854" y="91439"/>
                </a:lnTo>
                <a:lnTo>
                  <a:pt x="486676" y="92710"/>
                </a:lnTo>
                <a:close/>
              </a:path>
              <a:path w="515620" h="181610">
                <a:moveTo>
                  <a:pt x="28759" y="92710"/>
                </a:moveTo>
                <a:lnTo>
                  <a:pt x="28709" y="92392"/>
                </a:lnTo>
                <a:lnTo>
                  <a:pt x="28759" y="92710"/>
                </a:lnTo>
                <a:close/>
              </a:path>
              <a:path w="515620" h="181610">
                <a:moveTo>
                  <a:pt x="486676" y="92710"/>
                </a:moveTo>
                <a:lnTo>
                  <a:pt x="486703" y="92416"/>
                </a:lnTo>
                <a:lnTo>
                  <a:pt x="486676" y="92710"/>
                </a:lnTo>
                <a:close/>
              </a:path>
              <a:path w="515620" h="181610">
                <a:moveTo>
                  <a:pt x="28955" y="93980"/>
                </a:moveTo>
                <a:lnTo>
                  <a:pt x="28701" y="92710"/>
                </a:lnTo>
                <a:lnTo>
                  <a:pt x="28791" y="92917"/>
                </a:lnTo>
                <a:lnTo>
                  <a:pt x="28955" y="93980"/>
                </a:lnTo>
                <a:close/>
              </a:path>
              <a:path w="515620" h="181610">
                <a:moveTo>
                  <a:pt x="28791" y="92917"/>
                </a:moveTo>
                <a:lnTo>
                  <a:pt x="28701" y="92710"/>
                </a:lnTo>
                <a:lnTo>
                  <a:pt x="28791" y="92917"/>
                </a:lnTo>
                <a:close/>
              </a:path>
              <a:path w="515620" h="181610">
                <a:moveTo>
                  <a:pt x="486653" y="92735"/>
                </a:moveTo>
                <a:close/>
              </a:path>
              <a:path w="515620" h="181610">
                <a:moveTo>
                  <a:pt x="486625" y="92917"/>
                </a:moveTo>
                <a:lnTo>
                  <a:pt x="486664" y="92710"/>
                </a:lnTo>
                <a:lnTo>
                  <a:pt x="486625" y="92917"/>
                </a:lnTo>
                <a:close/>
              </a:path>
              <a:path w="515620" h="181610">
                <a:moveTo>
                  <a:pt x="486460" y="93980"/>
                </a:moveTo>
                <a:lnTo>
                  <a:pt x="486625" y="92917"/>
                </a:lnTo>
                <a:lnTo>
                  <a:pt x="486714" y="92710"/>
                </a:lnTo>
                <a:lnTo>
                  <a:pt x="486460" y="93980"/>
                </a:lnTo>
                <a:close/>
              </a:path>
              <a:path w="515620" h="181610">
                <a:moveTo>
                  <a:pt x="29269" y="93980"/>
                </a:moveTo>
                <a:lnTo>
                  <a:pt x="28763" y="92735"/>
                </a:lnTo>
                <a:lnTo>
                  <a:pt x="29269" y="93980"/>
                </a:lnTo>
                <a:close/>
              </a:path>
              <a:path w="515620" h="181610">
                <a:moveTo>
                  <a:pt x="485114" y="96519"/>
                </a:moveTo>
                <a:lnTo>
                  <a:pt x="486653" y="92735"/>
                </a:lnTo>
                <a:lnTo>
                  <a:pt x="486168" y="93980"/>
                </a:lnTo>
                <a:lnTo>
                  <a:pt x="515277" y="93980"/>
                </a:lnTo>
                <a:lnTo>
                  <a:pt x="515162" y="95250"/>
                </a:lnTo>
                <a:lnTo>
                  <a:pt x="485940" y="95250"/>
                </a:lnTo>
                <a:lnTo>
                  <a:pt x="485114" y="96519"/>
                </a:lnTo>
                <a:close/>
              </a:path>
              <a:path w="515620" h="181610">
                <a:moveTo>
                  <a:pt x="29248" y="93980"/>
                </a:moveTo>
                <a:lnTo>
                  <a:pt x="28955" y="93980"/>
                </a:lnTo>
                <a:lnTo>
                  <a:pt x="28791" y="92917"/>
                </a:lnTo>
                <a:lnTo>
                  <a:pt x="29248" y="93980"/>
                </a:lnTo>
                <a:close/>
              </a:path>
              <a:path w="515620" h="181610">
                <a:moveTo>
                  <a:pt x="486460" y="93980"/>
                </a:moveTo>
                <a:lnTo>
                  <a:pt x="486168" y="93980"/>
                </a:lnTo>
                <a:lnTo>
                  <a:pt x="486625" y="92917"/>
                </a:lnTo>
                <a:lnTo>
                  <a:pt x="486460" y="93980"/>
                </a:lnTo>
                <a:close/>
              </a:path>
              <a:path w="515620" h="181610">
                <a:moveTo>
                  <a:pt x="30302" y="96519"/>
                </a:moveTo>
                <a:lnTo>
                  <a:pt x="29476" y="95250"/>
                </a:lnTo>
                <a:lnTo>
                  <a:pt x="29785" y="95250"/>
                </a:lnTo>
                <a:lnTo>
                  <a:pt x="30302" y="96519"/>
                </a:lnTo>
                <a:close/>
              </a:path>
              <a:path w="515620" h="181610">
                <a:moveTo>
                  <a:pt x="483809" y="99031"/>
                </a:moveTo>
                <a:lnTo>
                  <a:pt x="485940" y="95250"/>
                </a:lnTo>
                <a:lnTo>
                  <a:pt x="515162" y="95250"/>
                </a:lnTo>
                <a:lnTo>
                  <a:pt x="515048" y="96519"/>
                </a:lnTo>
                <a:lnTo>
                  <a:pt x="514870" y="97789"/>
                </a:lnTo>
                <a:lnTo>
                  <a:pt x="484695" y="97789"/>
                </a:lnTo>
                <a:lnTo>
                  <a:pt x="483809" y="99031"/>
                </a:lnTo>
                <a:close/>
              </a:path>
              <a:path w="515620" h="181610">
                <a:moveTo>
                  <a:pt x="31607" y="99031"/>
                </a:moveTo>
                <a:lnTo>
                  <a:pt x="30721" y="97789"/>
                </a:lnTo>
                <a:lnTo>
                  <a:pt x="30907" y="97789"/>
                </a:lnTo>
                <a:lnTo>
                  <a:pt x="31607" y="99031"/>
                </a:lnTo>
                <a:close/>
              </a:path>
              <a:path w="515620" h="181610">
                <a:moveTo>
                  <a:pt x="514476" y="99060"/>
                </a:moveTo>
                <a:lnTo>
                  <a:pt x="483793" y="99060"/>
                </a:lnTo>
                <a:lnTo>
                  <a:pt x="484695" y="97789"/>
                </a:lnTo>
                <a:lnTo>
                  <a:pt x="514870" y="97789"/>
                </a:lnTo>
                <a:lnTo>
                  <a:pt x="514476" y="99060"/>
                </a:lnTo>
                <a:close/>
              </a:path>
              <a:path w="515620" h="181610">
                <a:moveTo>
                  <a:pt x="513676" y="101600"/>
                </a:moveTo>
                <a:lnTo>
                  <a:pt x="481977" y="101600"/>
                </a:lnTo>
                <a:lnTo>
                  <a:pt x="482892" y="100330"/>
                </a:lnTo>
                <a:lnTo>
                  <a:pt x="483809" y="99031"/>
                </a:lnTo>
                <a:lnTo>
                  <a:pt x="514476" y="99060"/>
                </a:lnTo>
                <a:lnTo>
                  <a:pt x="514198" y="100387"/>
                </a:lnTo>
                <a:lnTo>
                  <a:pt x="513676" y="101600"/>
                </a:lnTo>
                <a:close/>
              </a:path>
              <a:path w="515620" h="181610">
                <a:moveTo>
                  <a:pt x="482843" y="100386"/>
                </a:moveTo>
                <a:close/>
              </a:path>
              <a:path w="515620" h="181610">
                <a:moveTo>
                  <a:pt x="513168" y="104139"/>
                </a:moveTo>
                <a:lnTo>
                  <a:pt x="479602" y="104139"/>
                </a:lnTo>
                <a:lnTo>
                  <a:pt x="482843" y="100386"/>
                </a:lnTo>
                <a:lnTo>
                  <a:pt x="481977" y="101600"/>
                </a:lnTo>
                <a:lnTo>
                  <a:pt x="513676" y="101600"/>
                </a:lnTo>
                <a:lnTo>
                  <a:pt x="513168" y="104139"/>
                </a:lnTo>
                <a:close/>
              </a:path>
              <a:path w="515620" h="181610">
                <a:moveTo>
                  <a:pt x="33616" y="101600"/>
                </a:moveTo>
                <a:lnTo>
                  <a:pt x="33439" y="101600"/>
                </a:lnTo>
                <a:lnTo>
                  <a:pt x="32574" y="100387"/>
                </a:lnTo>
                <a:lnTo>
                  <a:pt x="33616" y="101600"/>
                </a:lnTo>
                <a:close/>
              </a:path>
              <a:path w="515620" h="181610">
                <a:moveTo>
                  <a:pt x="36203" y="104139"/>
                </a:moveTo>
                <a:lnTo>
                  <a:pt x="35801" y="104139"/>
                </a:lnTo>
                <a:lnTo>
                  <a:pt x="34925" y="102869"/>
                </a:lnTo>
                <a:lnTo>
                  <a:pt x="36203" y="104139"/>
                </a:lnTo>
                <a:close/>
              </a:path>
              <a:path w="515620" h="181610">
                <a:moveTo>
                  <a:pt x="512135" y="106680"/>
                </a:moveTo>
                <a:lnTo>
                  <a:pt x="476656" y="106680"/>
                </a:lnTo>
                <a:lnTo>
                  <a:pt x="480479" y="102869"/>
                </a:lnTo>
                <a:lnTo>
                  <a:pt x="479602" y="104139"/>
                </a:lnTo>
                <a:lnTo>
                  <a:pt x="513168" y="104139"/>
                </a:lnTo>
                <a:lnTo>
                  <a:pt x="512135" y="106680"/>
                </a:lnTo>
                <a:close/>
              </a:path>
              <a:path w="515620" h="181610">
                <a:moveTo>
                  <a:pt x="39391" y="106680"/>
                </a:moveTo>
                <a:lnTo>
                  <a:pt x="38760" y="106680"/>
                </a:lnTo>
                <a:lnTo>
                  <a:pt x="37934" y="105410"/>
                </a:lnTo>
                <a:lnTo>
                  <a:pt x="39391" y="106680"/>
                </a:lnTo>
                <a:close/>
              </a:path>
              <a:path w="515620" h="181610">
                <a:moveTo>
                  <a:pt x="500849" y="123189"/>
                </a:moveTo>
                <a:lnTo>
                  <a:pt x="447014" y="123189"/>
                </a:lnTo>
                <a:lnTo>
                  <a:pt x="453796" y="120650"/>
                </a:lnTo>
                <a:lnTo>
                  <a:pt x="453288" y="120650"/>
                </a:lnTo>
                <a:lnTo>
                  <a:pt x="459613" y="118110"/>
                </a:lnTo>
                <a:lnTo>
                  <a:pt x="459054" y="118110"/>
                </a:lnTo>
                <a:lnTo>
                  <a:pt x="464921" y="114300"/>
                </a:lnTo>
                <a:lnTo>
                  <a:pt x="464299" y="114300"/>
                </a:lnTo>
                <a:lnTo>
                  <a:pt x="469671" y="111760"/>
                </a:lnTo>
                <a:lnTo>
                  <a:pt x="468985" y="111760"/>
                </a:lnTo>
                <a:lnTo>
                  <a:pt x="473862" y="109219"/>
                </a:lnTo>
                <a:lnTo>
                  <a:pt x="473113" y="109219"/>
                </a:lnTo>
                <a:lnTo>
                  <a:pt x="477469" y="105410"/>
                </a:lnTo>
                <a:lnTo>
                  <a:pt x="476656" y="106680"/>
                </a:lnTo>
                <a:lnTo>
                  <a:pt x="512135" y="106680"/>
                </a:lnTo>
                <a:lnTo>
                  <a:pt x="511619" y="107950"/>
                </a:lnTo>
                <a:lnTo>
                  <a:pt x="510806" y="109219"/>
                </a:lnTo>
                <a:lnTo>
                  <a:pt x="508660" y="113030"/>
                </a:lnTo>
                <a:lnTo>
                  <a:pt x="504126" y="119380"/>
                </a:lnTo>
                <a:lnTo>
                  <a:pt x="500849" y="123189"/>
                </a:lnTo>
                <a:close/>
              </a:path>
              <a:path w="515620" h="181610">
                <a:moveTo>
                  <a:pt x="106603" y="135889"/>
                </a:moveTo>
                <a:lnTo>
                  <a:pt x="30073" y="135889"/>
                </a:lnTo>
                <a:lnTo>
                  <a:pt x="25196" y="132080"/>
                </a:lnTo>
                <a:lnTo>
                  <a:pt x="24447" y="132080"/>
                </a:lnTo>
                <a:lnTo>
                  <a:pt x="20078" y="128269"/>
                </a:lnTo>
                <a:lnTo>
                  <a:pt x="19265" y="127000"/>
                </a:lnTo>
                <a:lnTo>
                  <a:pt x="15443" y="123189"/>
                </a:lnTo>
                <a:lnTo>
                  <a:pt x="67932" y="123189"/>
                </a:lnTo>
                <a:lnTo>
                  <a:pt x="75158" y="125730"/>
                </a:lnTo>
                <a:lnTo>
                  <a:pt x="74726" y="125730"/>
                </a:lnTo>
                <a:lnTo>
                  <a:pt x="82372" y="128269"/>
                </a:lnTo>
                <a:lnTo>
                  <a:pt x="81978" y="128269"/>
                </a:lnTo>
                <a:lnTo>
                  <a:pt x="90043" y="130810"/>
                </a:lnTo>
                <a:lnTo>
                  <a:pt x="89661" y="130810"/>
                </a:lnTo>
                <a:lnTo>
                  <a:pt x="98120" y="133350"/>
                </a:lnTo>
                <a:lnTo>
                  <a:pt x="97777" y="133350"/>
                </a:lnTo>
                <a:lnTo>
                  <a:pt x="106603" y="135889"/>
                </a:lnTo>
                <a:close/>
              </a:path>
              <a:path w="515620" h="181610">
                <a:moveTo>
                  <a:pt x="485343" y="135889"/>
                </a:moveTo>
                <a:lnTo>
                  <a:pt x="408813" y="135889"/>
                </a:lnTo>
                <a:lnTo>
                  <a:pt x="417639" y="133350"/>
                </a:lnTo>
                <a:lnTo>
                  <a:pt x="417296" y="133350"/>
                </a:lnTo>
                <a:lnTo>
                  <a:pt x="425754" y="130810"/>
                </a:lnTo>
                <a:lnTo>
                  <a:pt x="425373" y="130810"/>
                </a:lnTo>
                <a:lnTo>
                  <a:pt x="433438" y="128269"/>
                </a:lnTo>
                <a:lnTo>
                  <a:pt x="433031" y="128269"/>
                </a:lnTo>
                <a:lnTo>
                  <a:pt x="440690" y="125730"/>
                </a:lnTo>
                <a:lnTo>
                  <a:pt x="440258" y="125730"/>
                </a:lnTo>
                <a:lnTo>
                  <a:pt x="447484" y="123189"/>
                </a:lnTo>
                <a:lnTo>
                  <a:pt x="499973" y="123189"/>
                </a:lnTo>
                <a:lnTo>
                  <a:pt x="496150" y="127000"/>
                </a:lnTo>
                <a:lnTo>
                  <a:pt x="495325" y="128269"/>
                </a:lnTo>
                <a:lnTo>
                  <a:pt x="490969" y="132080"/>
                </a:lnTo>
                <a:lnTo>
                  <a:pt x="490220" y="132080"/>
                </a:lnTo>
                <a:lnTo>
                  <a:pt x="485343" y="135889"/>
                </a:lnTo>
                <a:close/>
              </a:path>
              <a:path w="515620" h="181610">
                <a:moveTo>
                  <a:pt x="307581" y="180339"/>
                </a:moveTo>
                <a:lnTo>
                  <a:pt x="207606" y="180339"/>
                </a:lnTo>
                <a:lnTo>
                  <a:pt x="149872" y="173989"/>
                </a:lnTo>
                <a:lnTo>
                  <a:pt x="139103" y="171450"/>
                </a:lnTo>
                <a:lnTo>
                  <a:pt x="128625" y="170180"/>
                </a:lnTo>
                <a:lnTo>
                  <a:pt x="118452" y="167639"/>
                </a:lnTo>
                <a:lnTo>
                  <a:pt x="108597" y="166369"/>
                </a:lnTo>
                <a:lnTo>
                  <a:pt x="89890" y="161289"/>
                </a:lnTo>
                <a:lnTo>
                  <a:pt x="81432" y="158750"/>
                </a:lnTo>
                <a:lnTo>
                  <a:pt x="72593" y="154939"/>
                </a:lnTo>
                <a:lnTo>
                  <a:pt x="64516" y="152400"/>
                </a:lnTo>
                <a:lnTo>
                  <a:pt x="56807" y="149860"/>
                </a:lnTo>
                <a:lnTo>
                  <a:pt x="49504" y="146050"/>
                </a:lnTo>
                <a:lnTo>
                  <a:pt x="42608" y="142239"/>
                </a:lnTo>
                <a:lnTo>
                  <a:pt x="36753" y="139700"/>
                </a:lnTo>
                <a:lnTo>
                  <a:pt x="30746" y="135889"/>
                </a:lnTo>
                <a:lnTo>
                  <a:pt x="106273" y="135889"/>
                </a:lnTo>
                <a:lnTo>
                  <a:pt x="115468" y="138430"/>
                </a:lnTo>
                <a:lnTo>
                  <a:pt x="115163" y="138430"/>
                </a:lnTo>
                <a:lnTo>
                  <a:pt x="124714" y="139700"/>
                </a:lnTo>
                <a:lnTo>
                  <a:pt x="124409" y="139700"/>
                </a:lnTo>
                <a:lnTo>
                  <a:pt x="134289" y="142239"/>
                </a:lnTo>
                <a:lnTo>
                  <a:pt x="134010" y="142239"/>
                </a:lnTo>
                <a:lnTo>
                  <a:pt x="144208" y="143510"/>
                </a:lnTo>
                <a:lnTo>
                  <a:pt x="143929" y="143510"/>
                </a:lnTo>
                <a:lnTo>
                  <a:pt x="154431" y="146050"/>
                </a:lnTo>
                <a:lnTo>
                  <a:pt x="154165" y="146050"/>
                </a:lnTo>
                <a:lnTo>
                  <a:pt x="164960" y="147319"/>
                </a:lnTo>
                <a:lnTo>
                  <a:pt x="164706" y="147319"/>
                </a:lnTo>
                <a:lnTo>
                  <a:pt x="175755" y="148589"/>
                </a:lnTo>
                <a:lnTo>
                  <a:pt x="175514" y="148589"/>
                </a:lnTo>
                <a:lnTo>
                  <a:pt x="186817" y="149860"/>
                </a:lnTo>
                <a:lnTo>
                  <a:pt x="186575" y="149860"/>
                </a:lnTo>
                <a:lnTo>
                  <a:pt x="198132" y="151130"/>
                </a:lnTo>
                <a:lnTo>
                  <a:pt x="209448" y="151130"/>
                </a:lnTo>
                <a:lnTo>
                  <a:pt x="221437" y="152400"/>
                </a:lnTo>
                <a:lnTo>
                  <a:pt x="450469" y="152400"/>
                </a:lnTo>
                <a:lnTo>
                  <a:pt x="442417" y="156210"/>
                </a:lnTo>
                <a:lnTo>
                  <a:pt x="396659" y="167639"/>
                </a:lnTo>
                <a:lnTo>
                  <a:pt x="376034" y="172719"/>
                </a:lnTo>
                <a:lnTo>
                  <a:pt x="307581" y="180339"/>
                </a:lnTo>
                <a:close/>
              </a:path>
              <a:path w="515620" h="181610">
                <a:moveTo>
                  <a:pt x="450469" y="152400"/>
                </a:moveTo>
                <a:lnTo>
                  <a:pt x="293979" y="152400"/>
                </a:lnTo>
                <a:lnTo>
                  <a:pt x="305968" y="151130"/>
                </a:lnTo>
                <a:lnTo>
                  <a:pt x="317284" y="151130"/>
                </a:lnTo>
                <a:lnTo>
                  <a:pt x="328828" y="149860"/>
                </a:lnTo>
                <a:lnTo>
                  <a:pt x="328587" y="149860"/>
                </a:lnTo>
                <a:lnTo>
                  <a:pt x="339902" y="148589"/>
                </a:lnTo>
                <a:lnTo>
                  <a:pt x="339648" y="148589"/>
                </a:lnTo>
                <a:lnTo>
                  <a:pt x="350710" y="147319"/>
                </a:lnTo>
                <a:lnTo>
                  <a:pt x="350456" y="147319"/>
                </a:lnTo>
                <a:lnTo>
                  <a:pt x="361238" y="146050"/>
                </a:lnTo>
                <a:lnTo>
                  <a:pt x="360984" y="146050"/>
                </a:lnTo>
                <a:lnTo>
                  <a:pt x="371475" y="143510"/>
                </a:lnTo>
                <a:lnTo>
                  <a:pt x="371208" y="143510"/>
                </a:lnTo>
                <a:lnTo>
                  <a:pt x="381406" y="142239"/>
                </a:lnTo>
                <a:lnTo>
                  <a:pt x="381126" y="142239"/>
                </a:lnTo>
                <a:lnTo>
                  <a:pt x="390994" y="139700"/>
                </a:lnTo>
                <a:lnTo>
                  <a:pt x="390702" y="139700"/>
                </a:lnTo>
                <a:lnTo>
                  <a:pt x="400253" y="138430"/>
                </a:lnTo>
                <a:lnTo>
                  <a:pt x="399935" y="138430"/>
                </a:lnTo>
                <a:lnTo>
                  <a:pt x="409130" y="135889"/>
                </a:lnTo>
                <a:lnTo>
                  <a:pt x="484657" y="135889"/>
                </a:lnTo>
                <a:lnTo>
                  <a:pt x="478663" y="139700"/>
                </a:lnTo>
                <a:lnTo>
                  <a:pt x="472236" y="143510"/>
                </a:lnTo>
                <a:lnTo>
                  <a:pt x="465391" y="146050"/>
                </a:lnTo>
                <a:lnTo>
                  <a:pt x="458597" y="149860"/>
                </a:lnTo>
                <a:lnTo>
                  <a:pt x="450469" y="152400"/>
                </a:lnTo>
                <a:close/>
              </a:path>
              <a:path w="515620" h="181610">
                <a:moveTo>
                  <a:pt x="283171" y="181610"/>
                </a:moveTo>
                <a:lnTo>
                  <a:pt x="232473" y="181610"/>
                </a:lnTo>
                <a:lnTo>
                  <a:pt x="220052" y="180339"/>
                </a:lnTo>
                <a:lnTo>
                  <a:pt x="295592" y="180339"/>
                </a:lnTo>
                <a:lnTo>
                  <a:pt x="283171" y="181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581375" y="5103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571850" y="7198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581375" y="7960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571850" y="10056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581375" y="10818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571850" y="12913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581375" y="13675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571850" y="15771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581375" y="16533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571850" y="18628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581375" y="19390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571850" y="21486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581375" y="22248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571850" y="24343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581375" y="25105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571850" y="27201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901150" y="852195"/>
            <a:ext cx="0" cy="941705"/>
          </a:xfrm>
          <a:custGeom>
            <a:avLst/>
            <a:gdLst/>
            <a:ahLst/>
            <a:cxnLst/>
            <a:rect l="l" t="t" r="r" b="b"/>
            <a:pathLst>
              <a:path w="0" h="941705">
                <a:moveTo>
                  <a:pt x="0" y="0"/>
                </a:moveTo>
                <a:lnTo>
                  <a:pt x="0" y="9410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269029" y="852195"/>
            <a:ext cx="0" cy="941705"/>
          </a:xfrm>
          <a:custGeom>
            <a:avLst/>
            <a:gdLst/>
            <a:ahLst/>
            <a:cxnLst/>
            <a:rect l="l" t="t" r="r" b="b"/>
            <a:pathLst>
              <a:path w="0" h="941705">
                <a:moveTo>
                  <a:pt x="0" y="0"/>
                </a:moveTo>
                <a:lnTo>
                  <a:pt x="0" y="9410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903944" y="84387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 h="0">
                <a:moveTo>
                  <a:pt x="0" y="0"/>
                </a:moveTo>
                <a:lnTo>
                  <a:pt x="13660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901150" y="1793278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800678" y="1793278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365780" y="1789442"/>
            <a:ext cx="0" cy="672465"/>
          </a:xfrm>
          <a:custGeom>
            <a:avLst/>
            <a:gdLst/>
            <a:ahLst/>
            <a:cxnLst/>
            <a:rect l="l" t="t" r="r" b="b"/>
            <a:pathLst>
              <a:path w="0" h="672464">
                <a:moveTo>
                  <a:pt x="0" y="0"/>
                </a:moveTo>
                <a:lnTo>
                  <a:pt x="0" y="6721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9793249" y="1793278"/>
            <a:ext cx="0" cy="307340"/>
          </a:xfrm>
          <a:custGeom>
            <a:avLst/>
            <a:gdLst/>
            <a:ahLst/>
            <a:cxnLst/>
            <a:rect l="l" t="t" r="r" b="b"/>
            <a:pathLst>
              <a:path w="0" h="307339">
                <a:moveTo>
                  <a:pt x="0" y="0"/>
                </a:moveTo>
                <a:lnTo>
                  <a:pt x="0" y="30728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9622535" y="2645664"/>
            <a:ext cx="334010" cy="257810"/>
          </a:xfrm>
          <a:custGeom>
            <a:avLst/>
            <a:gdLst/>
            <a:ahLst/>
            <a:cxnLst/>
            <a:rect l="l" t="t" r="r" b="b"/>
            <a:pathLst>
              <a:path w="334009" h="257810">
                <a:moveTo>
                  <a:pt x="0" y="0"/>
                </a:moveTo>
                <a:lnTo>
                  <a:pt x="333755" y="0"/>
                </a:lnTo>
                <a:lnTo>
                  <a:pt x="333755" y="257556"/>
                </a:lnTo>
                <a:lnTo>
                  <a:pt x="0" y="2575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9617506" y="2641244"/>
            <a:ext cx="344170" cy="267335"/>
          </a:xfrm>
          <a:custGeom>
            <a:avLst/>
            <a:gdLst/>
            <a:ahLst/>
            <a:cxnLst/>
            <a:rect l="l" t="t" r="r" b="b"/>
            <a:pathLst>
              <a:path w="344170" h="267335">
                <a:moveTo>
                  <a:pt x="344055" y="266890"/>
                </a:moveTo>
                <a:lnTo>
                  <a:pt x="0" y="266890"/>
                </a:lnTo>
                <a:lnTo>
                  <a:pt x="0" y="0"/>
                </a:lnTo>
                <a:lnTo>
                  <a:pt x="344055" y="0"/>
                </a:lnTo>
                <a:lnTo>
                  <a:pt x="34405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7365"/>
                </a:lnTo>
                <a:lnTo>
                  <a:pt x="4762" y="257365"/>
                </a:lnTo>
                <a:lnTo>
                  <a:pt x="9525" y="262128"/>
                </a:lnTo>
                <a:lnTo>
                  <a:pt x="344055" y="262128"/>
                </a:lnTo>
                <a:lnTo>
                  <a:pt x="344055" y="266890"/>
                </a:lnTo>
                <a:close/>
              </a:path>
              <a:path w="344170" h="26733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67335">
                <a:moveTo>
                  <a:pt x="33453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30" y="4762"/>
                </a:lnTo>
                <a:lnTo>
                  <a:pt x="334530" y="9525"/>
                </a:lnTo>
                <a:close/>
              </a:path>
              <a:path w="344170" h="267335">
                <a:moveTo>
                  <a:pt x="334530" y="262128"/>
                </a:moveTo>
                <a:lnTo>
                  <a:pt x="334530" y="4762"/>
                </a:lnTo>
                <a:lnTo>
                  <a:pt x="339293" y="9525"/>
                </a:lnTo>
                <a:lnTo>
                  <a:pt x="344055" y="9525"/>
                </a:lnTo>
                <a:lnTo>
                  <a:pt x="344055" y="257365"/>
                </a:lnTo>
                <a:lnTo>
                  <a:pt x="339293" y="257365"/>
                </a:lnTo>
                <a:lnTo>
                  <a:pt x="334530" y="262128"/>
                </a:lnTo>
                <a:close/>
              </a:path>
              <a:path w="344170" h="267335">
                <a:moveTo>
                  <a:pt x="344055" y="9525"/>
                </a:moveTo>
                <a:lnTo>
                  <a:pt x="339293" y="9525"/>
                </a:lnTo>
                <a:lnTo>
                  <a:pt x="334530" y="4762"/>
                </a:lnTo>
                <a:lnTo>
                  <a:pt x="344055" y="4762"/>
                </a:lnTo>
                <a:lnTo>
                  <a:pt x="344055" y="9525"/>
                </a:lnTo>
                <a:close/>
              </a:path>
              <a:path w="344170" h="267335">
                <a:moveTo>
                  <a:pt x="9525" y="262128"/>
                </a:moveTo>
                <a:lnTo>
                  <a:pt x="4762" y="257365"/>
                </a:lnTo>
                <a:lnTo>
                  <a:pt x="9525" y="257365"/>
                </a:lnTo>
                <a:lnTo>
                  <a:pt x="9525" y="262128"/>
                </a:lnTo>
                <a:close/>
              </a:path>
              <a:path w="344170" h="267335">
                <a:moveTo>
                  <a:pt x="334530" y="262128"/>
                </a:moveTo>
                <a:lnTo>
                  <a:pt x="9525" y="262128"/>
                </a:lnTo>
                <a:lnTo>
                  <a:pt x="9525" y="257365"/>
                </a:lnTo>
                <a:lnTo>
                  <a:pt x="334530" y="257365"/>
                </a:lnTo>
                <a:lnTo>
                  <a:pt x="334530" y="262128"/>
                </a:lnTo>
                <a:close/>
              </a:path>
              <a:path w="344170" h="267335">
                <a:moveTo>
                  <a:pt x="344055" y="262128"/>
                </a:moveTo>
                <a:lnTo>
                  <a:pt x="334530" y="262128"/>
                </a:lnTo>
                <a:lnTo>
                  <a:pt x="339293" y="257365"/>
                </a:lnTo>
                <a:lnTo>
                  <a:pt x="344055" y="257365"/>
                </a:lnTo>
                <a:lnTo>
                  <a:pt x="344055" y="2621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9609569" y="2565361"/>
            <a:ext cx="1720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875024" y="2196592"/>
            <a:ext cx="1282700" cy="0"/>
          </a:xfrm>
          <a:custGeom>
            <a:avLst/>
            <a:gdLst/>
            <a:ahLst/>
            <a:cxnLst/>
            <a:rect l="l" t="t" r="r" b="b"/>
            <a:pathLst>
              <a:path w="1282700" h="0">
                <a:moveTo>
                  <a:pt x="0" y="0"/>
                </a:moveTo>
                <a:lnTo>
                  <a:pt x="12823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484728" y="2500045"/>
            <a:ext cx="0" cy="537845"/>
          </a:xfrm>
          <a:custGeom>
            <a:avLst/>
            <a:gdLst/>
            <a:ahLst/>
            <a:cxnLst/>
            <a:rect l="l" t="t" r="r" b="b"/>
            <a:pathLst>
              <a:path w="0" h="537844">
                <a:moveTo>
                  <a:pt x="0" y="0"/>
                </a:moveTo>
                <a:lnTo>
                  <a:pt x="0" y="5377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484728" y="3041650"/>
            <a:ext cx="1673225" cy="0"/>
          </a:xfrm>
          <a:custGeom>
            <a:avLst/>
            <a:gdLst/>
            <a:ahLst/>
            <a:cxnLst/>
            <a:rect l="l" t="t" r="r" b="b"/>
            <a:pathLst>
              <a:path w="1673225" h="0">
                <a:moveTo>
                  <a:pt x="0" y="0"/>
                </a:moveTo>
                <a:lnTo>
                  <a:pt x="167267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146269" y="2192756"/>
            <a:ext cx="0" cy="218440"/>
          </a:xfrm>
          <a:custGeom>
            <a:avLst/>
            <a:gdLst/>
            <a:ahLst/>
            <a:cxnLst/>
            <a:rect l="l" t="t" r="r" b="b"/>
            <a:pathLst>
              <a:path w="0" h="218439">
                <a:moveTo>
                  <a:pt x="0" y="0"/>
                </a:moveTo>
                <a:lnTo>
                  <a:pt x="0" y="21821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146269" y="2784348"/>
            <a:ext cx="0" cy="234315"/>
          </a:xfrm>
          <a:custGeom>
            <a:avLst/>
            <a:gdLst/>
            <a:ahLst/>
            <a:cxnLst/>
            <a:rect l="l" t="t" r="r" b="b"/>
            <a:pathLst>
              <a:path w="0" h="234314">
                <a:moveTo>
                  <a:pt x="0" y="0"/>
                </a:moveTo>
                <a:lnTo>
                  <a:pt x="0" y="2342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064240" y="2410967"/>
            <a:ext cx="182880" cy="373380"/>
          </a:xfrm>
          <a:custGeom>
            <a:avLst/>
            <a:gdLst/>
            <a:ahLst/>
            <a:cxnLst/>
            <a:rect l="l" t="t" r="r" b="b"/>
            <a:pathLst>
              <a:path w="182879" h="373380">
                <a:moveTo>
                  <a:pt x="0" y="373379"/>
                </a:moveTo>
                <a:lnTo>
                  <a:pt x="0" y="0"/>
                </a:lnTo>
                <a:lnTo>
                  <a:pt x="182879" y="0"/>
                </a:lnTo>
                <a:lnTo>
                  <a:pt x="182879" y="373379"/>
                </a:lnTo>
                <a:lnTo>
                  <a:pt x="0" y="3733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049266" y="2396769"/>
            <a:ext cx="212725" cy="402590"/>
          </a:xfrm>
          <a:custGeom>
            <a:avLst/>
            <a:gdLst/>
            <a:ahLst/>
            <a:cxnLst/>
            <a:rect l="l" t="t" r="r" b="b"/>
            <a:pathLst>
              <a:path w="212725" h="402589">
                <a:moveTo>
                  <a:pt x="212572" y="402450"/>
                </a:moveTo>
                <a:lnTo>
                  <a:pt x="0" y="402450"/>
                </a:lnTo>
                <a:lnTo>
                  <a:pt x="0" y="0"/>
                </a:lnTo>
                <a:lnTo>
                  <a:pt x="212572" y="0"/>
                </a:lnTo>
                <a:lnTo>
                  <a:pt x="21257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73875"/>
                </a:lnTo>
                <a:lnTo>
                  <a:pt x="14287" y="373875"/>
                </a:lnTo>
                <a:lnTo>
                  <a:pt x="28575" y="388162"/>
                </a:lnTo>
                <a:lnTo>
                  <a:pt x="212572" y="388162"/>
                </a:lnTo>
                <a:lnTo>
                  <a:pt x="212572" y="402450"/>
                </a:lnTo>
                <a:close/>
              </a:path>
              <a:path w="212725" h="40258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2725" h="402589">
                <a:moveTo>
                  <a:pt x="18399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3997" y="14287"/>
                </a:lnTo>
                <a:lnTo>
                  <a:pt x="183997" y="28575"/>
                </a:lnTo>
                <a:close/>
              </a:path>
              <a:path w="212725" h="402589">
                <a:moveTo>
                  <a:pt x="183997" y="388162"/>
                </a:moveTo>
                <a:lnTo>
                  <a:pt x="183997" y="14287"/>
                </a:lnTo>
                <a:lnTo>
                  <a:pt x="198285" y="28575"/>
                </a:lnTo>
                <a:lnTo>
                  <a:pt x="212572" y="28575"/>
                </a:lnTo>
                <a:lnTo>
                  <a:pt x="212572" y="373875"/>
                </a:lnTo>
                <a:lnTo>
                  <a:pt x="198285" y="373875"/>
                </a:lnTo>
                <a:lnTo>
                  <a:pt x="183997" y="388162"/>
                </a:lnTo>
                <a:close/>
              </a:path>
              <a:path w="212725" h="402589">
                <a:moveTo>
                  <a:pt x="212572" y="28575"/>
                </a:moveTo>
                <a:lnTo>
                  <a:pt x="198285" y="28575"/>
                </a:lnTo>
                <a:lnTo>
                  <a:pt x="183997" y="14287"/>
                </a:lnTo>
                <a:lnTo>
                  <a:pt x="212572" y="14287"/>
                </a:lnTo>
                <a:lnTo>
                  <a:pt x="212572" y="28575"/>
                </a:lnTo>
                <a:close/>
              </a:path>
              <a:path w="212725" h="402589">
                <a:moveTo>
                  <a:pt x="28575" y="388162"/>
                </a:moveTo>
                <a:lnTo>
                  <a:pt x="14287" y="373875"/>
                </a:lnTo>
                <a:lnTo>
                  <a:pt x="28575" y="373875"/>
                </a:lnTo>
                <a:lnTo>
                  <a:pt x="28575" y="388162"/>
                </a:lnTo>
                <a:close/>
              </a:path>
              <a:path w="212725" h="402589">
                <a:moveTo>
                  <a:pt x="183997" y="388162"/>
                </a:moveTo>
                <a:lnTo>
                  <a:pt x="28575" y="388162"/>
                </a:lnTo>
                <a:lnTo>
                  <a:pt x="28575" y="373875"/>
                </a:lnTo>
                <a:lnTo>
                  <a:pt x="183997" y="373875"/>
                </a:lnTo>
                <a:lnTo>
                  <a:pt x="183997" y="388162"/>
                </a:lnTo>
                <a:close/>
              </a:path>
              <a:path w="212725" h="402589">
                <a:moveTo>
                  <a:pt x="212572" y="388162"/>
                </a:moveTo>
                <a:lnTo>
                  <a:pt x="183997" y="388162"/>
                </a:lnTo>
                <a:lnTo>
                  <a:pt x="198285" y="373875"/>
                </a:lnTo>
                <a:lnTo>
                  <a:pt x="212572" y="373875"/>
                </a:lnTo>
                <a:lnTo>
                  <a:pt x="212572" y="38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0625328" y="2388107"/>
            <a:ext cx="390525" cy="365760"/>
          </a:xfrm>
          <a:custGeom>
            <a:avLst/>
            <a:gdLst/>
            <a:ahLst/>
            <a:cxnLst/>
            <a:rect l="l" t="t" r="r" b="b"/>
            <a:pathLst>
              <a:path w="390525" h="365760">
                <a:moveTo>
                  <a:pt x="0" y="0"/>
                </a:moveTo>
                <a:lnTo>
                  <a:pt x="390144" y="0"/>
                </a:lnTo>
                <a:lnTo>
                  <a:pt x="390144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621111" y="2383891"/>
            <a:ext cx="400050" cy="374650"/>
          </a:xfrm>
          <a:custGeom>
            <a:avLst/>
            <a:gdLst/>
            <a:ahLst/>
            <a:cxnLst/>
            <a:rect l="l" t="t" r="r" b="b"/>
            <a:pathLst>
              <a:path w="400050" h="374650">
                <a:moveTo>
                  <a:pt x="399821" y="374434"/>
                </a:moveTo>
                <a:lnTo>
                  <a:pt x="0" y="374434"/>
                </a:lnTo>
                <a:lnTo>
                  <a:pt x="0" y="0"/>
                </a:lnTo>
                <a:lnTo>
                  <a:pt x="399821" y="0"/>
                </a:lnTo>
                <a:lnTo>
                  <a:pt x="399821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4909"/>
                </a:lnTo>
                <a:lnTo>
                  <a:pt x="4762" y="364909"/>
                </a:lnTo>
                <a:lnTo>
                  <a:pt x="9525" y="369671"/>
                </a:lnTo>
                <a:lnTo>
                  <a:pt x="399821" y="369671"/>
                </a:lnTo>
                <a:lnTo>
                  <a:pt x="399821" y="374434"/>
                </a:lnTo>
                <a:close/>
              </a:path>
              <a:path w="400050" h="3746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0050" h="374650">
                <a:moveTo>
                  <a:pt x="390296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90296" y="4762"/>
                </a:lnTo>
                <a:lnTo>
                  <a:pt x="390296" y="9525"/>
                </a:lnTo>
                <a:close/>
              </a:path>
              <a:path w="400050" h="374650">
                <a:moveTo>
                  <a:pt x="390296" y="369671"/>
                </a:moveTo>
                <a:lnTo>
                  <a:pt x="390296" y="4762"/>
                </a:lnTo>
                <a:lnTo>
                  <a:pt x="395058" y="9525"/>
                </a:lnTo>
                <a:lnTo>
                  <a:pt x="399821" y="9525"/>
                </a:lnTo>
                <a:lnTo>
                  <a:pt x="399821" y="364909"/>
                </a:lnTo>
                <a:lnTo>
                  <a:pt x="395058" y="364909"/>
                </a:lnTo>
                <a:lnTo>
                  <a:pt x="390296" y="369671"/>
                </a:lnTo>
                <a:close/>
              </a:path>
              <a:path w="400050" h="374650">
                <a:moveTo>
                  <a:pt x="399821" y="9525"/>
                </a:moveTo>
                <a:lnTo>
                  <a:pt x="395058" y="9525"/>
                </a:lnTo>
                <a:lnTo>
                  <a:pt x="390296" y="4762"/>
                </a:lnTo>
                <a:lnTo>
                  <a:pt x="399821" y="4762"/>
                </a:lnTo>
                <a:lnTo>
                  <a:pt x="399821" y="9525"/>
                </a:lnTo>
                <a:close/>
              </a:path>
              <a:path w="400050" h="374650">
                <a:moveTo>
                  <a:pt x="9525" y="369671"/>
                </a:moveTo>
                <a:lnTo>
                  <a:pt x="4762" y="364909"/>
                </a:lnTo>
                <a:lnTo>
                  <a:pt x="9525" y="364909"/>
                </a:lnTo>
                <a:lnTo>
                  <a:pt x="9525" y="369671"/>
                </a:lnTo>
                <a:close/>
              </a:path>
              <a:path w="400050" h="374650">
                <a:moveTo>
                  <a:pt x="390296" y="369671"/>
                </a:moveTo>
                <a:lnTo>
                  <a:pt x="9525" y="369671"/>
                </a:lnTo>
                <a:lnTo>
                  <a:pt x="9525" y="364909"/>
                </a:lnTo>
                <a:lnTo>
                  <a:pt x="390296" y="364909"/>
                </a:lnTo>
                <a:lnTo>
                  <a:pt x="390296" y="369671"/>
                </a:lnTo>
                <a:close/>
              </a:path>
              <a:path w="400050" h="374650">
                <a:moveTo>
                  <a:pt x="399821" y="369671"/>
                </a:moveTo>
                <a:lnTo>
                  <a:pt x="390296" y="369671"/>
                </a:lnTo>
                <a:lnTo>
                  <a:pt x="395058" y="364909"/>
                </a:lnTo>
                <a:lnTo>
                  <a:pt x="399821" y="364909"/>
                </a:lnTo>
                <a:lnTo>
                  <a:pt x="399821" y="36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0625328" y="2360079"/>
            <a:ext cx="3905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20750" y="320039"/>
            <a:ext cx="5661025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1">
                <a:solidFill>
                  <a:srgbClr val="C00000"/>
                </a:solidFill>
                <a:latin typeface="黑体"/>
                <a:cs typeface="黑体"/>
              </a:rPr>
              <a:t>典型应用一：“四值的应用</a:t>
            </a:r>
            <a:r>
              <a:rPr dirty="0" sz="3400" spc="-20" b="1">
                <a:solidFill>
                  <a:srgbClr val="C00000"/>
                </a:solidFill>
                <a:latin typeface="黑体"/>
                <a:cs typeface="黑体"/>
              </a:rPr>
              <a:t>”</a:t>
            </a:r>
            <a:endParaRPr sz="3400">
              <a:latin typeface="黑体"/>
              <a:cs typeface="黑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519269" y="3961765"/>
            <a:ext cx="41275" cy="20955"/>
          </a:xfrm>
          <a:custGeom>
            <a:avLst/>
            <a:gdLst/>
            <a:ahLst/>
            <a:cxnLst/>
            <a:rect l="l" t="t" r="r" b="b"/>
            <a:pathLst>
              <a:path w="41275" h="20954">
                <a:moveTo>
                  <a:pt x="0" y="20345"/>
                </a:moveTo>
                <a:lnTo>
                  <a:pt x="40754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560023" y="3961765"/>
            <a:ext cx="93980" cy="145415"/>
          </a:xfrm>
          <a:custGeom>
            <a:avLst/>
            <a:gdLst/>
            <a:ahLst/>
            <a:cxnLst/>
            <a:rect l="l" t="t" r="r" b="b"/>
            <a:pathLst>
              <a:path w="93979" h="145414">
                <a:moveTo>
                  <a:pt x="0" y="0"/>
                </a:moveTo>
                <a:lnTo>
                  <a:pt x="93751" y="14533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653775" y="3720490"/>
            <a:ext cx="104139" cy="386715"/>
          </a:xfrm>
          <a:custGeom>
            <a:avLst/>
            <a:gdLst/>
            <a:ahLst/>
            <a:cxnLst/>
            <a:rect l="l" t="t" r="r" b="b"/>
            <a:pathLst>
              <a:path w="104139" h="386714">
                <a:moveTo>
                  <a:pt x="0" y="386613"/>
                </a:moveTo>
                <a:lnTo>
                  <a:pt x="10393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516208" y="3711778"/>
            <a:ext cx="466725" cy="395605"/>
          </a:xfrm>
          <a:custGeom>
            <a:avLst/>
            <a:gdLst/>
            <a:ahLst/>
            <a:cxnLst/>
            <a:rect l="l" t="t" r="r" b="b"/>
            <a:pathLst>
              <a:path w="466725" h="395604">
                <a:moveTo>
                  <a:pt x="158125" y="356565"/>
                </a:moveTo>
                <a:lnTo>
                  <a:pt x="138582" y="356565"/>
                </a:lnTo>
                <a:lnTo>
                  <a:pt x="234365" y="0"/>
                </a:lnTo>
                <a:lnTo>
                  <a:pt x="466686" y="0"/>
                </a:lnTo>
                <a:lnTo>
                  <a:pt x="466686" y="18402"/>
                </a:lnTo>
                <a:lnTo>
                  <a:pt x="248627" y="18402"/>
                </a:lnTo>
                <a:lnTo>
                  <a:pt x="158125" y="356565"/>
                </a:lnTo>
                <a:close/>
              </a:path>
              <a:path w="466725" h="395604">
                <a:moveTo>
                  <a:pt x="6108" y="276148"/>
                </a:moveTo>
                <a:lnTo>
                  <a:pt x="0" y="265493"/>
                </a:lnTo>
                <a:lnTo>
                  <a:pt x="54000" y="237388"/>
                </a:lnTo>
                <a:lnTo>
                  <a:pt x="71883" y="262585"/>
                </a:lnTo>
                <a:lnTo>
                  <a:pt x="33629" y="262585"/>
                </a:lnTo>
                <a:lnTo>
                  <a:pt x="6108" y="276148"/>
                </a:lnTo>
                <a:close/>
              </a:path>
              <a:path w="466725" h="395604">
                <a:moveTo>
                  <a:pt x="147751" y="395325"/>
                </a:moveTo>
                <a:lnTo>
                  <a:pt x="128384" y="395325"/>
                </a:lnTo>
                <a:lnTo>
                  <a:pt x="33629" y="262585"/>
                </a:lnTo>
                <a:lnTo>
                  <a:pt x="71883" y="262585"/>
                </a:lnTo>
                <a:lnTo>
                  <a:pt x="138582" y="356565"/>
                </a:lnTo>
                <a:lnTo>
                  <a:pt x="158125" y="356565"/>
                </a:lnTo>
                <a:lnTo>
                  <a:pt x="147751" y="3953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191609" y="4411345"/>
            <a:ext cx="41275" cy="20955"/>
          </a:xfrm>
          <a:custGeom>
            <a:avLst/>
            <a:gdLst/>
            <a:ahLst/>
            <a:cxnLst/>
            <a:rect l="l" t="t" r="r" b="b"/>
            <a:pathLst>
              <a:path w="41275" h="20954">
                <a:moveTo>
                  <a:pt x="0" y="20345"/>
                </a:moveTo>
                <a:lnTo>
                  <a:pt x="40754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232363" y="4411345"/>
            <a:ext cx="93980" cy="145415"/>
          </a:xfrm>
          <a:custGeom>
            <a:avLst/>
            <a:gdLst/>
            <a:ahLst/>
            <a:cxnLst/>
            <a:rect l="l" t="t" r="r" b="b"/>
            <a:pathLst>
              <a:path w="93979" h="145414">
                <a:moveTo>
                  <a:pt x="0" y="0"/>
                </a:moveTo>
                <a:lnTo>
                  <a:pt x="93751" y="14533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326115" y="4170070"/>
            <a:ext cx="104139" cy="386715"/>
          </a:xfrm>
          <a:custGeom>
            <a:avLst/>
            <a:gdLst/>
            <a:ahLst/>
            <a:cxnLst/>
            <a:rect l="l" t="t" r="r" b="b"/>
            <a:pathLst>
              <a:path w="104139" h="386714">
                <a:moveTo>
                  <a:pt x="0" y="386613"/>
                </a:moveTo>
                <a:lnTo>
                  <a:pt x="10393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188548" y="4161358"/>
            <a:ext cx="466725" cy="395605"/>
          </a:xfrm>
          <a:custGeom>
            <a:avLst/>
            <a:gdLst/>
            <a:ahLst/>
            <a:cxnLst/>
            <a:rect l="l" t="t" r="r" b="b"/>
            <a:pathLst>
              <a:path w="466725" h="395604">
                <a:moveTo>
                  <a:pt x="158125" y="356565"/>
                </a:moveTo>
                <a:lnTo>
                  <a:pt x="138582" y="356565"/>
                </a:lnTo>
                <a:lnTo>
                  <a:pt x="234365" y="0"/>
                </a:lnTo>
                <a:lnTo>
                  <a:pt x="466699" y="0"/>
                </a:lnTo>
                <a:lnTo>
                  <a:pt x="466699" y="18402"/>
                </a:lnTo>
                <a:lnTo>
                  <a:pt x="248627" y="18402"/>
                </a:lnTo>
                <a:lnTo>
                  <a:pt x="158125" y="356565"/>
                </a:lnTo>
                <a:close/>
              </a:path>
              <a:path w="466725" h="395604">
                <a:moveTo>
                  <a:pt x="6108" y="276148"/>
                </a:moveTo>
                <a:lnTo>
                  <a:pt x="0" y="265493"/>
                </a:lnTo>
                <a:lnTo>
                  <a:pt x="54000" y="237388"/>
                </a:lnTo>
                <a:lnTo>
                  <a:pt x="71883" y="262585"/>
                </a:lnTo>
                <a:lnTo>
                  <a:pt x="33629" y="262585"/>
                </a:lnTo>
                <a:lnTo>
                  <a:pt x="6108" y="276148"/>
                </a:lnTo>
                <a:close/>
              </a:path>
              <a:path w="466725" h="395604">
                <a:moveTo>
                  <a:pt x="147751" y="395325"/>
                </a:moveTo>
                <a:lnTo>
                  <a:pt x="128384" y="395325"/>
                </a:lnTo>
                <a:lnTo>
                  <a:pt x="33629" y="262585"/>
                </a:lnTo>
                <a:lnTo>
                  <a:pt x="71883" y="262585"/>
                </a:lnTo>
                <a:lnTo>
                  <a:pt x="138582" y="356565"/>
                </a:lnTo>
                <a:lnTo>
                  <a:pt x="158125" y="356565"/>
                </a:lnTo>
                <a:lnTo>
                  <a:pt x="147751" y="3953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34340" y="3236594"/>
            <a:ext cx="8827135" cy="1308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2969" indent="-890269">
              <a:lnSpc>
                <a:spcPts val="3310"/>
              </a:lnSpc>
              <a:spcBef>
                <a:spcPts val="95"/>
              </a:spcBef>
              <a:buSzPct val="96428"/>
              <a:buAutoNum type="arabicPlain"/>
              <a:tabLst>
                <a:tab pos="902969" algn="l"/>
              </a:tabLst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写出线框中感应电动势</a:t>
            </a:r>
            <a:r>
              <a:rPr dirty="0" u="sng" sz="2800" b="1" i="1">
                <a:solidFill>
                  <a:srgbClr val="0000CC"/>
                </a:solidFill>
                <a:uFill>
                  <a:solidFill>
                    <a:srgbClr val="0000FF"/>
                  </a:solidFill>
                </a:uFill>
                <a:latin typeface="华文楷体"/>
                <a:cs typeface="华文楷体"/>
              </a:rPr>
              <a:t>的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瞬时值表达式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902969" indent="-890269">
              <a:lnSpc>
                <a:spcPts val="3370"/>
              </a:lnSpc>
              <a:buSzPct val="96428"/>
              <a:buAutoNum type="arabicPlain"/>
              <a:tabLst>
                <a:tab pos="902969" algn="l"/>
                <a:tab pos="4340225" algn="l"/>
              </a:tabLst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若</a:t>
            </a:r>
            <a:r>
              <a:rPr dirty="0" sz="2800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的额定电压</a:t>
            </a:r>
            <a:r>
              <a:rPr dirty="0" sz="2800" spc="345" b="1" i="1">
                <a:solidFill>
                  <a:srgbClr val="0000CC"/>
                </a:solidFill>
                <a:latin typeface="华文楷体"/>
                <a:cs typeface="华文楷体"/>
              </a:rPr>
              <a:t>为</a:t>
            </a:r>
            <a:r>
              <a:rPr dirty="0" baseline="-7662" sz="4350" spc="142">
                <a:solidFill>
                  <a:srgbClr val="0000FF"/>
                </a:solidFill>
                <a:latin typeface="Times New Roman"/>
                <a:cs typeface="Times New Roman"/>
              </a:rPr>
              <a:t>10	</a:t>
            </a:r>
            <a:r>
              <a:rPr dirty="0" baseline="-7662" sz="4350" spc="15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-7662" sz="4350" spc="-23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能否正常发光？将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812800">
              <a:lnSpc>
                <a:spcPts val="3420"/>
              </a:lnSpc>
              <a:tabLst>
                <a:tab pos="4012565" algn="l"/>
              </a:tabLst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换成额定电压</a:t>
            </a:r>
            <a:r>
              <a:rPr dirty="0" sz="2800" spc="345" b="1" i="1">
                <a:solidFill>
                  <a:srgbClr val="0000CC"/>
                </a:solidFill>
                <a:latin typeface="华文楷体"/>
                <a:cs typeface="华文楷体"/>
              </a:rPr>
              <a:t>为</a:t>
            </a:r>
            <a:r>
              <a:rPr dirty="0" baseline="-10536" sz="4350" spc="142">
                <a:solidFill>
                  <a:srgbClr val="0000FF"/>
                </a:solidFill>
                <a:latin typeface="Times New Roman"/>
                <a:cs typeface="Times New Roman"/>
              </a:rPr>
              <a:t>10	</a:t>
            </a:r>
            <a:r>
              <a:rPr dirty="0" baseline="-10536" sz="4350" spc="15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-10536" sz="4350" spc="-3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的电容器，能否安全工作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47089" y="4589707"/>
            <a:ext cx="4285615" cy="1134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400"/>
              </a:lnSpc>
              <a:spcBef>
                <a:spcPts val="95"/>
              </a:spcBef>
            </a:pP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提 示 </a:t>
            </a:r>
            <a:r>
              <a:rPr dirty="0" sz="2800" spc="-325" b="1">
                <a:solidFill>
                  <a:srgbClr val="FF3300"/>
                </a:solidFill>
                <a:latin typeface="方正舒体"/>
                <a:cs typeface="方正舒体"/>
              </a:rPr>
              <a:t>（1）</a:t>
            </a:r>
            <a:r>
              <a:rPr dirty="0" sz="2900" spc="-325" b="1" i="1">
                <a:solidFill>
                  <a:srgbClr val="FF3300"/>
                </a:solidFill>
                <a:latin typeface="方正舒体"/>
                <a:cs typeface="方正舒体"/>
              </a:rPr>
              <a:t>e</a:t>
            </a:r>
            <a:r>
              <a:rPr dirty="0" sz="2800" spc="-325" b="1">
                <a:solidFill>
                  <a:srgbClr val="FF3300"/>
                </a:solidFill>
                <a:latin typeface="方正舒体"/>
                <a:cs typeface="方正舒体"/>
              </a:rPr>
              <a:t>=</a:t>
            </a:r>
            <a:r>
              <a:rPr dirty="0" sz="2900" spc="-325" b="1" i="1">
                <a:solidFill>
                  <a:srgbClr val="FF3300"/>
                </a:solidFill>
                <a:latin typeface="方正舒体"/>
                <a:cs typeface="方正舒体"/>
              </a:rPr>
              <a:t>NBSω</a:t>
            </a:r>
            <a:r>
              <a:rPr dirty="0" sz="2800" spc="-325" b="1">
                <a:solidFill>
                  <a:srgbClr val="FF3300"/>
                </a:solidFill>
                <a:latin typeface="方正舒体"/>
                <a:cs typeface="方正舒体"/>
              </a:rPr>
              <a:t>cos</a:t>
            </a:r>
            <a:r>
              <a:rPr dirty="0" sz="2800" spc="-325" b="1" i="1">
                <a:solidFill>
                  <a:srgbClr val="FF3300"/>
                </a:solidFill>
                <a:latin typeface="Times New Roman"/>
                <a:cs typeface="Times New Roman"/>
              </a:rPr>
              <a:t>ω</a:t>
            </a:r>
            <a:r>
              <a:rPr dirty="0" sz="2900" spc="-325" b="1" i="1">
                <a:solidFill>
                  <a:srgbClr val="FF3300"/>
                </a:solidFill>
                <a:latin typeface="方正舒体"/>
                <a:cs typeface="方正舒体"/>
              </a:rPr>
              <a:t>t  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得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：</a:t>
            </a:r>
            <a:r>
              <a:rPr dirty="0" sz="2800" spc="-120" b="1">
                <a:solidFill>
                  <a:srgbClr val="FF3300"/>
                </a:solidFill>
                <a:latin typeface="方正舒体"/>
                <a:cs typeface="方正舒体"/>
              </a:rPr>
              <a:t> </a:t>
            </a:r>
            <a:r>
              <a:rPr dirty="0" sz="2900" spc="-85" b="1" i="1">
                <a:solidFill>
                  <a:srgbClr val="FF3300"/>
                </a:solidFill>
                <a:latin typeface="方正舒体"/>
                <a:cs typeface="方正舒体"/>
              </a:rPr>
              <a:t>e</a:t>
            </a:r>
            <a:r>
              <a:rPr dirty="0" sz="2800" spc="-85" b="1">
                <a:solidFill>
                  <a:srgbClr val="FF3300"/>
                </a:solidFill>
                <a:latin typeface="方正舒体"/>
                <a:cs typeface="方正舒体"/>
              </a:rPr>
              <a:t>=</a:t>
            </a:r>
            <a:r>
              <a:rPr dirty="0" sz="2800" spc="10" b="1">
                <a:solidFill>
                  <a:srgbClr val="FF3300"/>
                </a:solidFill>
                <a:latin typeface="方正舒体"/>
                <a:cs typeface="方正舒体"/>
              </a:rPr>
              <a:t> </a:t>
            </a:r>
            <a:r>
              <a:rPr dirty="0" sz="2800" spc="-25" b="1">
                <a:solidFill>
                  <a:srgbClr val="FF3300"/>
                </a:solidFill>
                <a:latin typeface="方正舒体"/>
                <a:cs typeface="方正舒体"/>
              </a:rPr>
              <a:t>20cos</a:t>
            </a:r>
            <a:r>
              <a:rPr dirty="0" sz="2800" spc="-25" b="1">
                <a:solidFill>
                  <a:srgbClr val="FF3300"/>
                </a:solidFill>
                <a:latin typeface="Times New Roman"/>
                <a:cs typeface="Times New Roman"/>
              </a:rPr>
              <a:t>100π</a:t>
            </a:r>
            <a:r>
              <a:rPr dirty="0" sz="2900" spc="-25" b="1" i="1">
                <a:solidFill>
                  <a:srgbClr val="FF3300"/>
                </a:solidFill>
                <a:latin typeface="方正舒体"/>
                <a:cs typeface="方正舒体"/>
              </a:rPr>
              <a:t>t</a:t>
            </a:r>
            <a:r>
              <a:rPr dirty="0" sz="2800" spc="-25" b="1">
                <a:solidFill>
                  <a:srgbClr val="FF3300"/>
                </a:solidFill>
                <a:latin typeface="方正舒体"/>
                <a:cs typeface="方正舒体"/>
              </a:rPr>
              <a:t>（V）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490527" y="4817745"/>
            <a:ext cx="9340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（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2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）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837330" y="5908723"/>
            <a:ext cx="128143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00" spc="-440" b="1" i="1">
                <a:solidFill>
                  <a:srgbClr val="FF3300"/>
                </a:solidFill>
                <a:latin typeface="方正舒体"/>
                <a:cs typeface="方正舒体"/>
              </a:rPr>
              <a:t>E</a:t>
            </a:r>
            <a:r>
              <a:rPr dirty="0" baseline="-16975" sz="2700" spc="-660" b="1">
                <a:solidFill>
                  <a:srgbClr val="FF3300"/>
                </a:solidFill>
                <a:latin typeface="方正舒体"/>
                <a:cs typeface="方正舒体"/>
              </a:rPr>
              <a:t>m</a:t>
            </a:r>
            <a:r>
              <a:rPr dirty="0" baseline="-16975" sz="2700" spc="-652" b="1">
                <a:solidFill>
                  <a:srgbClr val="FF3300"/>
                </a:solidFill>
                <a:latin typeface="方正舒体"/>
                <a:cs typeface="方正舒体"/>
              </a:rPr>
              <a:t> </a:t>
            </a:r>
            <a:r>
              <a:rPr dirty="0" sz="2800" spc="-335" b="1">
                <a:solidFill>
                  <a:srgbClr val="FF3300"/>
                </a:solidFill>
                <a:latin typeface="方正舒体"/>
                <a:cs typeface="方正舒体"/>
              </a:rPr>
              <a:t>&gt;</a:t>
            </a:r>
            <a:r>
              <a:rPr dirty="0" sz="2900" spc="-335" b="1" i="1">
                <a:solidFill>
                  <a:srgbClr val="FF3300"/>
                </a:solidFill>
                <a:latin typeface="方正舒体"/>
                <a:cs typeface="方正舒体"/>
              </a:rPr>
              <a:t>U</a:t>
            </a:r>
            <a:r>
              <a:rPr dirty="0" baseline="-16975" sz="2700" spc="-502" b="1">
                <a:solidFill>
                  <a:srgbClr val="FF3300"/>
                </a:solidFill>
                <a:latin typeface="方正舒体"/>
                <a:cs typeface="方正舒体"/>
              </a:rPr>
              <a:t>m</a:t>
            </a:r>
            <a:endParaRPr baseline="-16975" sz="2700">
              <a:latin typeface="方正舒体"/>
              <a:cs typeface="方正舒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330122" y="5926454"/>
            <a:ext cx="32404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电容器不能安全工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作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707286" y="5207241"/>
            <a:ext cx="40005" cy="17145"/>
          </a:xfrm>
          <a:custGeom>
            <a:avLst/>
            <a:gdLst/>
            <a:ahLst/>
            <a:cxnLst/>
            <a:rect l="l" t="t" r="r" b="b"/>
            <a:pathLst>
              <a:path w="40004" h="17145">
                <a:moveTo>
                  <a:pt x="0" y="17132"/>
                </a:moveTo>
                <a:lnTo>
                  <a:pt x="39700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746987" y="5207241"/>
            <a:ext cx="91440" cy="122555"/>
          </a:xfrm>
          <a:custGeom>
            <a:avLst/>
            <a:gdLst/>
            <a:ahLst/>
            <a:cxnLst/>
            <a:rect l="l" t="t" r="r" b="b"/>
            <a:pathLst>
              <a:path w="91440" h="122554">
                <a:moveTo>
                  <a:pt x="0" y="0"/>
                </a:moveTo>
                <a:lnTo>
                  <a:pt x="91325" y="122313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838313" y="5004206"/>
            <a:ext cx="101600" cy="325755"/>
          </a:xfrm>
          <a:custGeom>
            <a:avLst/>
            <a:gdLst/>
            <a:ahLst/>
            <a:cxnLst/>
            <a:rect l="l" t="t" r="r" b="b"/>
            <a:pathLst>
              <a:path w="101600" h="325754">
                <a:moveTo>
                  <a:pt x="0" y="325348"/>
                </a:moveTo>
                <a:lnTo>
                  <a:pt x="10124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704315" y="4996878"/>
            <a:ext cx="454659" cy="332740"/>
          </a:xfrm>
          <a:custGeom>
            <a:avLst/>
            <a:gdLst/>
            <a:ahLst/>
            <a:cxnLst/>
            <a:rect l="l" t="t" r="r" b="b"/>
            <a:pathLst>
              <a:path w="454659" h="332739">
                <a:moveTo>
                  <a:pt x="154032" y="300062"/>
                </a:moveTo>
                <a:lnTo>
                  <a:pt x="134988" y="300062"/>
                </a:lnTo>
                <a:lnTo>
                  <a:pt x="228295" y="0"/>
                </a:lnTo>
                <a:lnTo>
                  <a:pt x="454621" y="0"/>
                </a:lnTo>
                <a:lnTo>
                  <a:pt x="454621" y="15481"/>
                </a:lnTo>
                <a:lnTo>
                  <a:pt x="242188" y="15481"/>
                </a:lnTo>
                <a:lnTo>
                  <a:pt x="154032" y="300062"/>
                </a:lnTo>
                <a:close/>
              </a:path>
              <a:path w="454659" h="332739">
                <a:moveTo>
                  <a:pt x="5943" y="232384"/>
                </a:moveTo>
                <a:lnTo>
                  <a:pt x="0" y="223418"/>
                </a:lnTo>
                <a:lnTo>
                  <a:pt x="52603" y="199771"/>
                </a:lnTo>
                <a:lnTo>
                  <a:pt x="70015" y="220967"/>
                </a:lnTo>
                <a:lnTo>
                  <a:pt x="32753" y="220967"/>
                </a:lnTo>
                <a:lnTo>
                  <a:pt x="5943" y="232384"/>
                </a:lnTo>
                <a:close/>
              </a:path>
              <a:path w="454659" h="332739">
                <a:moveTo>
                  <a:pt x="143929" y="332676"/>
                </a:moveTo>
                <a:lnTo>
                  <a:pt x="125069" y="332676"/>
                </a:lnTo>
                <a:lnTo>
                  <a:pt x="32753" y="220967"/>
                </a:lnTo>
                <a:lnTo>
                  <a:pt x="70015" y="220967"/>
                </a:lnTo>
                <a:lnTo>
                  <a:pt x="134988" y="300062"/>
                </a:lnTo>
                <a:lnTo>
                  <a:pt x="154032" y="300062"/>
                </a:lnTo>
                <a:lnTo>
                  <a:pt x="143929" y="3326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674533" y="4957736"/>
            <a:ext cx="514350" cy="0"/>
          </a:xfrm>
          <a:custGeom>
            <a:avLst/>
            <a:gdLst/>
            <a:ahLst/>
            <a:cxnLst/>
            <a:rect l="l" t="t" r="r" b="b"/>
            <a:pathLst>
              <a:path w="514350" h="0">
                <a:moveTo>
                  <a:pt x="0" y="0"/>
                </a:moveTo>
                <a:lnTo>
                  <a:pt x="514172" y="0"/>
                </a:lnTo>
              </a:path>
            </a:pathLst>
          </a:custGeom>
          <a:ln w="1717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942120" y="4938166"/>
            <a:ext cx="40005" cy="17145"/>
          </a:xfrm>
          <a:custGeom>
            <a:avLst/>
            <a:gdLst/>
            <a:ahLst/>
            <a:cxnLst/>
            <a:rect l="l" t="t" r="r" b="b"/>
            <a:pathLst>
              <a:path w="40004" h="17145">
                <a:moveTo>
                  <a:pt x="0" y="17119"/>
                </a:moveTo>
                <a:lnTo>
                  <a:pt x="39700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981820" y="4938166"/>
            <a:ext cx="91440" cy="122555"/>
          </a:xfrm>
          <a:custGeom>
            <a:avLst/>
            <a:gdLst/>
            <a:ahLst/>
            <a:cxnLst/>
            <a:rect l="l" t="t" r="r" b="b"/>
            <a:pathLst>
              <a:path w="91440" h="122554">
                <a:moveTo>
                  <a:pt x="0" y="0"/>
                </a:moveTo>
                <a:lnTo>
                  <a:pt x="91325" y="12230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9073146" y="4735131"/>
            <a:ext cx="101600" cy="325755"/>
          </a:xfrm>
          <a:custGeom>
            <a:avLst/>
            <a:gdLst/>
            <a:ahLst/>
            <a:cxnLst/>
            <a:rect l="l" t="t" r="r" b="b"/>
            <a:pathLst>
              <a:path w="101600" h="325754">
                <a:moveTo>
                  <a:pt x="0" y="325335"/>
                </a:moveTo>
                <a:lnTo>
                  <a:pt x="10124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9174391" y="4735131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 h="0">
                <a:moveTo>
                  <a:pt x="0" y="0"/>
                </a:moveTo>
                <a:lnTo>
                  <a:pt x="219367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939136" y="4727790"/>
            <a:ext cx="454659" cy="332740"/>
          </a:xfrm>
          <a:custGeom>
            <a:avLst/>
            <a:gdLst/>
            <a:ahLst/>
            <a:cxnLst/>
            <a:rect l="l" t="t" r="r" b="b"/>
            <a:pathLst>
              <a:path w="454659" h="332739">
                <a:moveTo>
                  <a:pt x="154033" y="300062"/>
                </a:moveTo>
                <a:lnTo>
                  <a:pt x="135000" y="300062"/>
                </a:lnTo>
                <a:lnTo>
                  <a:pt x="228307" y="0"/>
                </a:lnTo>
                <a:lnTo>
                  <a:pt x="454621" y="0"/>
                </a:lnTo>
                <a:lnTo>
                  <a:pt x="454621" y="15494"/>
                </a:lnTo>
                <a:lnTo>
                  <a:pt x="242201" y="15494"/>
                </a:lnTo>
                <a:lnTo>
                  <a:pt x="154033" y="300062"/>
                </a:lnTo>
                <a:close/>
              </a:path>
              <a:path w="454659" h="332739">
                <a:moveTo>
                  <a:pt x="5956" y="232384"/>
                </a:moveTo>
                <a:lnTo>
                  <a:pt x="0" y="223418"/>
                </a:lnTo>
                <a:lnTo>
                  <a:pt x="52616" y="199771"/>
                </a:lnTo>
                <a:lnTo>
                  <a:pt x="70027" y="220967"/>
                </a:lnTo>
                <a:lnTo>
                  <a:pt x="32753" y="220967"/>
                </a:lnTo>
                <a:lnTo>
                  <a:pt x="5956" y="232384"/>
                </a:lnTo>
                <a:close/>
              </a:path>
              <a:path w="454659" h="332739">
                <a:moveTo>
                  <a:pt x="143929" y="332676"/>
                </a:moveTo>
                <a:lnTo>
                  <a:pt x="125069" y="332676"/>
                </a:lnTo>
                <a:lnTo>
                  <a:pt x="32753" y="220967"/>
                </a:lnTo>
                <a:lnTo>
                  <a:pt x="70027" y="220967"/>
                </a:lnTo>
                <a:lnTo>
                  <a:pt x="135000" y="300062"/>
                </a:lnTo>
                <a:lnTo>
                  <a:pt x="154033" y="300062"/>
                </a:lnTo>
                <a:lnTo>
                  <a:pt x="143929" y="3326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6654575" y="4712017"/>
            <a:ext cx="3042920" cy="1115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6555">
              <a:lnSpc>
                <a:spcPts val="2530"/>
              </a:lnSpc>
              <a:spcBef>
                <a:spcPts val="105"/>
              </a:spcBef>
              <a:tabLst>
                <a:tab pos="715645" algn="l"/>
                <a:tab pos="1062990" algn="l"/>
                <a:tab pos="1635125" algn="l"/>
                <a:tab pos="2536190" algn="l"/>
              </a:tabLst>
            </a:pPr>
            <a:r>
              <a:rPr dirty="0" sz="2450" i="1">
                <a:solidFill>
                  <a:srgbClr val="FF0000"/>
                </a:solidFill>
                <a:latin typeface="Times New Roman"/>
                <a:cs typeface="Times New Roman"/>
              </a:rPr>
              <a:t>E	</a:t>
            </a:r>
            <a:r>
              <a:rPr dirty="0" sz="24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5147" sz="367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35147" sz="3675" spc="-427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sng" baseline="35714" sz="2100" spc="22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baseline="35714" sz="2100" spc="22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 spc="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135">
                <a:solidFill>
                  <a:srgbClr val="FF0000"/>
                </a:solidFill>
                <a:latin typeface="Times New Roman"/>
                <a:cs typeface="Times New Roman"/>
              </a:rPr>
              <a:t>10	</a:t>
            </a: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2450" spc="18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5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450">
              <a:latin typeface="Times New Roman"/>
              <a:cs typeface="Times New Roman"/>
            </a:endParaRPr>
          </a:p>
          <a:p>
            <a:pPr algn="ctr" marR="274955">
              <a:lnSpc>
                <a:spcPts val="2530"/>
              </a:lnSpc>
            </a:pP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900" spc="-885" b="1" i="1">
                <a:solidFill>
                  <a:srgbClr val="FF3300"/>
                </a:solidFill>
                <a:latin typeface="方正舒体"/>
                <a:cs typeface="方正舒体"/>
              </a:rPr>
              <a:t>R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正常发光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。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4340" y="970279"/>
            <a:ext cx="7535545" cy="22860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 marR="5080">
              <a:lnSpc>
                <a:spcPct val="96900"/>
              </a:lnSpc>
              <a:spcBef>
                <a:spcPts val="229"/>
              </a:spcBef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dirty="0" sz="3600" spc="85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如图所示，在匀强磁场中有一个矩形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导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线框可绕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OO</a:t>
            </a:r>
            <a:r>
              <a:rPr dirty="0" sz="28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′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轴转动，已知匀强磁场的磁感强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度 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800" spc="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3000" spc="10">
                <a:solidFill>
                  <a:srgbClr val="0000FF"/>
                </a:solidFill>
                <a:latin typeface="Times New Roman"/>
                <a:cs typeface="Times New Roman"/>
              </a:rPr>
              <a:t>10/</a:t>
            </a:r>
            <a:r>
              <a:rPr dirty="0" sz="3200" spc="10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sz="2800" spc="10" b="1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dirty="0" sz="2800" spc="10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线框的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ab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cd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边长为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20cm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bc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ad 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长均为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10cm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转速为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50r/s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线圈电阻不计，</a:t>
            </a:r>
            <a:r>
              <a:rPr dirty="0" sz="2800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为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小电珠。若从图示位置开始计时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4762"/>
                </a:moveTo>
                <a:lnTo>
                  <a:pt x="0" y="0"/>
                </a:lnTo>
                <a:lnTo>
                  <a:pt x="4762" y="0"/>
                </a:lnTo>
                <a:lnTo>
                  <a:pt x="0" y="4762"/>
                </a:lnTo>
                <a:close/>
              </a:path>
              <a:path w="12192000" h="6858000">
                <a:moveTo>
                  <a:pt x="12187237" y="6858000"/>
                </a:moveTo>
                <a:lnTo>
                  <a:pt x="4762" y="6858000"/>
                </a:lnTo>
                <a:lnTo>
                  <a:pt x="4762" y="0"/>
                </a:lnTo>
                <a:lnTo>
                  <a:pt x="12187237" y="0"/>
                </a:lnTo>
                <a:lnTo>
                  <a:pt x="12187237" y="6858000"/>
                </a:lnTo>
                <a:close/>
              </a:path>
              <a:path w="12192000" h="6858000">
                <a:moveTo>
                  <a:pt x="12192000" y="4762"/>
                </a:moveTo>
                <a:lnTo>
                  <a:pt x="12187237" y="0"/>
                </a:lnTo>
                <a:lnTo>
                  <a:pt x="12192000" y="0"/>
                </a:lnTo>
                <a:lnTo>
                  <a:pt x="12192000" y="4762"/>
                </a:lnTo>
                <a:close/>
              </a:path>
              <a:path w="12192000" h="6858000">
                <a:moveTo>
                  <a:pt x="4762" y="6853237"/>
                </a:moveTo>
                <a:lnTo>
                  <a:pt x="0" y="6853237"/>
                </a:lnTo>
                <a:lnTo>
                  <a:pt x="0" y="4762"/>
                </a:lnTo>
                <a:lnTo>
                  <a:pt x="4762" y="4762"/>
                </a:lnTo>
                <a:lnTo>
                  <a:pt x="4762" y="6853237"/>
                </a:lnTo>
                <a:close/>
              </a:path>
              <a:path w="12192000" h="6858000">
                <a:moveTo>
                  <a:pt x="12192000" y="6853237"/>
                </a:moveTo>
                <a:lnTo>
                  <a:pt x="12187237" y="6853237"/>
                </a:lnTo>
                <a:lnTo>
                  <a:pt x="12187237" y="4762"/>
                </a:lnTo>
                <a:lnTo>
                  <a:pt x="12192000" y="4762"/>
                </a:lnTo>
                <a:lnTo>
                  <a:pt x="12192000" y="6853237"/>
                </a:lnTo>
                <a:close/>
              </a:path>
              <a:path w="12192000" h="6858000">
                <a:moveTo>
                  <a:pt x="4762" y="6858000"/>
                </a:moveTo>
                <a:lnTo>
                  <a:pt x="0" y="6858000"/>
                </a:lnTo>
                <a:lnTo>
                  <a:pt x="0" y="6853237"/>
                </a:lnTo>
                <a:lnTo>
                  <a:pt x="4762" y="6858000"/>
                </a:lnTo>
                <a:close/>
              </a:path>
              <a:path w="12192000" h="6858000">
                <a:moveTo>
                  <a:pt x="12192000" y="6858000"/>
                </a:moveTo>
                <a:lnTo>
                  <a:pt x="12187237" y="6858000"/>
                </a:lnTo>
                <a:lnTo>
                  <a:pt x="12192000" y="6853237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3102" y="88264"/>
            <a:ext cx="733869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 spc="-3145">
                <a:solidFill>
                  <a:srgbClr val="C00000"/>
                </a:solidFill>
              </a:rPr>
              <a:t>例</a:t>
            </a:r>
            <a:r>
              <a:rPr dirty="0" baseline="13194" sz="6000" spc="-1297"/>
              <a:t>高</a:t>
            </a:r>
            <a:r>
              <a:rPr dirty="0" sz="3600" spc="-2745">
                <a:solidFill>
                  <a:srgbClr val="C00000"/>
                </a:solidFill>
              </a:rPr>
              <a:t>题</a:t>
            </a:r>
            <a:r>
              <a:rPr dirty="0" baseline="13194" sz="6000" spc="-1897"/>
              <a:t>中</a:t>
            </a:r>
            <a:r>
              <a:rPr dirty="0" sz="3600" spc="-540" i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dirty="0" baseline="13194" sz="6000" spc="-3854"/>
              <a:t>物</a:t>
            </a:r>
            <a:r>
              <a:rPr dirty="0" sz="2800" spc="-240">
                <a:solidFill>
                  <a:srgbClr val="0000CC"/>
                </a:solidFill>
              </a:rPr>
              <a:t>如</a:t>
            </a:r>
            <a:r>
              <a:rPr dirty="0" baseline="13194" sz="6000" spc="-5655"/>
              <a:t>理</a:t>
            </a:r>
            <a:r>
              <a:rPr dirty="0" sz="2800">
                <a:solidFill>
                  <a:srgbClr val="0000CC"/>
                </a:solidFill>
              </a:rPr>
              <a:t>图所示，在匀强磁场中有一个矩形</a:t>
            </a:r>
            <a:r>
              <a:rPr dirty="0" sz="2800" spc="-10">
                <a:solidFill>
                  <a:srgbClr val="0000CC"/>
                </a:solidFill>
              </a:rPr>
              <a:t>导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51919" y="777240"/>
            <a:ext cx="335280" cy="200025"/>
          </a:xfrm>
          <a:custGeom>
            <a:avLst/>
            <a:gdLst/>
            <a:ahLst/>
            <a:cxnLst/>
            <a:rect l="l" t="t" r="r" b="b"/>
            <a:pathLst>
              <a:path w="335279" h="200025">
                <a:moveTo>
                  <a:pt x="0" y="0"/>
                </a:moveTo>
                <a:lnTo>
                  <a:pt x="335279" y="0"/>
                </a:lnTo>
                <a:lnTo>
                  <a:pt x="335279" y="199644"/>
                </a:lnTo>
                <a:lnTo>
                  <a:pt x="0" y="199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47906" y="772502"/>
            <a:ext cx="344170" cy="209550"/>
          </a:xfrm>
          <a:custGeom>
            <a:avLst/>
            <a:gdLst/>
            <a:ahLst/>
            <a:cxnLst/>
            <a:rect l="l" t="t" r="r" b="b"/>
            <a:pathLst>
              <a:path w="344170" h="209550">
                <a:moveTo>
                  <a:pt x="344055" y="209257"/>
                </a:moveTo>
                <a:lnTo>
                  <a:pt x="0" y="209257"/>
                </a:lnTo>
                <a:lnTo>
                  <a:pt x="0" y="0"/>
                </a:lnTo>
                <a:lnTo>
                  <a:pt x="344055" y="0"/>
                </a:lnTo>
                <a:lnTo>
                  <a:pt x="34405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9732"/>
                </a:lnTo>
                <a:lnTo>
                  <a:pt x="4762" y="199732"/>
                </a:lnTo>
                <a:lnTo>
                  <a:pt x="9525" y="204495"/>
                </a:lnTo>
                <a:lnTo>
                  <a:pt x="344055" y="204495"/>
                </a:lnTo>
                <a:lnTo>
                  <a:pt x="344055" y="209257"/>
                </a:lnTo>
                <a:close/>
              </a:path>
              <a:path w="344170" h="209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09550">
                <a:moveTo>
                  <a:pt x="33453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30" y="4762"/>
                </a:lnTo>
                <a:lnTo>
                  <a:pt x="334530" y="9525"/>
                </a:lnTo>
                <a:close/>
              </a:path>
              <a:path w="344170" h="209550">
                <a:moveTo>
                  <a:pt x="334530" y="204495"/>
                </a:moveTo>
                <a:lnTo>
                  <a:pt x="334530" y="4762"/>
                </a:lnTo>
                <a:lnTo>
                  <a:pt x="339293" y="9525"/>
                </a:lnTo>
                <a:lnTo>
                  <a:pt x="344055" y="9525"/>
                </a:lnTo>
                <a:lnTo>
                  <a:pt x="344055" y="199732"/>
                </a:lnTo>
                <a:lnTo>
                  <a:pt x="339293" y="199732"/>
                </a:lnTo>
                <a:lnTo>
                  <a:pt x="334530" y="204495"/>
                </a:lnTo>
                <a:close/>
              </a:path>
              <a:path w="344170" h="209550">
                <a:moveTo>
                  <a:pt x="344055" y="9525"/>
                </a:moveTo>
                <a:lnTo>
                  <a:pt x="339293" y="9525"/>
                </a:lnTo>
                <a:lnTo>
                  <a:pt x="334530" y="4762"/>
                </a:lnTo>
                <a:lnTo>
                  <a:pt x="344055" y="4762"/>
                </a:lnTo>
                <a:lnTo>
                  <a:pt x="344055" y="9525"/>
                </a:lnTo>
                <a:close/>
              </a:path>
              <a:path w="344170" h="209550">
                <a:moveTo>
                  <a:pt x="9525" y="204495"/>
                </a:moveTo>
                <a:lnTo>
                  <a:pt x="4762" y="199732"/>
                </a:lnTo>
                <a:lnTo>
                  <a:pt x="9525" y="199732"/>
                </a:lnTo>
                <a:lnTo>
                  <a:pt x="9525" y="204495"/>
                </a:lnTo>
                <a:close/>
              </a:path>
              <a:path w="344170" h="209550">
                <a:moveTo>
                  <a:pt x="334530" y="204495"/>
                </a:moveTo>
                <a:lnTo>
                  <a:pt x="9525" y="204495"/>
                </a:lnTo>
                <a:lnTo>
                  <a:pt x="9525" y="199732"/>
                </a:lnTo>
                <a:lnTo>
                  <a:pt x="334530" y="199732"/>
                </a:lnTo>
                <a:lnTo>
                  <a:pt x="334530" y="204495"/>
                </a:lnTo>
                <a:close/>
              </a:path>
              <a:path w="344170" h="209550">
                <a:moveTo>
                  <a:pt x="344055" y="204495"/>
                </a:moveTo>
                <a:lnTo>
                  <a:pt x="334530" y="204495"/>
                </a:lnTo>
                <a:lnTo>
                  <a:pt x="339293" y="199732"/>
                </a:lnTo>
                <a:lnTo>
                  <a:pt x="344055" y="199732"/>
                </a:lnTo>
                <a:lnTo>
                  <a:pt x="344055" y="20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39969" y="696620"/>
            <a:ext cx="16065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68968" y="1632915"/>
            <a:ext cx="236270" cy="247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161030" y="1573542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27156" y="1625231"/>
            <a:ext cx="232537" cy="246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919218" y="1565859"/>
            <a:ext cx="11557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332976" y="592836"/>
            <a:ext cx="283845" cy="238125"/>
          </a:xfrm>
          <a:custGeom>
            <a:avLst/>
            <a:gdLst/>
            <a:ahLst/>
            <a:cxnLst/>
            <a:rect l="l" t="t" r="r" b="b"/>
            <a:pathLst>
              <a:path w="283845" h="238125">
                <a:moveTo>
                  <a:pt x="0" y="0"/>
                </a:moveTo>
                <a:lnTo>
                  <a:pt x="283464" y="0"/>
                </a:lnTo>
                <a:lnTo>
                  <a:pt x="283464" y="237744"/>
                </a:lnTo>
                <a:lnTo>
                  <a:pt x="0" y="2377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328810" y="588124"/>
            <a:ext cx="292100" cy="248285"/>
          </a:xfrm>
          <a:custGeom>
            <a:avLst/>
            <a:gdLst/>
            <a:ahLst/>
            <a:cxnLst/>
            <a:rect l="l" t="t" r="r" b="b"/>
            <a:pathLst>
              <a:path w="292100" h="248284">
                <a:moveTo>
                  <a:pt x="292023" y="247675"/>
                </a:moveTo>
                <a:lnTo>
                  <a:pt x="0" y="247675"/>
                </a:lnTo>
                <a:lnTo>
                  <a:pt x="0" y="0"/>
                </a:lnTo>
                <a:lnTo>
                  <a:pt x="292023" y="0"/>
                </a:lnTo>
                <a:lnTo>
                  <a:pt x="29202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38150"/>
                </a:lnTo>
                <a:lnTo>
                  <a:pt x="4762" y="238150"/>
                </a:lnTo>
                <a:lnTo>
                  <a:pt x="9525" y="242912"/>
                </a:lnTo>
                <a:lnTo>
                  <a:pt x="292023" y="242912"/>
                </a:lnTo>
                <a:lnTo>
                  <a:pt x="292023" y="247675"/>
                </a:lnTo>
                <a:close/>
              </a:path>
              <a:path w="292100" h="24828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2100" h="248284">
                <a:moveTo>
                  <a:pt x="28249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2498" y="4762"/>
                </a:lnTo>
                <a:lnTo>
                  <a:pt x="282498" y="9525"/>
                </a:lnTo>
                <a:close/>
              </a:path>
              <a:path w="292100" h="248284">
                <a:moveTo>
                  <a:pt x="282498" y="242912"/>
                </a:moveTo>
                <a:lnTo>
                  <a:pt x="282498" y="4762"/>
                </a:lnTo>
                <a:lnTo>
                  <a:pt x="287261" y="9525"/>
                </a:lnTo>
                <a:lnTo>
                  <a:pt x="292023" y="9525"/>
                </a:lnTo>
                <a:lnTo>
                  <a:pt x="292023" y="238150"/>
                </a:lnTo>
                <a:lnTo>
                  <a:pt x="287261" y="238150"/>
                </a:lnTo>
                <a:lnTo>
                  <a:pt x="282498" y="242912"/>
                </a:lnTo>
                <a:close/>
              </a:path>
              <a:path w="292100" h="248284">
                <a:moveTo>
                  <a:pt x="292023" y="9525"/>
                </a:moveTo>
                <a:lnTo>
                  <a:pt x="287261" y="9525"/>
                </a:lnTo>
                <a:lnTo>
                  <a:pt x="282498" y="4762"/>
                </a:lnTo>
                <a:lnTo>
                  <a:pt x="292023" y="4762"/>
                </a:lnTo>
                <a:lnTo>
                  <a:pt x="292023" y="9525"/>
                </a:lnTo>
                <a:close/>
              </a:path>
              <a:path w="292100" h="248284">
                <a:moveTo>
                  <a:pt x="9525" y="242912"/>
                </a:moveTo>
                <a:lnTo>
                  <a:pt x="4762" y="238150"/>
                </a:lnTo>
                <a:lnTo>
                  <a:pt x="9525" y="238150"/>
                </a:lnTo>
                <a:lnTo>
                  <a:pt x="9525" y="242912"/>
                </a:lnTo>
                <a:close/>
              </a:path>
              <a:path w="292100" h="248284">
                <a:moveTo>
                  <a:pt x="282498" y="242912"/>
                </a:moveTo>
                <a:lnTo>
                  <a:pt x="9525" y="242912"/>
                </a:lnTo>
                <a:lnTo>
                  <a:pt x="9525" y="238150"/>
                </a:lnTo>
                <a:lnTo>
                  <a:pt x="282498" y="238150"/>
                </a:lnTo>
                <a:lnTo>
                  <a:pt x="282498" y="242912"/>
                </a:lnTo>
                <a:close/>
              </a:path>
              <a:path w="292100" h="248284">
                <a:moveTo>
                  <a:pt x="292023" y="242912"/>
                </a:moveTo>
                <a:lnTo>
                  <a:pt x="282498" y="242912"/>
                </a:lnTo>
                <a:lnTo>
                  <a:pt x="287261" y="238150"/>
                </a:lnTo>
                <a:lnTo>
                  <a:pt x="292023" y="238150"/>
                </a:lnTo>
                <a:lnTo>
                  <a:pt x="292023" y="242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320872" y="512241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768583" y="630936"/>
            <a:ext cx="334010" cy="200025"/>
          </a:xfrm>
          <a:custGeom>
            <a:avLst/>
            <a:gdLst/>
            <a:ahLst/>
            <a:cxnLst/>
            <a:rect l="l" t="t" r="r" b="b"/>
            <a:pathLst>
              <a:path w="334009" h="200025">
                <a:moveTo>
                  <a:pt x="0" y="0"/>
                </a:moveTo>
                <a:lnTo>
                  <a:pt x="333755" y="0"/>
                </a:lnTo>
                <a:lnTo>
                  <a:pt x="333755" y="199644"/>
                </a:lnTo>
                <a:lnTo>
                  <a:pt x="0" y="199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763592" y="626529"/>
            <a:ext cx="344170" cy="209550"/>
          </a:xfrm>
          <a:custGeom>
            <a:avLst/>
            <a:gdLst/>
            <a:ahLst/>
            <a:cxnLst/>
            <a:rect l="l" t="t" r="r" b="b"/>
            <a:pathLst>
              <a:path w="344170" h="209550">
                <a:moveTo>
                  <a:pt x="344068" y="209270"/>
                </a:moveTo>
                <a:lnTo>
                  <a:pt x="0" y="209270"/>
                </a:lnTo>
                <a:lnTo>
                  <a:pt x="0" y="0"/>
                </a:lnTo>
                <a:lnTo>
                  <a:pt x="344068" y="0"/>
                </a:lnTo>
                <a:lnTo>
                  <a:pt x="34406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9745"/>
                </a:lnTo>
                <a:lnTo>
                  <a:pt x="4762" y="199745"/>
                </a:lnTo>
                <a:lnTo>
                  <a:pt x="9525" y="204508"/>
                </a:lnTo>
                <a:lnTo>
                  <a:pt x="344068" y="204508"/>
                </a:lnTo>
                <a:lnTo>
                  <a:pt x="344068" y="209270"/>
                </a:lnTo>
                <a:close/>
              </a:path>
              <a:path w="344170" h="209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09550">
                <a:moveTo>
                  <a:pt x="33454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43" y="4762"/>
                </a:lnTo>
                <a:lnTo>
                  <a:pt x="334543" y="9525"/>
                </a:lnTo>
                <a:close/>
              </a:path>
              <a:path w="344170" h="209550">
                <a:moveTo>
                  <a:pt x="334543" y="204508"/>
                </a:moveTo>
                <a:lnTo>
                  <a:pt x="334543" y="4762"/>
                </a:lnTo>
                <a:lnTo>
                  <a:pt x="339305" y="9525"/>
                </a:lnTo>
                <a:lnTo>
                  <a:pt x="344068" y="9525"/>
                </a:lnTo>
                <a:lnTo>
                  <a:pt x="344068" y="199745"/>
                </a:lnTo>
                <a:lnTo>
                  <a:pt x="339305" y="199745"/>
                </a:lnTo>
                <a:lnTo>
                  <a:pt x="334543" y="204508"/>
                </a:lnTo>
                <a:close/>
              </a:path>
              <a:path w="344170" h="209550">
                <a:moveTo>
                  <a:pt x="344068" y="9525"/>
                </a:moveTo>
                <a:lnTo>
                  <a:pt x="339305" y="9525"/>
                </a:lnTo>
                <a:lnTo>
                  <a:pt x="334543" y="4762"/>
                </a:lnTo>
                <a:lnTo>
                  <a:pt x="344068" y="4762"/>
                </a:lnTo>
                <a:lnTo>
                  <a:pt x="344068" y="9525"/>
                </a:lnTo>
                <a:close/>
              </a:path>
              <a:path w="344170" h="209550">
                <a:moveTo>
                  <a:pt x="9525" y="204508"/>
                </a:moveTo>
                <a:lnTo>
                  <a:pt x="4762" y="199745"/>
                </a:lnTo>
                <a:lnTo>
                  <a:pt x="9525" y="199745"/>
                </a:lnTo>
                <a:lnTo>
                  <a:pt x="9525" y="204508"/>
                </a:lnTo>
                <a:close/>
              </a:path>
              <a:path w="344170" h="209550">
                <a:moveTo>
                  <a:pt x="334543" y="204508"/>
                </a:moveTo>
                <a:lnTo>
                  <a:pt x="9525" y="204508"/>
                </a:lnTo>
                <a:lnTo>
                  <a:pt x="9525" y="199745"/>
                </a:lnTo>
                <a:lnTo>
                  <a:pt x="334543" y="199745"/>
                </a:lnTo>
                <a:lnTo>
                  <a:pt x="334543" y="204508"/>
                </a:lnTo>
                <a:close/>
              </a:path>
              <a:path w="344170" h="209550">
                <a:moveTo>
                  <a:pt x="344068" y="204508"/>
                </a:moveTo>
                <a:lnTo>
                  <a:pt x="334543" y="204508"/>
                </a:lnTo>
                <a:lnTo>
                  <a:pt x="339305" y="199745"/>
                </a:lnTo>
                <a:lnTo>
                  <a:pt x="344068" y="199745"/>
                </a:lnTo>
                <a:lnTo>
                  <a:pt x="344068" y="204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768355" y="550646"/>
            <a:ext cx="3340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865222" y="859408"/>
            <a:ext cx="2661920" cy="50800"/>
          </a:xfrm>
          <a:custGeom>
            <a:avLst/>
            <a:gdLst/>
            <a:ahLst/>
            <a:cxnLst/>
            <a:rect l="l" t="t" r="r" b="b"/>
            <a:pathLst>
              <a:path w="2661920" h="50800">
                <a:moveTo>
                  <a:pt x="2585224" y="50799"/>
                </a:moveTo>
                <a:lnTo>
                  <a:pt x="2585224" y="0"/>
                </a:lnTo>
                <a:lnTo>
                  <a:pt x="2632849" y="15874"/>
                </a:lnTo>
                <a:lnTo>
                  <a:pt x="2623324" y="15874"/>
                </a:lnTo>
                <a:lnTo>
                  <a:pt x="2623324" y="34924"/>
                </a:lnTo>
                <a:lnTo>
                  <a:pt x="2632849" y="34924"/>
                </a:lnTo>
                <a:lnTo>
                  <a:pt x="2585224" y="50799"/>
                </a:lnTo>
                <a:close/>
              </a:path>
              <a:path w="2661920" h="50800">
                <a:moveTo>
                  <a:pt x="2585224" y="34924"/>
                </a:moveTo>
                <a:lnTo>
                  <a:pt x="0" y="34924"/>
                </a:lnTo>
                <a:lnTo>
                  <a:pt x="0" y="15874"/>
                </a:lnTo>
                <a:lnTo>
                  <a:pt x="2585224" y="15874"/>
                </a:lnTo>
                <a:lnTo>
                  <a:pt x="2585224" y="34924"/>
                </a:lnTo>
                <a:close/>
              </a:path>
              <a:path w="2661920" h="50800">
                <a:moveTo>
                  <a:pt x="2632849" y="34924"/>
                </a:moveTo>
                <a:lnTo>
                  <a:pt x="2623324" y="34924"/>
                </a:lnTo>
                <a:lnTo>
                  <a:pt x="2623324" y="15874"/>
                </a:lnTo>
                <a:lnTo>
                  <a:pt x="2632849" y="15874"/>
                </a:lnTo>
                <a:lnTo>
                  <a:pt x="2661424" y="25399"/>
                </a:lnTo>
                <a:lnTo>
                  <a:pt x="2632849" y="34924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839200" y="1915731"/>
            <a:ext cx="2661920" cy="50800"/>
          </a:xfrm>
          <a:custGeom>
            <a:avLst/>
            <a:gdLst/>
            <a:ahLst/>
            <a:cxnLst/>
            <a:rect l="l" t="t" r="r" b="b"/>
            <a:pathLst>
              <a:path w="2661920" h="50800">
                <a:moveTo>
                  <a:pt x="2585224" y="50799"/>
                </a:moveTo>
                <a:lnTo>
                  <a:pt x="2585224" y="0"/>
                </a:lnTo>
                <a:lnTo>
                  <a:pt x="2647137" y="20637"/>
                </a:lnTo>
                <a:lnTo>
                  <a:pt x="2623324" y="20637"/>
                </a:lnTo>
                <a:lnTo>
                  <a:pt x="2623324" y="30162"/>
                </a:lnTo>
                <a:lnTo>
                  <a:pt x="2647137" y="30162"/>
                </a:lnTo>
                <a:lnTo>
                  <a:pt x="2585224" y="50799"/>
                </a:lnTo>
                <a:close/>
              </a:path>
              <a:path w="2661920" h="50800">
                <a:moveTo>
                  <a:pt x="2585224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2585224" y="20637"/>
                </a:lnTo>
                <a:lnTo>
                  <a:pt x="2585224" y="30162"/>
                </a:lnTo>
                <a:close/>
              </a:path>
              <a:path w="2661920" h="50800">
                <a:moveTo>
                  <a:pt x="2647137" y="30162"/>
                </a:moveTo>
                <a:lnTo>
                  <a:pt x="2623324" y="30162"/>
                </a:lnTo>
                <a:lnTo>
                  <a:pt x="2623324" y="20637"/>
                </a:lnTo>
                <a:lnTo>
                  <a:pt x="2647137" y="20637"/>
                </a:lnTo>
                <a:lnTo>
                  <a:pt x="2661424" y="25399"/>
                </a:lnTo>
                <a:lnTo>
                  <a:pt x="2647137" y="30162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861804" y="304800"/>
            <a:ext cx="1007744" cy="265430"/>
          </a:xfrm>
          <a:custGeom>
            <a:avLst/>
            <a:gdLst/>
            <a:ahLst/>
            <a:cxnLst/>
            <a:rect l="l" t="t" r="r" b="b"/>
            <a:pathLst>
              <a:path w="1007745" h="265430">
                <a:moveTo>
                  <a:pt x="0" y="0"/>
                </a:moveTo>
                <a:lnTo>
                  <a:pt x="1007363" y="0"/>
                </a:lnTo>
                <a:lnTo>
                  <a:pt x="1007363" y="265175"/>
                </a:lnTo>
                <a:lnTo>
                  <a:pt x="0" y="265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856634" y="300037"/>
            <a:ext cx="1017269" cy="274955"/>
          </a:xfrm>
          <a:custGeom>
            <a:avLst/>
            <a:gdLst/>
            <a:ahLst/>
            <a:cxnLst/>
            <a:rect l="l" t="t" r="r" b="b"/>
            <a:pathLst>
              <a:path w="1017270" h="274955">
                <a:moveTo>
                  <a:pt x="1016850" y="274561"/>
                </a:moveTo>
                <a:lnTo>
                  <a:pt x="0" y="274561"/>
                </a:lnTo>
                <a:lnTo>
                  <a:pt x="0" y="0"/>
                </a:lnTo>
                <a:lnTo>
                  <a:pt x="1016850" y="0"/>
                </a:lnTo>
                <a:lnTo>
                  <a:pt x="10168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5036"/>
                </a:lnTo>
                <a:lnTo>
                  <a:pt x="4762" y="265036"/>
                </a:lnTo>
                <a:lnTo>
                  <a:pt x="9525" y="269798"/>
                </a:lnTo>
                <a:lnTo>
                  <a:pt x="1016850" y="269798"/>
                </a:lnTo>
                <a:lnTo>
                  <a:pt x="1016850" y="274561"/>
                </a:lnTo>
                <a:close/>
              </a:path>
              <a:path w="1017270" h="27495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17270" h="274955">
                <a:moveTo>
                  <a:pt x="10073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07325" y="4762"/>
                </a:lnTo>
                <a:lnTo>
                  <a:pt x="1007325" y="9525"/>
                </a:lnTo>
                <a:close/>
              </a:path>
              <a:path w="1017270" h="274955">
                <a:moveTo>
                  <a:pt x="1007325" y="269798"/>
                </a:moveTo>
                <a:lnTo>
                  <a:pt x="1007325" y="4762"/>
                </a:lnTo>
                <a:lnTo>
                  <a:pt x="1012088" y="9525"/>
                </a:lnTo>
                <a:lnTo>
                  <a:pt x="1016850" y="9525"/>
                </a:lnTo>
                <a:lnTo>
                  <a:pt x="1016850" y="265036"/>
                </a:lnTo>
                <a:lnTo>
                  <a:pt x="1012088" y="265036"/>
                </a:lnTo>
                <a:lnTo>
                  <a:pt x="1007325" y="269798"/>
                </a:lnTo>
                <a:close/>
              </a:path>
              <a:path w="1017270" h="274955">
                <a:moveTo>
                  <a:pt x="1016850" y="9525"/>
                </a:moveTo>
                <a:lnTo>
                  <a:pt x="1012088" y="9525"/>
                </a:lnTo>
                <a:lnTo>
                  <a:pt x="1007325" y="4762"/>
                </a:lnTo>
                <a:lnTo>
                  <a:pt x="1016850" y="4762"/>
                </a:lnTo>
                <a:lnTo>
                  <a:pt x="1016850" y="9525"/>
                </a:lnTo>
                <a:close/>
              </a:path>
              <a:path w="1017270" h="274955">
                <a:moveTo>
                  <a:pt x="9525" y="269798"/>
                </a:moveTo>
                <a:lnTo>
                  <a:pt x="4762" y="265036"/>
                </a:lnTo>
                <a:lnTo>
                  <a:pt x="9525" y="265036"/>
                </a:lnTo>
                <a:lnTo>
                  <a:pt x="9525" y="269798"/>
                </a:lnTo>
                <a:close/>
              </a:path>
              <a:path w="1017270" h="274955">
                <a:moveTo>
                  <a:pt x="1007325" y="269798"/>
                </a:moveTo>
                <a:lnTo>
                  <a:pt x="9525" y="269798"/>
                </a:lnTo>
                <a:lnTo>
                  <a:pt x="9525" y="265036"/>
                </a:lnTo>
                <a:lnTo>
                  <a:pt x="1007325" y="265036"/>
                </a:lnTo>
                <a:lnTo>
                  <a:pt x="1007325" y="269798"/>
                </a:lnTo>
                <a:close/>
              </a:path>
              <a:path w="1017270" h="274955">
                <a:moveTo>
                  <a:pt x="1016850" y="269798"/>
                </a:moveTo>
                <a:lnTo>
                  <a:pt x="1007325" y="269798"/>
                </a:lnTo>
                <a:lnTo>
                  <a:pt x="1012088" y="265036"/>
                </a:lnTo>
                <a:lnTo>
                  <a:pt x="1016850" y="265036"/>
                </a:lnTo>
                <a:lnTo>
                  <a:pt x="1016850" y="2697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861397" y="233679"/>
            <a:ext cx="1008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 i="1">
                <a:latin typeface="Times New Roman"/>
                <a:cs typeface="Times New Roman"/>
              </a:rPr>
              <a:t>O’</a:t>
            </a:r>
            <a:r>
              <a:rPr dirty="0" sz="1600" spc="-180" b="1" i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ω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05530" y="602615"/>
            <a:ext cx="850900" cy="223520"/>
          </a:xfrm>
          <a:custGeom>
            <a:avLst/>
            <a:gdLst/>
            <a:ahLst/>
            <a:cxnLst/>
            <a:rect l="l" t="t" r="r" b="b"/>
            <a:pathLst>
              <a:path w="850900" h="223519">
                <a:moveTo>
                  <a:pt x="573531" y="49530"/>
                </a:moveTo>
                <a:lnTo>
                  <a:pt x="500468" y="16510"/>
                </a:lnTo>
                <a:lnTo>
                  <a:pt x="578929" y="0"/>
                </a:lnTo>
                <a:lnTo>
                  <a:pt x="577407" y="13970"/>
                </a:lnTo>
                <a:lnTo>
                  <a:pt x="538987" y="13970"/>
                </a:lnTo>
                <a:lnTo>
                  <a:pt x="537705" y="26670"/>
                </a:lnTo>
                <a:lnTo>
                  <a:pt x="575611" y="30447"/>
                </a:lnTo>
                <a:lnTo>
                  <a:pt x="573531" y="49530"/>
                </a:lnTo>
                <a:close/>
              </a:path>
              <a:path w="850900" h="223519">
                <a:moveTo>
                  <a:pt x="575611" y="30447"/>
                </a:moveTo>
                <a:lnTo>
                  <a:pt x="537705" y="26670"/>
                </a:lnTo>
                <a:lnTo>
                  <a:pt x="538987" y="13970"/>
                </a:lnTo>
                <a:lnTo>
                  <a:pt x="576994" y="17756"/>
                </a:lnTo>
                <a:lnTo>
                  <a:pt x="575611" y="30447"/>
                </a:lnTo>
                <a:close/>
              </a:path>
              <a:path w="850900" h="223519">
                <a:moveTo>
                  <a:pt x="576994" y="17756"/>
                </a:moveTo>
                <a:lnTo>
                  <a:pt x="538987" y="13970"/>
                </a:lnTo>
                <a:lnTo>
                  <a:pt x="577407" y="13970"/>
                </a:lnTo>
                <a:lnTo>
                  <a:pt x="576994" y="17756"/>
                </a:lnTo>
                <a:close/>
              </a:path>
              <a:path w="850900" h="223519">
                <a:moveTo>
                  <a:pt x="801585" y="67310"/>
                </a:moveTo>
                <a:lnTo>
                  <a:pt x="796645" y="64770"/>
                </a:lnTo>
                <a:lnTo>
                  <a:pt x="796975" y="64770"/>
                </a:lnTo>
                <a:lnTo>
                  <a:pt x="791565" y="62230"/>
                </a:lnTo>
                <a:lnTo>
                  <a:pt x="791870" y="62230"/>
                </a:lnTo>
                <a:lnTo>
                  <a:pt x="785749" y="60960"/>
                </a:lnTo>
                <a:lnTo>
                  <a:pt x="786002" y="60960"/>
                </a:lnTo>
                <a:lnTo>
                  <a:pt x="779208" y="58420"/>
                </a:lnTo>
                <a:lnTo>
                  <a:pt x="779411" y="58420"/>
                </a:lnTo>
                <a:lnTo>
                  <a:pt x="771994" y="57150"/>
                </a:lnTo>
                <a:lnTo>
                  <a:pt x="772159" y="57150"/>
                </a:lnTo>
                <a:lnTo>
                  <a:pt x="764184" y="54610"/>
                </a:lnTo>
                <a:lnTo>
                  <a:pt x="764311" y="54610"/>
                </a:lnTo>
                <a:lnTo>
                  <a:pt x="755802" y="53340"/>
                </a:lnTo>
                <a:lnTo>
                  <a:pt x="746925" y="50800"/>
                </a:lnTo>
                <a:lnTo>
                  <a:pt x="737590" y="49530"/>
                </a:lnTo>
                <a:lnTo>
                  <a:pt x="717727" y="46990"/>
                </a:lnTo>
                <a:lnTo>
                  <a:pt x="696671" y="43180"/>
                </a:lnTo>
                <a:lnTo>
                  <a:pt x="674751" y="40640"/>
                </a:lnTo>
                <a:lnTo>
                  <a:pt x="652348" y="38100"/>
                </a:lnTo>
                <a:lnTo>
                  <a:pt x="575611" y="30447"/>
                </a:lnTo>
                <a:lnTo>
                  <a:pt x="576994" y="17756"/>
                </a:lnTo>
                <a:lnTo>
                  <a:pt x="653707" y="25400"/>
                </a:lnTo>
                <a:lnTo>
                  <a:pt x="676313" y="27940"/>
                </a:lnTo>
                <a:lnTo>
                  <a:pt x="698411" y="31750"/>
                </a:lnTo>
                <a:lnTo>
                  <a:pt x="739800" y="36830"/>
                </a:lnTo>
                <a:lnTo>
                  <a:pt x="749325" y="39370"/>
                </a:lnTo>
                <a:lnTo>
                  <a:pt x="767067" y="41910"/>
                </a:lnTo>
                <a:lnTo>
                  <a:pt x="775207" y="44450"/>
                </a:lnTo>
                <a:lnTo>
                  <a:pt x="782802" y="46990"/>
                </a:lnTo>
                <a:lnTo>
                  <a:pt x="789838" y="48260"/>
                </a:lnTo>
                <a:lnTo>
                  <a:pt x="796264" y="50800"/>
                </a:lnTo>
                <a:lnTo>
                  <a:pt x="823658" y="66040"/>
                </a:lnTo>
                <a:lnTo>
                  <a:pt x="801293" y="66040"/>
                </a:lnTo>
                <a:lnTo>
                  <a:pt x="801585" y="67310"/>
                </a:lnTo>
                <a:close/>
              </a:path>
              <a:path w="850900" h="223519">
                <a:moveTo>
                  <a:pt x="12865" y="120650"/>
                </a:moveTo>
                <a:lnTo>
                  <a:pt x="0" y="120650"/>
                </a:lnTo>
                <a:lnTo>
                  <a:pt x="38" y="116840"/>
                </a:lnTo>
                <a:lnTo>
                  <a:pt x="101" y="115570"/>
                </a:lnTo>
                <a:lnTo>
                  <a:pt x="342" y="114300"/>
                </a:lnTo>
                <a:lnTo>
                  <a:pt x="507" y="113030"/>
                </a:lnTo>
                <a:lnTo>
                  <a:pt x="1422" y="110490"/>
                </a:lnTo>
                <a:lnTo>
                  <a:pt x="1727" y="109220"/>
                </a:lnTo>
                <a:lnTo>
                  <a:pt x="3162" y="106680"/>
                </a:lnTo>
                <a:lnTo>
                  <a:pt x="3492" y="105410"/>
                </a:lnTo>
                <a:lnTo>
                  <a:pt x="5384" y="101600"/>
                </a:lnTo>
                <a:lnTo>
                  <a:pt x="5714" y="101600"/>
                </a:lnTo>
                <a:lnTo>
                  <a:pt x="8000" y="99060"/>
                </a:lnTo>
                <a:lnTo>
                  <a:pt x="11163" y="95250"/>
                </a:lnTo>
                <a:lnTo>
                  <a:pt x="14287" y="91440"/>
                </a:lnTo>
                <a:lnTo>
                  <a:pt x="17652" y="87630"/>
                </a:lnTo>
                <a:lnTo>
                  <a:pt x="24574" y="82550"/>
                </a:lnTo>
                <a:lnTo>
                  <a:pt x="31813" y="76200"/>
                </a:lnTo>
                <a:lnTo>
                  <a:pt x="35674" y="73660"/>
                </a:lnTo>
                <a:lnTo>
                  <a:pt x="36067" y="73660"/>
                </a:lnTo>
                <a:lnTo>
                  <a:pt x="40652" y="69850"/>
                </a:lnTo>
                <a:lnTo>
                  <a:pt x="46367" y="67310"/>
                </a:lnTo>
                <a:lnTo>
                  <a:pt x="52311" y="64770"/>
                </a:lnTo>
                <a:lnTo>
                  <a:pt x="65024" y="58420"/>
                </a:lnTo>
                <a:lnTo>
                  <a:pt x="78371" y="53340"/>
                </a:lnTo>
                <a:lnTo>
                  <a:pt x="103276" y="43180"/>
                </a:lnTo>
                <a:lnTo>
                  <a:pt x="113220" y="39370"/>
                </a:lnTo>
                <a:lnTo>
                  <a:pt x="113055" y="39370"/>
                </a:lnTo>
                <a:lnTo>
                  <a:pt x="120129" y="36830"/>
                </a:lnTo>
                <a:lnTo>
                  <a:pt x="124942" y="48260"/>
                </a:lnTo>
                <a:lnTo>
                  <a:pt x="117716" y="52070"/>
                </a:lnTo>
                <a:lnTo>
                  <a:pt x="107784" y="55880"/>
                </a:lnTo>
                <a:lnTo>
                  <a:pt x="82880" y="64770"/>
                </a:lnTo>
                <a:lnTo>
                  <a:pt x="83032" y="64770"/>
                </a:lnTo>
                <a:lnTo>
                  <a:pt x="69850" y="69850"/>
                </a:lnTo>
                <a:lnTo>
                  <a:pt x="70053" y="69850"/>
                </a:lnTo>
                <a:lnTo>
                  <a:pt x="57543" y="76200"/>
                </a:lnTo>
                <a:lnTo>
                  <a:pt x="57784" y="76200"/>
                </a:lnTo>
                <a:lnTo>
                  <a:pt x="52070" y="78740"/>
                </a:lnTo>
                <a:lnTo>
                  <a:pt x="52285" y="78740"/>
                </a:lnTo>
                <a:lnTo>
                  <a:pt x="47078" y="81280"/>
                </a:lnTo>
                <a:lnTo>
                  <a:pt x="47371" y="81280"/>
                </a:lnTo>
                <a:lnTo>
                  <a:pt x="42773" y="83820"/>
                </a:lnTo>
                <a:lnTo>
                  <a:pt x="43167" y="83820"/>
                </a:lnTo>
                <a:lnTo>
                  <a:pt x="39306" y="86360"/>
                </a:lnTo>
                <a:lnTo>
                  <a:pt x="39585" y="86360"/>
                </a:lnTo>
                <a:lnTo>
                  <a:pt x="32626" y="91440"/>
                </a:lnTo>
                <a:lnTo>
                  <a:pt x="32791" y="91440"/>
                </a:lnTo>
                <a:lnTo>
                  <a:pt x="26047" y="97790"/>
                </a:lnTo>
                <a:lnTo>
                  <a:pt x="26263" y="97790"/>
                </a:lnTo>
                <a:lnTo>
                  <a:pt x="23113" y="100330"/>
                </a:lnTo>
                <a:lnTo>
                  <a:pt x="23317" y="100330"/>
                </a:lnTo>
                <a:lnTo>
                  <a:pt x="21369" y="102870"/>
                </a:lnTo>
                <a:lnTo>
                  <a:pt x="20637" y="102870"/>
                </a:lnTo>
                <a:lnTo>
                  <a:pt x="18884" y="105410"/>
                </a:lnTo>
                <a:lnTo>
                  <a:pt x="18287" y="105410"/>
                </a:lnTo>
                <a:lnTo>
                  <a:pt x="16001" y="109220"/>
                </a:lnTo>
                <a:lnTo>
                  <a:pt x="16319" y="109220"/>
                </a:lnTo>
                <a:lnTo>
                  <a:pt x="14439" y="111760"/>
                </a:lnTo>
                <a:lnTo>
                  <a:pt x="14770" y="111760"/>
                </a:lnTo>
                <a:lnTo>
                  <a:pt x="14058" y="113030"/>
                </a:lnTo>
                <a:lnTo>
                  <a:pt x="13652" y="113030"/>
                </a:lnTo>
                <a:lnTo>
                  <a:pt x="13042" y="115570"/>
                </a:lnTo>
                <a:lnTo>
                  <a:pt x="12903" y="115570"/>
                </a:lnTo>
                <a:lnTo>
                  <a:pt x="12777" y="116533"/>
                </a:lnTo>
                <a:lnTo>
                  <a:pt x="12712" y="116840"/>
                </a:lnTo>
                <a:lnTo>
                  <a:pt x="12623" y="118110"/>
                </a:lnTo>
                <a:lnTo>
                  <a:pt x="12636" y="119380"/>
                </a:lnTo>
                <a:lnTo>
                  <a:pt x="12865" y="120650"/>
                </a:lnTo>
                <a:close/>
              </a:path>
              <a:path w="850900" h="223519">
                <a:moveTo>
                  <a:pt x="823112" y="82550"/>
                </a:moveTo>
                <a:lnTo>
                  <a:pt x="819962" y="78740"/>
                </a:lnTo>
                <a:lnTo>
                  <a:pt x="820254" y="78740"/>
                </a:lnTo>
                <a:lnTo>
                  <a:pt x="816825" y="76200"/>
                </a:lnTo>
                <a:lnTo>
                  <a:pt x="817105" y="76200"/>
                </a:lnTo>
                <a:lnTo>
                  <a:pt x="813384" y="73660"/>
                </a:lnTo>
                <a:lnTo>
                  <a:pt x="813676" y="73660"/>
                </a:lnTo>
                <a:lnTo>
                  <a:pt x="809663" y="71120"/>
                </a:lnTo>
                <a:lnTo>
                  <a:pt x="809955" y="71120"/>
                </a:lnTo>
                <a:lnTo>
                  <a:pt x="805624" y="68580"/>
                </a:lnTo>
                <a:lnTo>
                  <a:pt x="805916" y="68580"/>
                </a:lnTo>
                <a:lnTo>
                  <a:pt x="801293" y="66040"/>
                </a:lnTo>
                <a:lnTo>
                  <a:pt x="823658" y="66040"/>
                </a:lnTo>
                <a:lnTo>
                  <a:pt x="825093" y="67310"/>
                </a:lnTo>
                <a:lnTo>
                  <a:pt x="828814" y="69850"/>
                </a:lnTo>
                <a:lnTo>
                  <a:pt x="831951" y="73660"/>
                </a:lnTo>
                <a:lnTo>
                  <a:pt x="835342" y="76200"/>
                </a:lnTo>
                <a:lnTo>
                  <a:pt x="838174" y="80010"/>
                </a:lnTo>
                <a:lnTo>
                  <a:pt x="838932" y="81280"/>
                </a:lnTo>
                <a:lnTo>
                  <a:pt x="822832" y="81280"/>
                </a:lnTo>
                <a:lnTo>
                  <a:pt x="823112" y="82550"/>
                </a:lnTo>
                <a:close/>
              </a:path>
              <a:path w="850900" h="223519">
                <a:moveTo>
                  <a:pt x="830046" y="91440"/>
                </a:moveTo>
                <a:lnTo>
                  <a:pt x="827747" y="87630"/>
                </a:lnTo>
                <a:lnTo>
                  <a:pt x="828001" y="87630"/>
                </a:lnTo>
                <a:lnTo>
                  <a:pt x="825423" y="85090"/>
                </a:lnTo>
                <a:lnTo>
                  <a:pt x="825690" y="85090"/>
                </a:lnTo>
                <a:lnTo>
                  <a:pt x="822832" y="81280"/>
                </a:lnTo>
                <a:lnTo>
                  <a:pt x="838932" y="81280"/>
                </a:lnTo>
                <a:lnTo>
                  <a:pt x="842721" y="87630"/>
                </a:lnTo>
                <a:lnTo>
                  <a:pt x="844152" y="90170"/>
                </a:lnTo>
                <a:lnTo>
                  <a:pt x="829817" y="90170"/>
                </a:lnTo>
                <a:lnTo>
                  <a:pt x="830046" y="91440"/>
                </a:lnTo>
                <a:close/>
              </a:path>
              <a:path w="850900" h="223519">
                <a:moveTo>
                  <a:pt x="834682" y="100330"/>
                </a:moveTo>
                <a:lnTo>
                  <a:pt x="833196" y="96520"/>
                </a:lnTo>
                <a:lnTo>
                  <a:pt x="833386" y="96520"/>
                </a:lnTo>
                <a:lnTo>
                  <a:pt x="831634" y="93980"/>
                </a:lnTo>
                <a:lnTo>
                  <a:pt x="831837" y="93980"/>
                </a:lnTo>
                <a:lnTo>
                  <a:pt x="829817" y="90170"/>
                </a:lnTo>
                <a:lnTo>
                  <a:pt x="844152" y="90170"/>
                </a:lnTo>
                <a:lnTo>
                  <a:pt x="844867" y="91440"/>
                </a:lnTo>
                <a:lnTo>
                  <a:pt x="847864" y="99060"/>
                </a:lnTo>
                <a:lnTo>
                  <a:pt x="834516" y="99060"/>
                </a:lnTo>
                <a:lnTo>
                  <a:pt x="834682" y="100330"/>
                </a:lnTo>
                <a:close/>
              </a:path>
              <a:path w="850900" h="223519">
                <a:moveTo>
                  <a:pt x="848829" y="102870"/>
                </a:moveTo>
                <a:lnTo>
                  <a:pt x="835748" y="102870"/>
                </a:lnTo>
                <a:lnTo>
                  <a:pt x="834516" y="99060"/>
                </a:lnTo>
                <a:lnTo>
                  <a:pt x="847864" y="99060"/>
                </a:lnTo>
                <a:lnTo>
                  <a:pt x="848829" y="102870"/>
                </a:lnTo>
                <a:close/>
              </a:path>
              <a:path w="850900" h="223519">
                <a:moveTo>
                  <a:pt x="20396" y="104140"/>
                </a:moveTo>
                <a:lnTo>
                  <a:pt x="20637" y="102870"/>
                </a:lnTo>
                <a:lnTo>
                  <a:pt x="21369" y="102870"/>
                </a:lnTo>
                <a:lnTo>
                  <a:pt x="20396" y="104140"/>
                </a:lnTo>
                <a:close/>
              </a:path>
              <a:path w="850900" h="223519">
                <a:moveTo>
                  <a:pt x="836574" y="106680"/>
                </a:moveTo>
                <a:lnTo>
                  <a:pt x="835609" y="102870"/>
                </a:lnTo>
                <a:lnTo>
                  <a:pt x="848931" y="102870"/>
                </a:lnTo>
                <a:lnTo>
                  <a:pt x="849447" y="105410"/>
                </a:lnTo>
                <a:lnTo>
                  <a:pt x="836472" y="105410"/>
                </a:lnTo>
                <a:lnTo>
                  <a:pt x="836574" y="106680"/>
                </a:lnTo>
                <a:close/>
              </a:path>
              <a:path w="850900" h="223519">
                <a:moveTo>
                  <a:pt x="18008" y="106680"/>
                </a:moveTo>
                <a:lnTo>
                  <a:pt x="18287" y="105410"/>
                </a:lnTo>
                <a:lnTo>
                  <a:pt x="18884" y="105410"/>
                </a:lnTo>
                <a:lnTo>
                  <a:pt x="18008" y="106680"/>
                </a:lnTo>
                <a:close/>
              </a:path>
              <a:path w="850900" h="223519">
                <a:moveTo>
                  <a:pt x="850087" y="121920"/>
                </a:moveTo>
                <a:lnTo>
                  <a:pt x="837425" y="121920"/>
                </a:lnTo>
                <a:lnTo>
                  <a:pt x="837704" y="118110"/>
                </a:lnTo>
                <a:lnTo>
                  <a:pt x="837717" y="115570"/>
                </a:lnTo>
                <a:lnTo>
                  <a:pt x="837526" y="111760"/>
                </a:lnTo>
                <a:lnTo>
                  <a:pt x="837107" y="109220"/>
                </a:lnTo>
                <a:lnTo>
                  <a:pt x="836472" y="105410"/>
                </a:lnTo>
                <a:lnTo>
                  <a:pt x="849447" y="105410"/>
                </a:lnTo>
                <a:lnTo>
                  <a:pt x="849706" y="106680"/>
                </a:lnTo>
                <a:lnTo>
                  <a:pt x="850163" y="110490"/>
                </a:lnTo>
                <a:lnTo>
                  <a:pt x="850290" y="113030"/>
                </a:lnTo>
                <a:lnTo>
                  <a:pt x="850366" y="119380"/>
                </a:lnTo>
                <a:lnTo>
                  <a:pt x="850087" y="121920"/>
                </a:lnTo>
                <a:close/>
              </a:path>
              <a:path w="850900" h="223519">
                <a:moveTo>
                  <a:pt x="13347" y="114300"/>
                </a:moveTo>
                <a:lnTo>
                  <a:pt x="13652" y="113030"/>
                </a:lnTo>
                <a:lnTo>
                  <a:pt x="14058" y="113030"/>
                </a:lnTo>
                <a:lnTo>
                  <a:pt x="13347" y="114300"/>
                </a:lnTo>
                <a:close/>
              </a:path>
              <a:path w="850900" h="223519">
                <a:moveTo>
                  <a:pt x="12738" y="116840"/>
                </a:moveTo>
                <a:lnTo>
                  <a:pt x="12903" y="115570"/>
                </a:lnTo>
                <a:lnTo>
                  <a:pt x="12811" y="116533"/>
                </a:lnTo>
                <a:lnTo>
                  <a:pt x="12738" y="116840"/>
                </a:lnTo>
                <a:close/>
              </a:path>
              <a:path w="850900" h="223519">
                <a:moveTo>
                  <a:pt x="12811" y="116533"/>
                </a:moveTo>
                <a:lnTo>
                  <a:pt x="12903" y="115570"/>
                </a:lnTo>
                <a:lnTo>
                  <a:pt x="13042" y="115570"/>
                </a:lnTo>
                <a:lnTo>
                  <a:pt x="12811" y="116533"/>
                </a:lnTo>
                <a:close/>
              </a:path>
              <a:path w="850900" h="223519">
                <a:moveTo>
                  <a:pt x="12782" y="116840"/>
                </a:moveTo>
                <a:lnTo>
                  <a:pt x="12811" y="116533"/>
                </a:lnTo>
                <a:lnTo>
                  <a:pt x="12782" y="116840"/>
                </a:lnTo>
                <a:close/>
              </a:path>
              <a:path w="850900" h="223519">
                <a:moveTo>
                  <a:pt x="12671" y="118004"/>
                </a:moveTo>
                <a:lnTo>
                  <a:pt x="12712" y="116840"/>
                </a:lnTo>
                <a:lnTo>
                  <a:pt x="12671" y="118004"/>
                </a:lnTo>
                <a:close/>
              </a:path>
              <a:path w="850900" h="223519">
                <a:moveTo>
                  <a:pt x="12668" y="118110"/>
                </a:moveTo>
                <a:close/>
              </a:path>
              <a:path w="850900" h="223519">
                <a:moveTo>
                  <a:pt x="12651" y="118577"/>
                </a:moveTo>
                <a:lnTo>
                  <a:pt x="12623" y="118110"/>
                </a:lnTo>
                <a:lnTo>
                  <a:pt x="12651" y="118577"/>
                </a:lnTo>
                <a:close/>
              </a:path>
              <a:path w="850900" h="223519">
                <a:moveTo>
                  <a:pt x="12700" y="119380"/>
                </a:moveTo>
                <a:lnTo>
                  <a:pt x="12651" y="118577"/>
                </a:lnTo>
                <a:lnTo>
                  <a:pt x="12700" y="119380"/>
                </a:lnTo>
                <a:close/>
              </a:path>
              <a:path w="850900" h="223519">
                <a:moveTo>
                  <a:pt x="13563" y="123190"/>
                </a:moveTo>
                <a:lnTo>
                  <a:pt x="292" y="123190"/>
                </a:lnTo>
                <a:lnTo>
                  <a:pt x="63" y="120650"/>
                </a:lnTo>
                <a:lnTo>
                  <a:pt x="12750" y="120650"/>
                </a:lnTo>
                <a:lnTo>
                  <a:pt x="13157" y="121920"/>
                </a:lnTo>
                <a:lnTo>
                  <a:pt x="12979" y="121920"/>
                </a:lnTo>
                <a:lnTo>
                  <a:pt x="13563" y="123190"/>
                </a:lnTo>
                <a:close/>
              </a:path>
              <a:path w="850900" h="223519">
                <a:moveTo>
                  <a:pt x="848702" y="130810"/>
                </a:moveTo>
                <a:lnTo>
                  <a:pt x="835418" y="130810"/>
                </a:lnTo>
                <a:lnTo>
                  <a:pt x="836396" y="127000"/>
                </a:lnTo>
                <a:lnTo>
                  <a:pt x="837044" y="124460"/>
                </a:lnTo>
                <a:lnTo>
                  <a:pt x="837476" y="120650"/>
                </a:lnTo>
                <a:lnTo>
                  <a:pt x="837425" y="121920"/>
                </a:lnTo>
                <a:lnTo>
                  <a:pt x="850087" y="121920"/>
                </a:lnTo>
                <a:lnTo>
                  <a:pt x="849528" y="127000"/>
                </a:lnTo>
                <a:lnTo>
                  <a:pt x="848702" y="130810"/>
                </a:lnTo>
                <a:close/>
              </a:path>
              <a:path w="850900" h="223519">
                <a:moveTo>
                  <a:pt x="544525" y="223520"/>
                </a:moveTo>
                <a:lnTo>
                  <a:pt x="453631" y="223520"/>
                </a:lnTo>
                <a:lnTo>
                  <a:pt x="435457" y="222250"/>
                </a:lnTo>
                <a:lnTo>
                  <a:pt x="399910" y="222250"/>
                </a:lnTo>
                <a:lnTo>
                  <a:pt x="366001" y="219710"/>
                </a:lnTo>
                <a:lnTo>
                  <a:pt x="276186" y="215900"/>
                </a:lnTo>
                <a:lnTo>
                  <a:pt x="196430" y="208280"/>
                </a:lnTo>
                <a:lnTo>
                  <a:pt x="184213" y="205740"/>
                </a:lnTo>
                <a:lnTo>
                  <a:pt x="172313" y="204470"/>
                </a:lnTo>
                <a:lnTo>
                  <a:pt x="160769" y="201930"/>
                </a:lnTo>
                <a:lnTo>
                  <a:pt x="108381" y="190500"/>
                </a:lnTo>
                <a:lnTo>
                  <a:pt x="70713" y="175260"/>
                </a:lnTo>
                <a:lnTo>
                  <a:pt x="32042" y="156210"/>
                </a:lnTo>
                <a:lnTo>
                  <a:pt x="25793" y="151130"/>
                </a:lnTo>
                <a:lnTo>
                  <a:pt x="20116" y="147320"/>
                </a:lnTo>
                <a:lnTo>
                  <a:pt x="15341" y="143510"/>
                </a:lnTo>
                <a:lnTo>
                  <a:pt x="10972" y="139700"/>
                </a:lnTo>
                <a:lnTo>
                  <a:pt x="10617" y="139700"/>
                </a:lnTo>
                <a:lnTo>
                  <a:pt x="7277" y="135890"/>
                </a:lnTo>
                <a:lnTo>
                  <a:pt x="6769" y="135890"/>
                </a:lnTo>
                <a:lnTo>
                  <a:pt x="4229" y="132080"/>
                </a:lnTo>
                <a:lnTo>
                  <a:pt x="3797" y="132080"/>
                </a:lnTo>
                <a:lnTo>
                  <a:pt x="2832" y="129540"/>
                </a:lnTo>
                <a:lnTo>
                  <a:pt x="2565" y="129540"/>
                </a:lnTo>
                <a:lnTo>
                  <a:pt x="1790" y="128270"/>
                </a:lnTo>
                <a:lnTo>
                  <a:pt x="1574" y="127000"/>
                </a:lnTo>
                <a:lnTo>
                  <a:pt x="990" y="125730"/>
                </a:lnTo>
                <a:lnTo>
                  <a:pt x="812" y="124460"/>
                </a:lnTo>
                <a:lnTo>
                  <a:pt x="406" y="123190"/>
                </a:lnTo>
                <a:lnTo>
                  <a:pt x="13563" y="123190"/>
                </a:lnTo>
                <a:lnTo>
                  <a:pt x="13334" y="121920"/>
                </a:lnTo>
                <a:lnTo>
                  <a:pt x="14109" y="124460"/>
                </a:lnTo>
                <a:lnTo>
                  <a:pt x="14325" y="124460"/>
                </a:lnTo>
                <a:lnTo>
                  <a:pt x="14808" y="125730"/>
                </a:lnTo>
                <a:lnTo>
                  <a:pt x="15223" y="125730"/>
                </a:lnTo>
                <a:lnTo>
                  <a:pt x="16916" y="128270"/>
                </a:lnTo>
                <a:lnTo>
                  <a:pt x="17525" y="128270"/>
                </a:lnTo>
                <a:lnTo>
                  <a:pt x="19761" y="130810"/>
                </a:lnTo>
                <a:lnTo>
                  <a:pt x="19405" y="130810"/>
                </a:lnTo>
                <a:lnTo>
                  <a:pt x="23495" y="134620"/>
                </a:lnTo>
                <a:lnTo>
                  <a:pt x="24794" y="134620"/>
                </a:lnTo>
                <a:lnTo>
                  <a:pt x="27978" y="137160"/>
                </a:lnTo>
                <a:lnTo>
                  <a:pt x="27736" y="137160"/>
                </a:lnTo>
                <a:lnTo>
                  <a:pt x="33159" y="140970"/>
                </a:lnTo>
                <a:lnTo>
                  <a:pt x="32943" y="140970"/>
                </a:lnTo>
                <a:lnTo>
                  <a:pt x="38976" y="144780"/>
                </a:lnTo>
                <a:lnTo>
                  <a:pt x="38785" y="144780"/>
                </a:lnTo>
                <a:lnTo>
                  <a:pt x="45389" y="148590"/>
                </a:lnTo>
                <a:lnTo>
                  <a:pt x="45211" y="148590"/>
                </a:lnTo>
                <a:lnTo>
                  <a:pt x="52336" y="152400"/>
                </a:lnTo>
                <a:lnTo>
                  <a:pt x="52171" y="152400"/>
                </a:lnTo>
                <a:lnTo>
                  <a:pt x="59778" y="156210"/>
                </a:lnTo>
                <a:lnTo>
                  <a:pt x="59613" y="156210"/>
                </a:lnTo>
                <a:lnTo>
                  <a:pt x="67652" y="160020"/>
                </a:lnTo>
                <a:lnTo>
                  <a:pt x="67500" y="160020"/>
                </a:lnTo>
                <a:lnTo>
                  <a:pt x="75946" y="163830"/>
                </a:lnTo>
                <a:lnTo>
                  <a:pt x="75793" y="163830"/>
                </a:lnTo>
                <a:lnTo>
                  <a:pt x="84581" y="167640"/>
                </a:lnTo>
                <a:lnTo>
                  <a:pt x="84429" y="167640"/>
                </a:lnTo>
                <a:lnTo>
                  <a:pt x="93535" y="171450"/>
                </a:lnTo>
                <a:lnTo>
                  <a:pt x="93383" y="171450"/>
                </a:lnTo>
                <a:lnTo>
                  <a:pt x="102755" y="175260"/>
                </a:lnTo>
                <a:lnTo>
                  <a:pt x="102590" y="175260"/>
                </a:lnTo>
                <a:lnTo>
                  <a:pt x="112191" y="177800"/>
                </a:lnTo>
                <a:lnTo>
                  <a:pt x="112026" y="177800"/>
                </a:lnTo>
                <a:lnTo>
                  <a:pt x="121805" y="180340"/>
                </a:lnTo>
                <a:lnTo>
                  <a:pt x="121627" y="180340"/>
                </a:lnTo>
                <a:lnTo>
                  <a:pt x="131559" y="182880"/>
                </a:lnTo>
                <a:lnTo>
                  <a:pt x="131343" y="182880"/>
                </a:lnTo>
                <a:lnTo>
                  <a:pt x="141630" y="185420"/>
                </a:lnTo>
                <a:lnTo>
                  <a:pt x="141490" y="185420"/>
                </a:lnTo>
                <a:lnTo>
                  <a:pt x="152158" y="187960"/>
                </a:lnTo>
                <a:lnTo>
                  <a:pt x="163093" y="190500"/>
                </a:lnTo>
                <a:lnTo>
                  <a:pt x="174421" y="191770"/>
                </a:lnTo>
                <a:lnTo>
                  <a:pt x="186105" y="193040"/>
                </a:lnTo>
                <a:lnTo>
                  <a:pt x="198145" y="195580"/>
                </a:lnTo>
                <a:lnTo>
                  <a:pt x="210527" y="196850"/>
                </a:lnTo>
                <a:lnTo>
                  <a:pt x="223240" y="198120"/>
                </a:lnTo>
                <a:lnTo>
                  <a:pt x="249643" y="200660"/>
                </a:lnTo>
                <a:lnTo>
                  <a:pt x="277164" y="203200"/>
                </a:lnTo>
                <a:lnTo>
                  <a:pt x="305739" y="204470"/>
                </a:lnTo>
                <a:lnTo>
                  <a:pt x="335292" y="205740"/>
                </a:lnTo>
                <a:lnTo>
                  <a:pt x="366598" y="207010"/>
                </a:lnTo>
                <a:lnTo>
                  <a:pt x="400380" y="209550"/>
                </a:lnTo>
                <a:lnTo>
                  <a:pt x="435762" y="209550"/>
                </a:lnTo>
                <a:lnTo>
                  <a:pt x="453898" y="210820"/>
                </a:lnTo>
                <a:lnTo>
                  <a:pt x="666572" y="210820"/>
                </a:lnTo>
                <a:lnTo>
                  <a:pt x="626783" y="217170"/>
                </a:lnTo>
                <a:lnTo>
                  <a:pt x="544525" y="223520"/>
                </a:lnTo>
                <a:close/>
              </a:path>
              <a:path w="850900" h="223519">
                <a:moveTo>
                  <a:pt x="14325" y="124460"/>
                </a:moveTo>
                <a:lnTo>
                  <a:pt x="14109" y="124460"/>
                </a:lnTo>
                <a:lnTo>
                  <a:pt x="13842" y="123190"/>
                </a:lnTo>
                <a:lnTo>
                  <a:pt x="14325" y="124460"/>
                </a:lnTo>
                <a:close/>
              </a:path>
              <a:path w="850900" h="223519">
                <a:moveTo>
                  <a:pt x="15223" y="125730"/>
                </a:moveTo>
                <a:lnTo>
                  <a:pt x="14808" y="125730"/>
                </a:lnTo>
                <a:lnTo>
                  <a:pt x="14376" y="124460"/>
                </a:lnTo>
                <a:lnTo>
                  <a:pt x="15223" y="125730"/>
                </a:lnTo>
                <a:close/>
              </a:path>
              <a:path w="850900" h="223519">
                <a:moveTo>
                  <a:pt x="17525" y="128270"/>
                </a:moveTo>
                <a:lnTo>
                  <a:pt x="16916" y="128270"/>
                </a:lnTo>
                <a:lnTo>
                  <a:pt x="16408" y="127000"/>
                </a:lnTo>
                <a:lnTo>
                  <a:pt x="17525" y="128270"/>
                </a:lnTo>
                <a:close/>
              </a:path>
              <a:path w="850900" h="223519">
                <a:moveTo>
                  <a:pt x="844524" y="142240"/>
                </a:moveTo>
                <a:lnTo>
                  <a:pt x="829970" y="142240"/>
                </a:lnTo>
                <a:lnTo>
                  <a:pt x="831824" y="138430"/>
                </a:lnTo>
                <a:lnTo>
                  <a:pt x="831621" y="138430"/>
                </a:lnTo>
                <a:lnTo>
                  <a:pt x="833259" y="135890"/>
                </a:lnTo>
                <a:lnTo>
                  <a:pt x="833081" y="135890"/>
                </a:lnTo>
                <a:lnTo>
                  <a:pt x="834504" y="133350"/>
                </a:lnTo>
                <a:lnTo>
                  <a:pt x="834351" y="133350"/>
                </a:lnTo>
                <a:lnTo>
                  <a:pt x="835558" y="129540"/>
                </a:lnTo>
                <a:lnTo>
                  <a:pt x="835418" y="130810"/>
                </a:lnTo>
                <a:lnTo>
                  <a:pt x="848702" y="130810"/>
                </a:lnTo>
                <a:lnTo>
                  <a:pt x="847623" y="134620"/>
                </a:lnTo>
                <a:lnTo>
                  <a:pt x="846289" y="137160"/>
                </a:lnTo>
                <a:lnTo>
                  <a:pt x="844524" y="142240"/>
                </a:lnTo>
                <a:close/>
              </a:path>
              <a:path w="850900" h="223519">
                <a:moveTo>
                  <a:pt x="24794" y="134620"/>
                </a:moveTo>
                <a:lnTo>
                  <a:pt x="23495" y="134620"/>
                </a:lnTo>
                <a:lnTo>
                  <a:pt x="23202" y="133350"/>
                </a:lnTo>
                <a:lnTo>
                  <a:pt x="24794" y="134620"/>
                </a:lnTo>
                <a:close/>
              </a:path>
              <a:path w="850900" h="223519">
                <a:moveTo>
                  <a:pt x="842886" y="144780"/>
                </a:moveTo>
                <a:lnTo>
                  <a:pt x="828128" y="144780"/>
                </a:lnTo>
                <a:lnTo>
                  <a:pt x="830199" y="140970"/>
                </a:lnTo>
                <a:lnTo>
                  <a:pt x="829970" y="142240"/>
                </a:lnTo>
                <a:lnTo>
                  <a:pt x="844524" y="142240"/>
                </a:lnTo>
                <a:lnTo>
                  <a:pt x="842886" y="144780"/>
                </a:lnTo>
                <a:close/>
              </a:path>
              <a:path w="850900" h="223519">
                <a:moveTo>
                  <a:pt x="841514" y="147320"/>
                </a:moveTo>
                <a:lnTo>
                  <a:pt x="826096" y="147320"/>
                </a:lnTo>
                <a:lnTo>
                  <a:pt x="828370" y="143510"/>
                </a:lnTo>
                <a:lnTo>
                  <a:pt x="828128" y="144780"/>
                </a:lnTo>
                <a:lnTo>
                  <a:pt x="842886" y="144780"/>
                </a:lnTo>
                <a:lnTo>
                  <a:pt x="841514" y="147320"/>
                </a:lnTo>
                <a:close/>
              </a:path>
              <a:path w="850900" h="223519">
                <a:moveTo>
                  <a:pt x="839986" y="149860"/>
                </a:moveTo>
                <a:lnTo>
                  <a:pt x="823887" y="149860"/>
                </a:lnTo>
                <a:lnTo>
                  <a:pt x="826363" y="146050"/>
                </a:lnTo>
                <a:lnTo>
                  <a:pt x="826096" y="147320"/>
                </a:lnTo>
                <a:lnTo>
                  <a:pt x="841514" y="147320"/>
                </a:lnTo>
                <a:lnTo>
                  <a:pt x="840828" y="148590"/>
                </a:lnTo>
                <a:lnTo>
                  <a:pt x="839986" y="149860"/>
                </a:lnTo>
                <a:close/>
              </a:path>
              <a:path w="850900" h="223519">
                <a:moveTo>
                  <a:pt x="808551" y="175260"/>
                </a:moveTo>
                <a:lnTo>
                  <a:pt x="774052" y="175260"/>
                </a:lnTo>
                <a:lnTo>
                  <a:pt x="785863" y="170180"/>
                </a:lnTo>
                <a:lnTo>
                  <a:pt x="785596" y="170180"/>
                </a:lnTo>
                <a:lnTo>
                  <a:pt x="796315" y="166370"/>
                </a:lnTo>
                <a:lnTo>
                  <a:pt x="796074" y="166370"/>
                </a:lnTo>
                <a:lnTo>
                  <a:pt x="800988" y="163830"/>
                </a:lnTo>
                <a:lnTo>
                  <a:pt x="800798" y="163830"/>
                </a:lnTo>
                <a:lnTo>
                  <a:pt x="805395" y="162560"/>
                </a:lnTo>
                <a:lnTo>
                  <a:pt x="805179" y="162560"/>
                </a:lnTo>
                <a:lnTo>
                  <a:pt x="809447" y="160020"/>
                </a:lnTo>
                <a:lnTo>
                  <a:pt x="809193" y="160020"/>
                </a:lnTo>
                <a:lnTo>
                  <a:pt x="813104" y="157480"/>
                </a:lnTo>
                <a:lnTo>
                  <a:pt x="812825" y="157480"/>
                </a:lnTo>
                <a:lnTo>
                  <a:pt x="816368" y="156210"/>
                </a:lnTo>
                <a:lnTo>
                  <a:pt x="816051" y="156210"/>
                </a:lnTo>
                <a:lnTo>
                  <a:pt x="819213" y="153670"/>
                </a:lnTo>
                <a:lnTo>
                  <a:pt x="818908" y="153670"/>
                </a:lnTo>
                <a:lnTo>
                  <a:pt x="821778" y="151130"/>
                </a:lnTo>
                <a:lnTo>
                  <a:pt x="821486" y="151130"/>
                </a:lnTo>
                <a:lnTo>
                  <a:pt x="824166" y="148590"/>
                </a:lnTo>
                <a:lnTo>
                  <a:pt x="823887" y="149860"/>
                </a:lnTo>
                <a:lnTo>
                  <a:pt x="839986" y="149860"/>
                </a:lnTo>
                <a:lnTo>
                  <a:pt x="838301" y="152400"/>
                </a:lnTo>
                <a:lnTo>
                  <a:pt x="836028" y="154940"/>
                </a:lnTo>
                <a:lnTo>
                  <a:pt x="833297" y="157480"/>
                </a:lnTo>
                <a:lnTo>
                  <a:pt x="830046" y="161290"/>
                </a:lnTo>
                <a:lnTo>
                  <a:pt x="826884" y="163830"/>
                </a:lnTo>
                <a:lnTo>
                  <a:pt x="823404" y="166370"/>
                </a:lnTo>
                <a:lnTo>
                  <a:pt x="819861" y="168910"/>
                </a:lnTo>
                <a:lnTo>
                  <a:pt x="810945" y="173990"/>
                </a:lnTo>
                <a:lnTo>
                  <a:pt x="808551" y="175260"/>
                </a:lnTo>
                <a:close/>
              </a:path>
              <a:path w="850900" h="223519">
                <a:moveTo>
                  <a:pt x="798242" y="179070"/>
                </a:moveTo>
                <a:lnTo>
                  <a:pt x="761491" y="179070"/>
                </a:lnTo>
                <a:lnTo>
                  <a:pt x="774268" y="173990"/>
                </a:lnTo>
                <a:lnTo>
                  <a:pt x="774052" y="175260"/>
                </a:lnTo>
                <a:lnTo>
                  <a:pt x="808551" y="175260"/>
                </a:lnTo>
                <a:lnTo>
                  <a:pt x="806157" y="176530"/>
                </a:lnTo>
                <a:lnTo>
                  <a:pt x="800988" y="177800"/>
                </a:lnTo>
                <a:lnTo>
                  <a:pt x="798242" y="179070"/>
                </a:lnTo>
                <a:close/>
              </a:path>
              <a:path w="850900" h="223519">
                <a:moveTo>
                  <a:pt x="666572" y="210820"/>
                </a:moveTo>
                <a:lnTo>
                  <a:pt x="544029" y="210820"/>
                </a:lnTo>
                <a:lnTo>
                  <a:pt x="561428" y="209550"/>
                </a:lnTo>
                <a:lnTo>
                  <a:pt x="578243" y="208280"/>
                </a:lnTo>
                <a:lnTo>
                  <a:pt x="594474" y="207010"/>
                </a:lnTo>
                <a:lnTo>
                  <a:pt x="594321" y="207010"/>
                </a:lnTo>
                <a:lnTo>
                  <a:pt x="610006" y="205740"/>
                </a:lnTo>
                <a:lnTo>
                  <a:pt x="625297" y="204470"/>
                </a:lnTo>
                <a:lnTo>
                  <a:pt x="640943" y="201930"/>
                </a:lnTo>
                <a:lnTo>
                  <a:pt x="656767" y="199390"/>
                </a:lnTo>
                <a:lnTo>
                  <a:pt x="672642" y="198120"/>
                </a:lnTo>
                <a:lnTo>
                  <a:pt x="688428" y="194310"/>
                </a:lnTo>
                <a:lnTo>
                  <a:pt x="704011" y="191770"/>
                </a:lnTo>
                <a:lnTo>
                  <a:pt x="719264" y="189230"/>
                </a:lnTo>
                <a:lnTo>
                  <a:pt x="734034" y="185420"/>
                </a:lnTo>
                <a:lnTo>
                  <a:pt x="748220" y="181610"/>
                </a:lnTo>
                <a:lnTo>
                  <a:pt x="748068" y="181610"/>
                </a:lnTo>
                <a:lnTo>
                  <a:pt x="761669" y="177800"/>
                </a:lnTo>
                <a:lnTo>
                  <a:pt x="761491" y="179070"/>
                </a:lnTo>
                <a:lnTo>
                  <a:pt x="798242" y="179070"/>
                </a:lnTo>
                <a:lnTo>
                  <a:pt x="751243" y="194310"/>
                </a:lnTo>
                <a:lnTo>
                  <a:pt x="721779" y="201930"/>
                </a:lnTo>
                <a:lnTo>
                  <a:pt x="666572" y="21082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988295" y="2190800"/>
            <a:ext cx="445770" cy="153670"/>
          </a:xfrm>
          <a:custGeom>
            <a:avLst/>
            <a:gdLst/>
            <a:ahLst/>
            <a:cxnLst/>
            <a:rect l="l" t="t" r="r" b="b"/>
            <a:pathLst>
              <a:path w="445770" h="153669">
                <a:moveTo>
                  <a:pt x="222503" y="153644"/>
                </a:moveTo>
                <a:lnTo>
                  <a:pt x="152009" y="149728"/>
                </a:lnTo>
                <a:lnTo>
                  <a:pt x="90803" y="138823"/>
                </a:lnTo>
                <a:lnTo>
                  <a:pt x="42592" y="122193"/>
                </a:lnTo>
                <a:lnTo>
                  <a:pt x="0" y="76911"/>
                </a:lnTo>
                <a:lnTo>
                  <a:pt x="11115" y="52584"/>
                </a:lnTo>
                <a:lnTo>
                  <a:pt x="42621" y="31469"/>
                </a:lnTo>
                <a:lnTo>
                  <a:pt x="90851" y="14821"/>
                </a:lnTo>
                <a:lnTo>
                  <a:pt x="152026" y="3916"/>
                </a:lnTo>
                <a:lnTo>
                  <a:pt x="222503" y="0"/>
                </a:lnTo>
                <a:lnTo>
                  <a:pt x="293002" y="3916"/>
                </a:lnTo>
                <a:lnTo>
                  <a:pt x="354237" y="14827"/>
                </a:lnTo>
                <a:lnTo>
                  <a:pt x="402527" y="31469"/>
                </a:lnTo>
                <a:lnTo>
                  <a:pt x="434159" y="52539"/>
                </a:lnTo>
                <a:lnTo>
                  <a:pt x="445528" y="76822"/>
                </a:lnTo>
                <a:lnTo>
                  <a:pt x="434159" y="101105"/>
                </a:lnTo>
                <a:lnTo>
                  <a:pt x="402499" y="122193"/>
                </a:lnTo>
                <a:lnTo>
                  <a:pt x="354189" y="138828"/>
                </a:lnTo>
                <a:lnTo>
                  <a:pt x="292985" y="149729"/>
                </a:lnTo>
                <a:lnTo>
                  <a:pt x="222503" y="153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973527" y="2176513"/>
            <a:ext cx="474980" cy="181610"/>
          </a:xfrm>
          <a:custGeom>
            <a:avLst/>
            <a:gdLst/>
            <a:ahLst/>
            <a:cxnLst/>
            <a:rect l="l" t="t" r="r" b="b"/>
            <a:pathLst>
              <a:path w="474979" h="181610">
                <a:moveTo>
                  <a:pt x="283347" y="1269"/>
                </a:moveTo>
                <a:lnTo>
                  <a:pt x="191450" y="1269"/>
                </a:lnTo>
                <a:lnTo>
                  <a:pt x="202677" y="0"/>
                </a:lnTo>
                <a:lnTo>
                  <a:pt x="272108" y="0"/>
                </a:lnTo>
                <a:lnTo>
                  <a:pt x="283347" y="1269"/>
                </a:lnTo>
                <a:close/>
              </a:path>
              <a:path w="474979" h="181610">
                <a:moveTo>
                  <a:pt x="124407" y="39369"/>
                </a:moveTo>
                <a:lnTo>
                  <a:pt x="124712" y="38099"/>
                </a:lnTo>
                <a:lnTo>
                  <a:pt x="39774" y="38099"/>
                </a:lnTo>
                <a:lnTo>
                  <a:pt x="45578" y="35559"/>
                </a:lnTo>
                <a:lnTo>
                  <a:pt x="83233" y="20319"/>
                </a:lnTo>
                <a:lnTo>
                  <a:pt x="138390" y="7619"/>
                </a:lnTo>
                <a:lnTo>
                  <a:pt x="148537" y="5079"/>
                </a:lnTo>
                <a:lnTo>
                  <a:pt x="180401" y="1269"/>
                </a:lnTo>
                <a:lnTo>
                  <a:pt x="294396" y="1269"/>
                </a:lnTo>
                <a:lnTo>
                  <a:pt x="326286" y="5079"/>
                </a:lnTo>
                <a:lnTo>
                  <a:pt x="336446" y="7619"/>
                </a:lnTo>
                <a:lnTo>
                  <a:pt x="346352" y="8889"/>
                </a:lnTo>
                <a:lnTo>
                  <a:pt x="356004" y="11429"/>
                </a:lnTo>
                <a:lnTo>
                  <a:pt x="365364" y="12699"/>
                </a:lnTo>
                <a:lnTo>
                  <a:pt x="383220" y="17779"/>
                </a:lnTo>
                <a:lnTo>
                  <a:pt x="391691" y="20319"/>
                </a:lnTo>
                <a:lnTo>
                  <a:pt x="399832" y="22859"/>
                </a:lnTo>
                <a:lnTo>
                  <a:pt x="407642" y="25399"/>
                </a:lnTo>
                <a:lnTo>
                  <a:pt x="415110" y="27939"/>
                </a:lnTo>
                <a:lnTo>
                  <a:pt x="215098" y="27939"/>
                </a:lnTo>
                <a:lnTo>
                  <a:pt x="203934" y="29209"/>
                </a:lnTo>
                <a:lnTo>
                  <a:pt x="193457" y="29209"/>
                </a:lnTo>
                <a:lnTo>
                  <a:pt x="182662" y="30479"/>
                </a:lnTo>
                <a:lnTo>
                  <a:pt x="182928" y="30479"/>
                </a:lnTo>
                <a:lnTo>
                  <a:pt x="172337" y="31749"/>
                </a:lnTo>
                <a:lnTo>
                  <a:pt x="172603" y="31749"/>
                </a:lnTo>
                <a:lnTo>
                  <a:pt x="162240" y="33019"/>
                </a:lnTo>
                <a:lnTo>
                  <a:pt x="162507" y="33019"/>
                </a:lnTo>
                <a:lnTo>
                  <a:pt x="152385" y="34289"/>
                </a:lnTo>
                <a:lnTo>
                  <a:pt x="152664" y="34289"/>
                </a:lnTo>
                <a:lnTo>
                  <a:pt x="142784" y="35559"/>
                </a:lnTo>
                <a:lnTo>
                  <a:pt x="143063" y="35559"/>
                </a:lnTo>
                <a:lnTo>
                  <a:pt x="133449" y="36829"/>
                </a:lnTo>
                <a:lnTo>
                  <a:pt x="133741" y="36829"/>
                </a:lnTo>
                <a:lnTo>
                  <a:pt x="124407" y="39369"/>
                </a:lnTo>
                <a:close/>
              </a:path>
              <a:path w="474979" h="181610">
                <a:moveTo>
                  <a:pt x="350137" y="39369"/>
                </a:moveTo>
                <a:lnTo>
                  <a:pt x="340802" y="36829"/>
                </a:lnTo>
                <a:lnTo>
                  <a:pt x="341094" y="36829"/>
                </a:lnTo>
                <a:lnTo>
                  <a:pt x="331480" y="35559"/>
                </a:lnTo>
                <a:lnTo>
                  <a:pt x="331760" y="35559"/>
                </a:lnTo>
                <a:lnTo>
                  <a:pt x="321879" y="34289"/>
                </a:lnTo>
                <a:lnTo>
                  <a:pt x="322159" y="34289"/>
                </a:lnTo>
                <a:lnTo>
                  <a:pt x="312037" y="33019"/>
                </a:lnTo>
                <a:lnTo>
                  <a:pt x="312303" y="33019"/>
                </a:lnTo>
                <a:lnTo>
                  <a:pt x="301940" y="31749"/>
                </a:lnTo>
                <a:lnTo>
                  <a:pt x="302207" y="31749"/>
                </a:lnTo>
                <a:lnTo>
                  <a:pt x="291615" y="30479"/>
                </a:lnTo>
                <a:lnTo>
                  <a:pt x="291882" y="30479"/>
                </a:lnTo>
                <a:lnTo>
                  <a:pt x="281087" y="29209"/>
                </a:lnTo>
                <a:lnTo>
                  <a:pt x="270609" y="29209"/>
                </a:lnTo>
                <a:lnTo>
                  <a:pt x="259446" y="27939"/>
                </a:lnTo>
                <a:lnTo>
                  <a:pt x="415110" y="27939"/>
                </a:lnTo>
                <a:lnTo>
                  <a:pt x="422222" y="31749"/>
                </a:lnTo>
                <a:lnTo>
                  <a:pt x="428966" y="35559"/>
                </a:lnTo>
                <a:lnTo>
                  <a:pt x="434769" y="38099"/>
                </a:lnTo>
                <a:lnTo>
                  <a:pt x="349832" y="38099"/>
                </a:lnTo>
                <a:lnTo>
                  <a:pt x="350137" y="39369"/>
                </a:lnTo>
                <a:close/>
              </a:path>
              <a:path w="474979" h="181610">
                <a:moveTo>
                  <a:pt x="84034" y="49529"/>
                </a:moveTo>
                <a:lnTo>
                  <a:pt x="23112" y="49529"/>
                </a:lnTo>
                <a:lnTo>
                  <a:pt x="27582" y="45719"/>
                </a:lnTo>
                <a:lnTo>
                  <a:pt x="28268" y="45719"/>
                </a:lnTo>
                <a:lnTo>
                  <a:pt x="33195" y="41909"/>
                </a:lnTo>
                <a:lnTo>
                  <a:pt x="33818" y="41909"/>
                </a:lnTo>
                <a:lnTo>
                  <a:pt x="39190" y="38099"/>
                </a:lnTo>
                <a:lnTo>
                  <a:pt x="124712" y="38099"/>
                </a:lnTo>
                <a:lnTo>
                  <a:pt x="115657" y="40639"/>
                </a:lnTo>
                <a:lnTo>
                  <a:pt x="115974" y="40639"/>
                </a:lnTo>
                <a:lnTo>
                  <a:pt x="107236" y="43179"/>
                </a:lnTo>
                <a:lnTo>
                  <a:pt x="107567" y="43179"/>
                </a:lnTo>
                <a:lnTo>
                  <a:pt x="99147" y="44449"/>
                </a:lnTo>
                <a:lnTo>
                  <a:pt x="99489" y="44449"/>
                </a:lnTo>
                <a:lnTo>
                  <a:pt x="91400" y="46989"/>
                </a:lnTo>
                <a:lnTo>
                  <a:pt x="91768" y="46989"/>
                </a:lnTo>
                <a:lnTo>
                  <a:pt x="84034" y="49529"/>
                </a:lnTo>
                <a:close/>
              </a:path>
              <a:path w="474979" h="181610">
                <a:moveTo>
                  <a:pt x="451432" y="49529"/>
                </a:moveTo>
                <a:lnTo>
                  <a:pt x="390510" y="49529"/>
                </a:lnTo>
                <a:lnTo>
                  <a:pt x="382776" y="46989"/>
                </a:lnTo>
                <a:lnTo>
                  <a:pt x="383144" y="46989"/>
                </a:lnTo>
                <a:lnTo>
                  <a:pt x="375054" y="44449"/>
                </a:lnTo>
                <a:lnTo>
                  <a:pt x="375397" y="44449"/>
                </a:lnTo>
                <a:lnTo>
                  <a:pt x="366977" y="43179"/>
                </a:lnTo>
                <a:lnTo>
                  <a:pt x="367307" y="43179"/>
                </a:lnTo>
                <a:lnTo>
                  <a:pt x="358569" y="40639"/>
                </a:lnTo>
                <a:lnTo>
                  <a:pt x="358887" y="40639"/>
                </a:lnTo>
                <a:lnTo>
                  <a:pt x="349832" y="38099"/>
                </a:lnTo>
                <a:lnTo>
                  <a:pt x="435354" y="38099"/>
                </a:lnTo>
                <a:lnTo>
                  <a:pt x="440726" y="41909"/>
                </a:lnTo>
                <a:lnTo>
                  <a:pt x="441348" y="41909"/>
                </a:lnTo>
                <a:lnTo>
                  <a:pt x="446276" y="45719"/>
                </a:lnTo>
                <a:lnTo>
                  <a:pt x="446961" y="45719"/>
                </a:lnTo>
                <a:lnTo>
                  <a:pt x="451432" y="49529"/>
                </a:lnTo>
                <a:close/>
              </a:path>
              <a:path w="474979" h="181610">
                <a:moveTo>
                  <a:pt x="283093" y="180339"/>
                </a:moveTo>
                <a:lnTo>
                  <a:pt x="191196" y="180339"/>
                </a:lnTo>
                <a:lnTo>
                  <a:pt x="138097" y="173989"/>
                </a:lnTo>
                <a:lnTo>
                  <a:pt x="128191" y="171449"/>
                </a:lnTo>
                <a:lnTo>
                  <a:pt x="118539" y="170179"/>
                </a:lnTo>
                <a:lnTo>
                  <a:pt x="109180" y="167639"/>
                </a:lnTo>
                <a:lnTo>
                  <a:pt x="100099" y="166369"/>
                </a:lnTo>
                <a:lnTo>
                  <a:pt x="91323" y="163829"/>
                </a:lnTo>
                <a:lnTo>
                  <a:pt x="82852" y="161289"/>
                </a:lnTo>
                <a:lnTo>
                  <a:pt x="74712" y="158749"/>
                </a:lnTo>
                <a:lnTo>
                  <a:pt x="66901" y="154939"/>
                </a:lnTo>
                <a:lnTo>
                  <a:pt x="59434" y="152399"/>
                </a:lnTo>
                <a:lnTo>
                  <a:pt x="52322" y="149859"/>
                </a:lnTo>
                <a:lnTo>
                  <a:pt x="46111" y="146049"/>
                </a:lnTo>
                <a:lnTo>
                  <a:pt x="39774" y="143509"/>
                </a:lnTo>
                <a:lnTo>
                  <a:pt x="39190" y="142239"/>
                </a:lnTo>
                <a:lnTo>
                  <a:pt x="33818" y="139699"/>
                </a:lnTo>
                <a:lnTo>
                  <a:pt x="28268" y="135889"/>
                </a:lnTo>
                <a:lnTo>
                  <a:pt x="27582" y="134619"/>
                </a:lnTo>
                <a:lnTo>
                  <a:pt x="23112" y="132079"/>
                </a:lnTo>
                <a:lnTo>
                  <a:pt x="22375" y="130809"/>
                </a:lnTo>
                <a:lnTo>
                  <a:pt x="18375" y="128269"/>
                </a:lnTo>
                <a:lnTo>
                  <a:pt x="17587" y="126999"/>
                </a:lnTo>
                <a:lnTo>
                  <a:pt x="14082" y="123189"/>
                </a:lnTo>
                <a:lnTo>
                  <a:pt x="13244" y="121919"/>
                </a:lnTo>
                <a:lnTo>
                  <a:pt x="10247" y="119379"/>
                </a:lnTo>
                <a:lnTo>
                  <a:pt x="9396" y="118109"/>
                </a:lnTo>
                <a:lnTo>
                  <a:pt x="6094" y="113029"/>
                </a:lnTo>
                <a:lnTo>
                  <a:pt x="4138" y="109219"/>
                </a:lnTo>
                <a:lnTo>
                  <a:pt x="3414" y="106679"/>
                </a:lnTo>
                <a:lnTo>
                  <a:pt x="1992" y="102869"/>
                </a:lnTo>
                <a:lnTo>
                  <a:pt x="0" y="89081"/>
                </a:lnTo>
                <a:lnTo>
                  <a:pt x="125" y="86359"/>
                </a:lnTo>
                <a:lnTo>
                  <a:pt x="582" y="83819"/>
                </a:lnTo>
                <a:lnTo>
                  <a:pt x="1473" y="79883"/>
                </a:lnTo>
                <a:lnTo>
                  <a:pt x="1992" y="77469"/>
                </a:lnTo>
                <a:lnTo>
                  <a:pt x="3414" y="73659"/>
                </a:lnTo>
                <a:lnTo>
                  <a:pt x="4138" y="72389"/>
                </a:lnTo>
                <a:lnTo>
                  <a:pt x="6094" y="68579"/>
                </a:lnTo>
                <a:lnTo>
                  <a:pt x="9396" y="63499"/>
                </a:lnTo>
                <a:lnTo>
                  <a:pt x="10247" y="62229"/>
                </a:lnTo>
                <a:lnTo>
                  <a:pt x="13244" y="58419"/>
                </a:lnTo>
                <a:lnTo>
                  <a:pt x="14082" y="57149"/>
                </a:lnTo>
                <a:lnTo>
                  <a:pt x="17587" y="54609"/>
                </a:lnTo>
                <a:lnTo>
                  <a:pt x="18375" y="53339"/>
                </a:lnTo>
                <a:lnTo>
                  <a:pt x="22375" y="49529"/>
                </a:lnTo>
                <a:lnTo>
                  <a:pt x="84427" y="49529"/>
                </a:lnTo>
                <a:lnTo>
                  <a:pt x="77036" y="52069"/>
                </a:lnTo>
                <a:lnTo>
                  <a:pt x="77468" y="52069"/>
                </a:lnTo>
                <a:lnTo>
                  <a:pt x="70457" y="54609"/>
                </a:lnTo>
                <a:lnTo>
                  <a:pt x="70914" y="54609"/>
                </a:lnTo>
                <a:lnTo>
                  <a:pt x="64285" y="57149"/>
                </a:lnTo>
                <a:lnTo>
                  <a:pt x="64780" y="57149"/>
                </a:lnTo>
                <a:lnTo>
                  <a:pt x="60640" y="59689"/>
                </a:lnTo>
                <a:lnTo>
                  <a:pt x="59103" y="59689"/>
                </a:lnTo>
                <a:lnTo>
                  <a:pt x="53300" y="63499"/>
                </a:lnTo>
                <a:lnTo>
                  <a:pt x="53884" y="63499"/>
                </a:lnTo>
                <a:lnTo>
                  <a:pt x="48512" y="66039"/>
                </a:lnTo>
                <a:lnTo>
                  <a:pt x="49134" y="66039"/>
                </a:lnTo>
                <a:lnTo>
                  <a:pt x="44219" y="68579"/>
                </a:lnTo>
                <a:lnTo>
                  <a:pt x="44905" y="68579"/>
                </a:lnTo>
                <a:lnTo>
                  <a:pt x="41925" y="71119"/>
                </a:lnTo>
                <a:lnTo>
                  <a:pt x="41171" y="71119"/>
                </a:lnTo>
                <a:lnTo>
                  <a:pt x="38513" y="73659"/>
                </a:lnTo>
                <a:lnTo>
                  <a:pt x="37971" y="73659"/>
                </a:lnTo>
                <a:lnTo>
                  <a:pt x="35634" y="76199"/>
                </a:lnTo>
                <a:lnTo>
                  <a:pt x="35304" y="76199"/>
                </a:lnTo>
                <a:lnTo>
                  <a:pt x="33297" y="78739"/>
                </a:lnTo>
                <a:lnTo>
                  <a:pt x="33145" y="78739"/>
                </a:lnTo>
                <a:lnTo>
                  <a:pt x="30643" y="82549"/>
                </a:lnTo>
                <a:lnTo>
                  <a:pt x="30812" y="82549"/>
                </a:lnTo>
                <a:lnTo>
                  <a:pt x="29500" y="85089"/>
                </a:lnTo>
                <a:lnTo>
                  <a:pt x="29347" y="85089"/>
                </a:lnTo>
                <a:lnTo>
                  <a:pt x="28801" y="87629"/>
                </a:lnTo>
                <a:lnTo>
                  <a:pt x="28611" y="88899"/>
                </a:lnTo>
                <a:lnTo>
                  <a:pt x="28522" y="90169"/>
                </a:lnTo>
                <a:lnTo>
                  <a:pt x="28484" y="91439"/>
                </a:lnTo>
                <a:lnTo>
                  <a:pt x="28738" y="92709"/>
                </a:lnTo>
                <a:lnTo>
                  <a:pt x="29060" y="93979"/>
                </a:lnTo>
                <a:lnTo>
                  <a:pt x="28801" y="93979"/>
                </a:lnTo>
                <a:lnTo>
                  <a:pt x="30224" y="97789"/>
                </a:lnTo>
                <a:lnTo>
                  <a:pt x="30643" y="97789"/>
                </a:lnTo>
                <a:lnTo>
                  <a:pt x="32311" y="100329"/>
                </a:lnTo>
                <a:lnTo>
                  <a:pt x="33145" y="101599"/>
                </a:lnTo>
                <a:lnTo>
                  <a:pt x="33297" y="101599"/>
                </a:lnTo>
                <a:lnTo>
                  <a:pt x="35304" y="104139"/>
                </a:lnTo>
                <a:lnTo>
                  <a:pt x="35634" y="104139"/>
                </a:lnTo>
                <a:lnTo>
                  <a:pt x="37971" y="106679"/>
                </a:lnTo>
                <a:lnTo>
                  <a:pt x="37183" y="106679"/>
                </a:lnTo>
                <a:lnTo>
                  <a:pt x="41171" y="109219"/>
                </a:lnTo>
                <a:lnTo>
                  <a:pt x="40434" y="109219"/>
                </a:lnTo>
                <a:lnTo>
                  <a:pt x="44905" y="113029"/>
                </a:lnTo>
                <a:lnTo>
                  <a:pt x="45857" y="113029"/>
                </a:lnTo>
                <a:lnTo>
                  <a:pt x="49134" y="115569"/>
                </a:lnTo>
                <a:lnTo>
                  <a:pt x="50302" y="115569"/>
                </a:lnTo>
                <a:lnTo>
                  <a:pt x="53884" y="118109"/>
                </a:lnTo>
                <a:lnTo>
                  <a:pt x="53300" y="118109"/>
                </a:lnTo>
                <a:lnTo>
                  <a:pt x="59103" y="120649"/>
                </a:lnTo>
                <a:lnTo>
                  <a:pt x="58570" y="120649"/>
                </a:lnTo>
                <a:lnTo>
                  <a:pt x="64780" y="123189"/>
                </a:lnTo>
                <a:lnTo>
                  <a:pt x="64285" y="123189"/>
                </a:lnTo>
                <a:lnTo>
                  <a:pt x="70914" y="125729"/>
                </a:lnTo>
                <a:lnTo>
                  <a:pt x="70457" y="125729"/>
                </a:lnTo>
                <a:lnTo>
                  <a:pt x="77468" y="128269"/>
                </a:lnTo>
                <a:lnTo>
                  <a:pt x="77036" y="128269"/>
                </a:lnTo>
                <a:lnTo>
                  <a:pt x="84427" y="130809"/>
                </a:lnTo>
                <a:lnTo>
                  <a:pt x="84034" y="130809"/>
                </a:lnTo>
                <a:lnTo>
                  <a:pt x="91768" y="133349"/>
                </a:lnTo>
                <a:lnTo>
                  <a:pt x="91400" y="133349"/>
                </a:lnTo>
                <a:lnTo>
                  <a:pt x="99489" y="135889"/>
                </a:lnTo>
                <a:lnTo>
                  <a:pt x="99147" y="135889"/>
                </a:lnTo>
                <a:lnTo>
                  <a:pt x="107567" y="138429"/>
                </a:lnTo>
                <a:lnTo>
                  <a:pt x="107236" y="138429"/>
                </a:lnTo>
                <a:lnTo>
                  <a:pt x="115974" y="139699"/>
                </a:lnTo>
                <a:lnTo>
                  <a:pt x="115657" y="139699"/>
                </a:lnTo>
                <a:lnTo>
                  <a:pt x="124712" y="142239"/>
                </a:lnTo>
                <a:lnTo>
                  <a:pt x="124407" y="142239"/>
                </a:lnTo>
                <a:lnTo>
                  <a:pt x="133741" y="143509"/>
                </a:lnTo>
                <a:lnTo>
                  <a:pt x="133449" y="143509"/>
                </a:lnTo>
                <a:lnTo>
                  <a:pt x="143063" y="146049"/>
                </a:lnTo>
                <a:lnTo>
                  <a:pt x="142784" y="146049"/>
                </a:lnTo>
                <a:lnTo>
                  <a:pt x="152664" y="147319"/>
                </a:lnTo>
                <a:lnTo>
                  <a:pt x="152385" y="147319"/>
                </a:lnTo>
                <a:lnTo>
                  <a:pt x="162507" y="148589"/>
                </a:lnTo>
                <a:lnTo>
                  <a:pt x="162240" y="148589"/>
                </a:lnTo>
                <a:lnTo>
                  <a:pt x="172603" y="149859"/>
                </a:lnTo>
                <a:lnTo>
                  <a:pt x="172337" y="149859"/>
                </a:lnTo>
                <a:lnTo>
                  <a:pt x="182928" y="151129"/>
                </a:lnTo>
                <a:lnTo>
                  <a:pt x="193203" y="151129"/>
                </a:lnTo>
                <a:lnTo>
                  <a:pt x="204188" y="152399"/>
                </a:lnTo>
                <a:lnTo>
                  <a:pt x="414684" y="152399"/>
                </a:lnTo>
                <a:lnTo>
                  <a:pt x="407642" y="154939"/>
                </a:lnTo>
                <a:lnTo>
                  <a:pt x="399832" y="158749"/>
                </a:lnTo>
                <a:lnTo>
                  <a:pt x="374114" y="166369"/>
                </a:lnTo>
                <a:lnTo>
                  <a:pt x="365046" y="167639"/>
                </a:lnTo>
                <a:lnTo>
                  <a:pt x="346060" y="172719"/>
                </a:lnTo>
                <a:lnTo>
                  <a:pt x="336446" y="173989"/>
                </a:lnTo>
                <a:lnTo>
                  <a:pt x="283093" y="180339"/>
                </a:lnTo>
                <a:close/>
              </a:path>
              <a:path w="474979" h="181610">
                <a:moveTo>
                  <a:pt x="415973" y="60959"/>
                </a:moveTo>
                <a:lnTo>
                  <a:pt x="409763" y="57149"/>
                </a:lnTo>
                <a:lnTo>
                  <a:pt x="410258" y="57149"/>
                </a:lnTo>
                <a:lnTo>
                  <a:pt x="403629" y="54609"/>
                </a:lnTo>
                <a:lnTo>
                  <a:pt x="404086" y="54609"/>
                </a:lnTo>
                <a:lnTo>
                  <a:pt x="397076" y="52069"/>
                </a:lnTo>
                <a:lnTo>
                  <a:pt x="397508" y="52069"/>
                </a:lnTo>
                <a:lnTo>
                  <a:pt x="390116" y="49529"/>
                </a:lnTo>
                <a:lnTo>
                  <a:pt x="452168" y="49529"/>
                </a:lnTo>
                <a:lnTo>
                  <a:pt x="456169" y="53339"/>
                </a:lnTo>
                <a:lnTo>
                  <a:pt x="456956" y="54609"/>
                </a:lnTo>
                <a:lnTo>
                  <a:pt x="460462" y="57149"/>
                </a:lnTo>
                <a:lnTo>
                  <a:pt x="461300" y="58419"/>
                </a:lnTo>
                <a:lnTo>
                  <a:pt x="462299" y="59689"/>
                </a:lnTo>
                <a:lnTo>
                  <a:pt x="415440" y="59689"/>
                </a:lnTo>
                <a:lnTo>
                  <a:pt x="415973" y="60959"/>
                </a:lnTo>
                <a:close/>
              </a:path>
              <a:path w="474979" h="181610">
                <a:moveTo>
                  <a:pt x="58570" y="60959"/>
                </a:moveTo>
                <a:lnTo>
                  <a:pt x="59103" y="59689"/>
                </a:lnTo>
                <a:lnTo>
                  <a:pt x="60640" y="59689"/>
                </a:lnTo>
                <a:lnTo>
                  <a:pt x="58570" y="60959"/>
                </a:lnTo>
                <a:close/>
              </a:path>
              <a:path w="474979" h="181610">
                <a:moveTo>
                  <a:pt x="434109" y="72389"/>
                </a:moveTo>
                <a:lnTo>
                  <a:pt x="429639" y="68579"/>
                </a:lnTo>
                <a:lnTo>
                  <a:pt x="430324" y="68579"/>
                </a:lnTo>
                <a:lnTo>
                  <a:pt x="425410" y="66039"/>
                </a:lnTo>
                <a:lnTo>
                  <a:pt x="426032" y="66039"/>
                </a:lnTo>
                <a:lnTo>
                  <a:pt x="420660" y="63499"/>
                </a:lnTo>
                <a:lnTo>
                  <a:pt x="421244" y="63499"/>
                </a:lnTo>
                <a:lnTo>
                  <a:pt x="415440" y="59689"/>
                </a:lnTo>
                <a:lnTo>
                  <a:pt x="462299" y="59689"/>
                </a:lnTo>
                <a:lnTo>
                  <a:pt x="464297" y="62229"/>
                </a:lnTo>
                <a:lnTo>
                  <a:pt x="465148" y="63499"/>
                </a:lnTo>
                <a:lnTo>
                  <a:pt x="468450" y="68579"/>
                </a:lnTo>
                <a:lnTo>
                  <a:pt x="469754" y="71119"/>
                </a:lnTo>
                <a:lnTo>
                  <a:pt x="433372" y="71119"/>
                </a:lnTo>
                <a:lnTo>
                  <a:pt x="434109" y="72389"/>
                </a:lnTo>
                <a:close/>
              </a:path>
              <a:path w="474979" h="181610">
                <a:moveTo>
                  <a:pt x="40434" y="72389"/>
                </a:moveTo>
                <a:lnTo>
                  <a:pt x="41171" y="71119"/>
                </a:lnTo>
                <a:lnTo>
                  <a:pt x="41925" y="71119"/>
                </a:lnTo>
                <a:lnTo>
                  <a:pt x="40434" y="72389"/>
                </a:lnTo>
                <a:close/>
              </a:path>
              <a:path w="474979" h="181610">
                <a:moveTo>
                  <a:pt x="437360" y="74929"/>
                </a:moveTo>
                <a:lnTo>
                  <a:pt x="433372" y="71119"/>
                </a:lnTo>
                <a:lnTo>
                  <a:pt x="469754" y="71119"/>
                </a:lnTo>
                <a:lnTo>
                  <a:pt x="470406" y="72389"/>
                </a:lnTo>
                <a:lnTo>
                  <a:pt x="471130" y="73659"/>
                </a:lnTo>
                <a:lnTo>
                  <a:pt x="436573" y="73659"/>
                </a:lnTo>
                <a:lnTo>
                  <a:pt x="437360" y="74929"/>
                </a:lnTo>
                <a:close/>
              </a:path>
              <a:path w="474979" h="181610">
                <a:moveTo>
                  <a:pt x="37183" y="74929"/>
                </a:moveTo>
                <a:lnTo>
                  <a:pt x="37971" y="73659"/>
                </a:lnTo>
                <a:lnTo>
                  <a:pt x="38513" y="73659"/>
                </a:lnTo>
                <a:lnTo>
                  <a:pt x="37183" y="74929"/>
                </a:lnTo>
                <a:close/>
              </a:path>
              <a:path w="474979" h="181610">
                <a:moveTo>
                  <a:pt x="440078" y="77469"/>
                </a:moveTo>
                <a:lnTo>
                  <a:pt x="436573" y="73659"/>
                </a:lnTo>
                <a:lnTo>
                  <a:pt x="471130" y="73659"/>
                </a:lnTo>
                <a:lnTo>
                  <a:pt x="472078" y="76199"/>
                </a:lnTo>
                <a:lnTo>
                  <a:pt x="439240" y="76199"/>
                </a:lnTo>
                <a:lnTo>
                  <a:pt x="440078" y="77469"/>
                </a:lnTo>
                <a:close/>
              </a:path>
              <a:path w="474979" h="181610">
                <a:moveTo>
                  <a:pt x="34465" y="77469"/>
                </a:moveTo>
                <a:lnTo>
                  <a:pt x="35304" y="76199"/>
                </a:lnTo>
                <a:lnTo>
                  <a:pt x="35634" y="76199"/>
                </a:lnTo>
                <a:lnTo>
                  <a:pt x="34465" y="77469"/>
                </a:lnTo>
                <a:close/>
              </a:path>
              <a:path w="474979" h="181610">
                <a:moveTo>
                  <a:pt x="442149" y="79883"/>
                </a:moveTo>
                <a:lnTo>
                  <a:pt x="439240" y="76199"/>
                </a:lnTo>
                <a:lnTo>
                  <a:pt x="472078" y="76199"/>
                </a:lnTo>
                <a:lnTo>
                  <a:pt x="472552" y="77469"/>
                </a:lnTo>
                <a:lnTo>
                  <a:pt x="472825" y="78739"/>
                </a:lnTo>
                <a:lnTo>
                  <a:pt x="441399" y="78739"/>
                </a:lnTo>
                <a:lnTo>
                  <a:pt x="442149" y="79883"/>
                </a:lnTo>
                <a:close/>
              </a:path>
              <a:path w="474979" h="181610">
                <a:moveTo>
                  <a:pt x="32394" y="79883"/>
                </a:moveTo>
                <a:lnTo>
                  <a:pt x="33145" y="78739"/>
                </a:lnTo>
                <a:lnTo>
                  <a:pt x="33297" y="78739"/>
                </a:lnTo>
                <a:lnTo>
                  <a:pt x="32394" y="79883"/>
                </a:lnTo>
                <a:close/>
              </a:path>
              <a:path w="474979" h="181610">
                <a:moveTo>
                  <a:pt x="473098" y="80009"/>
                </a:moveTo>
                <a:lnTo>
                  <a:pt x="442250" y="80009"/>
                </a:lnTo>
                <a:lnTo>
                  <a:pt x="441399" y="78739"/>
                </a:lnTo>
                <a:lnTo>
                  <a:pt x="472825" y="78739"/>
                </a:lnTo>
                <a:lnTo>
                  <a:pt x="473098" y="80009"/>
                </a:lnTo>
                <a:close/>
              </a:path>
              <a:path w="474979" h="181610">
                <a:moveTo>
                  <a:pt x="32311" y="80009"/>
                </a:moveTo>
                <a:close/>
              </a:path>
              <a:path w="474979" h="181610">
                <a:moveTo>
                  <a:pt x="473674" y="82549"/>
                </a:moveTo>
                <a:lnTo>
                  <a:pt x="443901" y="82549"/>
                </a:lnTo>
                <a:lnTo>
                  <a:pt x="442149" y="79883"/>
                </a:lnTo>
                <a:lnTo>
                  <a:pt x="473098" y="80009"/>
                </a:lnTo>
                <a:lnTo>
                  <a:pt x="473674" y="82549"/>
                </a:lnTo>
                <a:close/>
              </a:path>
              <a:path w="474979" h="181610">
                <a:moveTo>
                  <a:pt x="31437" y="81340"/>
                </a:moveTo>
                <a:close/>
              </a:path>
              <a:path w="474979" h="181610">
                <a:moveTo>
                  <a:pt x="30812" y="82549"/>
                </a:moveTo>
                <a:lnTo>
                  <a:pt x="30643" y="82549"/>
                </a:lnTo>
                <a:lnTo>
                  <a:pt x="31437" y="81340"/>
                </a:lnTo>
                <a:lnTo>
                  <a:pt x="30812" y="82549"/>
                </a:lnTo>
                <a:close/>
              </a:path>
              <a:path w="474979" h="181610">
                <a:moveTo>
                  <a:pt x="474571" y="90169"/>
                </a:moveTo>
                <a:lnTo>
                  <a:pt x="446060" y="90169"/>
                </a:lnTo>
                <a:lnTo>
                  <a:pt x="445806" y="87629"/>
                </a:lnTo>
                <a:lnTo>
                  <a:pt x="445196" y="85089"/>
                </a:lnTo>
                <a:lnTo>
                  <a:pt x="445044" y="85089"/>
                </a:lnTo>
                <a:lnTo>
                  <a:pt x="443107" y="81340"/>
                </a:lnTo>
                <a:lnTo>
                  <a:pt x="443901" y="82549"/>
                </a:lnTo>
                <a:lnTo>
                  <a:pt x="473674" y="82549"/>
                </a:lnTo>
                <a:lnTo>
                  <a:pt x="473962" y="83819"/>
                </a:lnTo>
                <a:lnTo>
                  <a:pt x="474419" y="86359"/>
                </a:lnTo>
                <a:lnTo>
                  <a:pt x="474544" y="89081"/>
                </a:lnTo>
                <a:lnTo>
                  <a:pt x="474571" y="90169"/>
                </a:lnTo>
                <a:close/>
              </a:path>
              <a:path w="474979" h="181610">
                <a:moveTo>
                  <a:pt x="29011" y="87067"/>
                </a:moveTo>
                <a:lnTo>
                  <a:pt x="29347" y="85089"/>
                </a:lnTo>
                <a:lnTo>
                  <a:pt x="29500" y="85089"/>
                </a:lnTo>
                <a:lnTo>
                  <a:pt x="30224" y="83819"/>
                </a:lnTo>
                <a:lnTo>
                  <a:pt x="29011" y="87067"/>
                </a:lnTo>
                <a:close/>
              </a:path>
              <a:path w="474979" h="181610">
                <a:moveTo>
                  <a:pt x="445532" y="87067"/>
                </a:moveTo>
                <a:lnTo>
                  <a:pt x="444320" y="83819"/>
                </a:lnTo>
                <a:lnTo>
                  <a:pt x="445044" y="85089"/>
                </a:lnTo>
                <a:lnTo>
                  <a:pt x="445196" y="85089"/>
                </a:lnTo>
                <a:lnTo>
                  <a:pt x="445532" y="87067"/>
                </a:lnTo>
                <a:close/>
              </a:path>
              <a:path w="474979" h="181610">
                <a:moveTo>
                  <a:pt x="28801" y="87629"/>
                </a:moveTo>
                <a:lnTo>
                  <a:pt x="29347" y="85089"/>
                </a:lnTo>
                <a:lnTo>
                  <a:pt x="29011" y="87067"/>
                </a:lnTo>
                <a:lnTo>
                  <a:pt x="28801" y="87629"/>
                </a:lnTo>
                <a:close/>
              </a:path>
              <a:path w="474979" h="181610">
                <a:moveTo>
                  <a:pt x="445742" y="87629"/>
                </a:moveTo>
                <a:lnTo>
                  <a:pt x="445532" y="87067"/>
                </a:lnTo>
                <a:lnTo>
                  <a:pt x="445196" y="85089"/>
                </a:lnTo>
                <a:lnTo>
                  <a:pt x="445742" y="87629"/>
                </a:lnTo>
                <a:close/>
              </a:path>
              <a:path w="474979" h="181610">
                <a:moveTo>
                  <a:pt x="28576" y="89625"/>
                </a:moveTo>
                <a:lnTo>
                  <a:pt x="28738" y="87629"/>
                </a:lnTo>
                <a:lnTo>
                  <a:pt x="29011" y="87067"/>
                </a:lnTo>
                <a:lnTo>
                  <a:pt x="28576" y="89625"/>
                </a:lnTo>
                <a:close/>
              </a:path>
              <a:path w="474979" h="181610">
                <a:moveTo>
                  <a:pt x="445967" y="89625"/>
                </a:moveTo>
                <a:lnTo>
                  <a:pt x="445532" y="87067"/>
                </a:lnTo>
                <a:lnTo>
                  <a:pt x="445742" y="87629"/>
                </a:lnTo>
                <a:lnTo>
                  <a:pt x="445967" y="89625"/>
                </a:lnTo>
                <a:close/>
              </a:path>
              <a:path w="474979" h="181610">
                <a:moveTo>
                  <a:pt x="28581" y="89477"/>
                </a:moveTo>
                <a:lnTo>
                  <a:pt x="28611" y="88899"/>
                </a:lnTo>
                <a:lnTo>
                  <a:pt x="28738" y="87629"/>
                </a:lnTo>
                <a:lnTo>
                  <a:pt x="28581" y="89477"/>
                </a:lnTo>
                <a:close/>
              </a:path>
              <a:path w="474979" h="181610">
                <a:moveTo>
                  <a:pt x="445963" y="89477"/>
                </a:moveTo>
                <a:lnTo>
                  <a:pt x="445806" y="87629"/>
                </a:lnTo>
                <a:lnTo>
                  <a:pt x="445933" y="88899"/>
                </a:lnTo>
                <a:lnTo>
                  <a:pt x="445963" y="89477"/>
                </a:lnTo>
                <a:close/>
              </a:path>
              <a:path w="474979" h="181610">
                <a:moveTo>
                  <a:pt x="28593" y="89081"/>
                </a:moveTo>
                <a:lnTo>
                  <a:pt x="28598" y="88899"/>
                </a:lnTo>
                <a:lnTo>
                  <a:pt x="28593" y="89081"/>
                </a:lnTo>
                <a:close/>
              </a:path>
              <a:path w="474979" h="181610">
                <a:moveTo>
                  <a:pt x="28522" y="90169"/>
                </a:moveTo>
                <a:lnTo>
                  <a:pt x="28543" y="89823"/>
                </a:lnTo>
                <a:lnTo>
                  <a:pt x="28522" y="90169"/>
                </a:lnTo>
                <a:close/>
              </a:path>
              <a:path w="474979" h="181610">
                <a:moveTo>
                  <a:pt x="474495" y="92709"/>
                </a:moveTo>
                <a:lnTo>
                  <a:pt x="445806" y="92709"/>
                </a:lnTo>
                <a:lnTo>
                  <a:pt x="446060" y="91439"/>
                </a:lnTo>
                <a:lnTo>
                  <a:pt x="446001" y="89823"/>
                </a:lnTo>
                <a:lnTo>
                  <a:pt x="446060" y="90169"/>
                </a:lnTo>
                <a:lnTo>
                  <a:pt x="474571" y="90169"/>
                </a:lnTo>
                <a:lnTo>
                  <a:pt x="474495" y="92709"/>
                </a:lnTo>
                <a:close/>
              </a:path>
              <a:path w="474979" h="181610">
                <a:moveTo>
                  <a:pt x="28598" y="91439"/>
                </a:moveTo>
                <a:lnTo>
                  <a:pt x="28547" y="90593"/>
                </a:lnTo>
                <a:lnTo>
                  <a:pt x="28598" y="91439"/>
                </a:lnTo>
                <a:close/>
              </a:path>
              <a:path w="474979" h="181610">
                <a:moveTo>
                  <a:pt x="446022" y="91439"/>
                </a:moveTo>
                <a:lnTo>
                  <a:pt x="445996" y="90593"/>
                </a:lnTo>
                <a:lnTo>
                  <a:pt x="446022" y="91439"/>
                </a:lnTo>
                <a:close/>
              </a:path>
              <a:path w="474979" h="181610">
                <a:moveTo>
                  <a:pt x="28738" y="92709"/>
                </a:moveTo>
                <a:lnTo>
                  <a:pt x="28484" y="91439"/>
                </a:lnTo>
                <a:lnTo>
                  <a:pt x="28636" y="92112"/>
                </a:lnTo>
                <a:lnTo>
                  <a:pt x="28738" y="92709"/>
                </a:lnTo>
                <a:close/>
              </a:path>
              <a:path w="474979" h="181610">
                <a:moveTo>
                  <a:pt x="28636" y="92112"/>
                </a:moveTo>
                <a:lnTo>
                  <a:pt x="28484" y="91439"/>
                </a:lnTo>
                <a:lnTo>
                  <a:pt x="28636" y="92112"/>
                </a:lnTo>
                <a:close/>
              </a:path>
              <a:path w="474979" h="181610">
                <a:moveTo>
                  <a:pt x="445907" y="92112"/>
                </a:moveTo>
                <a:lnTo>
                  <a:pt x="446022" y="91439"/>
                </a:lnTo>
                <a:lnTo>
                  <a:pt x="445907" y="92112"/>
                </a:lnTo>
                <a:close/>
              </a:path>
              <a:path w="474979" h="181610">
                <a:moveTo>
                  <a:pt x="445806" y="92709"/>
                </a:moveTo>
                <a:lnTo>
                  <a:pt x="445907" y="92112"/>
                </a:lnTo>
                <a:lnTo>
                  <a:pt x="446060" y="91439"/>
                </a:lnTo>
                <a:lnTo>
                  <a:pt x="445806" y="92709"/>
                </a:lnTo>
                <a:close/>
              </a:path>
              <a:path w="474979" h="181610">
                <a:moveTo>
                  <a:pt x="28772" y="92709"/>
                </a:moveTo>
                <a:lnTo>
                  <a:pt x="28636" y="92112"/>
                </a:lnTo>
                <a:lnTo>
                  <a:pt x="28772" y="92709"/>
                </a:lnTo>
                <a:close/>
              </a:path>
              <a:path w="474979" h="181610">
                <a:moveTo>
                  <a:pt x="445196" y="95249"/>
                </a:moveTo>
                <a:lnTo>
                  <a:pt x="445907" y="92112"/>
                </a:lnTo>
                <a:lnTo>
                  <a:pt x="445806" y="92709"/>
                </a:lnTo>
                <a:lnTo>
                  <a:pt x="474495" y="92709"/>
                </a:lnTo>
                <a:lnTo>
                  <a:pt x="474419" y="93979"/>
                </a:lnTo>
                <a:lnTo>
                  <a:pt x="445742" y="93979"/>
                </a:lnTo>
                <a:lnTo>
                  <a:pt x="445196" y="95249"/>
                </a:lnTo>
                <a:close/>
              </a:path>
              <a:path w="474979" h="181610">
                <a:moveTo>
                  <a:pt x="29347" y="95249"/>
                </a:moveTo>
                <a:lnTo>
                  <a:pt x="28801" y="93979"/>
                </a:lnTo>
                <a:lnTo>
                  <a:pt x="29060" y="93979"/>
                </a:lnTo>
                <a:lnTo>
                  <a:pt x="29347" y="95249"/>
                </a:lnTo>
                <a:close/>
              </a:path>
              <a:path w="474979" h="181610">
                <a:moveTo>
                  <a:pt x="473674" y="99059"/>
                </a:moveTo>
                <a:lnTo>
                  <a:pt x="443075" y="99059"/>
                </a:lnTo>
                <a:lnTo>
                  <a:pt x="443901" y="97789"/>
                </a:lnTo>
                <a:lnTo>
                  <a:pt x="444320" y="97789"/>
                </a:lnTo>
                <a:lnTo>
                  <a:pt x="445742" y="93979"/>
                </a:lnTo>
                <a:lnTo>
                  <a:pt x="474419" y="93979"/>
                </a:lnTo>
                <a:lnTo>
                  <a:pt x="474203" y="96519"/>
                </a:lnTo>
                <a:lnTo>
                  <a:pt x="473962" y="97789"/>
                </a:lnTo>
                <a:lnTo>
                  <a:pt x="473674" y="99059"/>
                </a:lnTo>
                <a:close/>
              </a:path>
              <a:path w="474979" h="181610">
                <a:moveTo>
                  <a:pt x="31437" y="98999"/>
                </a:moveTo>
                <a:lnTo>
                  <a:pt x="30643" y="97789"/>
                </a:lnTo>
                <a:lnTo>
                  <a:pt x="30224" y="97789"/>
                </a:lnTo>
                <a:lnTo>
                  <a:pt x="29500" y="95249"/>
                </a:lnTo>
                <a:lnTo>
                  <a:pt x="31437" y="98999"/>
                </a:lnTo>
                <a:close/>
              </a:path>
              <a:path w="474979" h="181610">
                <a:moveTo>
                  <a:pt x="443107" y="98999"/>
                </a:moveTo>
                <a:lnTo>
                  <a:pt x="445044" y="95249"/>
                </a:lnTo>
                <a:lnTo>
                  <a:pt x="444320" y="97789"/>
                </a:lnTo>
                <a:lnTo>
                  <a:pt x="443901" y="97789"/>
                </a:lnTo>
                <a:lnTo>
                  <a:pt x="443107" y="98999"/>
                </a:lnTo>
                <a:close/>
              </a:path>
              <a:path w="474979" h="181610">
                <a:moveTo>
                  <a:pt x="473098" y="101599"/>
                </a:moveTo>
                <a:lnTo>
                  <a:pt x="441399" y="101599"/>
                </a:lnTo>
                <a:lnTo>
                  <a:pt x="442250" y="100329"/>
                </a:lnTo>
                <a:lnTo>
                  <a:pt x="443107" y="98999"/>
                </a:lnTo>
                <a:lnTo>
                  <a:pt x="473674" y="99059"/>
                </a:lnTo>
                <a:lnTo>
                  <a:pt x="473098" y="101599"/>
                </a:lnTo>
                <a:close/>
              </a:path>
              <a:path w="474979" h="181610">
                <a:moveTo>
                  <a:pt x="32394" y="100457"/>
                </a:moveTo>
                <a:lnTo>
                  <a:pt x="32294" y="100329"/>
                </a:lnTo>
                <a:lnTo>
                  <a:pt x="32394" y="100457"/>
                </a:lnTo>
                <a:close/>
              </a:path>
              <a:path w="474979" h="181610">
                <a:moveTo>
                  <a:pt x="442149" y="100457"/>
                </a:moveTo>
                <a:lnTo>
                  <a:pt x="442233" y="100329"/>
                </a:lnTo>
                <a:lnTo>
                  <a:pt x="442149" y="100457"/>
                </a:lnTo>
                <a:close/>
              </a:path>
              <a:path w="474979" h="181610">
                <a:moveTo>
                  <a:pt x="33297" y="101599"/>
                </a:moveTo>
                <a:lnTo>
                  <a:pt x="33145" y="101599"/>
                </a:lnTo>
                <a:lnTo>
                  <a:pt x="32394" y="100457"/>
                </a:lnTo>
                <a:lnTo>
                  <a:pt x="33297" y="101599"/>
                </a:lnTo>
                <a:close/>
              </a:path>
              <a:path w="474979" h="181610">
                <a:moveTo>
                  <a:pt x="472078" y="104139"/>
                </a:moveTo>
                <a:lnTo>
                  <a:pt x="439240" y="104139"/>
                </a:lnTo>
                <a:lnTo>
                  <a:pt x="442149" y="100457"/>
                </a:lnTo>
                <a:lnTo>
                  <a:pt x="441399" y="101599"/>
                </a:lnTo>
                <a:lnTo>
                  <a:pt x="473098" y="101599"/>
                </a:lnTo>
                <a:lnTo>
                  <a:pt x="472552" y="102869"/>
                </a:lnTo>
                <a:lnTo>
                  <a:pt x="472078" y="104139"/>
                </a:lnTo>
                <a:close/>
              </a:path>
              <a:path w="474979" h="181610">
                <a:moveTo>
                  <a:pt x="35634" y="104139"/>
                </a:moveTo>
                <a:lnTo>
                  <a:pt x="35304" y="104139"/>
                </a:lnTo>
                <a:lnTo>
                  <a:pt x="34465" y="102869"/>
                </a:lnTo>
                <a:lnTo>
                  <a:pt x="35634" y="104139"/>
                </a:lnTo>
                <a:close/>
              </a:path>
              <a:path w="474979" h="181610">
                <a:moveTo>
                  <a:pt x="468450" y="113029"/>
                </a:moveTo>
                <a:lnTo>
                  <a:pt x="429639" y="113029"/>
                </a:lnTo>
                <a:lnTo>
                  <a:pt x="434109" y="109219"/>
                </a:lnTo>
                <a:lnTo>
                  <a:pt x="433372" y="109219"/>
                </a:lnTo>
                <a:lnTo>
                  <a:pt x="437360" y="106679"/>
                </a:lnTo>
                <a:lnTo>
                  <a:pt x="436573" y="106679"/>
                </a:lnTo>
                <a:lnTo>
                  <a:pt x="440078" y="102869"/>
                </a:lnTo>
                <a:lnTo>
                  <a:pt x="439240" y="104139"/>
                </a:lnTo>
                <a:lnTo>
                  <a:pt x="472078" y="104139"/>
                </a:lnTo>
                <a:lnTo>
                  <a:pt x="471130" y="106679"/>
                </a:lnTo>
                <a:lnTo>
                  <a:pt x="470406" y="109219"/>
                </a:lnTo>
                <a:lnTo>
                  <a:pt x="468450" y="113029"/>
                </a:lnTo>
                <a:close/>
              </a:path>
              <a:path w="474979" h="181610">
                <a:moveTo>
                  <a:pt x="45857" y="113029"/>
                </a:moveTo>
                <a:lnTo>
                  <a:pt x="44905" y="113029"/>
                </a:lnTo>
                <a:lnTo>
                  <a:pt x="44219" y="111759"/>
                </a:lnTo>
                <a:lnTo>
                  <a:pt x="45857" y="113029"/>
                </a:lnTo>
                <a:close/>
              </a:path>
              <a:path w="474979" h="181610">
                <a:moveTo>
                  <a:pt x="466799" y="115569"/>
                </a:moveTo>
                <a:lnTo>
                  <a:pt x="425410" y="115569"/>
                </a:lnTo>
                <a:lnTo>
                  <a:pt x="430324" y="111759"/>
                </a:lnTo>
                <a:lnTo>
                  <a:pt x="429639" y="113029"/>
                </a:lnTo>
                <a:lnTo>
                  <a:pt x="468450" y="113029"/>
                </a:lnTo>
                <a:lnTo>
                  <a:pt x="466799" y="115569"/>
                </a:lnTo>
                <a:close/>
              </a:path>
              <a:path w="474979" h="181610">
                <a:moveTo>
                  <a:pt x="50302" y="115569"/>
                </a:moveTo>
                <a:lnTo>
                  <a:pt x="49134" y="115569"/>
                </a:lnTo>
                <a:lnTo>
                  <a:pt x="48512" y="114299"/>
                </a:lnTo>
                <a:lnTo>
                  <a:pt x="50302" y="115569"/>
                </a:lnTo>
                <a:close/>
              </a:path>
              <a:path w="474979" h="181610">
                <a:moveTo>
                  <a:pt x="414684" y="152399"/>
                </a:moveTo>
                <a:lnTo>
                  <a:pt x="270355" y="152399"/>
                </a:lnTo>
                <a:lnTo>
                  <a:pt x="281341" y="151129"/>
                </a:lnTo>
                <a:lnTo>
                  <a:pt x="291615" y="151129"/>
                </a:lnTo>
                <a:lnTo>
                  <a:pt x="302207" y="149859"/>
                </a:lnTo>
                <a:lnTo>
                  <a:pt x="301940" y="149859"/>
                </a:lnTo>
                <a:lnTo>
                  <a:pt x="312303" y="148589"/>
                </a:lnTo>
                <a:lnTo>
                  <a:pt x="312037" y="148589"/>
                </a:lnTo>
                <a:lnTo>
                  <a:pt x="322159" y="147319"/>
                </a:lnTo>
                <a:lnTo>
                  <a:pt x="321879" y="147319"/>
                </a:lnTo>
                <a:lnTo>
                  <a:pt x="331760" y="146049"/>
                </a:lnTo>
                <a:lnTo>
                  <a:pt x="331480" y="146049"/>
                </a:lnTo>
                <a:lnTo>
                  <a:pt x="341094" y="143509"/>
                </a:lnTo>
                <a:lnTo>
                  <a:pt x="340802" y="143509"/>
                </a:lnTo>
                <a:lnTo>
                  <a:pt x="350137" y="142239"/>
                </a:lnTo>
                <a:lnTo>
                  <a:pt x="349832" y="142239"/>
                </a:lnTo>
                <a:lnTo>
                  <a:pt x="358887" y="139699"/>
                </a:lnTo>
                <a:lnTo>
                  <a:pt x="358569" y="139699"/>
                </a:lnTo>
                <a:lnTo>
                  <a:pt x="367307" y="138429"/>
                </a:lnTo>
                <a:lnTo>
                  <a:pt x="366977" y="138429"/>
                </a:lnTo>
                <a:lnTo>
                  <a:pt x="375397" y="135889"/>
                </a:lnTo>
                <a:lnTo>
                  <a:pt x="375054" y="135889"/>
                </a:lnTo>
                <a:lnTo>
                  <a:pt x="383144" y="133349"/>
                </a:lnTo>
                <a:lnTo>
                  <a:pt x="382776" y="133349"/>
                </a:lnTo>
                <a:lnTo>
                  <a:pt x="390510" y="130809"/>
                </a:lnTo>
                <a:lnTo>
                  <a:pt x="390116" y="130809"/>
                </a:lnTo>
                <a:lnTo>
                  <a:pt x="397508" y="128269"/>
                </a:lnTo>
                <a:lnTo>
                  <a:pt x="397076" y="128269"/>
                </a:lnTo>
                <a:lnTo>
                  <a:pt x="404086" y="125729"/>
                </a:lnTo>
                <a:lnTo>
                  <a:pt x="403629" y="125729"/>
                </a:lnTo>
                <a:lnTo>
                  <a:pt x="410258" y="123189"/>
                </a:lnTo>
                <a:lnTo>
                  <a:pt x="409763" y="123189"/>
                </a:lnTo>
                <a:lnTo>
                  <a:pt x="415973" y="120649"/>
                </a:lnTo>
                <a:lnTo>
                  <a:pt x="415440" y="120649"/>
                </a:lnTo>
                <a:lnTo>
                  <a:pt x="421244" y="118109"/>
                </a:lnTo>
                <a:lnTo>
                  <a:pt x="420660" y="118109"/>
                </a:lnTo>
                <a:lnTo>
                  <a:pt x="426032" y="114299"/>
                </a:lnTo>
                <a:lnTo>
                  <a:pt x="425410" y="115569"/>
                </a:lnTo>
                <a:lnTo>
                  <a:pt x="466799" y="115569"/>
                </a:lnTo>
                <a:lnTo>
                  <a:pt x="465148" y="118109"/>
                </a:lnTo>
                <a:lnTo>
                  <a:pt x="464297" y="119379"/>
                </a:lnTo>
                <a:lnTo>
                  <a:pt x="461300" y="121919"/>
                </a:lnTo>
                <a:lnTo>
                  <a:pt x="460462" y="123189"/>
                </a:lnTo>
                <a:lnTo>
                  <a:pt x="456956" y="126999"/>
                </a:lnTo>
                <a:lnTo>
                  <a:pt x="456169" y="128269"/>
                </a:lnTo>
                <a:lnTo>
                  <a:pt x="452168" y="130809"/>
                </a:lnTo>
                <a:lnTo>
                  <a:pt x="451432" y="132079"/>
                </a:lnTo>
                <a:lnTo>
                  <a:pt x="446961" y="134619"/>
                </a:lnTo>
                <a:lnTo>
                  <a:pt x="446276" y="135889"/>
                </a:lnTo>
                <a:lnTo>
                  <a:pt x="440726" y="139699"/>
                </a:lnTo>
                <a:lnTo>
                  <a:pt x="435354" y="142239"/>
                </a:lnTo>
                <a:lnTo>
                  <a:pt x="434769" y="143509"/>
                </a:lnTo>
                <a:lnTo>
                  <a:pt x="428432" y="146049"/>
                </a:lnTo>
                <a:lnTo>
                  <a:pt x="421727" y="149859"/>
                </a:lnTo>
                <a:lnTo>
                  <a:pt x="414684" y="152399"/>
                </a:lnTo>
                <a:close/>
              </a:path>
              <a:path w="474979" h="181610">
                <a:moveTo>
                  <a:pt x="260449" y="181609"/>
                </a:moveTo>
                <a:lnTo>
                  <a:pt x="213840" y="181609"/>
                </a:lnTo>
                <a:lnTo>
                  <a:pt x="202436" y="180339"/>
                </a:lnTo>
                <a:lnTo>
                  <a:pt x="271867" y="180339"/>
                </a:lnTo>
                <a:lnTo>
                  <a:pt x="260449" y="181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869423" y="2444318"/>
            <a:ext cx="486409" cy="153670"/>
          </a:xfrm>
          <a:custGeom>
            <a:avLst/>
            <a:gdLst/>
            <a:ahLst/>
            <a:cxnLst/>
            <a:rect l="l" t="t" r="r" b="b"/>
            <a:pathLst>
              <a:path w="486409" h="153669">
                <a:moveTo>
                  <a:pt x="242874" y="153644"/>
                </a:moveTo>
                <a:lnTo>
                  <a:pt x="178152" y="150898"/>
                </a:lnTo>
                <a:lnTo>
                  <a:pt x="120011" y="143140"/>
                </a:lnTo>
                <a:lnTo>
                  <a:pt x="70788" y="131089"/>
                </a:lnTo>
                <a:lnTo>
                  <a:pt x="32820" y="115465"/>
                </a:lnTo>
                <a:lnTo>
                  <a:pt x="0" y="76377"/>
                </a:lnTo>
                <a:lnTo>
                  <a:pt x="8445" y="56141"/>
                </a:lnTo>
                <a:lnTo>
                  <a:pt x="70788" y="22444"/>
                </a:lnTo>
                <a:lnTo>
                  <a:pt x="120011" y="10471"/>
                </a:lnTo>
                <a:lnTo>
                  <a:pt x="178152" y="2741"/>
                </a:lnTo>
                <a:lnTo>
                  <a:pt x="242874" y="0"/>
                </a:lnTo>
                <a:lnTo>
                  <a:pt x="307599" y="2743"/>
                </a:lnTo>
                <a:lnTo>
                  <a:pt x="365760" y="10487"/>
                </a:lnTo>
                <a:lnTo>
                  <a:pt x="415035" y="22499"/>
                </a:lnTo>
                <a:lnTo>
                  <a:pt x="453105" y="38047"/>
                </a:lnTo>
                <a:lnTo>
                  <a:pt x="486346" y="76822"/>
                </a:lnTo>
                <a:lnTo>
                  <a:pt x="477649" y="97245"/>
                </a:lnTo>
                <a:lnTo>
                  <a:pt x="415035" y="131144"/>
                </a:lnTo>
                <a:lnTo>
                  <a:pt x="365760" y="143156"/>
                </a:lnTo>
                <a:lnTo>
                  <a:pt x="307599" y="150900"/>
                </a:lnTo>
                <a:lnTo>
                  <a:pt x="242874" y="153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854628" y="2430030"/>
            <a:ext cx="515620" cy="181610"/>
          </a:xfrm>
          <a:custGeom>
            <a:avLst/>
            <a:gdLst/>
            <a:ahLst/>
            <a:cxnLst/>
            <a:rect l="l" t="t" r="r" b="b"/>
            <a:pathLst>
              <a:path w="515620" h="181610">
                <a:moveTo>
                  <a:pt x="307771" y="1269"/>
                </a:moveTo>
                <a:lnTo>
                  <a:pt x="207797" y="1269"/>
                </a:lnTo>
                <a:lnTo>
                  <a:pt x="219786" y="0"/>
                </a:lnTo>
                <a:lnTo>
                  <a:pt x="295554" y="0"/>
                </a:lnTo>
                <a:lnTo>
                  <a:pt x="307771" y="1269"/>
                </a:lnTo>
                <a:close/>
              </a:path>
              <a:path w="515620" h="181610">
                <a:moveTo>
                  <a:pt x="32486" y="81280"/>
                </a:moveTo>
                <a:lnTo>
                  <a:pt x="1155" y="81280"/>
                </a:lnTo>
                <a:lnTo>
                  <a:pt x="1701" y="78739"/>
                </a:lnTo>
                <a:lnTo>
                  <a:pt x="3746" y="73660"/>
                </a:lnTo>
                <a:lnTo>
                  <a:pt x="4572" y="71119"/>
                </a:lnTo>
                <a:lnTo>
                  <a:pt x="6718" y="68580"/>
                </a:lnTo>
                <a:lnTo>
                  <a:pt x="7619" y="66039"/>
                </a:lnTo>
                <a:lnTo>
                  <a:pt x="10337" y="62230"/>
                </a:lnTo>
                <a:lnTo>
                  <a:pt x="11252" y="62230"/>
                </a:lnTo>
                <a:lnTo>
                  <a:pt x="14528" y="58419"/>
                </a:lnTo>
                <a:lnTo>
                  <a:pt x="15405" y="57150"/>
                </a:lnTo>
                <a:lnTo>
                  <a:pt x="19227" y="53339"/>
                </a:lnTo>
                <a:lnTo>
                  <a:pt x="20053" y="53339"/>
                </a:lnTo>
                <a:lnTo>
                  <a:pt x="24409" y="49530"/>
                </a:lnTo>
                <a:lnTo>
                  <a:pt x="25158" y="48260"/>
                </a:lnTo>
                <a:lnTo>
                  <a:pt x="30035" y="45719"/>
                </a:lnTo>
                <a:lnTo>
                  <a:pt x="30721" y="44450"/>
                </a:lnTo>
                <a:lnTo>
                  <a:pt x="36715" y="41910"/>
                </a:lnTo>
                <a:lnTo>
                  <a:pt x="42570" y="38100"/>
                </a:lnTo>
                <a:lnTo>
                  <a:pt x="49466" y="34289"/>
                </a:lnTo>
                <a:lnTo>
                  <a:pt x="56768" y="31750"/>
                </a:lnTo>
                <a:lnTo>
                  <a:pt x="64909" y="27939"/>
                </a:lnTo>
                <a:lnTo>
                  <a:pt x="108864" y="15239"/>
                </a:lnTo>
                <a:lnTo>
                  <a:pt x="150101" y="7619"/>
                </a:lnTo>
                <a:lnTo>
                  <a:pt x="161137" y="5080"/>
                </a:lnTo>
                <a:lnTo>
                  <a:pt x="195783" y="1269"/>
                </a:lnTo>
                <a:lnTo>
                  <a:pt x="319785" y="1269"/>
                </a:lnTo>
                <a:lnTo>
                  <a:pt x="354456" y="5080"/>
                </a:lnTo>
                <a:lnTo>
                  <a:pt x="365505" y="7619"/>
                </a:lnTo>
                <a:lnTo>
                  <a:pt x="386753" y="10160"/>
                </a:lnTo>
                <a:lnTo>
                  <a:pt x="406780" y="15239"/>
                </a:lnTo>
                <a:lnTo>
                  <a:pt x="425488" y="20319"/>
                </a:lnTo>
                <a:lnTo>
                  <a:pt x="433946" y="22860"/>
                </a:lnTo>
                <a:lnTo>
                  <a:pt x="442772" y="25400"/>
                </a:lnTo>
                <a:lnTo>
                  <a:pt x="450862" y="27939"/>
                </a:lnTo>
                <a:lnTo>
                  <a:pt x="233349" y="27939"/>
                </a:lnTo>
                <a:lnTo>
                  <a:pt x="221157" y="29210"/>
                </a:lnTo>
                <a:lnTo>
                  <a:pt x="209638" y="29210"/>
                </a:lnTo>
                <a:lnTo>
                  <a:pt x="197865" y="30480"/>
                </a:lnTo>
                <a:lnTo>
                  <a:pt x="198094" y="30480"/>
                </a:lnTo>
                <a:lnTo>
                  <a:pt x="186537" y="31750"/>
                </a:lnTo>
                <a:lnTo>
                  <a:pt x="186791" y="31750"/>
                </a:lnTo>
                <a:lnTo>
                  <a:pt x="175475" y="33019"/>
                </a:lnTo>
                <a:lnTo>
                  <a:pt x="175717" y="33019"/>
                </a:lnTo>
                <a:lnTo>
                  <a:pt x="164668" y="34289"/>
                </a:lnTo>
                <a:lnTo>
                  <a:pt x="164922" y="34289"/>
                </a:lnTo>
                <a:lnTo>
                  <a:pt x="154127" y="35560"/>
                </a:lnTo>
                <a:lnTo>
                  <a:pt x="154393" y="35560"/>
                </a:lnTo>
                <a:lnTo>
                  <a:pt x="143890" y="36830"/>
                </a:lnTo>
                <a:lnTo>
                  <a:pt x="144170" y="36830"/>
                </a:lnTo>
                <a:lnTo>
                  <a:pt x="133972" y="39369"/>
                </a:lnTo>
                <a:lnTo>
                  <a:pt x="134251" y="39369"/>
                </a:lnTo>
                <a:lnTo>
                  <a:pt x="124371" y="40639"/>
                </a:lnTo>
                <a:lnTo>
                  <a:pt x="124675" y="40639"/>
                </a:lnTo>
                <a:lnTo>
                  <a:pt x="115125" y="43180"/>
                </a:lnTo>
                <a:lnTo>
                  <a:pt x="115430" y="43180"/>
                </a:lnTo>
                <a:lnTo>
                  <a:pt x="106235" y="44450"/>
                </a:lnTo>
                <a:lnTo>
                  <a:pt x="106565" y="44450"/>
                </a:lnTo>
                <a:lnTo>
                  <a:pt x="97739" y="46989"/>
                </a:lnTo>
                <a:lnTo>
                  <a:pt x="98082" y="46989"/>
                </a:lnTo>
                <a:lnTo>
                  <a:pt x="89623" y="49530"/>
                </a:lnTo>
                <a:lnTo>
                  <a:pt x="90004" y="49530"/>
                </a:lnTo>
                <a:lnTo>
                  <a:pt x="81940" y="52069"/>
                </a:lnTo>
                <a:lnTo>
                  <a:pt x="82334" y="52069"/>
                </a:lnTo>
                <a:lnTo>
                  <a:pt x="74688" y="54610"/>
                </a:lnTo>
                <a:lnTo>
                  <a:pt x="75120" y="54610"/>
                </a:lnTo>
                <a:lnTo>
                  <a:pt x="67894" y="57150"/>
                </a:lnTo>
                <a:lnTo>
                  <a:pt x="68364" y="57150"/>
                </a:lnTo>
                <a:lnTo>
                  <a:pt x="61582" y="60960"/>
                </a:lnTo>
                <a:lnTo>
                  <a:pt x="62090" y="60960"/>
                </a:lnTo>
                <a:lnTo>
                  <a:pt x="55752" y="63500"/>
                </a:lnTo>
                <a:lnTo>
                  <a:pt x="56324" y="63500"/>
                </a:lnTo>
                <a:lnTo>
                  <a:pt x="50457" y="66039"/>
                </a:lnTo>
                <a:lnTo>
                  <a:pt x="51079" y="66039"/>
                </a:lnTo>
                <a:lnTo>
                  <a:pt x="47497" y="68580"/>
                </a:lnTo>
                <a:lnTo>
                  <a:pt x="46380" y="68580"/>
                </a:lnTo>
                <a:lnTo>
                  <a:pt x="43137" y="71119"/>
                </a:lnTo>
                <a:lnTo>
                  <a:pt x="42265" y="71119"/>
                </a:lnTo>
                <a:lnTo>
                  <a:pt x="37896" y="74930"/>
                </a:lnTo>
                <a:lnTo>
                  <a:pt x="38722" y="74930"/>
                </a:lnTo>
                <a:lnTo>
                  <a:pt x="34886" y="77469"/>
                </a:lnTo>
                <a:lnTo>
                  <a:pt x="35763" y="77469"/>
                </a:lnTo>
                <a:lnTo>
                  <a:pt x="33578" y="80010"/>
                </a:lnTo>
                <a:lnTo>
                  <a:pt x="33400" y="80010"/>
                </a:lnTo>
                <a:lnTo>
                  <a:pt x="32486" y="81280"/>
                </a:lnTo>
                <a:close/>
              </a:path>
              <a:path w="515620" h="181610">
                <a:moveTo>
                  <a:pt x="469633" y="69850"/>
                </a:moveTo>
                <a:lnTo>
                  <a:pt x="464261" y="66039"/>
                </a:lnTo>
                <a:lnTo>
                  <a:pt x="464883" y="66039"/>
                </a:lnTo>
                <a:lnTo>
                  <a:pt x="459016" y="63500"/>
                </a:lnTo>
                <a:lnTo>
                  <a:pt x="459574" y="63500"/>
                </a:lnTo>
                <a:lnTo>
                  <a:pt x="453250" y="60960"/>
                </a:lnTo>
                <a:lnTo>
                  <a:pt x="453758" y="60960"/>
                </a:lnTo>
                <a:lnTo>
                  <a:pt x="446976" y="57150"/>
                </a:lnTo>
                <a:lnTo>
                  <a:pt x="447446" y="57150"/>
                </a:lnTo>
                <a:lnTo>
                  <a:pt x="440220" y="54610"/>
                </a:lnTo>
                <a:lnTo>
                  <a:pt x="440651" y="54610"/>
                </a:lnTo>
                <a:lnTo>
                  <a:pt x="432993" y="52069"/>
                </a:lnTo>
                <a:lnTo>
                  <a:pt x="433400" y="52069"/>
                </a:lnTo>
                <a:lnTo>
                  <a:pt x="425335" y="49530"/>
                </a:lnTo>
                <a:lnTo>
                  <a:pt x="425716" y="49530"/>
                </a:lnTo>
                <a:lnTo>
                  <a:pt x="417258" y="46989"/>
                </a:lnTo>
                <a:lnTo>
                  <a:pt x="417601" y="46989"/>
                </a:lnTo>
                <a:lnTo>
                  <a:pt x="408774" y="44450"/>
                </a:lnTo>
                <a:lnTo>
                  <a:pt x="409105" y="44450"/>
                </a:lnTo>
                <a:lnTo>
                  <a:pt x="399897" y="43180"/>
                </a:lnTo>
                <a:lnTo>
                  <a:pt x="400215" y="43180"/>
                </a:lnTo>
                <a:lnTo>
                  <a:pt x="390664" y="40639"/>
                </a:lnTo>
                <a:lnTo>
                  <a:pt x="390956" y="40639"/>
                </a:lnTo>
                <a:lnTo>
                  <a:pt x="381088" y="39369"/>
                </a:lnTo>
                <a:lnTo>
                  <a:pt x="381368" y="39369"/>
                </a:lnTo>
                <a:lnTo>
                  <a:pt x="371170" y="36830"/>
                </a:lnTo>
                <a:lnTo>
                  <a:pt x="371436" y="36830"/>
                </a:lnTo>
                <a:lnTo>
                  <a:pt x="360946" y="35560"/>
                </a:lnTo>
                <a:lnTo>
                  <a:pt x="361200" y="35560"/>
                </a:lnTo>
                <a:lnTo>
                  <a:pt x="350418" y="34289"/>
                </a:lnTo>
                <a:lnTo>
                  <a:pt x="350672" y="34289"/>
                </a:lnTo>
                <a:lnTo>
                  <a:pt x="339623" y="33019"/>
                </a:lnTo>
                <a:lnTo>
                  <a:pt x="339864" y="33019"/>
                </a:lnTo>
                <a:lnTo>
                  <a:pt x="328549" y="31750"/>
                </a:lnTo>
                <a:lnTo>
                  <a:pt x="328790" y="31750"/>
                </a:lnTo>
                <a:lnTo>
                  <a:pt x="317245" y="30480"/>
                </a:lnTo>
                <a:lnTo>
                  <a:pt x="317474" y="30480"/>
                </a:lnTo>
                <a:lnTo>
                  <a:pt x="305701" y="29210"/>
                </a:lnTo>
                <a:lnTo>
                  <a:pt x="294170" y="29210"/>
                </a:lnTo>
                <a:lnTo>
                  <a:pt x="281990" y="27939"/>
                </a:lnTo>
                <a:lnTo>
                  <a:pt x="450862" y="27939"/>
                </a:lnTo>
                <a:lnTo>
                  <a:pt x="458558" y="31750"/>
                </a:lnTo>
                <a:lnTo>
                  <a:pt x="465353" y="34289"/>
                </a:lnTo>
                <a:lnTo>
                  <a:pt x="472198" y="38100"/>
                </a:lnTo>
                <a:lnTo>
                  <a:pt x="478624" y="41910"/>
                </a:lnTo>
                <a:lnTo>
                  <a:pt x="484619" y="44450"/>
                </a:lnTo>
                <a:lnTo>
                  <a:pt x="485305" y="45719"/>
                </a:lnTo>
                <a:lnTo>
                  <a:pt x="490181" y="48260"/>
                </a:lnTo>
                <a:lnTo>
                  <a:pt x="490931" y="49530"/>
                </a:lnTo>
                <a:lnTo>
                  <a:pt x="495287" y="53339"/>
                </a:lnTo>
                <a:lnTo>
                  <a:pt x="496112" y="53339"/>
                </a:lnTo>
                <a:lnTo>
                  <a:pt x="499935" y="57150"/>
                </a:lnTo>
                <a:lnTo>
                  <a:pt x="500811" y="58419"/>
                </a:lnTo>
                <a:lnTo>
                  <a:pt x="504088" y="62230"/>
                </a:lnTo>
                <a:lnTo>
                  <a:pt x="505002" y="62230"/>
                </a:lnTo>
                <a:lnTo>
                  <a:pt x="507720" y="66039"/>
                </a:lnTo>
                <a:lnTo>
                  <a:pt x="508622" y="68580"/>
                </a:lnTo>
                <a:lnTo>
                  <a:pt x="468947" y="68580"/>
                </a:lnTo>
                <a:lnTo>
                  <a:pt x="469633" y="69850"/>
                </a:lnTo>
                <a:close/>
              </a:path>
              <a:path w="515620" h="181610">
                <a:moveTo>
                  <a:pt x="45707" y="69850"/>
                </a:moveTo>
                <a:lnTo>
                  <a:pt x="46380" y="68580"/>
                </a:lnTo>
                <a:lnTo>
                  <a:pt x="47497" y="68580"/>
                </a:lnTo>
                <a:lnTo>
                  <a:pt x="45707" y="69850"/>
                </a:lnTo>
                <a:close/>
              </a:path>
              <a:path w="515620" h="181610">
                <a:moveTo>
                  <a:pt x="473824" y="72389"/>
                </a:moveTo>
                <a:lnTo>
                  <a:pt x="468947" y="68580"/>
                </a:lnTo>
                <a:lnTo>
                  <a:pt x="508622" y="68580"/>
                </a:lnTo>
                <a:lnTo>
                  <a:pt x="510768" y="71119"/>
                </a:lnTo>
                <a:lnTo>
                  <a:pt x="473075" y="71119"/>
                </a:lnTo>
                <a:lnTo>
                  <a:pt x="473824" y="72389"/>
                </a:lnTo>
                <a:close/>
              </a:path>
              <a:path w="515620" h="181610">
                <a:moveTo>
                  <a:pt x="41516" y="72389"/>
                </a:moveTo>
                <a:lnTo>
                  <a:pt x="42265" y="71119"/>
                </a:lnTo>
                <a:lnTo>
                  <a:pt x="43137" y="71119"/>
                </a:lnTo>
                <a:lnTo>
                  <a:pt x="41516" y="72389"/>
                </a:lnTo>
                <a:close/>
              </a:path>
              <a:path w="515620" h="181610">
                <a:moveTo>
                  <a:pt x="482804" y="81222"/>
                </a:moveTo>
                <a:lnTo>
                  <a:pt x="479577" y="77469"/>
                </a:lnTo>
                <a:lnTo>
                  <a:pt x="480453" y="77469"/>
                </a:lnTo>
                <a:lnTo>
                  <a:pt x="476618" y="74930"/>
                </a:lnTo>
                <a:lnTo>
                  <a:pt x="477431" y="74930"/>
                </a:lnTo>
                <a:lnTo>
                  <a:pt x="473075" y="71119"/>
                </a:lnTo>
                <a:lnTo>
                  <a:pt x="510768" y="71119"/>
                </a:lnTo>
                <a:lnTo>
                  <a:pt x="511581" y="73660"/>
                </a:lnTo>
                <a:lnTo>
                  <a:pt x="513638" y="78739"/>
                </a:lnTo>
                <a:lnTo>
                  <a:pt x="513911" y="80010"/>
                </a:lnTo>
                <a:lnTo>
                  <a:pt x="481939" y="80010"/>
                </a:lnTo>
                <a:lnTo>
                  <a:pt x="482804" y="81222"/>
                </a:lnTo>
                <a:close/>
              </a:path>
              <a:path w="515620" h="181610">
                <a:moveTo>
                  <a:pt x="32536" y="81222"/>
                </a:moveTo>
                <a:lnTo>
                  <a:pt x="33400" y="80010"/>
                </a:lnTo>
                <a:lnTo>
                  <a:pt x="33578" y="80010"/>
                </a:lnTo>
                <a:lnTo>
                  <a:pt x="32536" y="81222"/>
                </a:lnTo>
                <a:close/>
              </a:path>
              <a:path w="515620" h="181610">
                <a:moveTo>
                  <a:pt x="514184" y="81280"/>
                </a:moveTo>
                <a:lnTo>
                  <a:pt x="482853" y="81280"/>
                </a:lnTo>
                <a:lnTo>
                  <a:pt x="481939" y="80010"/>
                </a:lnTo>
                <a:lnTo>
                  <a:pt x="513911" y="80010"/>
                </a:lnTo>
                <a:lnTo>
                  <a:pt x="514184" y="81280"/>
                </a:lnTo>
                <a:close/>
              </a:path>
              <a:path w="515620" h="181610">
                <a:moveTo>
                  <a:pt x="68364" y="123189"/>
                </a:moveTo>
                <a:lnTo>
                  <a:pt x="14528" y="123189"/>
                </a:lnTo>
                <a:lnTo>
                  <a:pt x="11252" y="119380"/>
                </a:lnTo>
                <a:lnTo>
                  <a:pt x="6718" y="113030"/>
                </a:lnTo>
                <a:lnTo>
                  <a:pt x="4572" y="109219"/>
                </a:lnTo>
                <a:lnTo>
                  <a:pt x="3746" y="107950"/>
                </a:lnTo>
                <a:lnTo>
                  <a:pt x="2209" y="104139"/>
                </a:lnTo>
                <a:lnTo>
                  <a:pt x="1701" y="101600"/>
                </a:lnTo>
                <a:lnTo>
                  <a:pt x="1155" y="100330"/>
                </a:lnTo>
                <a:lnTo>
                  <a:pt x="892" y="99031"/>
                </a:lnTo>
                <a:lnTo>
                  <a:pt x="507" y="97789"/>
                </a:lnTo>
                <a:lnTo>
                  <a:pt x="330" y="96519"/>
                </a:lnTo>
                <a:lnTo>
                  <a:pt x="110" y="93980"/>
                </a:lnTo>
                <a:lnTo>
                  <a:pt x="0" y="87630"/>
                </a:lnTo>
                <a:lnTo>
                  <a:pt x="101" y="86360"/>
                </a:lnTo>
                <a:lnTo>
                  <a:pt x="330" y="85089"/>
                </a:lnTo>
                <a:lnTo>
                  <a:pt x="901" y="81280"/>
                </a:lnTo>
                <a:lnTo>
                  <a:pt x="32486" y="81280"/>
                </a:lnTo>
                <a:lnTo>
                  <a:pt x="30683" y="83819"/>
                </a:lnTo>
                <a:lnTo>
                  <a:pt x="30264" y="83819"/>
                </a:lnTo>
                <a:lnTo>
                  <a:pt x="29231" y="86360"/>
                </a:lnTo>
                <a:lnTo>
                  <a:pt x="28714" y="87630"/>
                </a:lnTo>
                <a:lnTo>
                  <a:pt x="28564" y="88611"/>
                </a:lnTo>
                <a:lnTo>
                  <a:pt x="28524" y="91439"/>
                </a:lnTo>
                <a:lnTo>
                  <a:pt x="28657" y="92392"/>
                </a:lnTo>
                <a:lnTo>
                  <a:pt x="28663" y="92710"/>
                </a:lnTo>
                <a:lnTo>
                  <a:pt x="28917" y="93980"/>
                </a:lnTo>
                <a:lnTo>
                  <a:pt x="29231" y="93980"/>
                </a:lnTo>
                <a:lnTo>
                  <a:pt x="29747" y="95250"/>
                </a:lnTo>
                <a:lnTo>
                  <a:pt x="29438" y="95250"/>
                </a:lnTo>
                <a:lnTo>
                  <a:pt x="30869" y="97789"/>
                </a:lnTo>
                <a:lnTo>
                  <a:pt x="30683" y="97789"/>
                </a:lnTo>
                <a:lnTo>
                  <a:pt x="32495" y="100330"/>
                </a:lnTo>
                <a:lnTo>
                  <a:pt x="33400" y="101600"/>
                </a:lnTo>
                <a:lnTo>
                  <a:pt x="33578" y="101600"/>
                </a:lnTo>
                <a:lnTo>
                  <a:pt x="35763" y="104139"/>
                </a:lnTo>
                <a:lnTo>
                  <a:pt x="36165" y="104139"/>
                </a:lnTo>
                <a:lnTo>
                  <a:pt x="38722" y="106680"/>
                </a:lnTo>
                <a:lnTo>
                  <a:pt x="39353" y="106680"/>
                </a:lnTo>
                <a:lnTo>
                  <a:pt x="42265" y="109219"/>
                </a:lnTo>
                <a:lnTo>
                  <a:pt x="41516" y="109219"/>
                </a:lnTo>
                <a:lnTo>
                  <a:pt x="46380" y="111760"/>
                </a:lnTo>
                <a:lnTo>
                  <a:pt x="45707" y="111760"/>
                </a:lnTo>
                <a:lnTo>
                  <a:pt x="51079" y="114300"/>
                </a:lnTo>
                <a:lnTo>
                  <a:pt x="50457" y="114300"/>
                </a:lnTo>
                <a:lnTo>
                  <a:pt x="56324" y="118110"/>
                </a:lnTo>
                <a:lnTo>
                  <a:pt x="55752" y="118110"/>
                </a:lnTo>
                <a:lnTo>
                  <a:pt x="62090" y="120650"/>
                </a:lnTo>
                <a:lnTo>
                  <a:pt x="61582" y="120650"/>
                </a:lnTo>
                <a:lnTo>
                  <a:pt x="68364" y="123189"/>
                </a:lnTo>
                <a:close/>
              </a:path>
              <a:path w="515620" h="181610">
                <a:moveTo>
                  <a:pt x="515238" y="93980"/>
                </a:moveTo>
                <a:lnTo>
                  <a:pt x="486422" y="93980"/>
                </a:lnTo>
                <a:lnTo>
                  <a:pt x="486676" y="92710"/>
                </a:lnTo>
                <a:lnTo>
                  <a:pt x="486683" y="92392"/>
                </a:lnTo>
                <a:lnTo>
                  <a:pt x="486816" y="91439"/>
                </a:lnTo>
                <a:lnTo>
                  <a:pt x="486775" y="88611"/>
                </a:lnTo>
                <a:lnTo>
                  <a:pt x="486638" y="87630"/>
                </a:lnTo>
                <a:lnTo>
                  <a:pt x="486130" y="86360"/>
                </a:lnTo>
                <a:lnTo>
                  <a:pt x="485076" y="83819"/>
                </a:lnTo>
                <a:lnTo>
                  <a:pt x="484657" y="83819"/>
                </a:lnTo>
                <a:lnTo>
                  <a:pt x="482804" y="81222"/>
                </a:lnTo>
                <a:lnTo>
                  <a:pt x="514438" y="81280"/>
                </a:lnTo>
                <a:lnTo>
                  <a:pt x="515010" y="85089"/>
                </a:lnTo>
                <a:lnTo>
                  <a:pt x="515238" y="86360"/>
                </a:lnTo>
                <a:lnTo>
                  <a:pt x="515363" y="88634"/>
                </a:lnTo>
                <a:lnTo>
                  <a:pt x="515238" y="93980"/>
                </a:lnTo>
                <a:close/>
              </a:path>
              <a:path w="515620" h="181610">
                <a:moveTo>
                  <a:pt x="31569" y="82578"/>
                </a:moveTo>
                <a:close/>
              </a:path>
              <a:path w="515620" h="181610">
                <a:moveTo>
                  <a:pt x="29438" y="86360"/>
                </a:moveTo>
                <a:lnTo>
                  <a:pt x="30264" y="83819"/>
                </a:lnTo>
                <a:lnTo>
                  <a:pt x="30683" y="83819"/>
                </a:lnTo>
                <a:lnTo>
                  <a:pt x="31569" y="82578"/>
                </a:lnTo>
                <a:lnTo>
                  <a:pt x="29438" y="86360"/>
                </a:lnTo>
                <a:close/>
              </a:path>
              <a:path w="515620" h="181610">
                <a:moveTo>
                  <a:pt x="485901" y="86360"/>
                </a:moveTo>
                <a:lnTo>
                  <a:pt x="483771" y="82578"/>
                </a:lnTo>
                <a:lnTo>
                  <a:pt x="484657" y="83819"/>
                </a:lnTo>
                <a:lnTo>
                  <a:pt x="485076" y="83819"/>
                </a:lnTo>
                <a:lnTo>
                  <a:pt x="485901" y="86360"/>
                </a:lnTo>
                <a:close/>
              </a:path>
              <a:path w="515620" h="181610">
                <a:moveTo>
                  <a:pt x="28714" y="87630"/>
                </a:moveTo>
                <a:lnTo>
                  <a:pt x="29209" y="86360"/>
                </a:lnTo>
                <a:lnTo>
                  <a:pt x="28714" y="87630"/>
                </a:lnTo>
                <a:close/>
              </a:path>
              <a:path w="515620" h="181610">
                <a:moveTo>
                  <a:pt x="29186" y="86470"/>
                </a:moveTo>
                <a:close/>
              </a:path>
              <a:path w="515620" h="181610">
                <a:moveTo>
                  <a:pt x="486154" y="86470"/>
                </a:moveTo>
                <a:close/>
              </a:path>
              <a:path w="515620" h="181610">
                <a:moveTo>
                  <a:pt x="486625" y="87630"/>
                </a:moveTo>
                <a:lnTo>
                  <a:pt x="486154" y="86470"/>
                </a:lnTo>
                <a:lnTo>
                  <a:pt x="486625" y="87630"/>
                </a:lnTo>
                <a:close/>
              </a:path>
              <a:path w="515620" h="181610">
                <a:moveTo>
                  <a:pt x="28936" y="87630"/>
                </a:moveTo>
                <a:lnTo>
                  <a:pt x="28714" y="87630"/>
                </a:lnTo>
                <a:lnTo>
                  <a:pt x="29186" y="86470"/>
                </a:lnTo>
                <a:lnTo>
                  <a:pt x="28936" y="87630"/>
                </a:lnTo>
                <a:close/>
              </a:path>
              <a:path w="515620" h="181610">
                <a:moveTo>
                  <a:pt x="486625" y="87630"/>
                </a:moveTo>
                <a:lnTo>
                  <a:pt x="486403" y="87630"/>
                </a:lnTo>
                <a:lnTo>
                  <a:pt x="486154" y="86470"/>
                </a:lnTo>
                <a:lnTo>
                  <a:pt x="486625" y="87630"/>
                </a:lnTo>
                <a:close/>
              </a:path>
              <a:path w="515620" h="181610">
                <a:moveTo>
                  <a:pt x="28524" y="88900"/>
                </a:moveTo>
                <a:lnTo>
                  <a:pt x="28701" y="87630"/>
                </a:lnTo>
                <a:lnTo>
                  <a:pt x="28606" y="88634"/>
                </a:lnTo>
                <a:lnTo>
                  <a:pt x="28524" y="88900"/>
                </a:lnTo>
                <a:close/>
              </a:path>
              <a:path w="515620" h="181610">
                <a:moveTo>
                  <a:pt x="28606" y="88634"/>
                </a:moveTo>
                <a:lnTo>
                  <a:pt x="28701" y="87630"/>
                </a:lnTo>
                <a:lnTo>
                  <a:pt x="28917" y="87630"/>
                </a:lnTo>
                <a:lnTo>
                  <a:pt x="28606" y="88634"/>
                </a:lnTo>
                <a:close/>
              </a:path>
              <a:path w="515620" h="181610">
                <a:moveTo>
                  <a:pt x="28663" y="88900"/>
                </a:moveTo>
                <a:lnTo>
                  <a:pt x="28917" y="87630"/>
                </a:lnTo>
                <a:lnTo>
                  <a:pt x="28663" y="88900"/>
                </a:lnTo>
                <a:close/>
              </a:path>
              <a:path w="515620" h="181610">
                <a:moveTo>
                  <a:pt x="486676" y="88900"/>
                </a:moveTo>
                <a:lnTo>
                  <a:pt x="486403" y="87630"/>
                </a:lnTo>
                <a:lnTo>
                  <a:pt x="486676" y="88900"/>
                </a:lnTo>
                <a:close/>
              </a:path>
              <a:path w="515620" h="181610">
                <a:moveTo>
                  <a:pt x="486726" y="88611"/>
                </a:moveTo>
                <a:lnTo>
                  <a:pt x="486422" y="87630"/>
                </a:lnTo>
                <a:lnTo>
                  <a:pt x="486638" y="87630"/>
                </a:lnTo>
                <a:lnTo>
                  <a:pt x="486726" y="88611"/>
                </a:lnTo>
                <a:close/>
              </a:path>
              <a:path w="515620" h="181610">
                <a:moveTo>
                  <a:pt x="486816" y="88900"/>
                </a:moveTo>
                <a:lnTo>
                  <a:pt x="486733" y="88634"/>
                </a:lnTo>
                <a:lnTo>
                  <a:pt x="486638" y="87630"/>
                </a:lnTo>
                <a:lnTo>
                  <a:pt x="486816" y="88900"/>
                </a:lnTo>
                <a:close/>
              </a:path>
              <a:path w="515620" h="181610">
                <a:moveTo>
                  <a:pt x="486816" y="88900"/>
                </a:moveTo>
                <a:lnTo>
                  <a:pt x="486726" y="88611"/>
                </a:lnTo>
                <a:lnTo>
                  <a:pt x="486816" y="88900"/>
                </a:lnTo>
                <a:close/>
              </a:path>
              <a:path w="515620" h="181610">
                <a:moveTo>
                  <a:pt x="28581" y="88900"/>
                </a:moveTo>
                <a:lnTo>
                  <a:pt x="28606" y="88634"/>
                </a:lnTo>
                <a:lnTo>
                  <a:pt x="28581" y="88900"/>
                </a:lnTo>
                <a:close/>
              </a:path>
              <a:path w="515620" h="181610">
                <a:moveTo>
                  <a:pt x="28551" y="89217"/>
                </a:moveTo>
                <a:lnTo>
                  <a:pt x="28562" y="88900"/>
                </a:lnTo>
                <a:lnTo>
                  <a:pt x="28551" y="89217"/>
                </a:lnTo>
                <a:close/>
              </a:path>
              <a:path w="515620" h="181610">
                <a:moveTo>
                  <a:pt x="486794" y="89361"/>
                </a:moveTo>
                <a:lnTo>
                  <a:pt x="486752" y="88900"/>
                </a:lnTo>
                <a:lnTo>
                  <a:pt x="486794" y="89361"/>
                </a:lnTo>
                <a:close/>
              </a:path>
              <a:path w="515620" h="181610">
                <a:moveTo>
                  <a:pt x="28517" y="90169"/>
                </a:moveTo>
                <a:lnTo>
                  <a:pt x="28551" y="89217"/>
                </a:lnTo>
                <a:lnTo>
                  <a:pt x="28517" y="90169"/>
                </a:lnTo>
                <a:close/>
              </a:path>
              <a:path w="515620" h="181610">
                <a:moveTo>
                  <a:pt x="28473" y="90303"/>
                </a:moveTo>
                <a:lnTo>
                  <a:pt x="28460" y="90169"/>
                </a:lnTo>
                <a:lnTo>
                  <a:pt x="28473" y="90303"/>
                </a:lnTo>
                <a:close/>
              </a:path>
              <a:path w="515620" h="181610">
                <a:moveTo>
                  <a:pt x="28503" y="90593"/>
                </a:moveTo>
                <a:lnTo>
                  <a:pt x="28473" y="90169"/>
                </a:lnTo>
                <a:lnTo>
                  <a:pt x="28503" y="90593"/>
                </a:lnTo>
                <a:close/>
              </a:path>
              <a:path w="515620" h="181610">
                <a:moveTo>
                  <a:pt x="486778" y="91439"/>
                </a:moveTo>
                <a:lnTo>
                  <a:pt x="486835" y="90525"/>
                </a:lnTo>
                <a:lnTo>
                  <a:pt x="486778" y="91439"/>
                </a:lnTo>
                <a:close/>
              </a:path>
              <a:path w="515620" h="181610">
                <a:moveTo>
                  <a:pt x="486867" y="91439"/>
                </a:moveTo>
                <a:lnTo>
                  <a:pt x="486837" y="90593"/>
                </a:lnTo>
                <a:lnTo>
                  <a:pt x="486867" y="91439"/>
                </a:lnTo>
                <a:close/>
              </a:path>
              <a:path w="515620" h="181610">
                <a:moveTo>
                  <a:pt x="28562" y="91439"/>
                </a:moveTo>
                <a:lnTo>
                  <a:pt x="28500" y="90666"/>
                </a:lnTo>
                <a:lnTo>
                  <a:pt x="28562" y="91439"/>
                </a:lnTo>
                <a:close/>
              </a:path>
              <a:path w="515620" h="181610">
                <a:moveTo>
                  <a:pt x="28581" y="91439"/>
                </a:moveTo>
                <a:lnTo>
                  <a:pt x="28508" y="90677"/>
                </a:lnTo>
                <a:lnTo>
                  <a:pt x="28581" y="91439"/>
                </a:lnTo>
                <a:close/>
              </a:path>
              <a:path w="515620" h="181610">
                <a:moveTo>
                  <a:pt x="28701" y="92710"/>
                </a:moveTo>
                <a:lnTo>
                  <a:pt x="28524" y="91439"/>
                </a:lnTo>
                <a:lnTo>
                  <a:pt x="28671" y="92392"/>
                </a:lnTo>
                <a:lnTo>
                  <a:pt x="28701" y="92710"/>
                </a:lnTo>
                <a:close/>
              </a:path>
              <a:path w="515620" h="181610">
                <a:moveTo>
                  <a:pt x="28671" y="92392"/>
                </a:moveTo>
                <a:lnTo>
                  <a:pt x="28524" y="91439"/>
                </a:lnTo>
                <a:lnTo>
                  <a:pt x="28671" y="92392"/>
                </a:lnTo>
                <a:close/>
              </a:path>
              <a:path w="515620" h="181610">
                <a:moveTo>
                  <a:pt x="486664" y="92416"/>
                </a:moveTo>
                <a:lnTo>
                  <a:pt x="486752" y="91439"/>
                </a:lnTo>
                <a:lnTo>
                  <a:pt x="486664" y="92416"/>
                </a:lnTo>
                <a:close/>
              </a:path>
              <a:path w="515620" h="181610">
                <a:moveTo>
                  <a:pt x="486638" y="92710"/>
                </a:moveTo>
                <a:lnTo>
                  <a:pt x="486668" y="92392"/>
                </a:lnTo>
                <a:lnTo>
                  <a:pt x="486816" y="91439"/>
                </a:lnTo>
                <a:lnTo>
                  <a:pt x="486638" y="92710"/>
                </a:lnTo>
                <a:close/>
              </a:path>
              <a:path w="515620" h="181610">
                <a:moveTo>
                  <a:pt x="28721" y="92710"/>
                </a:moveTo>
                <a:lnTo>
                  <a:pt x="28671" y="92392"/>
                </a:lnTo>
                <a:lnTo>
                  <a:pt x="28721" y="92710"/>
                </a:lnTo>
                <a:close/>
              </a:path>
              <a:path w="515620" h="181610">
                <a:moveTo>
                  <a:pt x="486638" y="92710"/>
                </a:moveTo>
                <a:lnTo>
                  <a:pt x="486664" y="92416"/>
                </a:lnTo>
                <a:lnTo>
                  <a:pt x="486638" y="92710"/>
                </a:lnTo>
                <a:close/>
              </a:path>
              <a:path w="515620" h="181610">
                <a:moveTo>
                  <a:pt x="28917" y="93980"/>
                </a:moveTo>
                <a:lnTo>
                  <a:pt x="28663" y="92710"/>
                </a:lnTo>
                <a:lnTo>
                  <a:pt x="28753" y="92917"/>
                </a:lnTo>
                <a:lnTo>
                  <a:pt x="28917" y="93980"/>
                </a:lnTo>
                <a:close/>
              </a:path>
              <a:path w="515620" h="181610">
                <a:moveTo>
                  <a:pt x="28753" y="92917"/>
                </a:moveTo>
                <a:lnTo>
                  <a:pt x="28663" y="92710"/>
                </a:lnTo>
                <a:lnTo>
                  <a:pt x="28753" y="92917"/>
                </a:lnTo>
                <a:close/>
              </a:path>
              <a:path w="515620" h="181610">
                <a:moveTo>
                  <a:pt x="486615" y="92735"/>
                </a:moveTo>
                <a:close/>
              </a:path>
              <a:path w="515620" h="181610">
                <a:moveTo>
                  <a:pt x="486587" y="92917"/>
                </a:moveTo>
                <a:lnTo>
                  <a:pt x="486625" y="92710"/>
                </a:lnTo>
                <a:lnTo>
                  <a:pt x="486587" y="92917"/>
                </a:lnTo>
                <a:close/>
              </a:path>
              <a:path w="515620" h="181610">
                <a:moveTo>
                  <a:pt x="486422" y="93980"/>
                </a:moveTo>
                <a:lnTo>
                  <a:pt x="486587" y="92917"/>
                </a:lnTo>
                <a:lnTo>
                  <a:pt x="486676" y="92710"/>
                </a:lnTo>
                <a:lnTo>
                  <a:pt x="486422" y="93980"/>
                </a:lnTo>
                <a:close/>
              </a:path>
              <a:path w="515620" h="181610">
                <a:moveTo>
                  <a:pt x="29231" y="93980"/>
                </a:moveTo>
                <a:lnTo>
                  <a:pt x="28724" y="92735"/>
                </a:lnTo>
                <a:lnTo>
                  <a:pt x="29231" y="93980"/>
                </a:lnTo>
                <a:close/>
              </a:path>
              <a:path w="515620" h="181610">
                <a:moveTo>
                  <a:pt x="485076" y="96519"/>
                </a:moveTo>
                <a:lnTo>
                  <a:pt x="486615" y="92735"/>
                </a:lnTo>
                <a:lnTo>
                  <a:pt x="486130" y="93980"/>
                </a:lnTo>
                <a:lnTo>
                  <a:pt x="515238" y="93980"/>
                </a:lnTo>
                <a:lnTo>
                  <a:pt x="515124" y="95250"/>
                </a:lnTo>
                <a:lnTo>
                  <a:pt x="485901" y="95250"/>
                </a:lnTo>
                <a:lnTo>
                  <a:pt x="485076" y="96519"/>
                </a:lnTo>
                <a:close/>
              </a:path>
              <a:path w="515620" h="181610">
                <a:moveTo>
                  <a:pt x="29209" y="93980"/>
                </a:moveTo>
                <a:lnTo>
                  <a:pt x="28917" y="93980"/>
                </a:lnTo>
                <a:lnTo>
                  <a:pt x="28753" y="92917"/>
                </a:lnTo>
                <a:lnTo>
                  <a:pt x="29209" y="93980"/>
                </a:lnTo>
                <a:close/>
              </a:path>
              <a:path w="515620" h="181610">
                <a:moveTo>
                  <a:pt x="486422" y="93980"/>
                </a:moveTo>
                <a:lnTo>
                  <a:pt x="486130" y="93980"/>
                </a:lnTo>
                <a:lnTo>
                  <a:pt x="486587" y="92917"/>
                </a:lnTo>
                <a:lnTo>
                  <a:pt x="486422" y="93980"/>
                </a:lnTo>
                <a:close/>
              </a:path>
              <a:path w="515620" h="181610">
                <a:moveTo>
                  <a:pt x="30264" y="96519"/>
                </a:moveTo>
                <a:lnTo>
                  <a:pt x="29438" y="95250"/>
                </a:lnTo>
                <a:lnTo>
                  <a:pt x="29747" y="95250"/>
                </a:lnTo>
                <a:lnTo>
                  <a:pt x="30264" y="96519"/>
                </a:lnTo>
                <a:close/>
              </a:path>
              <a:path w="515620" h="181610">
                <a:moveTo>
                  <a:pt x="483771" y="99031"/>
                </a:moveTo>
                <a:lnTo>
                  <a:pt x="485901" y="95250"/>
                </a:lnTo>
                <a:lnTo>
                  <a:pt x="515124" y="95250"/>
                </a:lnTo>
                <a:lnTo>
                  <a:pt x="515010" y="96519"/>
                </a:lnTo>
                <a:lnTo>
                  <a:pt x="514832" y="97789"/>
                </a:lnTo>
                <a:lnTo>
                  <a:pt x="484657" y="97789"/>
                </a:lnTo>
                <a:lnTo>
                  <a:pt x="483771" y="99031"/>
                </a:lnTo>
                <a:close/>
              </a:path>
              <a:path w="515620" h="181610">
                <a:moveTo>
                  <a:pt x="31569" y="99031"/>
                </a:moveTo>
                <a:lnTo>
                  <a:pt x="30683" y="97789"/>
                </a:lnTo>
                <a:lnTo>
                  <a:pt x="30869" y="97789"/>
                </a:lnTo>
                <a:lnTo>
                  <a:pt x="31569" y="99031"/>
                </a:lnTo>
                <a:close/>
              </a:path>
              <a:path w="515620" h="181610">
                <a:moveTo>
                  <a:pt x="514438" y="99060"/>
                </a:moveTo>
                <a:lnTo>
                  <a:pt x="483755" y="99060"/>
                </a:lnTo>
                <a:lnTo>
                  <a:pt x="484657" y="97789"/>
                </a:lnTo>
                <a:lnTo>
                  <a:pt x="514832" y="97789"/>
                </a:lnTo>
                <a:lnTo>
                  <a:pt x="514438" y="99060"/>
                </a:lnTo>
                <a:close/>
              </a:path>
              <a:path w="515620" h="181610">
                <a:moveTo>
                  <a:pt x="513638" y="101600"/>
                </a:moveTo>
                <a:lnTo>
                  <a:pt x="481939" y="101600"/>
                </a:lnTo>
                <a:lnTo>
                  <a:pt x="482853" y="100330"/>
                </a:lnTo>
                <a:lnTo>
                  <a:pt x="483771" y="99031"/>
                </a:lnTo>
                <a:lnTo>
                  <a:pt x="514438" y="99060"/>
                </a:lnTo>
                <a:lnTo>
                  <a:pt x="514160" y="100387"/>
                </a:lnTo>
                <a:lnTo>
                  <a:pt x="513638" y="101600"/>
                </a:lnTo>
                <a:close/>
              </a:path>
              <a:path w="515620" h="181610">
                <a:moveTo>
                  <a:pt x="482804" y="100387"/>
                </a:moveTo>
                <a:close/>
              </a:path>
              <a:path w="515620" h="181610">
                <a:moveTo>
                  <a:pt x="33578" y="101600"/>
                </a:moveTo>
                <a:lnTo>
                  <a:pt x="33400" y="101600"/>
                </a:lnTo>
                <a:lnTo>
                  <a:pt x="32536" y="100387"/>
                </a:lnTo>
                <a:lnTo>
                  <a:pt x="33578" y="101600"/>
                </a:lnTo>
                <a:close/>
              </a:path>
              <a:path w="515620" h="181610">
                <a:moveTo>
                  <a:pt x="513130" y="104139"/>
                </a:moveTo>
                <a:lnTo>
                  <a:pt x="479577" y="104139"/>
                </a:lnTo>
                <a:lnTo>
                  <a:pt x="482804" y="100387"/>
                </a:lnTo>
                <a:lnTo>
                  <a:pt x="481939" y="101600"/>
                </a:lnTo>
                <a:lnTo>
                  <a:pt x="513638" y="101600"/>
                </a:lnTo>
                <a:lnTo>
                  <a:pt x="513130" y="104139"/>
                </a:lnTo>
                <a:close/>
              </a:path>
              <a:path w="515620" h="181610">
                <a:moveTo>
                  <a:pt x="36165" y="104139"/>
                </a:moveTo>
                <a:lnTo>
                  <a:pt x="35763" y="104139"/>
                </a:lnTo>
                <a:lnTo>
                  <a:pt x="34886" y="102869"/>
                </a:lnTo>
                <a:lnTo>
                  <a:pt x="36165" y="104139"/>
                </a:lnTo>
                <a:close/>
              </a:path>
              <a:path w="515620" h="181610">
                <a:moveTo>
                  <a:pt x="512097" y="106680"/>
                </a:moveTo>
                <a:lnTo>
                  <a:pt x="476618" y="106680"/>
                </a:lnTo>
                <a:lnTo>
                  <a:pt x="480453" y="102869"/>
                </a:lnTo>
                <a:lnTo>
                  <a:pt x="479577" y="104139"/>
                </a:lnTo>
                <a:lnTo>
                  <a:pt x="513130" y="104139"/>
                </a:lnTo>
                <a:lnTo>
                  <a:pt x="512097" y="106680"/>
                </a:lnTo>
                <a:close/>
              </a:path>
              <a:path w="515620" h="181610">
                <a:moveTo>
                  <a:pt x="39353" y="106680"/>
                </a:moveTo>
                <a:lnTo>
                  <a:pt x="38722" y="106680"/>
                </a:lnTo>
                <a:lnTo>
                  <a:pt x="37896" y="105410"/>
                </a:lnTo>
                <a:lnTo>
                  <a:pt x="39353" y="106680"/>
                </a:lnTo>
                <a:close/>
              </a:path>
              <a:path w="515620" h="181610">
                <a:moveTo>
                  <a:pt x="500811" y="123189"/>
                </a:moveTo>
                <a:lnTo>
                  <a:pt x="446976" y="123189"/>
                </a:lnTo>
                <a:lnTo>
                  <a:pt x="453758" y="120650"/>
                </a:lnTo>
                <a:lnTo>
                  <a:pt x="453250" y="120650"/>
                </a:lnTo>
                <a:lnTo>
                  <a:pt x="459574" y="118110"/>
                </a:lnTo>
                <a:lnTo>
                  <a:pt x="459016" y="118110"/>
                </a:lnTo>
                <a:lnTo>
                  <a:pt x="464883" y="114300"/>
                </a:lnTo>
                <a:lnTo>
                  <a:pt x="464261" y="114300"/>
                </a:lnTo>
                <a:lnTo>
                  <a:pt x="469633" y="111760"/>
                </a:lnTo>
                <a:lnTo>
                  <a:pt x="468947" y="111760"/>
                </a:lnTo>
                <a:lnTo>
                  <a:pt x="473824" y="109219"/>
                </a:lnTo>
                <a:lnTo>
                  <a:pt x="473075" y="109219"/>
                </a:lnTo>
                <a:lnTo>
                  <a:pt x="477431" y="105410"/>
                </a:lnTo>
                <a:lnTo>
                  <a:pt x="476618" y="106680"/>
                </a:lnTo>
                <a:lnTo>
                  <a:pt x="512097" y="106680"/>
                </a:lnTo>
                <a:lnTo>
                  <a:pt x="511581" y="107950"/>
                </a:lnTo>
                <a:lnTo>
                  <a:pt x="510768" y="109219"/>
                </a:lnTo>
                <a:lnTo>
                  <a:pt x="508622" y="113030"/>
                </a:lnTo>
                <a:lnTo>
                  <a:pt x="504088" y="119380"/>
                </a:lnTo>
                <a:lnTo>
                  <a:pt x="500811" y="123189"/>
                </a:lnTo>
                <a:close/>
              </a:path>
              <a:path w="515620" h="181610">
                <a:moveTo>
                  <a:pt x="106565" y="135889"/>
                </a:moveTo>
                <a:lnTo>
                  <a:pt x="30035" y="135889"/>
                </a:lnTo>
                <a:lnTo>
                  <a:pt x="25158" y="132080"/>
                </a:lnTo>
                <a:lnTo>
                  <a:pt x="24409" y="132080"/>
                </a:lnTo>
                <a:lnTo>
                  <a:pt x="20053" y="128269"/>
                </a:lnTo>
                <a:lnTo>
                  <a:pt x="19227" y="127000"/>
                </a:lnTo>
                <a:lnTo>
                  <a:pt x="15405" y="123189"/>
                </a:lnTo>
                <a:lnTo>
                  <a:pt x="67894" y="123189"/>
                </a:lnTo>
                <a:lnTo>
                  <a:pt x="75120" y="125730"/>
                </a:lnTo>
                <a:lnTo>
                  <a:pt x="74688" y="125730"/>
                </a:lnTo>
                <a:lnTo>
                  <a:pt x="82334" y="128269"/>
                </a:lnTo>
                <a:lnTo>
                  <a:pt x="81940" y="128269"/>
                </a:lnTo>
                <a:lnTo>
                  <a:pt x="90004" y="130810"/>
                </a:lnTo>
                <a:lnTo>
                  <a:pt x="89623" y="130810"/>
                </a:lnTo>
                <a:lnTo>
                  <a:pt x="98082" y="133350"/>
                </a:lnTo>
                <a:lnTo>
                  <a:pt x="97739" y="133350"/>
                </a:lnTo>
                <a:lnTo>
                  <a:pt x="106565" y="135889"/>
                </a:lnTo>
                <a:close/>
              </a:path>
              <a:path w="515620" h="181610">
                <a:moveTo>
                  <a:pt x="485305" y="135889"/>
                </a:moveTo>
                <a:lnTo>
                  <a:pt x="408774" y="135889"/>
                </a:lnTo>
                <a:lnTo>
                  <a:pt x="417601" y="133350"/>
                </a:lnTo>
                <a:lnTo>
                  <a:pt x="417258" y="133350"/>
                </a:lnTo>
                <a:lnTo>
                  <a:pt x="425716" y="130810"/>
                </a:lnTo>
                <a:lnTo>
                  <a:pt x="425335" y="130810"/>
                </a:lnTo>
                <a:lnTo>
                  <a:pt x="433400" y="128269"/>
                </a:lnTo>
                <a:lnTo>
                  <a:pt x="432993" y="128269"/>
                </a:lnTo>
                <a:lnTo>
                  <a:pt x="440651" y="125730"/>
                </a:lnTo>
                <a:lnTo>
                  <a:pt x="440220" y="125730"/>
                </a:lnTo>
                <a:lnTo>
                  <a:pt x="447446" y="123189"/>
                </a:lnTo>
                <a:lnTo>
                  <a:pt x="499935" y="123189"/>
                </a:lnTo>
                <a:lnTo>
                  <a:pt x="496112" y="127000"/>
                </a:lnTo>
                <a:lnTo>
                  <a:pt x="495287" y="128269"/>
                </a:lnTo>
                <a:lnTo>
                  <a:pt x="490931" y="132080"/>
                </a:lnTo>
                <a:lnTo>
                  <a:pt x="490181" y="132080"/>
                </a:lnTo>
                <a:lnTo>
                  <a:pt x="485305" y="135889"/>
                </a:lnTo>
                <a:close/>
              </a:path>
              <a:path w="515620" h="181610">
                <a:moveTo>
                  <a:pt x="307543" y="180339"/>
                </a:moveTo>
                <a:lnTo>
                  <a:pt x="207568" y="180339"/>
                </a:lnTo>
                <a:lnTo>
                  <a:pt x="149834" y="173989"/>
                </a:lnTo>
                <a:lnTo>
                  <a:pt x="139064" y="171450"/>
                </a:lnTo>
                <a:lnTo>
                  <a:pt x="128587" y="170180"/>
                </a:lnTo>
                <a:lnTo>
                  <a:pt x="118414" y="167639"/>
                </a:lnTo>
                <a:lnTo>
                  <a:pt x="108559" y="166369"/>
                </a:lnTo>
                <a:lnTo>
                  <a:pt x="89852" y="161289"/>
                </a:lnTo>
                <a:lnTo>
                  <a:pt x="81394" y="158750"/>
                </a:lnTo>
                <a:lnTo>
                  <a:pt x="72555" y="154939"/>
                </a:lnTo>
                <a:lnTo>
                  <a:pt x="64477" y="152400"/>
                </a:lnTo>
                <a:lnTo>
                  <a:pt x="56768" y="149860"/>
                </a:lnTo>
                <a:lnTo>
                  <a:pt x="49466" y="146050"/>
                </a:lnTo>
                <a:lnTo>
                  <a:pt x="42570" y="142239"/>
                </a:lnTo>
                <a:lnTo>
                  <a:pt x="36715" y="139700"/>
                </a:lnTo>
                <a:lnTo>
                  <a:pt x="30721" y="135889"/>
                </a:lnTo>
                <a:lnTo>
                  <a:pt x="106235" y="135889"/>
                </a:lnTo>
                <a:lnTo>
                  <a:pt x="115430" y="138430"/>
                </a:lnTo>
                <a:lnTo>
                  <a:pt x="115125" y="138430"/>
                </a:lnTo>
                <a:lnTo>
                  <a:pt x="124675" y="139700"/>
                </a:lnTo>
                <a:lnTo>
                  <a:pt x="124371" y="139700"/>
                </a:lnTo>
                <a:lnTo>
                  <a:pt x="134251" y="142239"/>
                </a:lnTo>
                <a:lnTo>
                  <a:pt x="133972" y="142239"/>
                </a:lnTo>
                <a:lnTo>
                  <a:pt x="144170" y="143510"/>
                </a:lnTo>
                <a:lnTo>
                  <a:pt x="143890" y="143510"/>
                </a:lnTo>
                <a:lnTo>
                  <a:pt x="154393" y="146050"/>
                </a:lnTo>
                <a:lnTo>
                  <a:pt x="154127" y="146050"/>
                </a:lnTo>
                <a:lnTo>
                  <a:pt x="164922" y="147319"/>
                </a:lnTo>
                <a:lnTo>
                  <a:pt x="164668" y="147319"/>
                </a:lnTo>
                <a:lnTo>
                  <a:pt x="175717" y="148589"/>
                </a:lnTo>
                <a:lnTo>
                  <a:pt x="175475" y="148589"/>
                </a:lnTo>
                <a:lnTo>
                  <a:pt x="186791" y="149860"/>
                </a:lnTo>
                <a:lnTo>
                  <a:pt x="186537" y="149860"/>
                </a:lnTo>
                <a:lnTo>
                  <a:pt x="198094" y="151130"/>
                </a:lnTo>
                <a:lnTo>
                  <a:pt x="209410" y="151130"/>
                </a:lnTo>
                <a:lnTo>
                  <a:pt x="221399" y="152400"/>
                </a:lnTo>
                <a:lnTo>
                  <a:pt x="450430" y="152400"/>
                </a:lnTo>
                <a:lnTo>
                  <a:pt x="442379" y="156210"/>
                </a:lnTo>
                <a:lnTo>
                  <a:pt x="396620" y="167639"/>
                </a:lnTo>
                <a:lnTo>
                  <a:pt x="375996" y="172719"/>
                </a:lnTo>
                <a:lnTo>
                  <a:pt x="307543" y="180339"/>
                </a:lnTo>
                <a:close/>
              </a:path>
              <a:path w="515620" h="181610">
                <a:moveTo>
                  <a:pt x="450430" y="152400"/>
                </a:moveTo>
                <a:lnTo>
                  <a:pt x="293941" y="152400"/>
                </a:lnTo>
                <a:lnTo>
                  <a:pt x="305930" y="151130"/>
                </a:lnTo>
                <a:lnTo>
                  <a:pt x="317245" y="151130"/>
                </a:lnTo>
                <a:lnTo>
                  <a:pt x="328790" y="149860"/>
                </a:lnTo>
                <a:lnTo>
                  <a:pt x="328549" y="149860"/>
                </a:lnTo>
                <a:lnTo>
                  <a:pt x="339864" y="148589"/>
                </a:lnTo>
                <a:lnTo>
                  <a:pt x="339623" y="148589"/>
                </a:lnTo>
                <a:lnTo>
                  <a:pt x="350672" y="147319"/>
                </a:lnTo>
                <a:lnTo>
                  <a:pt x="350418" y="147319"/>
                </a:lnTo>
                <a:lnTo>
                  <a:pt x="361200" y="146050"/>
                </a:lnTo>
                <a:lnTo>
                  <a:pt x="360946" y="146050"/>
                </a:lnTo>
                <a:lnTo>
                  <a:pt x="371436" y="143510"/>
                </a:lnTo>
                <a:lnTo>
                  <a:pt x="371170" y="143510"/>
                </a:lnTo>
                <a:lnTo>
                  <a:pt x="381368" y="142239"/>
                </a:lnTo>
                <a:lnTo>
                  <a:pt x="381088" y="142239"/>
                </a:lnTo>
                <a:lnTo>
                  <a:pt x="390956" y="139700"/>
                </a:lnTo>
                <a:lnTo>
                  <a:pt x="390664" y="139700"/>
                </a:lnTo>
                <a:lnTo>
                  <a:pt x="400215" y="138430"/>
                </a:lnTo>
                <a:lnTo>
                  <a:pt x="399897" y="138430"/>
                </a:lnTo>
                <a:lnTo>
                  <a:pt x="409105" y="135889"/>
                </a:lnTo>
                <a:lnTo>
                  <a:pt x="484619" y="135889"/>
                </a:lnTo>
                <a:lnTo>
                  <a:pt x="478624" y="139700"/>
                </a:lnTo>
                <a:lnTo>
                  <a:pt x="472198" y="143510"/>
                </a:lnTo>
                <a:lnTo>
                  <a:pt x="465353" y="146050"/>
                </a:lnTo>
                <a:lnTo>
                  <a:pt x="458558" y="149860"/>
                </a:lnTo>
                <a:lnTo>
                  <a:pt x="450430" y="152400"/>
                </a:lnTo>
                <a:close/>
              </a:path>
              <a:path w="515620" h="181610">
                <a:moveTo>
                  <a:pt x="283133" y="181610"/>
                </a:moveTo>
                <a:lnTo>
                  <a:pt x="232435" y="181610"/>
                </a:lnTo>
                <a:lnTo>
                  <a:pt x="220014" y="180339"/>
                </a:lnTo>
                <a:lnTo>
                  <a:pt x="295554" y="180339"/>
                </a:lnTo>
                <a:lnTo>
                  <a:pt x="283133" y="181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140175" y="5928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130650" y="8024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140175" y="8786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130650" y="10881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140175" y="11643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130650" y="13739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140175" y="14501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130650" y="16596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140175" y="17358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130650" y="19454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140175" y="20216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130650" y="22311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0140175" y="23073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130650" y="25169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140175" y="25931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130650" y="28026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459950" y="934745"/>
            <a:ext cx="0" cy="941705"/>
          </a:xfrm>
          <a:custGeom>
            <a:avLst/>
            <a:gdLst/>
            <a:ahLst/>
            <a:cxnLst/>
            <a:rect l="l" t="t" r="r" b="b"/>
            <a:pathLst>
              <a:path w="0" h="941705">
                <a:moveTo>
                  <a:pt x="0" y="0"/>
                </a:moveTo>
                <a:lnTo>
                  <a:pt x="0" y="9410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827829" y="934745"/>
            <a:ext cx="0" cy="941705"/>
          </a:xfrm>
          <a:custGeom>
            <a:avLst/>
            <a:gdLst/>
            <a:ahLst/>
            <a:cxnLst/>
            <a:rect l="l" t="t" r="r" b="b"/>
            <a:pathLst>
              <a:path w="0" h="941705">
                <a:moveTo>
                  <a:pt x="0" y="0"/>
                </a:moveTo>
                <a:lnTo>
                  <a:pt x="0" y="9410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9462744" y="92642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 h="0">
                <a:moveTo>
                  <a:pt x="0" y="0"/>
                </a:moveTo>
                <a:lnTo>
                  <a:pt x="13660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459950" y="1875828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359478" y="1875828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924580" y="1871992"/>
            <a:ext cx="0" cy="672465"/>
          </a:xfrm>
          <a:custGeom>
            <a:avLst/>
            <a:gdLst/>
            <a:ahLst/>
            <a:cxnLst/>
            <a:rect l="l" t="t" r="r" b="b"/>
            <a:pathLst>
              <a:path w="0" h="672464">
                <a:moveTo>
                  <a:pt x="0" y="0"/>
                </a:moveTo>
                <a:lnTo>
                  <a:pt x="0" y="6721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352049" y="1875828"/>
            <a:ext cx="0" cy="307340"/>
          </a:xfrm>
          <a:custGeom>
            <a:avLst/>
            <a:gdLst/>
            <a:ahLst/>
            <a:cxnLst/>
            <a:rect l="l" t="t" r="r" b="b"/>
            <a:pathLst>
              <a:path w="0" h="307339">
                <a:moveTo>
                  <a:pt x="0" y="0"/>
                </a:moveTo>
                <a:lnTo>
                  <a:pt x="0" y="30728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180319" y="2727960"/>
            <a:ext cx="335280" cy="257810"/>
          </a:xfrm>
          <a:custGeom>
            <a:avLst/>
            <a:gdLst/>
            <a:ahLst/>
            <a:cxnLst/>
            <a:rect l="l" t="t" r="r" b="b"/>
            <a:pathLst>
              <a:path w="335279" h="257810">
                <a:moveTo>
                  <a:pt x="0" y="0"/>
                </a:moveTo>
                <a:lnTo>
                  <a:pt x="335279" y="0"/>
                </a:lnTo>
                <a:lnTo>
                  <a:pt x="335279" y="257556"/>
                </a:lnTo>
                <a:lnTo>
                  <a:pt x="0" y="2575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176306" y="2723794"/>
            <a:ext cx="344170" cy="267335"/>
          </a:xfrm>
          <a:custGeom>
            <a:avLst/>
            <a:gdLst/>
            <a:ahLst/>
            <a:cxnLst/>
            <a:rect l="l" t="t" r="r" b="b"/>
            <a:pathLst>
              <a:path w="344170" h="267335">
                <a:moveTo>
                  <a:pt x="344055" y="266890"/>
                </a:moveTo>
                <a:lnTo>
                  <a:pt x="0" y="266890"/>
                </a:lnTo>
                <a:lnTo>
                  <a:pt x="0" y="0"/>
                </a:lnTo>
                <a:lnTo>
                  <a:pt x="344055" y="0"/>
                </a:lnTo>
                <a:lnTo>
                  <a:pt x="34405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7365"/>
                </a:lnTo>
                <a:lnTo>
                  <a:pt x="4762" y="257365"/>
                </a:lnTo>
                <a:lnTo>
                  <a:pt x="9525" y="262128"/>
                </a:lnTo>
                <a:lnTo>
                  <a:pt x="344055" y="262128"/>
                </a:lnTo>
                <a:lnTo>
                  <a:pt x="344055" y="266890"/>
                </a:lnTo>
                <a:close/>
              </a:path>
              <a:path w="344170" h="26733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67335">
                <a:moveTo>
                  <a:pt x="33453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30" y="4762"/>
                </a:lnTo>
                <a:lnTo>
                  <a:pt x="334530" y="9525"/>
                </a:lnTo>
                <a:close/>
              </a:path>
              <a:path w="344170" h="267335">
                <a:moveTo>
                  <a:pt x="334530" y="262128"/>
                </a:moveTo>
                <a:lnTo>
                  <a:pt x="334530" y="4762"/>
                </a:lnTo>
                <a:lnTo>
                  <a:pt x="339293" y="9525"/>
                </a:lnTo>
                <a:lnTo>
                  <a:pt x="344055" y="9525"/>
                </a:lnTo>
                <a:lnTo>
                  <a:pt x="344055" y="257365"/>
                </a:lnTo>
                <a:lnTo>
                  <a:pt x="339293" y="257365"/>
                </a:lnTo>
                <a:lnTo>
                  <a:pt x="334530" y="262128"/>
                </a:lnTo>
                <a:close/>
              </a:path>
              <a:path w="344170" h="267335">
                <a:moveTo>
                  <a:pt x="344055" y="9525"/>
                </a:moveTo>
                <a:lnTo>
                  <a:pt x="339293" y="9525"/>
                </a:lnTo>
                <a:lnTo>
                  <a:pt x="334530" y="4762"/>
                </a:lnTo>
                <a:lnTo>
                  <a:pt x="344055" y="4762"/>
                </a:lnTo>
                <a:lnTo>
                  <a:pt x="344055" y="9525"/>
                </a:lnTo>
                <a:close/>
              </a:path>
              <a:path w="344170" h="267335">
                <a:moveTo>
                  <a:pt x="9525" y="262128"/>
                </a:moveTo>
                <a:lnTo>
                  <a:pt x="4762" y="257365"/>
                </a:lnTo>
                <a:lnTo>
                  <a:pt x="9525" y="257365"/>
                </a:lnTo>
                <a:lnTo>
                  <a:pt x="9525" y="262128"/>
                </a:lnTo>
                <a:close/>
              </a:path>
              <a:path w="344170" h="267335">
                <a:moveTo>
                  <a:pt x="334530" y="262128"/>
                </a:moveTo>
                <a:lnTo>
                  <a:pt x="9525" y="262128"/>
                </a:lnTo>
                <a:lnTo>
                  <a:pt x="9525" y="257365"/>
                </a:lnTo>
                <a:lnTo>
                  <a:pt x="334530" y="257365"/>
                </a:lnTo>
                <a:lnTo>
                  <a:pt x="334530" y="262128"/>
                </a:lnTo>
                <a:close/>
              </a:path>
              <a:path w="344170" h="267335">
                <a:moveTo>
                  <a:pt x="344055" y="262128"/>
                </a:moveTo>
                <a:lnTo>
                  <a:pt x="334530" y="262128"/>
                </a:lnTo>
                <a:lnTo>
                  <a:pt x="339293" y="257365"/>
                </a:lnTo>
                <a:lnTo>
                  <a:pt x="344055" y="257365"/>
                </a:lnTo>
                <a:lnTo>
                  <a:pt x="344055" y="2621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0168369" y="2647911"/>
            <a:ext cx="1720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433824" y="2279142"/>
            <a:ext cx="1282700" cy="0"/>
          </a:xfrm>
          <a:custGeom>
            <a:avLst/>
            <a:gdLst/>
            <a:ahLst/>
            <a:cxnLst/>
            <a:rect l="l" t="t" r="r" b="b"/>
            <a:pathLst>
              <a:path w="1282700" h="0">
                <a:moveTo>
                  <a:pt x="0" y="0"/>
                </a:moveTo>
                <a:lnTo>
                  <a:pt x="12823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0043528" y="2582595"/>
            <a:ext cx="0" cy="537845"/>
          </a:xfrm>
          <a:custGeom>
            <a:avLst/>
            <a:gdLst/>
            <a:ahLst/>
            <a:cxnLst/>
            <a:rect l="l" t="t" r="r" b="b"/>
            <a:pathLst>
              <a:path w="0" h="537844">
                <a:moveTo>
                  <a:pt x="0" y="0"/>
                </a:moveTo>
                <a:lnTo>
                  <a:pt x="0" y="5377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043528" y="3124200"/>
            <a:ext cx="1673225" cy="0"/>
          </a:xfrm>
          <a:custGeom>
            <a:avLst/>
            <a:gdLst/>
            <a:ahLst/>
            <a:cxnLst/>
            <a:rect l="l" t="t" r="r" b="b"/>
            <a:pathLst>
              <a:path w="1673225" h="0">
                <a:moveTo>
                  <a:pt x="0" y="0"/>
                </a:moveTo>
                <a:lnTo>
                  <a:pt x="167267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705069" y="2275306"/>
            <a:ext cx="0" cy="218440"/>
          </a:xfrm>
          <a:custGeom>
            <a:avLst/>
            <a:gdLst/>
            <a:ahLst/>
            <a:cxnLst/>
            <a:rect l="l" t="t" r="r" b="b"/>
            <a:pathLst>
              <a:path w="0" h="218439">
                <a:moveTo>
                  <a:pt x="0" y="0"/>
                </a:moveTo>
                <a:lnTo>
                  <a:pt x="0" y="2179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705069" y="2868167"/>
            <a:ext cx="0" cy="233045"/>
          </a:xfrm>
          <a:custGeom>
            <a:avLst/>
            <a:gdLst/>
            <a:ahLst/>
            <a:cxnLst/>
            <a:rect l="l" t="t" r="r" b="b"/>
            <a:pathLst>
              <a:path w="0" h="233044">
                <a:moveTo>
                  <a:pt x="0" y="0"/>
                </a:moveTo>
                <a:lnTo>
                  <a:pt x="0" y="23298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622023" y="2493264"/>
            <a:ext cx="184785" cy="375285"/>
          </a:xfrm>
          <a:custGeom>
            <a:avLst/>
            <a:gdLst/>
            <a:ahLst/>
            <a:cxnLst/>
            <a:rect l="l" t="t" r="r" b="b"/>
            <a:pathLst>
              <a:path w="184784" h="375285">
                <a:moveTo>
                  <a:pt x="0" y="374904"/>
                </a:moveTo>
                <a:lnTo>
                  <a:pt x="0" y="0"/>
                </a:lnTo>
                <a:lnTo>
                  <a:pt x="184403" y="0"/>
                </a:lnTo>
                <a:lnTo>
                  <a:pt x="184403" y="374904"/>
                </a:lnTo>
                <a:lnTo>
                  <a:pt x="0" y="374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608066" y="2479319"/>
            <a:ext cx="212725" cy="402590"/>
          </a:xfrm>
          <a:custGeom>
            <a:avLst/>
            <a:gdLst/>
            <a:ahLst/>
            <a:cxnLst/>
            <a:rect l="l" t="t" r="r" b="b"/>
            <a:pathLst>
              <a:path w="212725" h="402589">
                <a:moveTo>
                  <a:pt x="212572" y="402450"/>
                </a:moveTo>
                <a:lnTo>
                  <a:pt x="0" y="402450"/>
                </a:lnTo>
                <a:lnTo>
                  <a:pt x="0" y="0"/>
                </a:lnTo>
                <a:lnTo>
                  <a:pt x="212572" y="0"/>
                </a:lnTo>
                <a:lnTo>
                  <a:pt x="21257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73875"/>
                </a:lnTo>
                <a:lnTo>
                  <a:pt x="14287" y="373875"/>
                </a:lnTo>
                <a:lnTo>
                  <a:pt x="28575" y="388162"/>
                </a:lnTo>
                <a:lnTo>
                  <a:pt x="212572" y="388162"/>
                </a:lnTo>
                <a:lnTo>
                  <a:pt x="212572" y="402450"/>
                </a:lnTo>
                <a:close/>
              </a:path>
              <a:path w="212725" h="40258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2725" h="402589">
                <a:moveTo>
                  <a:pt x="18399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3997" y="14287"/>
                </a:lnTo>
                <a:lnTo>
                  <a:pt x="183997" y="28575"/>
                </a:lnTo>
                <a:close/>
              </a:path>
              <a:path w="212725" h="402589">
                <a:moveTo>
                  <a:pt x="183997" y="388162"/>
                </a:moveTo>
                <a:lnTo>
                  <a:pt x="183997" y="14287"/>
                </a:lnTo>
                <a:lnTo>
                  <a:pt x="198285" y="28575"/>
                </a:lnTo>
                <a:lnTo>
                  <a:pt x="212572" y="28575"/>
                </a:lnTo>
                <a:lnTo>
                  <a:pt x="212572" y="373875"/>
                </a:lnTo>
                <a:lnTo>
                  <a:pt x="198285" y="373875"/>
                </a:lnTo>
                <a:lnTo>
                  <a:pt x="183997" y="388162"/>
                </a:lnTo>
                <a:close/>
              </a:path>
              <a:path w="212725" h="402589">
                <a:moveTo>
                  <a:pt x="212572" y="28575"/>
                </a:moveTo>
                <a:lnTo>
                  <a:pt x="198285" y="28575"/>
                </a:lnTo>
                <a:lnTo>
                  <a:pt x="183997" y="14287"/>
                </a:lnTo>
                <a:lnTo>
                  <a:pt x="212572" y="14287"/>
                </a:lnTo>
                <a:lnTo>
                  <a:pt x="212572" y="28575"/>
                </a:lnTo>
                <a:close/>
              </a:path>
              <a:path w="212725" h="402589">
                <a:moveTo>
                  <a:pt x="28575" y="388162"/>
                </a:moveTo>
                <a:lnTo>
                  <a:pt x="14287" y="373875"/>
                </a:lnTo>
                <a:lnTo>
                  <a:pt x="28575" y="373875"/>
                </a:lnTo>
                <a:lnTo>
                  <a:pt x="28575" y="388162"/>
                </a:lnTo>
                <a:close/>
              </a:path>
              <a:path w="212725" h="402589">
                <a:moveTo>
                  <a:pt x="183997" y="388162"/>
                </a:moveTo>
                <a:lnTo>
                  <a:pt x="28575" y="388162"/>
                </a:lnTo>
                <a:lnTo>
                  <a:pt x="28575" y="373875"/>
                </a:lnTo>
                <a:lnTo>
                  <a:pt x="183997" y="373875"/>
                </a:lnTo>
                <a:lnTo>
                  <a:pt x="183997" y="388162"/>
                </a:lnTo>
                <a:close/>
              </a:path>
              <a:path w="212725" h="402589">
                <a:moveTo>
                  <a:pt x="212572" y="388162"/>
                </a:moveTo>
                <a:lnTo>
                  <a:pt x="183997" y="388162"/>
                </a:lnTo>
                <a:lnTo>
                  <a:pt x="198285" y="373875"/>
                </a:lnTo>
                <a:lnTo>
                  <a:pt x="212572" y="373875"/>
                </a:lnTo>
                <a:lnTo>
                  <a:pt x="212572" y="38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184635" y="2471927"/>
            <a:ext cx="390525" cy="364490"/>
          </a:xfrm>
          <a:custGeom>
            <a:avLst/>
            <a:gdLst/>
            <a:ahLst/>
            <a:cxnLst/>
            <a:rect l="l" t="t" r="r" b="b"/>
            <a:pathLst>
              <a:path w="390525" h="364489">
                <a:moveTo>
                  <a:pt x="0" y="0"/>
                </a:moveTo>
                <a:lnTo>
                  <a:pt x="390144" y="0"/>
                </a:lnTo>
                <a:lnTo>
                  <a:pt x="390144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179911" y="2466441"/>
            <a:ext cx="400050" cy="374650"/>
          </a:xfrm>
          <a:custGeom>
            <a:avLst/>
            <a:gdLst/>
            <a:ahLst/>
            <a:cxnLst/>
            <a:rect l="l" t="t" r="r" b="b"/>
            <a:pathLst>
              <a:path w="400050" h="374650">
                <a:moveTo>
                  <a:pt x="399821" y="374434"/>
                </a:moveTo>
                <a:lnTo>
                  <a:pt x="0" y="374434"/>
                </a:lnTo>
                <a:lnTo>
                  <a:pt x="0" y="0"/>
                </a:lnTo>
                <a:lnTo>
                  <a:pt x="399821" y="0"/>
                </a:lnTo>
                <a:lnTo>
                  <a:pt x="399821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4909"/>
                </a:lnTo>
                <a:lnTo>
                  <a:pt x="4762" y="364909"/>
                </a:lnTo>
                <a:lnTo>
                  <a:pt x="9525" y="369671"/>
                </a:lnTo>
                <a:lnTo>
                  <a:pt x="399821" y="369671"/>
                </a:lnTo>
                <a:lnTo>
                  <a:pt x="399821" y="374434"/>
                </a:lnTo>
                <a:close/>
              </a:path>
              <a:path w="400050" h="3746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0050" h="374650">
                <a:moveTo>
                  <a:pt x="390296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90296" y="4762"/>
                </a:lnTo>
                <a:lnTo>
                  <a:pt x="390296" y="9525"/>
                </a:lnTo>
                <a:close/>
              </a:path>
              <a:path w="400050" h="374650">
                <a:moveTo>
                  <a:pt x="390296" y="369671"/>
                </a:moveTo>
                <a:lnTo>
                  <a:pt x="390296" y="4762"/>
                </a:lnTo>
                <a:lnTo>
                  <a:pt x="395058" y="9525"/>
                </a:lnTo>
                <a:lnTo>
                  <a:pt x="399821" y="9525"/>
                </a:lnTo>
                <a:lnTo>
                  <a:pt x="399821" y="364909"/>
                </a:lnTo>
                <a:lnTo>
                  <a:pt x="395058" y="364909"/>
                </a:lnTo>
                <a:lnTo>
                  <a:pt x="390296" y="369671"/>
                </a:lnTo>
                <a:close/>
              </a:path>
              <a:path w="400050" h="374650">
                <a:moveTo>
                  <a:pt x="399821" y="9525"/>
                </a:moveTo>
                <a:lnTo>
                  <a:pt x="395058" y="9525"/>
                </a:lnTo>
                <a:lnTo>
                  <a:pt x="390296" y="4762"/>
                </a:lnTo>
                <a:lnTo>
                  <a:pt x="399821" y="4762"/>
                </a:lnTo>
                <a:lnTo>
                  <a:pt x="399821" y="9525"/>
                </a:lnTo>
                <a:close/>
              </a:path>
              <a:path w="400050" h="374650">
                <a:moveTo>
                  <a:pt x="9525" y="369671"/>
                </a:moveTo>
                <a:lnTo>
                  <a:pt x="4762" y="364909"/>
                </a:lnTo>
                <a:lnTo>
                  <a:pt x="9525" y="364909"/>
                </a:lnTo>
                <a:lnTo>
                  <a:pt x="9525" y="369671"/>
                </a:lnTo>
                <a:close/>
              </a:path>
              <a:path w="400050" h="374650">
                <a:moveTo>
                  <a:pt x="390296" y="369671"/>
                </a:moveTo>
                <a:lnTo>
                  <a:pt x="9525" y="369671"/>
                </a:lnTo>
                <a:lnTo>
                  <a:pt x="9525" y="364909"/>
                </a:lnTo>
                <a:lnTo>
                  <a:pt x="390296" y="364909"/>
                </a:lnTo>
                <a:lnTo>
                  <a:pt x="390296" y="369671"/>
                </a:lnTo>
                <a:close/>
              </a:path>
              <a:path w="400050" h="374650">
                <a:moveTo>
                  <a:pt x="399821" y="369671"/>
                </a:moveTo>
                <a:lnTo>
                  <a:pt x="390296" y="369671"/>
                </a:lnTo>
                <a:lnTo>
                  <a:pt x="395058" y="364909"/>
                </a:lnTo>
                <a:lnTo>
                  <a:pt x="399821" y="364909"/>
                </a:lnTo>
                <a:lnTo>
                  <a:pt x="399821" y="36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1184635" y="2442629"/>
            <a:ext cx="3905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40247" y="3661019"/>
            <a:ext cx="3496310" cy="112141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25"/>
              </a:spcBef>
            </a:pP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提示：</a:t>
            </a:r>
            <a:r>
              <a:rPr dirty="0" sz="2800" spc="-130" b="1">
                <a:solidFill>
                  <a:srgbClr val="FF3300"/>
                </a:solidFill>
                <a:latin typeface="方正舒体"/>
                <a:cs typeface="方正舒体"/>
              </a:rPr>
              <a:t>将</a:t>
            </a:r>
            <a:r>
              <a:rPr dirty="0" sz="2900" spc="-85" b="1" i="1">
                <a:solidFill>
                  <a:srgbClr val="FF3300"/>
                </a:solidFill>
                <a:latin typeface="方正舒体"/>
                <a:cs typeface="方正舒体"/>
              </a:rPr>
              <a:t>e</a:t>
            </a:r>
            <a:r>
              <a:rPr dirty="0" sz="2800" spc="-85" b="1">
                <a:solidFill>
                  <a:srgbClr val="FF3300"/>
                </a:solidFill>
                <a:latin typeface="方正舒体"/>
                <a:cs typeface="方正舒体"/>
              </a:rPr>
              <a:t>=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 10V代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入</a:t>
            </a:r>
            <a:endParaRPr sz="2800">
              <a:latin typeface="方正舒体"/>
              <a:cs typeface="方正舒体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900" spc="-85" b="1" i="1">
                <a:solidFill>
                  <a:srgbClr val="FF3300"/>
                </a:solidFill>
                <a:latin typeface="方正舒体"/>
                <a:cs typeface="方正舒体"/>
              </a:rPr>
              <a:t>e</a:t>
            </a:r>
            <a:r>
              <a:rPr dirty="0" sz="2800" spc="-85" b="1">
                <a:solidFill>
                  <a:srgbClr val="FF3300"/>
                </a:solidFill>
                <a:latin typeface="方正舒体"/>
                <a:cs typeface="方正舒体"/>
              </a:rPr>
              <a:t>=</a:t>
            </a:r>
            <a:r>
              <a:rPr dirty="0" sz="2800" spc="5" b="1">
                <a:solidFill>
                  <a:srgbClr val="FF3300"/>
                </a:solidFill>
                <a:latin typeface="方正舒体"/>
                <a:cs typeface="方正舒体"/>
              </a:rPr>
              <a:t> </a:t>
            </a:r>
            <a:r>
              <a:rPr dirty="0" sz="2800" spc="-25" b="1">
                <a:solidFill>
                  <a:srgbClr val="FF3300"/>
                </a:solidFill>
                <a:latin typeface="方正舒体"/>
                <a:cs typeface="方正舒体"/>
              </a:rPr>
              <a:t>20cos</a:t>
            </a:r>
            <a:r>
              <a:rPr dirty="0" sz="2800" spc="-25" b="1">
                <a:solidFill>
                  <a:srgbClr val="FF3300"/>
                </a:solidFill>
                <a:latin typeface="Times New Roman"/>
                <a:cs typeface="Times New Roman"/>
              </a:rPr>
              <a:t>100π</a:t>
            </a:r>
            <a:r>
              <a:rPr dirty="0" sz="2900" spc="-25" b="1" i="1">
                <a:solidFill>
                  <a:srgbClr val="FF3300"/>
                </a:solidFill>
                <a:latin typeface="方正舒体"/>
                <a:cs typeface="方正舒体"/>
              </a:rPr>
              <a:t>t</a:t>
            </a:r>
            <a:r>
              <a:rPr dirty="0" sz="2800" spc="-25" b="1">
                <a:solidFill>
                  <a:srgbClr val="FF3300"/>
                </a:solidFill>
                <a:latin typeface="方正舒体"/>
                <a:cs typeface="方正舒体"/>
              </a:rPr>
              <a:t>（V）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625924" y="5240451"/>
            <a:ext cx="600710" cy="0"/>
          </a:xfrm>
          <a:custGeom>
            <a:avLst/>
            <a:gdLst/>
            <a:ahLst/>
            <a:cxnLst/>
            <a:rect l="l" t="t" r="r" b="b"/>
            <a:pathLst>
              <a:path w="600710" h="0">
                <a:moveTo>
                  <a:pt x="0" y="0"/>
                </a:moveTo>
                <a:lnTo>
                  <a:pt x="600481" y="0"/>
                </a:lnTo>
              </a:path>
            </a:pathLst>
          </a:custGeom>
          <a:ln w="1727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4085806" y="5207546"/>
            <a:ext cx="13716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17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817389" y="4797094"/>
            <a:ext cx="21844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29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67743" y="4994935"/>
            <a:ext cx="17589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225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625238" y="5240197"/>
            <a:ext cx="60388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290">
                <a:solidFill>
                  <a:srgbClr val="FF0000"/>
                </a:solidFill>
                <a:latin typeface="Times New Roman"/>
                <a:cs typeface="Times New Roman"/>
              </a:rPr>
              <a:t>300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56664" y="4888229"/>
            <a:ext cx="32873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62605" algn="l"/>
              </a:tabLst>
            </a:pP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得在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1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/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4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周期内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：</a:t>
            </a:r>
            <a:r>
              <a:rPr dirty="0" sz="2800" spc="135" b="1">
                <a:solidFill>
                  <a:srgbClr val="FF3300"/>
                </a:solidFill>
                <a:latin typeface="方正舒体"/>
                <a:cs typeface="方正舒体"/>
              </a:rPr>
              <a:t> </a:t>
            </a:r>
            <a:r>
              <a:rPr dirty="0" baseline="-11337" sz="3675" spc="24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baseline="-11337" sz="367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-11337" sz="3675" spc="48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baseline="-11337" sz="3675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485890" y="3659276"/>
            <a:ext cx="4232910" cy="11550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80"/>
              </a:spcBef>
            </a:pP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在</a:t>
            </a:r>
            <a:r>
              <a:rPr dirty="0" sz="2800" spc="-245" b="1">
                <a:solidFill>
                  <a:srgbClr val="FF3300"/>
                </a:solidFill>
                <a:latin typeface="方正舒体"/>
                <a:cs typeface="方正舒体"/>
              </a:rPr>
              <a:t>0-</a:t>
            </a:r>
            <a:r>
              <a:rPr dirty="0" sz="2900" spc="-245" b="1" i="1">
                <a:solidFill>
                  <a:srgbClr val="FF3300"/>
                </a:solidFill>
                <a:latin typeface="方正舒体"/>
                <a:cs typeface="方正舒体"/>
              </a:rPr>
              <a:t>t</a:t>
            </a:r>
            <a:r>
              <a:rPr dirty="0" baseline="-16975" sz="2700" spc="-367" b="1">
                <a:solidFill>
                  <a:srgbClr val="FF3300"/>
                </a:solidFill>
                <a:latin typeface="方正舒体"/>
                <a:cs typeface="方正舒体"/>
              </a:rPr>
              <a:t>1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时间内发光，一个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周 </a:t>
            </a:r>
            <a:r>
              <a:rPr dirty="0" sz="2800" b="1">
                <a:solidFill>
                  <a:srgbClr val="FF3300"/>
                </a:solidFill>
                <a:latin typeface="方正舒体"/>
                <a:cs typeface="方正舒体"/>
              </a:rPr>
              <a:t>期内发光时间</a:t>
            </a:r>
            <a:r>
              <a:rPr dirty="0" sz="2800" spc="-20" b="1">
                <a:solidFill>
                  <a:srgbClr val="FF3300"/>
                </a:solidFill>
                <a:latin typeface="方正舒体"/>
                <a:cs typeface="方正舒体"/>
              </a:rPr>
              <a:t>：</a:t>
            </a:r>
            <a:endParaRPr sz="2800">
              <a:latin typeface="方正舒体"/>
              <a:cs typeface="方正舒体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269731" y="5263629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5777" y="0"/>
                </a:lnTo>
              </a:path>
            </a:pathLst>
          </a:custGeom>
          <a:ln w="172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732903" y="5230723"/>
            <a:ext cx="13589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16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64435" y="4820272"/>
            <a:ext cx="52070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9410" algn="l"/>
              </a:tabLst>
            </a:pPr>
            <a:r>
              <a:rPr dirty="0" sz="2450" spc="27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450" spc="27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-35147" sz="3675" spc="315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baseline="-35147" sz="3675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74925" y="5263375"/>
            <a:ext cx="40640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270">
                <a:solidFill>
                  <a:srgbClr val="FF0000"/>
                </a:solidFill>
                <a:latin typeface="Times New Roman"/>
                <a:cs typeface="Times New Roman"/>
              </a:rPr>
              <a:t>75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712483" y="5018113"/>
            <a:ext cx="147002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47775" algn="l"/>
              </a:tabLst>
            </a:pPr>
            <a:r>
              <a:rPr dirty="0" sz="2450" spc="33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450" spc="15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450" spc="229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29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204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dirty="0" sz="2450" spc="15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45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50" spc="29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3102" y="697864"/>
            <a:ext cx="8176259" cy="276034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just" marL="12700" marR="646430">
              <a:lnSpc>
                <a:spcPct val="95100"/>
              </a:lnSpc>
              <a:spcBef>
                <a:spcPts val="259"/>
              </a:spcBef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线框可绕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OO</a:t>
            </a:r>
            <a:r>
              <a:rPr dirty="0" sz="28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′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轴转动，已知匀强磁场的磁感强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度 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 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800" spc="-27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3000" spc="55">
                <a:solidFill>
                  <a:srgbClr val="0000FF"/>
                </a:solidFill>
                <a:latin typeface="Times New Roman"/>
                <a:cs typeface="Times New Roman"/>
              </a:rPr>
              <a:t>10/</a:t>
            </a:r>
            <a:r>
              <a:rPr dirty="0" sz="3200" spc="55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sz="2800" spc="55" b="1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dirty="0" sz="2800" spc="5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线框的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ab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cd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边长为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20cm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bc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ad 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长均为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10cm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转速为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50r/s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线圈电阻不计，</a:t>
            </a:r>
            <a:r>
              <a:rPr dirty="0" sz="2800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为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小电珠。若从图示位置开始计时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812800" marR="5080" indent="-800100">
              <a:lnSpc>
                <a:spcPct val="119600"/>
              </a:lnSpc>
              <a:spcBef>
                <a:spcPts val="100"/>
              </a:spcBef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）若</a:t>
            </a:r>
            <a:r>
              <a:rPr dirty="0" sz="2800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为一小电珠，当两端电压超过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10V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时开始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发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光，求小电珠在一个周期内的发光时间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4762"/>
                </a:moveTo>
                <a:lnTo>
                  <a:pt x="0" y="0"/>
                </a:lnTo>
                <a:lnTo>
                  <a:pt x="4762" y="0"/>
                </a:lnTo>
                <a:lnTo>
                  <a:pt x="0" y="4762"/>
                </a:lnTo>
                <a:close/>
              </a:path>
              <a:path w="12192000" h="6858000">
                <a:moveTo>
                  <a:pt x="12187237" y="6858000"/>
                </a:moveTo>
                <a:lnTo>
                  <a:pt x="4762" y="6858000"/>
                </a:lnTo>
                <a:lnTo>
                  <a:pt x="4762" y="0"/>
                </a:lnTo>
                <a:lnTo>
                  <a:pt x="12187237" y="0"/>
                </a:lnTo>
                <a:lnTo>
                  <a:pt x="12187237" y="6858000"/>
                </a:lnTo>
                <a:close/>
              </a:path>
              <a:path w="12192000" h="6858000">
                <a:moveTo>
                  <a:pt x="12192000" y="4762"/>
                </a:moveTo>
                <a:lnTo>
                  <a:pt x="12187237" y="0"/>
                </a:lnTo>
                <a:lnTo>
                  <a:pt x="12192000" y="0"/>
                </a:lnTo>
                <a:lnTo>
                  <a:pt x="12192000" y="4762"/>
                </a:lnTo>
                <a:close/>
              </a:path>
              <a:path w="12192000" h="6858000">
                <a:moveTo>
                  <a:pt x="4762" y="6853237"/>
                </a:moveTo>
                <a:lnTo>
                  <a:pt x="0" y="6853237"/>
                </a:lnTo>
                <a:lnTo>
                  <a:pt x="0" y="4762"/>
                </a:lnTo>
                <a:lnTo>
                  <a:pt x="4762" y="4762"/>
                </a:lnTo>
                <a:lnTo>
                  <a:pt x="4762" y="6853237"/>
                </a:lnTo>
                <a:close/>
              </a:path>
              <a:path w="12192000" h="6858000">
                <a:moveTo>
                  <a:pt x="12192000" y="6853237"/>
                </a:moveTo>
                <a:lnTo>
                  <a:pt x="12187237" y="6853237"/>
                </a:lnTo>
                <a:lnTo>
                  <a:pt x="12187237" y="4762"/>
                </a:lnTo>
                <a:lnTo>
                  <a:pt x="12192000" y="4762"/>
                </a:lnTo>
                <a:lnTo>
                  <a:pt x="12192000" y="6853237"/>
                </a:lnTo>
                <a:close/>
              </a:path>
              <a:path w="12192000" h="6858000">
                <a:moveTo>
                  <a:pt x="4762" y="6858000"/>
                </a:moveTo>
                <a:lnTo>
                  <a:pt x="0" y="6858000"/>
                </a:lnTo>
                <a:lnTo>
                  <a:pt x="0" y="6853237"/>
                </a:lnTo>
                <a:lnTo>
                  <a:pt x="4762" y="6858000"/>
                </a:lnTo>
                <a:close/>
              </a:path>
              <a:path w="12192000" h="6858000">
                <a:moveTo>
                  <a:pt x="12192000" y="6858000"/>
                </a:moveTo>
                <a:lnTo>
                  <a:pt x="12187237" y="6858000"/>
                </a:lnTo>
                <a:lnTo>
                  <a:pt x="12192000" y="6853237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1790" y="3348037"/>
            <a:ext cx="11175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（</a:t>
            </a:r>
            <a:r>
              <a:rPr dirty="0" sz="2800" b="1">
                <a:solidFill>
                  <a:srgbClr val="0000CC"/>
                </a:solidFill>
                <a:latin typeface="Times New Roman"/>
                <a:cs typeface="Times New Roman"/>
              </a:rPr>
              <a:t>5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）若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R=10Ω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求线圈从图示位置转过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90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°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过程中，通过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的电荷量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51919" y="777240"/>
            <a:ext cx="335280" cy="200025"/>
          </a:xfrm>
          <a:custGeom>
            <a:avLst/>
            <a:gdLst/>
            <a:ahLst/>
            <a:cxnLst/>
            <a:rect l="l" t="t" r="r" b="b"/>
            <a:pathLst>
              <a:path w="335279" h="200025">
                <a:moveTo>
                  <a:pt x="0" y="0"/>
                </a:moveTo>
                <a:lnTo>
                  <a:pt x="335279" y="0"/>
                </a:lnTo>
                <a:lnTo>
                  <a:pt x="335279" y="199644"/>
                </a:lnTo>
                <a:lnTo>
                  <a:pt x="0" y="199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547906" y="772502"/>
            <a:ext cx="344170" cy="209550"/>
          </a:xfrm>
          <a:custGeom>
            <a:avLst/>
            <a:gdLst/>
            <a:ahLst/>
            <a:cxnLst/>
            <a:rect l="l" t="t" r="r" b="b"/>
            <a:pathLst>
              <a:path w="344170" h="209550">
                <a:moveTo>
                  <a:pt x="344055" y="209257"/>
                </a:moveTo>
                <a:lnTo>
                  <a:pt x="0" y="209257"/>
                </a:lnTo>
                <a:lnTo>
                  <a:pt x="0" y="0"/>
                </a:lnTo>
                <a:lnTo>
                  <a:pt x="344055" y="0"/>
                </a:lnTo>
                <a:lnTo>
                  <a:pt x="34405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9732"/>
                </a:lnTo>
                <a:lnTo>
                  <a:pt x="4762" y="199732"/>
                </a:lnTo>
                <a:lnTo>
                  <a:pt x="9525" y="204495"/>
                </a:lnTo>
                <a:lnTo>
                  <a:pt x="344055" y="204495"/>
                </a:lnTo>
                <a:lnTo>
                  <a:pt x="344055" y="209257"/>
                </a:lnTo>
                <a:close/>
              </a:path>
              <a:path w="344170" h="209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09550">
                <a:moveTo>
                  <a:pt x="33453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30" y="4762"/>
                </a:lnTo>
                <a:lnTo>
                  <a:pt x="334530" y="9525"/>
                </a:lnTo>
                <a:close/>
              </a:path>
              <a:path w="344170" h="209550">
                <a:moveTo>
                  <a:pt x="334530" y="204495"/>
                </a:moveTo>
                <a:lnTo>
                  <a:pt x="334530" y="4762"/>
                </a:lnTo>
                <a:lnTo>
                  <a:pt x="339293" y="9525"/>
                </a:lnTo>
                <a:lnTo>
                  <a:pt x="344055" y="9525"/>
                </a:lnTo>
                <a:lnTo>
                  <a:pt x="344055" y="199732"/>
                </a:lnTo>
                <a:lnTo>
                  <a:pt x="339293" y="199732"/>
                </a:lnTo>
                <a:lnTo>
                  <a:pt x="334530" y="204495"/>
                </a:lnTo>
                <a:close/>
              </a:path>
              <a:path w="344170" h="209550">
                <a:moveTo>
                  <a:pt x="344055" y="9525"/>
                </a:moveTo>
                <a:lnTo>
                  <a:pt x="339293" y="9525"/>
                </a:lnTo>
                <a:lnTo>
                  <a:pt x="334530" y="4762"/>
                </a:lnTo>
                <a:lnTo>
                  <a:pt x="344055" y="4762"/>
                </a:lnTo>
                <a:lnTo>
                  <a:pt x="344055" y="9525"/>
                </a:lnTo>
                <a:close/>
              </a:path>
              <a:path w="344170" h="209550">
                <a:moveTo>
                  <a:pt x="9525" y="204495"/>
                </a:moveTo>
                <a:lnTo>
                  <a:pt x="4762" y="199732"/>
                </a:lnTo>
                <a:lnTo>
                  <a:pt x="9525" y="199732"/>
                </a:lnTo>
                <a:lnTo>
                  <a:pt x="9525" y="204495"/>
                </a:lnTo>
                <a:close/>
              </a:path>
              <a:path w="344170" h="209550">
                <a:moveTo>
                  <a:pt x="334530" y="204495"/>
                </a:moveTo>
                <a:lnTo>
                  <a:pt x="9525" y="204495"/>
                </a:lnTo>
                <a:lnTo>
                  <a:pt x="9525" y="199732"/>
                </a:lnTo>
                <a:lnTo>
                  <a:pt x="334530" y="199732"/>
                </a:lnTo>
                <a:lnTo>
                  <a:pt x="334530" y="204495"/>
                </a:lnTo>
                <a:close/>
              </a:path>
              <a:path w="344170" h="209550">
                <a:moveTo>
                  <a:pt x="344055" y="204495"/>
                </a:moveTo>
                <a:lnTo>
                  <a:pt x="334530" y="204495"/>
                </a:lnTo>
                <a:lnTo>
                  <a:pt x="339293" y="199732"/>
                </a:lnTo>
                <a:lnTo>
                  <a:pt x="344055" y="199732"/>
                </a:lnTo>
                <a:lnTo>
                  <a:pt x="344055" y="20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539969" y="696620"/>
            <a:ext cx="16065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8968" y="1632915"/>
            <a:ext cx="236270" cy="247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161030" y="1573542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927156" y="1625231"/>
            <a:ext cx="232537" cy="246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919218" y="1565859"/>
            <a:ext cx="11557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332976" y="592836"/>
            <a:ext cx="283845" cy="238125"/>
          </a:xfrm>
          <a:custGeom>
            <a:avLst/>
            <a:gdLst/>
            <a:ahLst/>
            <a:cxnLst/>
            <a:rect l="l" t="t" r="r" b="b"/>
            <a:pathLst>
              <a:path w="283845" h="238125">
                <a:moveTo>
                  <a:pt x="0" y="0"/>
                </a:moveTo>
                <a:lnTo>
                  <a:pt x="283464" y="0"/>
                </a:lnTo>
                <a:lnTo>
                  <a:pt x="283464" y="237744"/>
                </a:lnTo>
                <a:lnTo>
                  <a:pt x="0" y="2377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328810" y="588124"/>
            <a:ext cx="292100" cy="248285"/>
          </a:xfrm>
          <a:custGeom>
            <a:avLst/>
            <a:gdLst/>
            <a:ahLst/>
            <a:cxnLst/>
            <a:rect l="l" t="t" r="r" b="b"/>
            <a:pathLst>
              <a:path w="292100" h="248284">
                <a:moveTo>
                  <a:pt x="292023" y="247675"/>
                </a:moveTo>
                <a:lnTo>
                  <a:pt x="0" y="247675"/>
                </a:lnTo>
                <a:lnTo>
                  <a:pt x="0" y="0"/>
                </a:lnTo>
                <a:lnTo>
                  <a:pt x="292023" y="0"/>
                </a:lnTo>
                <a:lnTo>
                  <a:pt x="29202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38150"/>
                </a:lnTo>
                <a:lnTo>
                  <a:pt x="4762" y="238150"/>
                </a:lnTo>
                <a:lnTo>
                  <a:pt x="9525" y="242912"/>
                </a:lnTo>
                <a:lnTo>
                  <a:pt x="292023" y="242912"/>
                </a:lnTo>
                <a:lnTo>
                  <a:pt x="292023" y="247675"/>
                </a:lnTo>
                <a:close/>
              </a:path>
              <a:path w="292100" h="24828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2100" h="248284">
                <a:moveTo>
                  <a:pt x="28249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2498" y="4762"/>
                </a:lnTo>
                <a:lnTo>
                  <a:pt x="282498" y="9525"/>
                </a:lnTo>
                <a:close/>
              </a:path>
              <a:path w="292100" h="248284">
                <a:moveTo>
                  <a:pt x="282498" y="242912"/>
                </a:moveTo>
                <a:lnTo>
                  <a:pt x="282498" y="4762"/>
                </a:lnTo>
                <a:lnTo>
                  <a:pt x="287261" y="9525"/>
                </a:lnTo>
                <a:lnTo>
                  <a:pt x="292023" y="9525"/>
                </a:lnTo>
                <a:lnTo>
                  <a:pt x="292023" y="238150"/>
                </a:lnTo>
                <a:lnTo>
                  <a:pt x="287261" y="238150"/>
                </a:lnTo>
                <a:lnTo>
                  <a:pt x="282498" y="242912"/>
                </a:lnTo>
                <a:close/>
              </a:path>
              <a:path w="292100" h="248284">
                <a:moveTo>
                  <a:pt x="292023" y="9525"/>
                </a:moveTo>
                <a:lnTo>
                  <a:pt x="287261" y="9525"/>
                </a:lnTo>
                <a:lnTo>
                  <a:pt x="282498" y="4762"/>
                </a:lnTo>
                <a:lnTo>
                  <a:pt x="292023" y="4762"/>
                </a:lnTo>
                <a:lnTo>
                  <a:pt x="292023" y="9525"/>
                </a:lnTo>
                <a:close/>
              </a:path>
              <a:path w="292100" h="248284">
                <a:moveTo>
                  <a:pt x="9525" y="242912"/>
                </a:moveTo>
                <a:lnTo>
                  <a:pt x="4762" y="238150"/>
                </a:lnTo>
                <a:lnTo>
                  <a:pt x="9525" y="238150"/>
                </a:lnTo>
                <a:lnTo>
                  <a:pt x="9525" y="242912"/>
                </a:lnTo>
                <a:close/>
              </a:path>
              <a:path w="292100" h="248284">
                <a:moveTo>
                  <a:pt x="282498" y="242912"/>
                </a:moveTo>
                <a:lnTo>
                  <a:pt x="9525" y="242912"/>
                </a:lnTo>
                <a:lnTo>
                  <a:pt x="9525" y="238150"/>
                </a:lnTo>
                <a:lnTo>
                  <a:pt x="282498" y="238150"/>
                </a:lnTo>
                <a:lnTo>
                  <a:pt x="282498" y="242912"/>
                </a:lnTo>
                <a:close/>
              </a:path>
              <a:path w="292100" h="248284">
                <a:moveTo>
                  <a:pt x="292023" y="242912"/>
                </a:moveTo>
                <a:lnTo>
                  <a:pt x="282498" y="242912"/>
                </a:lnTo>
                <a:lnTo>
                  <a:pt x="287261" y="238150"/>
                </a:lnTo>
                <a:lnTo>
                  <a:pt x="292023" y="238150"/>
                </a:lnTo>
                <a:lnTo>
                  <a:pt x="292023" y="242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320872" y="512241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768583" y="630936"/>
            <a:ext cx="334010" cy="200025"/>
          </a:xfrm>
          <a:custGeom>
            <a:avLst/>
            <a:gdLst/>
            <a:ahLst/>
            <a:cxnLst/>
            <a:rect l="l" t="t" r="r" b="b"/>
            <a:pathLst>
              <a:path w="334009" h="200025">
                <a:moveTo>
                  <a:pt x="0" y="0"/>
                </a:moveTo>
                <a:lnTo>
                  <a:pt x="333755" y="0"/>
                </a:lnTo>
                <a:lnTo>
                  <a:pt x="333755" y="199644"/>
                </a:lnTo>
                <a:lnTo>
                  <a:pt x="0" y="199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763592" y="626529"/>
            <a:ext cx="344170" cy="209550"/>
          </a:xfrm>
          <a:custGeom>
            <a:avLst/>
            <a:gdLst/>
            <a:ahLst/>
            <a:cxnLst/>
            <a:rect l="l" t="t" r="r" b="b"/>
            <a:pathLst>
              <a:path w="344170" h="209550">
                <a:moveTo>
                  <a:pt x="344068" y="209270"/>
                </a:moveTo>
                <a:lnTo>
                  <a:pt x="0" y="209270"/>
                </a:lnTo>
                <a:lnTo>
                  <a:pt x="0" y="0"/>
                </a:lnTo>
                <a:lnTo>
                  <a:pt x="344068" y="0"/>
                </a:lnTo>
                <a:lnTo>
                  <a:pt x="34406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9745"/>
                </a:lnTo>
                <a:lnTo>
                  <a:pt x="4762" y="199745"/>
                </a:lnTo>
                <a:lnTo>
                  <a:pt x="9525" y="204508"/>
                </a:lnTo>
                <a:lnTo>
                  <a:pt x="344068" y="204508"/>
                </a:lnTo>
                <a:lnTo>
                  <a:pt x="344068" y="209270"/>
                </a:lnTo>
                <a:close/>
              </a:path>
              <a:path w="344170" h="209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09550">
                <a:moveTo>
                  <a:pt x="33454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43" y="4762"/>
                </a:lnTo>
                <a:lnTo>
                  <a:pt x="334543" y="9525"/>
                </a:lnTo>
                <a:close/>
              </a:path>
              <a:path w="344170" h="209550">
                <a:moveTo>
                  <a:pt x="334543" y="204508"/>
                </a:moveTo>
                <a:lnTo>
                  <a:pt x="334543" y="4762"/>
                </a:lnTo>
                <a:lnTo>
                  <a:pt x="339305" y="9525"/>
                </a:lnTo>
                <a:lnTo>
                  <a:pt x="344068" y="9525"/>
                </a:lnTo>
                <a:lnTo>
                  <a:pt x="344068" y="199745"/>
                </a:lnTo>
                <a:lnTo>
                  <a:pt x="339305" y="199745"/>
                </a:lnTo>
                <a:lnTo>
                  <a:pt x="334543" y="204508"/>
                </a:lnTo>
                <a:close/>
              </a:path>
              <a:path w="344170" h="209550">
                <a:moveTo>
                  <a:pt x="344068" y="9525"/>
                </a:moveTo>
                <a:lnTo>
                  <a:pt x="339305" y="9525"/>
                </a:lnTo>
                <a:lnTo>
                  <a:pt x="334543" y="4762"/>
                </a:lnTo>
                <a:lnTo>
                  <a:pt x="344068" y="4762"/>
                </a:lnTo>
                <a:lnTo>
                  <a:pt x="344068" y="9525"/>
                </a:lnTo>
                <a:close/>
              </a:path>
              <a:path w="344170" h="209550">
                <a:moveTo>
                  <a:pt x="9525" y="204508"/>
                </a:moveTo>
                <a:lnTo>
                  <a:pt x="4762" y="199745"/>
                </a:lnTo>
                <a:lnTo>
                  <a:pt x="9525" y="199745"/>
                </a:lnTo>
                <a:lnTo>
                  <a:pt x="9525" y="204508"/>
                </a:lnTo>
                <a:close/>
              </a:path>
              <a:path w="344170" h="209550">
                <a:moveTo>
                  <a:pt x="334543" y="204508"/>
                </a:moveTo>
                <a:lnTo>
                  <a:pt x="9525" y="204508"/>
                </a:lnTo>
                <a:lnTo>
                  <a:pt x="9525" y="199745"/>
                </a:lnTo>
                <a:lnTo>
                  <a:pt x="334543" y="199745"/>
                </a:lnTo>
                <a:lnTo>
                  <a:pt x="334543" y="204508"/>
                </a:lnTo>
                <a:close/>
              </a:path>
              <a:path w="344170" h="209550">
                <a:moveTo>
                  <a:pt x="344068" y="204508"/>
                </a:moveTo>
                <a:lnTo>
                  <a:pt x="334543" y="204508"/>
                </a:lnTo>
                <a:lnTo>
                  <a:pt x="339305" y="199745"/>
                </a:lnTo>
                <a:lnTo>
                  <a:pt x="344068" y="199745"/>
                </a:lnTo>
                <a:lnTo>
                  <a:pt x="344068" y="204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768355" y="550646"/>
            <a:ext cx="3340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865222" y="859408"/>
            <a:ext cx="2661920" cy="50800"/>
          </a:xfrm>
          <a:custGeom>
            <a:avLst/>
            <a:gdLst/>
            <a:ahLst/>
            <a:cxnLst/>
            <a:rect l="l" t="t" r="r" b="b"/>
            <a:pathLst>
              <a:path w="2661920" h="50800">
                <a:moveTo>
                  <a:pt x="2585224" y="50799"/>
                </a:moveTo>
                <a:lnTo>
                  <a:pt x="2585224" y="0"/>
                </a:lnTo>
                <a:lnTo>
                  <a:pt x="2632849" y="15874"/>
                </a:lnTo>
                <a:lnTo>
                  <a:pt x="2623324" y="15874"/>
                </a:lnTo>
                <a:lnTo>
                  <a:pt x="2623324" y="34924"/>
                </a:lnTo>
                <a:lnTo>
                  <a:pt x="2632849" y="34924"/>
                </a:lnTo>
                <a:lnTo>
                  <a:pt x="2585224" y="50799"/>
                </a:lnTo>
                <a:close/>
              </a:path>
              <a:path w="2661920" h="50800">
                <a:moveTo>
                  <a:pt x="2585224" y="34924"/>
                </a:moveTo>
                <a:lnTo>
                  <a:pt x="0" y="34924"/>
                </a:lnTo>
                <a:lnTo>
                  <a:pt x="0" y="15874"/>
                </a:lnTo>
                <a:lnTo>
                  <a:pt x="2585224" y="15874"/>
                </a:lnTo>
                <a:lnTo>
                  <a:pt x="2585224" y="34924"/>
                </a:lnTo>
                <a:close/>
              </a:path>
              <a:path w="2661920" h="50800">
                <a:moveTo>
                  <a:pt x="2632849" y="34924"/>
                </a:moveTo>
                <a:lnTo>
                  <a:pt x="2623324" y="34924"/>
                </a:lnTo>
                <a:lnTo>
                  <a:pt x="2623324" y="15874"/>
                </a:lnTo>
                <a:lnTo>
                  <a:pt x="2632849" y="15874"/>
                </a:lnTo>
                <a:lnTo>
                  <a:pt x="2661424" y="25399"/>
                </a:lnTo>
                <a:lnTo>
                  <a:pt x="2632849" y="34924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839200" y="1915731"/>
            <a:ext cx="2661920" cy="50800"/>
          </a:xfrm>
          <a:custGeom>
            <a:avLst/>
            <a:gdLst/>
            <a:ahLst/>
            <a:cxnLst/>
            <a:rect l="l" t="t" r="r" b="b"/>
            <a:pathLst>
              <a:path w="2661920" h="50800">
                <a:moveTo>
                  <a:pt x="2585224" y="50799"/>
                </a:moveTo>
                <a:lnTo>
                  <a:pt x="2585224" y="0"/>
                </a:lnTo>
                <a:lnTo>
                  <a:pt x="2647137" y="20637"/>
                </a:lnTo>
                <a:lnTo>
                  <a:pt x="2623324" y="20637"/>
                </a:lnTo>
                <a:lnTo>
                  <a:pt x="2623324" y="30162"/>
                </a:lnTo>
                <a:lnTo>
                  <a:pt x="2647137" y="30162"/>
                </a:lnTo>
                <a:lnTo>
                  <a:pt x="2585224" y="50799"/>
                </a:lnTo>
                <a:close/>
              </a:path>
              <a:path w="2661920" h="50800">
                <a:moveTo>
                  <a:pt x="2585224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2585224" y="20637"/>
                </a:lnTo>
                <a:lnTo>
                  <a:pt x="2585224" y="30162"/>
                </a:lnTo>
                <a:close/>
              </a:path>
              <a:path w="2661920" h="50800">
                <a:moveTo>
                  <a:pt x="2647137" y="30162"/>
                </a:moveTo>
                <a:lnTo>
                  <a:pt x="2623324" y="30162"/>
                </a:lnTo>
                <a:lnTo>
                  <a:pt x="2623324" y="20637"/>
                </a:lnTo>
                <a:lnTo>
                  <a:pt x="2647137" y="20637"/>
                </a:lnTo>
                <a:lnTo>
                  <a:pt x="2661424" y="25399"/>
                </a:lnTo>
                <a:lnTo>
                  <a:pt x="2647137" y="30162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861804" y="304800"/>
            <a:ext cx="1007744" cy="265430"/>
          </a:xfrm>
          <a:custGeom>
            <a:avLst/>
            <a:gdLst/>
            <a:ahLst/>
            <a:cxnLst/>
            <a:rect l="l" t="t" r="r" b="b"/>
            <a:pathLst>
              <a:path w="1007745" h="265430">
                <a:moveTo>
                  <a:pt x="0" y="0"/>
                </a:moveTo>
                <a:lnTo>
                  <a:pt x="1007363" y="0"/>
                </a:lnTo>
                <a:lnTo>
                  <a:pt x="1007363" y="265175"/>
                </a:lnTo>
                <a:lnTo>
                  <a:pt x="0" y="2651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856634" y="300037"/>
            <a:ext cx="1017269" cy="274955"/>
          </a:xfrm>
          <a:custGeom>
            <a:avLst/>
            <a:gdLst/>
            <a:ahLst/>
            <a:cxnLst/>
            <a:rect l="l" t="t" r="r" b="b"/>
            <a:pathLst>
              <a:path w="1017270" h="274955">
                <a:moveTo>
                  <a:pt x="1016850" y="274561"/>
                </a:moveTo>
                <a:lnTo>
                  <a:pt x="0" y="274561"/>
                </a:lnTo>
                <a:lnTo>
                  <a:pt x="0" y="0"/>
                </a:lnTo>
                <a:lnTo>
                  <a:pt x="1016850" y="0"/>
                </a:lnTo>
                <a:lnTo>
                  <a:pt x="10168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5036"/>
                </a:lnTo>
                <a:lnTo>
                  <a:pt x="4762" y="265036"/>
                </a:lnTo>
                <a:lnTo>
                  <a:pt x="9525" y="269798"/>
                </a:lnTo>
                <a:lnTo>
                  <a:pt x="1016850" y="269798"/>
                </a:lnTo>
                <a:lnTo>
                  <a:pt x="1016850" y="274561"/>
                </a:lnTo>
                <a:close/>
              </a:path>
              <a:path w="1017270" h="27495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17270" h="274955">
                <a:moveTo>
                  <a:pt x="10073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07325" y="4762"/>
                </a:lnTo>
                <a:lnTo>
                  <a:pt x="1007325" y="9525"/>
                </a:lnTo>
                <a:close/>
              </a:path>
              <a:path w="1017270" h="274955">
                <a:moveTo>
                  <a:pt x="1007325" y="269798"/>
                </a:moveTo>
                <a:lnTo>
                  <a:pt x="1007325" y="4762"/>
                </a:lnTo>
                <a:lnTo>
                  <a:pt x="1012088" y="9525"/>
                </a:lnTo>
                <a:lnTo>
                  <a:pt x="1016850" y="9525"/>
                </a:lnTo>
                <a:lnTo>
                  <a:pt x="1016850" y="265036"/>
                </a:lnTo>
                <a:lnTo>
                  <a:pt x="1012088" y="265036"/>
                </a:lnTo>
                <a:lnTo>
                  <a:pt x="1007325" y="269798"/>
                </a:lnTo>
                <a:close/>
              </a:path>
              <a:path w="1017270" h="274955">
                <a:moveTo>
                  <a:pt x="1016850" y="9525"/>
                </a:moveTo>
                <a:lnTo>
                  <a:pt x="1012088" y="9525"/>
                </a:lnTo>
                <a:lnTo>
                  <a:pt x="1007325" y="4762"/>
                </a:lnTo>
                <a:lnTo>
                  <a:pt x="1016850" y="4762"/>
                </a:lnTo>
                <a:lnTo>
                  <a:pt x="1016850" y="9525"/>
                </a:lnTo>
                <a:close/>
              </a:path>
              <a:path w="1017270" h="274955">
                <a:moveTo>
                  <a:pt x="9525" y="269798"/>
                </a:moveTo>
                <a:lnTo>
                  <a:pt x="4762" y="265036"/>
                </a:lnTo>
                <a:lnTo>
                  <a:pt x="9525" y="265036"/>
                </a:lnTo>
                <a:lnTo>
                  <a:pt x="9525" y="269798"/>
                </a:lnTo>
                <a:close/>
              </a:path>
              <a:path w="1017270" h="274955">
                <a:moveTo>
                  <a:pt x="1007325" y="269798"/>
                </a:moveTo>
                <a:lnTo>
                  <a:pt x="9525" y="269798"/>
                </a:lnTo>
                <a:lnTo>
                  <a:pt x="9525" y="265036"/>
                </a:lnTo>
                <a:lnTo>
                  <a:pt x="1007325" y="265036"/>
                </a:lnTo>
                <a:lnTo>
                  <a:pt x="1007325" y="269798"/>
                </a:lnTo>
                <a:close/>
              </a:path>
              <a:path w="1017270" h="274955">
                <a:moveTo>
                  <a:pt x="1016850" y="269798"/>
                </a:moveTo>
                <a:lnTo>
                  <a:pt x="1007325" y="269798"/>
                </a:lnTo>
                <a:lnTo>
                  <a:pt x="1012088" y="265036"/>
                </a:lnTo>
                <a:lnTo>
                  <a:pt x="1016850" y="265036"/>
                </a:lnTo>
                <a:lnTo>
                  <a:pt x="1016850" y="2697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9861397" y="233679"/>
            <a:ext cx="1008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 i="1">
                <a:latin typeface="Times New Roman"/>
                <a:cs typeface="Times New Roman"/>
              </a:rPr>
              <a:t>O’</a:t>
            </a:r>
            <a:r>
              <a:rPr dirty="0" sz="1600" spc="-180" b="1" i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ω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05530" y="602615"/>
            <a:ext cx="850900" cy="223520"/>
          </a:xfrm>
          <a:custGeom>
            <a:avLst/>
            <a:gdLst/>
            <a:ahLst/>
            <a:cxnLst/>
            <a:rect l="l" t="t" r="r" b="b"/>
            <a:pathLst>
              <a:path w="850900" h="223519">
                <a:moveTo>
                  <a:pt x="573531" y="49530"/>
                </a:moveTo>
                <a:lnTo>
                  <a:pt x="500468" y="16510"/>
                </a:lnTo>
                <a:lnTo>
                  <a:pt x="578929" y="0"/>
                </a:lnTo>
                <a:lnTo>
                  <a:pt x="577407" y="13970"/>
                </a:lnTo>
                <a:lnTo>
                  <a:pt x="538987" y="13970"/>
                </a:lnTo>
                <a:lnTo>
                  <a:pt x="537705" y="26670"/>
                </a:lnTo>
                <a:lnTo>
                  <a:pt x="575611" y="30447"/>
                </a:lnTo>
                <a:lnTo>
                  <a:pt x="573531" y="49530"/>
                </a:lnTo>
                <a:close/>
              </a:path>
              <a:path w="850900" h="223519">
                <a:moveTo>
                  <a:pt x="575611" y="30447"/>
                </a:moveTo>
                <a:lnTo>
                  <a:pt x="537705" y="26670"/>
                </a:lnTo>
                <a:lnTo>
                  <a:pt x="538987" y="13970"/>
                </a:lnTo>
                <a:lnTo>
                  <a:pt x="576994" y="17756"/>
                </a:lnTo>
                <a:lnTo>
                  <a:pt x="575611" y="30447"/>
                </a:lnTo>
                <a:close/>
              </a:path>
              <a:path w="850900" h="223519">
                <a:moveTo>
                  <a:pt x="576994" y="17756"/>
                </a:moveTo>
                <a:lnTo>
                  <a:pt x="538987" y="13970"/>
                </a:lnTo>
                <a:lnTo>
                  <a:pt x="577407" y="13970"/>
                </a:lnTo>
                <a:lnTo>
                  <a:pt x="576994" y="17756"/>
                </a:lnTo>
                <a:close/>
              </a:path>
              <a:path w="850900" h="223519">
                <a:moveTo>
                  <a:pt x="801585" y="67310"/>
                </a:moveTo>
                <a:lnTo>
                  <a:pt x="796645" y="64770"/>
                </a:lnTo>
                <a:lnTo>
                  <a:pt x="796975" y="64770"/>
                </a:lnTo>
                <a:lnTo>
                  <a:pt x="791565" y="62230"/>
                </a:lnTo>
                <a:lnTo>
                  <a:pt x="791870" y="62230"/>
                </a:lnTo>
                <a:lnTo>
                  <a:pt x="785749" y="60960"/>
                </a:lnTo>
                <a:lnTo>
                  <a:pt x="786002" y="60960"/>
                </a:lnTo>
                <a:lnTo>
                  <a:pt x="779208" y="58420"/>
                </a:lnTo>
                <a:lnTo>
                  <a:pt x="779411" y="58420"/>
                </a:lnTo>
                <a:lnTo>
                  <a:pt x="771994" y="57150"/>
                </a:lnTo>
                <a:lnTo>
                  <a:pt x="772159" y="57150"/>
                </a:lnTo>
                <a:lnTo>
                  <a:pt x="764184" y="54610"/>
                </a:lnTo>
                <a:lnTo>
                  <a:pt x="764311" y="54610"/>
                </a:lnTo>
                <a:lnTo>
                  <a:pt x="755802" y="53340"/>
                </a:lnTo>
                <a:lnTo>
                  <a:pt x="746925" y="50800"/>
                </a:lnTo>
                <a:lnTo>
                  <a:pt x="737590" y="49530"/>
                </a:lnTo>
                <a:lnTo>
                  <a:pt x="717727" y="46990"/>
                </a:lnTo>
                <a:lnTo>
                  <a:pt x="696671" y="43180"/>
                </a:lnTo>
                <a:lnTo>
                  <a:pt x="674751" y="40640"/>
                </a:lnTo>
                <a:lnTo>
                  <a:pt x="652348" y="38100"/>
                </a:lnTo>
                <a:lnTo>
                  <a:pt x="575611" y="30447"/>
                </a:lnTo>
                <a:lnTo>
                  <a:pt x="576994" y="17756"/>
                </a:lnTo>
                <a:lnTo>
                  <a:pt x="653707" y="25400"/>
                </a:lnTo>
                <a:lnTo>
                  <a:pt x="676313" y="27940"/>
                </a:lnTo>
                <a:lnTo>
                  <a:pt x="698411" y="31750"/>
                </a:lnTo>
                <a:lnTo>
                  <a:pt x="739800" y="36830"/>
                </a:lnTo>
                <a:lnTo>
                  <a:pt x="749325" y="39370"/>
                </a:lnTo>
                <a:lnTo>
                  <a:pt x="767067" y="41910"/>
                </a:lnTo>
                <a:lnTo>
                  <a:pt x="775207" y="44450"/>
                </a:lnTo>
                <a:lnTo>
                  <a:pt x="782802" y="46990"/>
                </a:lnTo>
                <a:lnTo>
                  <a:pt x="789838" y="48260"/>
                </a:lnTo>
                <a:lnTo>
                  <a:pt x="796264" y="50800"/>
                </a:lnTo>
                <a:lnTo>
                  <a:pt x="823658" y="66040"/>
                </a:lnTo>
                <a:lnTo>
                  <a:pt x="801293" y="66040"/>
                </a:lnTo>
                <a:lnTo>
                  <a:pt x="801585" y="67310"/>
                </a:lnTo>
                <a:close/>
              </a:path>
              <a:path w="850900" h="223519">
                <a:moveTo>
                  <a:pt x="12865" y="120650"/>
                </a:moveTo>
                <a:lnTo>
                  <a:pt x="0" y="120650"/>
                </a:lnTo>
                <a:lnTo>
                  <a:pt x="38" y="116840"/>
                </a:lnTo>
                <a:lnTo>
                  <a:pt x="101" y="115570"/>
                </a:lnTo>
                <a:lnTo>
                  <a:pt x="342" y="114300"/>
                </a:lnTo>
                <a:lnTo>
                  <a:pt x="507" y="113030"/>
                </a:lnTo>
                <a:lnTo>
                  <a:pt x="1422" y="110490"/>
                </a:lnTo>
                <a:lnTo>
                  <a:pt x="1727" y="109220"/>
                </a:lnTo>
                <a:lnTo>
                  <a:pt x="3162" y="106680"/>
                </a:lnTo>
                <a:lnTo>
                  <a:pt x="3492" y="105410"/>
                </a:lnTo>
                <a:lnTo>
                  <a:pt x="5384" y="101600"/>
                </a:lnTo>
                <a:lnTo>
                  <a:pt x="5714" y="101600"/>
                </a:lnTo>
                <a:lnTo>
                  <a:pt x="8000" y="99060"/>
                </a:lnTo>
                <a:lnTo>
                  <a:pt x="11163" y="95250"/>
                </a:lnTo>
                <a:lnTo>
                  <a:pt x="14287" y="91440"/>
                </a:lnTo>
                <a:lnTo>
                  <a:pt x="17652" y="87630"/>
                </a:lnTo>
                <a:lnTo>
                  <a:pt x="24574" y="82550"/>
                </a:lnTo>
                <a:lnTo>
                  <a:pt x="31813" y="76200"/>
                </a:lnTo>
                <a:lnTo>
                  <a:pt x="35674" y="73660"/>
                </a:lnTo>
                <a:lnTo>
                  <a:pt x="36067" y="73660"/>
                </a:lnTo>
                <a:lnTo>
                  <a:pt x="40652" y="69850"/>
                </a:lnTo>
                <a:lnTo>
                  <a:pt x="46367" y="67310"/>
                </a:lnTo>
                <a:lnTo>
                  <a:pt x="52311" y="64770"/>
                </a:lnTo>
                <a:lnTo>
                  <a:pt x="65024" y="58420"/>
                </a:lnTo>
                <a:lnTo>
                  <a:pt x="78371" y="53340"/>
                </a:lnTo>
                <a:lnTo>
                  <a:pt x="103276" y="43180"/>
                </a:lnTo>
                <a:lnTo>
                  <a:pt x="113220" y="39370"/>
                </a:lnTo>
                <a:lnTo>
                  <a:pt x="113055" y="39370"/>
                </a:lnTo>
                <a:lnTo>
                  <a:pt x="120129" y="36830"/>
                </a:lnTo>
                <a:lnTo>
                  <a:pt x="124942" y="48260"/>
                </a:lnTo>
                <a:lnTo>
                  <a:pt x="117716" y="52070"/>
                </a:lnTo>
                <a:lnTo>
                  <a:pt x="107784" y="55880"/>
                </a:lnTo>
                <a:lnTo>
                  <a:pt x="82880" y="64770"/>
                </a:lnTo>
                <a:lnTo>
                  <a:pt x="83032" y="64770"/>
                </a:lnTo>
                <a:lnTo>
                  <a:pt x="69850" y="69850"/>
                </a:lnTo>
                <a:lnTo>
                  <a:pt x="70053" y="69850"/>
                </a:lnTo>
                <a:lnTo>
                  <a:pt x="57543" y="76200"/>
                </a:lnTo>
                <a:lnTo>
                  <a:pt x="57784" y="76200"/>
                </a:lnTo>
                <a:lnTo>
                  <a:pt x="52070" y="78740"/>
                </a:lnTo>
                <a:lnTo>
                  <a:pt x="52285" y="78740"/>
                </a:lnTo>
                <a:lnTo>
                  <a:pt x="47078" y="81280"/>
                </a:lnTo>
                <a:lnTo>
                  <a:pt x="47371" y="81280"/>
                </a:lnTo>
                <a:lnTo>
                  <a:pt x="42773" y="83820"/>
                </a:lnTo>
                <a:lnTo>
                  <a:pt x="43167" y="83820"/>
                </a:lnTo>
                <a:lnTo>
                  <a:pt x="39306" y="86360"/>
                </a:lnTo>
                <a:lnTo>
                  <a:pt x="39585" y="86360"/>
                </a:lnTo>
                <a:lnTo>
                  <a:pt x="32626" y="91440"/>
                </a:lnTo>
                <a:lnTo>
                  <a:pt x="32791" y="91440"/>
                </a:lnTo>
                <a:lnTo>
                  <a:pt x="26047" y="97790"/>
                </a:lnTo>
                <a:lnTo>
                  <a:pt x="26263" y="97790"/>
                </a:lnTo>
                <a:lnTo>
                  <a:pt x="23113" y="100330"/>
                </a:lnTo>
                <a:lnTo>
                  <a:pt x="23317" y="100330"/>
                </a:lnTo>
                <a:lnTo>
                  <a:pt x="21369" y="102870"/>
                </a:lnTo>
                <a:lnTo>
                  <a:pt x="20637" y="102870"/>
                </a:lnTo>
                <a:lnTo>
                  <a:pt x="18884" y="105410"/>
                </a:lnTo>
                <a:lnTo>
                  <a:pt x="18287" y="105410"/>
                </a:lnTo>
                <a:lnTo>
                  <a:pt x="16001" y="109220"/>
                </a:lnTo>
                <a:lnTo>
                  <a:pt x="16319" y="109220"/>
                </a:lnTo>
                <a:lnTo>
                  <a:pt x="14439" y="111760"/>
                </a:lnTo>
                <a:lnTo>
                  <a:pt x="14770" y="111760"/>
                </a:lnTo>
                <a:lnTo>
                  <a:pt x="14058" y="113030"/>
                </a:lnTo>
                <a:lnTo>
                  <a:pt x="13652" y="113030"/>
                </a:lnTo>
                <a:lnTo>
                  <a:pt x="13042" y="115570"/>
                </a:lnTo>
                <a:lnTo>
                  <a:pt x="12903" y="115570"/>
                </a:lnTo>
                <a:lnTo>
                  <a:pt x="12777" y="116533"/>
                </a:lnTo>
                <a:lnTo>
                  <a:pt x="12712" y="116840"/>
                </a:lnTo>
                <a:lnTo>
                  <a:pt x="12623" y="118110"/>
                </a:lnTo>
                <a:lnTo>
                  <a:pt x="12636" y="119380"/>
                </a:lnTo>
                <a:lnTo>
                  <a:pt x="12865" y="120650"/>
                </a:lnTo>
                <a:close/>
              </a:path>
              <a:path w="850900" h="223519">
                <a:moveTo>
                  <a:pt x="823112" y="82550"/>
                </a:moveTo>
                <a:lnTo>
                  <a:pt x="819962" y="78740"/>
                </a:lnTo>
                <a:lnTo>
                  <a:pt x="820254" y="78740"/>
                </a:lnTo>
                <a:lnTo>
                  <a:pt x="816825" y="76200"/>
                </a:lnTo>
                <a:lnTo>
                  <a:pt x="817105" y="76200"/>
                </a:lnTo>
                <a:lnTo>
                  <a:pt x="813384" y="73660"/>
                </a:lnTo>
                <a:lnTo>
                  <a:pt x="813676" y="73660"/>
                </a:lnTo>
                <a:lnTo>
                  <a:pt x="809663" y="71120"/>
                </a:lnTo>
                <a:lnTo>
                  <a:pt x="809955" y="71120"/>
                </a:lnTo>
                <a:lnTo>
                  <a:pt x="805624" y="68580"/>
                </a:lnTo>
                <a:lnTo>
                  <a:pt x="805916" y="68580"/>
                </a:lnTo>
                <a:lnTo>
                  <a:pt x="801293" y="66040"/>
                </a:lnTo>
                <a:lnTo>
                  <a:pt x="823658" y="66040"/>
                </a:lnTo>
                <a:lnTo>
                  <a:pt x="825093" y="67310"/>
                </a:lnTo>
                <a:lnTo>
                  <a:pt x="828814" y="69850"/>
                </a:lnTo>
                <a:lnTo>
                  <a:pt x="831951" y="73660"/>
                </a:lnTo>
                <a:lnTo>
                  <a:pt x="835342" y="76200"/>
                </a:lnTo>
                <a:lnTo>
                  <a:pt x="838174" y="80010"/>
                </a:lnTo>
                <a:lnTo>
                  <a:pt x="838932" y="81280"/>
                </a:lnTo>
                <a:lnTo>
                  <a:pt x="822832" y="81280"/>
                </a:lnTo>
                <a:lnTo>
                  <a:pt x="823112" y="82550"/>
                </a:lnTo>
                <a:close/>
              </a:path>
              <a:path w="850900" h="223519">
                <a:moveTo>
                  <a:pt x="830046" y="91440"/>
                </a:moveTo>
                <a:lnTo>
                  <a:pt x="827747" y="87630"/>
                </a:lnTo>
                <a:lnTo>
                  <a:pt x="828001" y="87630"/>
                </a:lnTo>
                <a:lnTo>
                  <a:pt x="825423" y="85090"/>
                </a:lnTo>
                <a:lnTo>
                  <a:pt x="825690" y="85090"/>
                </a:lnTo>
                <a:lnTo>
                  <a:pt x="822832" y="81280"/>
                </a:lnTo>
                <a:lnTo>
                  <a:pt x="838932" y="81280"/>
                </a:lnTo>
                <a:lnTo>
                  <a:pt x="842721" y="87630"/>
                </a:lnTo>
                <a:lnTo>
                  <a:pt x="844152" y="90170"/>
                </a:lnTo>
                <a:lnTo>
                  <a:pt x="829817" y="90170"/>
                </a:lnTo>
                <a:lnTo>
                  <a:pt x="830046" y="91440"/>
                </a:lnTo>
                <a:close/>
              </a:path>
              <a:path w="850900" h="223519">
                <a:moveTo>
                  <a:pt x="834682" y="100330"/>
                </a:moveTo>
                <a:lnTo>
                  <a:pt x="833196" y="96520"/>
                </a:lnTo>
                <a:lnTo>
                  <a:pt x="833386" y="96520"/>
                </a:lnTo>
                <a:lnTo>
                  <a:pt x="831634" y="93980"/>
                </a:lnTo>
                <a:lnTo>
                  <a:pt x="831837" y="93980"/>
                </a:lnTo>
                <a:lnTo>
                  <a:pt x="829817" y="90170"/>
                </a:lnTo>
                <a:lnTo>
                  <a:pt x="844152" y="90170"/>
                </a:lnTo>
                <a:lnTo>
                  <a:pt x="844867" y="91440"/>
                </a:lnTo>
                <a:lnTo>
                  <a:pt x="847864" y="99060"/>
                </a:lnTo>
                <a:lnTo>
                  <a:pt x="834516" y="99060"/>
                </a:lnTo>
                <a:lnTo>
                  <a:pt x="834682" y="100330"/>
                </a:lnTo>
                <a:close/>
              </a:path>
              <a:path w="850900" h="223519">
                <a:moveTo>
                  <a:pt x="848829" y="102870"/>
                </a:moveTo>
                <a:lnTo>
                  <a:pt x="835748" y="102870"/>
                </a:lnTo>
                <a:lnTo>
                  <a:pt x="834516" y="99060"/>
                </a:lnTo>
                <a:lnTo>
                  <a:pt x="847864" y="99060"/>
                </a:lnTo>
                <a:lnTo>
                  <a:pt x="848829" y="102870"/>
                </a:lnTo>
                <a:close/>
              </a:path>
              <a:path w="850900" h="223519">
                <a:moveTo>
                  <a:pt x="20396" y="104140"/>
                </a:moveTo>
                <a:lnTo>
                  <a:pt x="20637" y="102870"/>
                </a:lnTo>
                <a:lnTo>
                  <a:pt x="21369" y="102870"/>
                </a:lnTo>
                <a:lnTo>
                  <a:pt x="20396" y="104140"/>
                </a:lnTo>
                <a:close/>
              </a:path>
              <a:path w="850900" h="223519">
                <a:moveTo>
                  <a:pt x="836574" y="106680"/>
                </a:moveTo>
                <a:lnTo>
                  <a:pt x="835609" y="102870"/>
                </a:lnTo>
                <a:lnTo>
                  <a:pt x="848931" y="102870"/>
                </a:lnTo>
                <a:lnTo>
                  <a:pt x="849447" y="105410"/>
                </a:lnTo>
                <a:lnTo>
                  <a:pt x="836472" y="105410"/>
                </a:lnTo>
                <a:lnTo>
                  <a:pt x="836574" y="106680"/>
                </a:lnTo>
                <a:close/>
              </a:path>
              <a:path w="850900" h="223519">
                <a:moveTo>
                  <a:pt x="18008" y="106680"/>
                </a:moveTo>
                <a:lnTo>
                  <a:pt x="18287" y="105410"/>
                </a:lnTo>
                <a:lnTo>
                  <a:pt x="18884" y="105410"/>
                </a:lnTo>
                <a:lnTo>
                  <a:pt x="18008" y="106680"/>
                </a:lnTo>
                <a:close/>
              </a:path>
              <a:path w="850900" h="223519">
                <a:moveTo>
                  <a:pt x="850087" y="121920"/>
                </a:moveTo>
                <a:lnTo>
                  <a:pt x="837425" y="121920"/>
                </a:lnTo>
                <a:lnTo>
                  <a:pt x="837704" y="118110"/>
                </a:lnTo>
                <a:lnTo>
                  <a:pt x="837717" y="115570"/>
                </a:lnTo>
                <a:lnTo>
                  <a:pt x="837526" y="111760"/>
                </a:lnTo>
                <a:lnTo>
                  <a:pt x="837107" y="109220"/>
                </a:lnTo>
                <a:lnTo>
                  <a:pt x="836472" y="105410"/>
                </a:lnTo>
                <a:lnTo>
                  <a:pt x="849447" y="105410"/>
                </a:lnTo>
                <a:lnTo>
                  <a:pt x="849706" y="106680"/>
                </a:lnTo>
                <a:lnTo>
                  <a:pt x="850163" y="110490"/>
                </a:lnTo>
                <a:lnTo>
                  <a:pt x="850290" y="113030"/>
                </a:lnTo>
                <a:lnTo>
                  <a:pt x="850366" y="119380"/>
                </a:lnTo>
                <a:lnTo>
                  <a:pt x="850087" y="121920"/>
                </a:lnTo>
                <a:close/>
              </a:path>
              <a:path w="850900" h="223519">
                <a:moveTo>
                  <a:pt x="13347" y="114300"/>
                </a:moveTo>
                <a:lnTo>
                  <a:pt x="13652" y="113030"/>
                </a:lnTo>
                <a:lnTo>
                  <a:pt x="14058" y="113030"/>
                </a:lnTo>
                <a:lnTo>
                  <a:pt x="13347" y="114300"/>
                </a:lnTo>
                <a:close/>
              </a:path>
              <a:path w="850900" h="223519">
                <a:moveTo>
                  <a:pt x="12738" y="116840"/>
                </a:moveTo>
                <a:lnTo>
                  <a:pt x="12903" y="115570"/>
                </a:lnTo>
                <a:lnTo>
                  <a:pt x="12811" y="116533"/>
                </a:lnTo>
                <a:lnTo>
                  <a:pt x="12738" y="116840"/>
                </a:lnTo>
                <a:close/>
              </a:path>
              <a:path w="850900" h="223519">
                <a:moveTo>
                  <a:pt x="12811" y="116533"/>
                </a:moveTo>
                <a:lnTo>
                  <a:pt x="12903" y="115570"/>
                </a:lnTo>
                <a:lnTo>
                  <a:pt x="13042" y="115570"/>
                </a:lnTo>
                <a:lnTo>
                  <a:pt x="12811" y="116533"/>
                </a:lnTo>
                <a:close/>
              </a:path>
              <a:path w="850900" h="223519">
                <a:moveTo>
                  <a:pt x="12782" y="116840"/>
                </a:moveTo>
                <a:lnTo>
                  <a:pt x="12811" y="116533"/>
                </a:lnTo>
                <a:lnTo>
                  <a:pt x="12782" y="116840"/>
                </a:lnTo>
                <a:close/>
              </a:path>
              <a:path w="850900" h="223519">
                <a:moveTo>
                  <a:pt x="12671" y="118004"/>
                </a:moveTo>
                <a:lnTo>
                  <a:pt x="12712" y="116840"/>
                </a:lnTo>
                <a:lnTo>
                  <a:pt x="12671" y="118004"/>
                </a:lnTo>
                <a:close/>
              </a:path>
              <a:path w="850900" h="223519">
                <a:moveTo>
                  <a:pt x="12668" y="118110"/>
                </a:moveTo>
                <a:close/>
              </a:path>
              <a:path w="850900" h="223519">
                <a:moveTo>
                  <a:pt x="12651" y="118577"/>
                </a:moveTo>
                <a:lnTo>
                  <a:pt x="12623" y="118110"/>
                </a:lnTo>
                <a:lnTo>
                  <a:pt x="12651" y="118577"/>
                </a:lnTo>
                <a:close/>
              </a:path>
              <a:path w="850900" h="223519">
                <a:moveTo>
                  <a:pt x="12700" y="119380"/>
                </a:moveTo>
                <a:lnTo>
                  <a:pt x="12651" y="118577"/>
                </a:lnTo>
                <a:lnTo>
                  <a:pt x="12700" y="119380"/>
                </a:lnTo>
                <a:close/>
              </a:path>
              <a:path w="850900" h="223519">
                <a:moveTo>
                  <a:pt x="13563" y="123190"/>
                </a:moveTo>
                <a:lnTo>
                  <a:pt x="292" y="123190"/>
                </a:lnTo>
                <a:lnTo>
                  <a:pt x="63" y="120650"/>
                </a:lnTo>
                <a:lnTo>
                  <a:pt x="12750" y="120650"/>
                </a:lnTo>
                <a:lnTo>
                  <a:pt x="13157" y="121920"/>
                </a:lnTo>
                <a:lnTo>
                  <a:pt x="12979" y="121920"/>
                </a:lnTo>
                <a:lnTo>
                  <a:pt x="13563" y="123190"/>
                </a:lnTo>
                <a:close/>
              </a:path>
              <a:path w="850900" h="223519">
                <a:moveTo>
                  <a:pt x="848702" y="130810"/>
                </a:moveTo>
                <a:lnTo>
                  <a:pt x="835418" y="130810"/>
                </a:lnTo>
                <a:lnTo>
                  <a:pt x="836396" y="127000"/>
                </a:lnTo>
                <a:lnTo>
                  <a:pt x="837044" y="124460"/>
                </a:lnTo>
                <a:lnTo>
                  <a:pt x="837476" y="120650"/>
                </a:lnTo>
                <a:lnTo>
                  <a:pt x="837425" y="121920"/>
                </a:lnTo>
                <a:lnTo>
                  <a:pt x="850087" y="121920"/>
                </a:lnTo>
                <a:lnTo>
                  <a:pt x="849528" y="127000"/>
                </a:lnTo>
                <a:lnTo>
                  <a:pt x="848702" y="130810"/>
                </a:lnTo>
                <a:close/>
              </a:path>
              <a:path w="850900" h="223519">
                <a:moveTo>
                  <a:pt x="544525" y="223520"/>
                </a:moveTo>
                <a:lnTo>
                  <a:pt x="453631" y="223520"/>
                </a:lnTo>
                <a:lnTo>
                  <a:pt x="435457" y="222250"/>
                </a:lnTo>
                <a:lnTo>
                  <a:pt x="399910" y="222250"/>
                </a:lnTo>
                <a:lnTo>
                  <a:pt x="366001" y="219710"/>
                </a:lnTo>
                <a:lnTo>
                  <a:pt x="276186" y="215900"/>
                </a:lnTo>
                <a:lnTo>
                  <a:pt x="196430" y="208280"/>
                </a:lnTo>
                <a:lnTo>
                  <a:pt x="184213" y="205740"/>
                </a:lnTo>
                <a:lnTo>
                  <a:pt x="172313" y="204470"/>
                </a:lnTo>
                <a:lnTo>
                  <a:pt x="160769" y="201930"/>
                </a:lnTo>
                <a:lnTo>
                  <a:pt x="108381" y="190500"/>
                </a:lnTo>
                <a:lnTo>
                  <a:pt x="70713" y="175260"/>
                </a:lnTo>
                <a:lnTo>
                  <a:pt x="32042" y="156210"/>
                </a:lnTo>
                <a:lnTo>
                  <a:pt x="25793" y="151130"/>
                </a:lnTo>
                <a:lnTo>
                  <a:pt x="20116" y="147320"/>
                </a:lnTo>
                <a:lnTo>
                  <a:pt x="15341" y="143510"/>
                </a:lnTo>
                <a:lnTo>
                  <a:pt x="10972" y="139700"/>
                </a:lnTo>
                <a:lnTo>
                  <a:pt x="10617" y="139700"/>
                </a:lnTo>
                <a:lnTo>
                  <a:pt x="7277" y="135890"/>
                </a:lnTo>
                <a:lnTo>
                  <a:pt x="6769" y="135890"/>
                </a:lnTo>
                <a:lnTo>
                  <a:pt x="4229" y="132080"/>
                </a:lnTo>
                <a:lnTo>
                  <a:pt x="3797" y="132080"/>
                </a:lnTo>
                <a:lnTo>
                  <a:pt x="2832" y="129540"/>
                </a:lnTo>
                <a:lnTo>
                  <a:pt x="2565" y="129540"/>
                </a:lnTo>
                <a:lnTo>
                  <a:pt x="1790" y="128270"/>
                </a:lnTo>
                <a:lnTo>
                  <a:pt x="1574" y="127000"/>
                </a:lnTo>
                <a:lnTo>
                  <a:pt x="990" y="125730"/>
                </a:lnTo>
                <a:lnTo>
                  <a:pt x="812" y="124460"/>
                </a:lnTo>
                <a:lnTo>
                  <a:pt x="406" y="123190"/>
                </a:lnTo>
                <a:lnTo>
                  <a:pt x="13563" y="123190"/>
                </a:lnTo>
                <a:lnTo>
                  <a:pt x="13334" y="121920"/>
                </a:lnTo>
                <a:lnTo>
                  <a:pt x="14109" y="124460"/>
                </a:lnTo>
                <a:lnTo>
                  <a:pt x="14325" y="124460"/>
                </a:lnTo>
                <a:lnTo>
                  <a:pt x="14808" y="125730"/>
                </a:lnTo>
                <a:lnTo>
                  <a:pt x="15223" y="125730"/>
                </a:lnTo>
                <a:lnTo>
                  <a:pt x="16916" y="128270"/>
                </a:lnTo>
                <a:lnTo>
                  <a:pt x="17525" y="128270"/>
                </a:lnTo>
                <a:lnTo>
                  <a:pt x="19761" y="130810"/>
                </a:lnTo>
                <a:lnTo>
                  <a:pt x="19405" y="130810"/>
                </a:lnTo>
                <a:lnTo>
                  <a:pt x="23495" y="134620"/>
                </a:lnTo>
                <a:lnTo>
                  <a:pt x="24794" y="134620"/>
                </a:lnTo>
                <a:lnTo>
                  <a:pt x="27978" y="137160"/>
                </a:lnTo>
                <a:lnTo>
                  <a:pt x="27736" y="137160"/>
                </a:lnTo>
                <a:lnTo>
                  <a:pt x="33159" y="140970"/>
                </a:lnTo>
                <a:lnTo>
                  <a:pt x="32943" y="140970"/>
                </a:lnTo>
                <a:lnTo>
                  <a:pt x="38976" y="144780"/>
                </a:lnTo>
                <a:lnTo>
                  <a:pt x="38785" y="144780"/>
                </a:lnTo>
                <a:lnTo>
                  <a:pt x="45389" y="148590"/>
                </a:lnTo>
                <a:lnTo>
                  <a:pt x="45211" y="148590"/>
                </a:lnTo>
                <a:lnTo>
                  <a:pt x="52336" y="152400"/>
                </a:lnTo>
                <a:lnTo>
                  <a:pt x="52171" y="152400"/>
                </a:lnTo>
                <a:lnTo>
                  <a:pt x="59778" y="156210"/>
                </a:lnTo>
                <a:lnTo>
                  <a:pt x="59613" y="156210"/>
                </a:lnTo>
                <a:lnTo>
                  <a:pt x="67652" y="160020"/>
                </a:lnTo>
                <a:lnTo>
                  <a:pt x="67500" y="160020"/>
                </a:lnTo>
                <a:lnTo>
                  <a:pt x="75946" y="163830"/>
                </a:lnTo>
                <a:lnTo>
                  <a:pt x="75793" y="163830"/>
                </a:lnTo>
                <a:lnTo>
                  <a:pt x="84581" y="167640"/>
                </a:lnTo>
                <a:lnTo>
                  <a:pt x="84429" y="167640"/>
                </a:lnTo>
                <a:lnTo>
                  <a:pt x="93535" y="171450"/>
                </a:lnTo>
                <a:lnTo>
                  <a:pt x="93383" y="171450"/>
                </a:lnTo>
                <a:lnTo>
                  <a:pt x="102755" y="175260"/>
                </a:lnTo>
                <a:lnTo>
                  <a:pt x="102590" y="175260"/>
                </a:lnTo>
                <a:lnTo>
                  <a:pt x="112191" y="177800"/>
                </a:lnTo>
                <a:lnTo>
                  <a:pt x="112026" y="177800"/>
                </a:lnTo>
                <a:lnTo>
                  <a:pt x="121805" y="180340"/>
                </a:lnTo>
                <a:lnTo>
                  <a:pt x="121627" y="180340"/>
                </a:lnTo>
                <a:lnTo>
                  <a:pt x="131559" y="182880"/>
                </a:lnTo>
                <a:lnTo>
                  <a:pt x="131343" y="182880"/>
                </a:lnTo>
                <a:lnTo>
                  <a:pt x="141630" y="185420"/>
                </a:lnTo>
                <a:lnTo>
                  <a:pt x="141490" y="185420"/>
                </a:lnTo>
                <a:lnTo>
                  <a:pt x="152158" y="187960"/>
                </a:lnTo>
                <a:lnTo>
                  <a:pt x="163093" y="190500"/>
                </a:lnTo>
                <a:lnTo>
                  <a:pt x="174421" y="191770"/>
                </a:lnTo>
                <a:lnTo>
                  <a:pt x="186105" y="193040"/>
                </a:lnTo>
                <a:lnTo>
                  <a:pt x="198145" y="195580"/>
                </a:lnTo>
                <a:lnTo>
                  <a:pt x="210527" y="196850"/>
                </a:lnTo>
                <a:lnTo>
                  <a:pt x="223240" y="198120"/>
                </a:lnTo>
                <a:lnTo>
                  <a:pt x="249643" y="200660"/>
                </a:lnTo>
                <a:lnTo>
                  <a:pt x="277164" y="203200"/>
                </a:lnTo>
                <a:lnTo>
                  <a:pt x="305739" y="204470"/>
                </a:lnTo>
                <a:lnTo>
                  <a:pt x="335292" y="205740"/>
                </a:lnTo>
                <a:lnTo>
                  <a:pt x="366598" y="207010"/>
                </a:lnTo>
                <a:lnTo>
                  <a:pt x="400380" y="209550"/>
                </a:lnTo>
                <a:lnTo>
                  <a:pt x="435762" y="209550"/>
                </a:lnTo>
                <a:lnTo>
                  <a:pt x="453898" y="210820"/>
                </a:lnTo>
                <a:lnTo>
                  <a:pt x="666572" y="210820"/>
                </a:lnTo>
                <a:lnTo>
                  <a:pt x="626783" y="217170"/>
                </a:lnTo>
                <a:lnTo>
                  <a:pt x="544525" y="223520"/>
                </a:lnTo>
                <a:close/>
              </a:path>
              <a:path w="850900" h="223519">
                <a:moveTo>
                  <a:pt x="14325" y="124460"/>
                </a:moveTo>
                <a:lnTo>
                  <a:pt x="14109" y="124460"/>
                </a:lnTo>
                <a:lnTo>
                  <a:pt x="13842" y="123190"/>
                </a:lnTo>
                <a:lnTo>
                  <a:pt x="14325" y="124460"/>
                </a:lnTo>
                <a:close/>
              </a:path>
              <a:path w="850900" h="223519">
                <a:moveTo>
                  <a:pt x="15223" y="125730"/>
                </a:moveTo>
                <a:lnTo>
                  <a:pt x="14808" y="125730"/>
                </a:lnTo>
                <a:lnTo>
                  <a:pt x="14376" y="124460"/>
                </a:lnTo>
                <a:lnTo>
                  <a:pt x="15223" y="125730"/>
                </a:lnTo>
                <a:close/>
              </a:path>
              <a:path w="850900" h="223519">
                <a:moveTo>
                  <a:pt x="17525" y="128270"/>
                </a:moveTo>
                <a:lnTo>
                  <a:pt x="16916" y="128270"/>
                </a:lnTo>
                <a:lnTo>
                  <a:pt x="16408" y="127000"/>
                </a:lnTo>
                <a:lnTo>
                  <a:pt x="17525" y="128270"/>
                </a:lnTo>
                <a:close/>
              </a:path>
              <a:path w="850900" h="223519">
                <a:moveTo>
                  <a:pt x="844524" y="142240"/>
                </a:moveTo>
                <a:lnTo>
                  <a:pt x="829970" y="142240"/>
                </a:lnTo>
                <a:lnTo>
                  <a:pt x="831824" y="138430"/>
                </a:lnTo>
                <a:lnTo>
                  <a:pt x="831621" y="138430"/>
                </a:lnTo>
                <a:lnTo>
                  <a:pt x="833259" y="135890"/>
                </a:lnTo>
                <a:lnTo>
                  <a:pt x="833081" y="135890"/>
                </a:lnTo>
                <a:lnTo>
                  <a:pt x="834504" y="133350"/>
                </a:lnTo>
                <a:lnTo>
                  <a:pt x="834351" y="133350"/>
                </a:lnTo>
                <a:lnTo>
                  <a:pt x="835558" y="129540"/>
                </a:lnTo>
                <a:lnTo>
                  <a:pt x="835418" y="130810"/>
                </a:lnTo>
                <a:lnTo>
                  <a:pt x="848702" y="130810"/>
                </a:lnTo>
                <a:lnTo>
                  <a:pt x="847623" y="134620"/>
                </a:lnTo>
                <a:lnTo>
                  <a:pt x="846289" y="137160"/>
                </a:lnTo>
                <a:lnTo>
                  <a:pt x="844524" y="142240"/>
                </a:lnTo>
                <a:close/>
              </a:path>
              <a:path w="850900" h="223519">
                <a:moveTo>
                  <a:pt x="24794" y="134620"/>
                </a:moveTo>
                <a:lnTo>
                  <a:pt x="23495" y="134620"/>
                </a:lnTo>
                <a:lnTo>
                  <a:pt x="23202" y="133350"/>
                </a:lnTo>
                <a:lnTo>
                  <a:pt x="24794" y="134620"/>
                </a:lnTo>
                <a:close/>
              </a:path>
              <a:path w="850900" h="223519">
                <a:moveTo>
                  <a:pt x="842886" y="144780"/>
                </a:moveTo>
                <a:lnTo>
                  <a:pt x="828128" y="144780"/>
                </a:lnTo>
                <a:lnTo>
                  <a:pt x="830199" y="140970"/>
                </a:lnTo>
                <a:lnTo>
                  <a:pt x="829970" y="142240"/>
                </a:lnTo>
                <a:lnTo>
                  <a:pt x="844524" y="142240"/>
                </a:lnTo>
                <a:lnTo>
                  <a:pt x="842886" y="144780"/>
                </a:lnTo>
                <a:close/>
              </a:path>
              <a:path w="850900" h="223519">
                <a:moveTo>
                  <a:pt x="841514" y="147320"/>
                </a:moveTo>
                <a:lnTo>
                  <a:pt x="826096" y="147320"/>
                </a:lnTo>
                <a:lnTo>
                  <a:pt x="828370" y="143510"/>
                </a:lnTo>
                <a:lnTo>
                  <a:pt x="828128" y="144780"/>
                </a:lnTo>
                <a:lnTo>
                  <a:pt x="842886" y="144780"/>
                </a:lnTo>
                <a:lnTo>
                  <a:pt x="841514" y="147320"/>
                </a:lnTo>
                <a:close/>
              </a:path>
              <a:path w="850900" h="223519">
                <a:moveTo>
                  <a:pt x="839986" y="149860"/>
                </a:moveTo>
                <a:lnTo>
                  <a:pt x="823887" y="149860"/>
                </a:lnTo>
                <a:lnTo>
                  <a:pt x="826363" y="146050"/>
                </a:lnTo>
                <a:lnTo>
                  <a:pt x="826096" y="147320"/>
                </a:lnTo>
                <a:lnTo>
                  <a:pt x="841514" y="147320"/>
                </a:lnTo>
                <a:lnTo>
                  <a:pt x="840828" y="148590"/>
                </a:lnTo>
                <a:lnTo>
                  <a:pt x="839986" y="149860"/>
                </a:lnTo>
                <a:close/>
              </a:path>
              <a:path w="850900" h="223519">
                <a:moveTo>
                  <a:pt x="808551" y="175260"/>
                </a:moveTo>
                <a:lnTo>
                  <a:pt x="774052" y="175260"/>
                </a:lnTo>
                <a:lnTo>
                  <a:pt x="785863" y="170180"/>
                </a:lnTo>
                <a:lnTo>
                  <a:pt x="785596" y="170180"/>
                </a:lnTo>
                <a:lnTo>
                  <a:pt x="796315" y="166370"/>
                </a:lnTo>
                <a:lnTo>
                  <a:pt x="796074" y="166370"/>
                </a:lnTo>
                <a:lnTo>
                  <a:pt x="800988" y="163830"/>
                </a:lnTo>
                <a:lnTo>
                  <a:pt x="800798" y="163830"/>
                </a:lnTo>
                <a:lnTo>
                  <a:pt x="805395" y="162560"/>
                </a:lnTo>
                <a:lnTo>
                  <a:pt x="805179" y="162560"/>
                </a:lnTo>
                <a:lnTo>
                  <a:pt x="809447" y="160020"/>
                </a:lnTo>
                <a:lnTo>
                  <a:pt x="809193" y="160020"/>
                </a:lnTo>
                <a:lnTo>
                  <a:pt x="813104" y="157480"/>
                </a:lnTo>
                <a:lnTo>
                  <a:pt x="812825" y="157480"/>
                </a:lnTo>
                <a:lnTo>
                  <a:pt x="816368" y="156210"/>
                </a:lnTo>
                <a:lnTo>
                  <a:pt x="816051" y="156210"/>
                </a:lnTo>
                <a:lnTo>
                  <a:pt x="819213" y="153670"/>
                </a:lnTo>
                <a:lnTo>
                  <a:pt x="818908" y="153670"/>
                </a:lnTo>
                <a:lnTo>
                  <a:pt x="821778" y="151130"/>
                </a:lnTo>
                <a:lnTo>
                  <a:pt x="821486" y="151130"/>
                </a:lnTo>
                <a:lnTo>
                  <a:pt x="824166" y="148590"/>
                </a:lnTo>
                <a:lnTo>
                  <a:pt x="823887" y="149860"/>
                </a:lnTo>
                <a:lnTo>
                  <a:pt x="839986" y="149860"/>
                </a:lnTo>
                <a:lnTo>
                  <a:pt x="838301" y="152400"/>
                </a:lnTo>
                <a:lnTo>
                  <a:pt x="836028" y="154940"/>
                </a:lnTo>
                <a:lnTo>
                  <a:pt x="833297" y="157480"/>
                </a:lnTo>
                <a:lnTo>
                  <a:pt x="830046" y="161290"/>
                </a:lnTo>
                <a:lnTo>
                  <a:pt x="826884" y="163830"/>
                </a:lnTo>
                <a:lnTo>
                  <a:pt x="823404" y="166370"/>
                </a:lnTo>
                <a:lnTo>
                  <a:pt x="819861" y="168910"/>
                </a:lnTo>
                <a:lnTo>
                  <a:pt x="810945" y="173990"/>
                </a:lnTo>
                <a:lnTo>
                  <a:pt x="808551" y="175260"/>
                </a:lnTo>
                <a:close/>
              </a:path>
              <a:path w="850900" h="223519">
                <a:moveTo>
                  <a:pt x="798242" y="179070"/>
                </a:moveTo>
                <a:lnTo>
                  <a:pt x="761491" y="179070"/>
                </a:lnTo>
                <a:lnTo>
                  <a:pt x="774268" y="173990"/>
                </a:lnTo>
                <a:lnTo>
                  <a:pt x="774052" y="175260"/>
                </a:lnTo>
                <a:lnTo>
                  <a:pt x="808551" y="175260"/>
                </a:lnTo>
                <a:lnTo>
                  <a:pt x="806157" y="176530"/>
                </a:lnTo>
                <a:lnTo>
                  <a:pt x="800988" y="177800"/>
                </a:lnTo>
                <a:lnTo>
                  <a:pt x="798242" y="179070"/>
                </a:lnTo>
                <a:close/>
              </a:path>
              <a:path w="850900" h="223519">
                <a:moveTo>
                  <a:pt x="666572" y="210820"/>
                </a:moveTo>
                <a:lnTo>
                  <a:pt x="544029" y="210820"/>
                </a:lnTo>
                <a:lnTo>
                  <a:pt x="561428" y="209550"/>
                </a:lnTo>
                <a:lnTo>
                  <a:pt x="578243" y="208280"/>
                </a:lnTo>
                <a:lnTo>
                  <a:pt x="594474" y="207010"/>
                </a:lnTo>
                <a:lnTo>
                  <a:pt x="594321" y="207010"/>
                </a:lnTo>
                <a:lnTo>
                  <a:pt x="610006" y="205740"/>
                </a:lnTo>
                <a:lnTo>
                  <a:pt x="625297" y="204470"/>
                </a:lnTo>
                <a:lnTo>
                  <a:pt x="640943" y="201930"/>
                </a:lnTo>
                <a:lnTo>
                  <a:pt x="656767" y="199390"/>
                </a:lnTo>
                <a:lnTo>
                  <a:pt x="672642" y="198120"/>
                </a:lnTo>
                <a:lnTo>
                  <a:pt x="688428" y="194310"/>
                </a:lnTo>
                <a:lnTo>
                  <a:pt x="704011" y="191770"/>
                </a:lnTo>
                <a:lnTo>
                  <a:pt x="719264" y="189230"/>
                </a:lnTo>
                <a:lnTo>
                  <a:pt x="734034" y="185420"/>
                </a:lnTo>
                <a:lnTo>
                  <a:pt x="748220" y="181610"/>
                </a:lnTo>
                <a:lnTo>
                  <a:pt x="748068" y="181610"/>
                </a:lnTo>
                <a:lnTo>
                  <a:pt x="761669" y="177800"/>
                </a:lnTo>
                <a:lnTo>
                  <a:pt x="761491" y="179070"/>
                </a:lnTo>
                <a:lnTo>
                  <a:pt x="798242" y="179070"/>
                </a:lnTo>
                <a:lnTo>
                  <a:pt x="751243" y="194310"/>
                </a:lnTo>
                <a:lnTo>
                  <a:pt x="721779" y="201930"/>
                </a:lnTo>
                <a:lnTo>
                  <a:pt x="666572" y="21082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988295" y="2190800"/>
            <a:ext cx="445770" cy="153670"/>
          </a:xfrm>
          <a:custGeom>
            <a:avLst/>
            <a:gdLst/>
            <a:ahLst/>
            <a:cxnLst/>
            <a:rect l="l" t="t" r="r" b="b"/>
            <a:pathLst>
              <a:path w="445770" h="153669">
                <a:moveTo>
                  <a:pt x="222503" y="153644"/>
                </a:moveTo>
                <a:lnTo>
                  <a:pt x="152009" y="149728"/>
                </a:lnTo>
                <a:lnTo>
                  <a:pt x="90803" y="138823"/>
                </a:lnTo>
                <a:lnTo>
                  <a:pt x="42592" y="122193"/>
                </a:lnTo>
                <a:lnTo>
                  <a:pt x="0" y="76911"/>
                </a:lnTo>
                <a:lnTo>
                  <a:pt x="11115" y="52584"/>
                </a:lnTo>
                <a:lnTo>
                  <a:pt x="42621" y="31469"/>
                </a:lnTo>
                <a:lnTo>
                  <a:pt x="90851" y="14821"/>
                </a:lnTo>
                <a:lnTo>
                  <a:pt x="152026" y="3916"/>
                </a:lnTo>
                <a:lnTo>
                  <a:pt x="222503" y="0"/>
                </a:lnTo>
                <a:lnTo>
                  <a:pt x="293002" y="3916"/>
                </a:lnTo>
                <a:lnTo>
                  <a:pt x="354237" y="14827"/>
                </a:lnTo>
                <a:lnTo>
                  <a:pt x="402527" y="31469"/>
                </a:lnTo>
                <a:lnTo>
                  <a:pt x="434159" y="52539"/>
                </a:lnTo>
                <a:lnTo>
                  <a:pt x="445528" y="76822"/>
                </a:lnTo>
                <a:lnTo>
                  <a:pt x="434159" y="101105"/>
                </a:lnTo>
                <a:lnTo>
                  <a:pt x="402499" y="122193"/>
                </a:lnTo>
                <a:lnTo>
                  <a:pt x="354189" y="138828"/>
                </a:lnTo>
                <a:lnTo>
                  <a:pt x="292985" y="149729"/>
                </a:lnTo>
                <a:lnTo>
                  <a:pt x="222503" y="153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973527" y="2176513"/>
            <a:ext cx="474980" cy="181610"/>
          </a:xfrm>
          <a:custGeom>
            <a:avLst/>
            <a:gdLst/>
            <a:ahLst/>
            <a:cxnLst/>
            <a:rect l="l" t="t" r="r" b="b"/>
            <a:pathLst>
              <a:path w="474979" h="181610">
                <a:moveTo>
                  <a:pt x="283347" y="1269"/>
                </a:moveTo>
                <a:lnTo>
                  <a:pt x="191450" y="1269"/>
                </a:lnTo>
                <a:lnTo>
                  <a:pt x="202677" y="0"/>
                </a:lnTo>
                <a:lnTo>
                  <a:pt x="272108" y="0"/>
                </a:lnTo>
                <a:lnTo>
                  <a:pt x="283347" y="1269"/>
                </a:lnTo>
                <a:close/>
              </a:path>
              <a:path w="474979" h="181610">
                <a:moveTo>
                  <a:pt x="124407" y="39369"/>
                </a:moveTo>
                <a:lnTo>
                  <a:pt x="124712" y="38099"/>
                </a:lnTo>
                <a:lnTo>
                  <a:pt x="39774" y="38099"/>
                </a:lnTo>
                <a:lnTo>
                  <a:pt x="45578" y="35559"/>
                </a:lnTo>
                <a:lnTo>
                  <a:pt x="83233" y="20319"/>
                </a:lnTo>
                <a:lnTo>
                  <a:pt x="138390" y="7619"/>
                </a:lnTo>
                <a:lnTo>
                  <a:pt x="148537" y="5079"/>
                </a:lnTo>
                <a:lnTo>
                  <a:pt x="180401" y="1269"/>
                </a:lnTo>
                <a:lnTo>
                  <a:pt x="294396" y="1269"/>
                </a:lnTo>
                <a:lnTo>
                  <a:pt x="326286" y="5079"/>
                </a:lnTo>
                <a:lnTo>
                  <a:pt x="336446" y="7619"/>
                </a:lnTo>
                <a:lnTo>
                  <a:pt x="346352" y="8889"/>
                </a:lnTo>
                <a:lnTo>
                  <a:pt x="356004" y="11429"/>
                </a:lnTo>
                <a:lnTo>
                  <a:pt x="365364" y="12699"/>
                </a:lnTo>
                <a:lnTo>
                  <a:pt x="383220" y="17779"/>
                </a:lnTo>
                <a:lnTo>
                  <a:pt x="391691" y="20319"/>
                </a:lnTo>
                <a:lnTo>
                  <a:pt x="399832" y="22859"/>
                </a:lnTo>
                <a:lnTo>
                  <a:pt x="407642" y="25399"/>
                </a:lnTo>
                <a:lnTo>
                  <a:pt x="415110" y="27939"/>
                </a:lnTo>
                <a:lnTo>
                  <a:pt x="215098" y="27939"/>
                </a:lnTo>
                <a:lnTo>
                  <a:pt x="203934" y="29209"/>
                </a:lnTo>
                <a:lnTo>
                  <a:pt x="193457" y="29209"/>
                </a:lnTo>
                <a:lnTo>
                  <a:pt x="182662" y="30479"/>
                </a:lnTo>
                <a:lnTo>
                  <a:pt x="182928" y="30479"/>
                </a:lnTo>
                <a:lnTo>
                  <a:pt x="172337" y="31749"/>
                </a:lnTo>
                <a:lnTo>
                  <a:pt x="172603" y="31749"/>
                </a:lnTo>
                <a:lnTo>
                  <a:pt x="162240" y="33019"/>
                </a:lnTo>
                <a:lnTo>
                  <a:pt x="162507" y="33019"/>
                </a:lnTo>
                <a:lnTo>
                  <a:pt x="152385" y="34289"/>
                </a:lnTo>
                <a:lnTo>
                  <a:pt x="152664" y="34289"/>
                </a:lnTo>
                <a:lnTo>
                  <a:pt x="142784" y="35559"/>
                </a:lnTo>
                <a:lnTo>
                  <a:pt x="143063" y="35559"/>
                </a:lnTo>
                <a:lnTo>
                  <a:pt x="133449" y="36829"/>
                </a:lnTo>
                <a:lnTo>
                  <a:pt x="133741" y="36829"/>
                </a:lnTo>
                <a:lnTo>
                  <a:pt x="124407" y="39369"/>
                </a:lnTo>
                <a:close/>
              </a:path>
              <a:path w="474979" h="181610">
                <a:moveTo>
                  <a:pt x="350137" y="39369"/>
                </a:moveTo>
                <a:lnTo>
                  <a:pt x="340802" y="36829"/>
                </a:lnTo>
                <a:lnTo>
                  <a:pt x="341094" y="36829"/>
                </a:lnTo>
                <a:lnTo>
                  <a:pt x="331480" y="35559"/>
                </a:lnTo>
                <a:lnTo>
                  <a:pt x="331760" y="35559"/>
                </a:lnTo>
                <a:lnTo>
                  <a:pt x="321879" y="34289"/>
                </a:lnTo>
                <a:lnTo>
                  <a:pt x="322159" y="34289"/>
                </a:lnTo>
                <a:lnTo>
                  <a:pt x="312037" y="33019"/>
                </a:lnTo>
                <a:lnTo>
                  <a:pt x="312303" y="33019"/>
                </a:lnTo>
                <a:lnTo>
                  <a:pt x="301940" y="31749"/>
                </a:lnTo>
                <a:lnTo>
                  <a:pt x="302207" y="31749"/>
                </a:lnTo>
                <a:lnTo>
                  <a:pt x="291615" y="30479"/>
                </a:lnTo>
                <a:lnTo>
                  <a:pt x="291882" y="30479"/>
                </a:lnTo>
                <a:lnTo>
                  <a:pt x="281087" y="29209"/>
                </a:lnTo>
                <a:lnTo>
                  <a:pt x="270609" y="29209"/>
                </a:lnTo>
                <a:lnTo>
                  <a:pt x="259446" y="27939"/>
                </a:lnTo>
                <a:lnTo>
                  <a:pt x="415110" y="27939"/>
                </a:lnTo>
                <a:lnTo>
                  <a:pt x="422222" y="31749"/>
                </a:lnTo>
                <a:lnTo>
                  <a:pt x="428966" y="35559"/>
                </a:lnTo>
                <a:lnTo>
                  <a:pt x="434769" y="38099"/>
                </a:lnTo>
                <a:lnTo>
                  <a:pt x="349832" y="38099"/>
                </a:lnTo>
                <a:lnTo>
                  <a:pt x="350137" y="39369"/>
                </a:lnTo>
                <a:close/>
              </a:path>
              <a:path w="474979" h="181610">
                <a:moveTo>
                  <a:pt x="84034" y="49529"/>
                </a:moveTo>
                <a:lnTo>
                  <a:pt x="23112" y="49529"/>
                </a:lnTo>
                <a:lnTo>
                  <a:pt x="27582" y="45719"/>
                </a:lnTo>
                <a:lnTo>
                  <a:pt x="28268" y="45719"/>
                </a:lnTo>
                <a:lnTo>
                  <a:pt x="33195" y="41909"/>
                </a:lnTo>
                <a:lnTo>
                  <a:pt x="33818" y="41909"/>
                </a:lnTo>
                <a:lnTo>
                  <a:pt x="39190" y="38099"/>
                </a:lnTo>
                <a:lnTo>
                  <a:pt x="124712" y="38099"/>
                </a:lnTo>
                <a:lnTo>
                  <a:pt x="115657" y="40639"/>
                </a:lnTo>
                <a:lnTo>
                  <a:pt x="115974" y="40639"/>
                </a:lnTo>
                <a:lnTo>
                  <a:pt x="107236" y="43179"/>
                </a:lnTo>
                <a:lnTo>
                  <a:pt x="107567" y="43179"/>
                </a:lnTo>
                <a:lnTo>
                  <a:pt x="99147" y="44449"/>
                </a:lnTo>
                <a:lnTo>
                  <a:pt x="99489" y="44449"/>
                </a:lnTo>
                <a:lnTo>
                  <a:pt x="91400" y="46989"/>
                </a:lnTo>
                <a:lnTo>
                  <a:pt x="91768" y="46989"/>
                </a:lnTo>
                <a:lnTo>
                  <a:pt x="84034" y="49529"/>
                </a:lnTo>
                <a:close/>
              </a:path>
              <a:path w="474979" h="181610">
                <a:moveTo>
                  <a:pt x="451432" y="49529"/>
                </a:moveTo>
                <a:lnTo>
                  <a:pt x="390510" y="49529"/>
                </a:lnTo>
                <a:lnTo>
                  <a:pt x="382776" y="46989"/>
                </a:lnTo>
                <a:lnTo>
                  <a:pt x="383144" y="46989"/>
                </a:lnTo>
                <a:lnTo>
                  <a:pt x="375054" y="44449"/>
                </a:lnTo>
                <a:lnTo>
                  <a:pt x="375397" y="44449"/>
                </a:lnTo>
                <a:lnTo>
                  <a:pt x="366977" y="43179"/>
                </a:lnTo>
                <a:lnTo>
                  <a:pt x="367307" y="43179"/>
                </a:lnTo>
                <a:lnTo>
                  <a:pt x="358569" y="40639"/>
                </a:lnTo>
                <a:lnTo>
                  <a:pt x="358887" y="40639"/>
                </a:lnTo>
                <a:lnTo>
                  <a:pt x="349832" y="38099"/>
                </a:lnTo>
                <a:lnTo>
                  <a:pt x="435354" y="38099"/>
                </a:lnTo>
                <a:lnTo>
                  <a:pt x="440726" y="41909"/>
                </a:lnTo>
                <a:lnTo>
                  <a:pt x="441348" y="41909"/>
                </a:lnTo>
                <a:lnTo>
                  <a:pt x="446276" y="45719"/>
                </a:lnTo>
                <a:lnTo>
                  <a:pt x="446961" y="45719"/>
                </a:lnTo>
                <a:lnTo>
                  <a:pt x="451432" y="49529"/>
                </a:lnTo>
                <a:close/>
              </a:path>
              <a:path w="474979" h="181610">
                <a:moveTo>
                  <a:pt x="283093" y="180339"/>
                </a:moveTo>
                <a:lnTo>
                  <a:pt x="191196" y="180339"/>
                </a:lnTo>
                <a:lnTo>
                  <a:pt x="138097" y="173989"/>
                </a:lnTo>
                <a:lnTo>
                  <a:pt x="128191" y="171449"/>
                </a:lnTo>
                <a:lnTo>
                  <a:pt x="118539" y="170179"/>
                </a:lnTo>
                <a:lnTo>
                  <a:pt x="109180" y="167639"/>
                </a:lnTo>
                <a:lnTo>
                  <a:pt x="100099" y="166369"/>
                </a:lnTo>
                <a:lnTo>
                  <a:pt x="91323" y="163829"/>
                </a:lnTo>
                <a:lnTo>
                  <a:pt x="82852" y="161289"/>
                </a:lnTo>
                <a:lnTo>
                  <a:pt x="74712" y="158749"/>
                </a:lnTo>
                <a:lnTo>
                  <a:pt x="66901" y="154939"/>
                </a:lnTo>
                <a:lnTo>
                  <a:pt x="59434" y="152399"/>
                </a:lnTo>
                <a:lnTo>
                  <a:pt x="52322" y="149859"/>
                </a:lnTo>
                <a:lnTo>
                  <a:pt x="46111" y="146049"/>
                </a:lnTo>
                <a:lnTo>
                  <a:pt x="39774" y="143509"/>
                </a:lnTo>
                <a:lnTo>
                  <a:pt x="39190" y="142239"/>
                </a:lnTo>
                <a:lnTo>
                  <a:pt x="33818" y="139699"/>
                </a:lnTo>
                <a:lnTo>
                  <a:pt x="28268" y="135889"/>
                </a:lnTo>
                <a:lnTo>
                  <a:pt x="27582" y="134619"/>
                </a:lnTo>
                <a:lnTo>
                  <a:pt x="23112" y="132079"/>
                </a:lnTo>
                <a:lnTo>
                  <a:pt x="22375" y="130809"/>
                </a:lnTo>
                <a:lnTo>
                  <a:pt x="18375" y="128269"/>
                </a:lnTo>
                <a:lnTo>
                  <a:pt x="17587" y="126999"/>
                </a:lnTo>
                <a:lnTo>
                  <a:pt x="14082" y="123189"/>
                </a:lnTo>
                <a:lnTo>
                  <a:pt x="13244" y="121919"/>
                </a:lnTo>
                <a:lnTo>
                  <a:pt x="10247" y="119379"/>
                </a:lnTo>
                <a:lnTo>
                  <a:pt x="9396" y="118109"/>
                </a:lnTo>
                <a:lnTo>
                  <a:pt x="6094" y="113029"/>
                </a:lnTo>
                <a:lnTo>
                  <a:pt x="4138" y="109219"/>
                </a:lnTo>
                <a:lnTo>
                  <a:pt x="3414" y="106679"/>
                </a:lnTo>
                <a:lnTo>
                  <a:pt x="1992" y="102869"/>
                </a:lnTo>
                <a:lnTo>
                  <a:pt x="0" y="89081"/>
                </a:lnTo>
                <a:lnTo>
                  <a:pt x="125" y="86359"/>
                </a:lnTo>
                <a:lnTo>
                  <a:pt x="582" y="83819"/>
                </a:lnTo>
                <a:lnTo>
                  <a:pt x="1473" y="79883"/>
                </a:lnTo>
                <a:lnTo>
                  <a:pt x="1992" y="77469"/>
                </a:lnTo>
                <a:lnTo>
                  <a:pt x="3414" y="73659"/>
                </a:lnTo>
                <a:lnTo>
                  <a:pt x="4138" y="72389"/>
                </a:lnTo>
                <a:lnTo>
                  <a:pt x="6094" y="68579"/>
                </a:lnTo>
                <a:lnTo>
                  <a:pt x="9396" y="63499"/>
                </a:lnTo>
                <a:lnTo>
                  <a:pt x="10247" y="62229"/>
                </a:lnTo>
                <a:lnTo>
                  <a:pt x="13244" y="58419"/>
                </a:lnTo>
                <a:lnTo>
                  <a:pt x="14082" y="57149"/>
                </a:lnTo>
                <a:lnTo>
                  <a:pt x="17587" y="54609"/>
                </a:lnTo>
                <a:lnTo>
                  <a:pt x="18375" y="53339"/>
                </a:lnTo>
                <a:lnTo>
                  <a:pt x="22375" y="49529"/>
                </a:lnTo>
                <a:lnTo>
                  <a:pt x="84427" y="49529"/>
                </a:lnTo>
                <a:lnTo>
                  <a:pt x="77036" y="52069"/>
                </a:lnTo>
                <a:lnTo>
                  <a:pt x="77468" y="52069"/>
                </a:lnTo>
                <a:lnTo>
                  <a:pt x="70457" y="54609"/>
                </a:lnTo>
                <a:lnTo>
                  <a:pt x="70914" y="54609"/>
                </a:lnTo>
                <a:lnTo>
                  <a:pt x="64285" y="57149"/>
                </a:lnTo>
                <a:lnTo>
                  <a:pt x="64780" y="57149"/>
                </a:lnTo>
                <a:lnTo>
                  <a:pt x="60640" y="59689"/>
                </a:lnTo>
                <a:lnTo>
                  <a:pt x="59103" y="59689"/>
                </a:lnTo>
                <a:lnTo>
                  <a:pt x="53300" y="63499"/>
                </a:lnTo>
                <a:lnTo>
                  <a:pt x="53884" y="63499"/>
                </a:lnTo>
                <a:lnTo>
                  <a:pt x="48512" y="66039"/>
                </a:lnTo>
                <a:lnTo>
                  <a:pt x="49134" y="66039"/>
                </a:lnTo>
                <a:lnTo>
                  <a:pt x="44219" y="68579"/>
                </a:lnTo>
                <a:lnTo>
                  <a:pt x="44905" y="68579"/>
                </a:lnTo>
                <a:lnTo>
                  <a:pt x="41925" y="71119"/>
                </a:lnTo>
                <a:lnTo>
                  <a:pt x="41171" y="71119"/>
                </a:lnTo>
                <a:lnTo>
                  <a:pt x="38513" y="73659"/>
                </a:lnTo>
                <a:lnTo>
                  <a:pt x="37971" y="73659"/>
                </a:lnTo>
                <a:lnTo>
                  <a:pt x="35634" y="76199"/>
                </a:lnTo>
                <a:lnTo>
                  <a:pt x="35304" y="76199"/>
                </a:lnTo>
                <a:lnTo>
                  <a:pt x="33297" y="78739"/>
                </a:lnTo>
                <a:lnTo>
                  <a:pt x="33145" y="78739"/>
                </a:lnTo>
                <a:lnTo>
                  <a:pt x="30643" y="82549"/>
                </a:lnTo>
                <a:lnTo>
                  <a:pt x="30812" y="82549"/>
                </a:lnTo>
                <a:lnTo>
                  <a:pt x="29500" y="85089"/>
                </a:lnTo>
                <a:lnTo>
                  <a:pt x="29347" y="85089"/>
                </a:lnTo>
                <a:lnTo>
                  <a:pt x="28801" y="87629"/>
                </a:lnTo>
                <a:lnTo>
                  <a:pt x="28611" y="88899"/>
                </a:lnTo>
                <a:lnTo>
                  <a:pt x="28522" y="90169"/>
                </a:lnTo>
                <a:lnTo>
                  <a:pt x="28484" y="91439"/>
                </a:lnTo>
                <a:lnTo>
                  <a:pt x="28738" y="92709"/>
                </a:lnTo>
                <a:lnTo>
                  <a:pt x="29060" y="93979"/>
                </a:lnTo>
                <a:lnTo>
                  <a:pt x="28801" y="93979"/>
                </a:lnTo>
                <a:lnTo>
                  <a:pt x="30224" y="97789"/>
                </a:lnTo>
                <a:lnTo>
                  <a:pt x="30643" y="97789"/>
                </a:lnTo>
                <a:lnTo>
                  <a:pt x="32311" y="100329"/>
                </a:lnTo>
                <a:lnTo>
                  <a:pt x="33145" y="101599"/>
                </a:lnTo>
                <a:lnTo>
                  <a:pt x="33297" y="101599"/>
                </a:lnTo>
                <a:lnTo>
                  <a:pt x="35304" y="104139"/>
                </a:lnTo>
                <a:lnTo>
                  <a:pt x="35634" y="104139"/>
                </a:lnTo>
                <a:lnTo>
                  <a:pt x="37971" y="106679"/>
                </a:lnTo>
                <a:lnTo>
                  <a:pt x="37183" y="106679"/>
                </a:lnTo>
                <a:lnTo>
                  <a:pt x="41171" y="109219"/>
                </a:lnTo>
                <a:lnTo>
                  <a:pt x="40434" y="109219"/>
                </a:lnTo>
                <a:lnTo>
                  <a:pt x="44905" y="113029"/>
                </a:lnTo>
                <a:lnTo>
                  <a:pt x="45857" y="113029"/>
                </a:lnTo>
                <a:lnTo>
                  <a:pt x="49134" y="115569"/>
                </a:lnTo>
                <a:lnTo>
                  <a:pt x="50302" y="115569"/>
                </a:lnTo>
                <a:lnTo>
                  <a:pt x="53884" y="118109"/>
                </a:lnTo>
                <a:lnTo>
                  <a:pt x="53300" y="118109"/>
                </a:lnTo>
                <a:lnTo>
                  <a:pt x="59103" y="120649"/>
                </a:lnTo>
                <a:lnTo>
                  <a:pt x="58570" y="120649"/>
                </a:lnTo>
                <a:lnTo>
                  <a:pt x="64780" y="123189"/>
                </a:lnTo>
                <a:lnTo>
                  <a:pt x="64285" y="123189"/>
                </a:lnTo>
                <a:lnTo>
                  <a:pt x="70914" y="125729"/>
                </a:lnTo>
                <a:lnTo>
                  <a:pt x="70457" y="125729"/>
                </a:lnTo>
                <a:lnTo>
                  <a:pt x="77468" y="128269"/>
                </a:lnTo>
                <a:lnTo>
                  <a:pt x="77036" y="128269"/>
                </a:lnTo>
                <a:lnTo>
                  <a:pt x="84427" y="130809"/>
                </a:lnTo>
                <a:lnTo>
                  <a:pt x="84034" y="130809"/>
                </a:lnTo>
                <a:lnTo>
                  <a:pt x="91768" y="133349"/>
                </a:lnTo>
                <a:lnTo>
                  <a:pt x="91400" y="133349"/>
                </a:lnTo>
                <a:lnTo>
                  <a:pt x="99489" y="135889"/>
                </a:lnTo>
                <a:lnTo>
                  <a:pt x="99147" y="135889"/>
                </a:lnTo>
                <a:lnTo>
                  <a:pt x="107567" y="138429"/>
                </a:lnTo>
                <a:lnTo>
                  <a:pt x="107236" y="138429"/>
                </a:lnTo>
                <a:lnTo>
                  <a:pt x="115974" y="139699"/>
                </a:lnTo>
                <a:lnTo>
                  <a:pt x="115657" y="139699"/>
                </a:lnTo>
                <a:lnTo>
                  <a:pt x="124712" y="142239"/>
                </a:lnTo>
                <a:lnTo>
                  <a:pt x="124407" y="142239"/>
                </a:lnTo>
                <a:lnTo>
                  <a:pt x="133741" y="143509"/>
                </a:lnTo>
                <a:lnTo>
                  <a:pt x="133449" y="143509"/>
                </a:lnTo>
                <a:lnTo>
                  <a:pt x="143063" y="146049"/>
                </a:lnTo>
                <a:lnTo>
                  <a:pt x="142784" y="146049"/>
                </a:lnTo>
                <a:lnTo>
                  <a:pt x="152664" y="147319"/>
                </a:lnTo>
                <a:lnTo>
                  <a:pt x="152385" y="147319"/>
                </a:lnTo>
                <a:lnTo>
                  <a:pt x="162507" y="148589"/>
                </a:lnTo>
                <a:lnTo>
                  <a:pt x="162240" y="148589"/>
                </a:lnTo>
                <a:lnTo>
                  <a:pt x="172603" y="149859"/>
                </a:lnTo>
                <a:lnTo>
                  <a:pt x="172337" y="149859"/>
                </a:lnTo>
                <a:lnTo>
                  <a:pt x="182928" y="151129"/>
                </a:lnTo>
                <a:lnTo>
                  <a:pt x="193203" y="151129"/>
                </a:lnTo>
                <a:lnTo>
                  <a:pt x="204188" y="152399"/>
                </a:lnTo>
                <a:lnTo>
                  <a:pt x="414684" y="152399"/>
                </a:lnTo>
                <a:lnTo>
                  <a:pt x="407642" y="154939"/>
                </a:lnTo>
                <a:lnTo>
                  <a:pt x="399832" y="158749"/>
                </a:lnTo>
                <a:lnTo>
                  <a:pt x="374114" y="166369"/>
                </a:lnTo>
                <a:lnTo>
                  <a:pt x="365046" y="167639"/>
                </a:lnTo>
                <a:lnTo>
                  <a:pt x="346060" y="172719"/>
                </a:lnTo>
                <a:lnTo>
                  <a:pt x="336446" y="173989"/>
                </a:lnTo>
                <a:lnTo>
                  <a:pt x="283093" y="180339"/>
                </a:lnTo>
                <a:close/>
              </a:path>
              <a:path w="474979" h="181610">
                <a:moveTo>
                  <a:pt x="415973" y="60959"/>
                </a:moveTo>
                <a:lnTo>
                  <a:pt x="409763" y="57149"/>
                </a:lnTo>
                <a:lnTo>
                  <a:pt x="410258" y="57149"/>
                </a:lnTo>
                <a:lnTo>
                  <a:pt x="403629" y="54609"/>
                </a:lnTo>
                <a:lnTo>
                  <a:pt x="404086" y="54609"/>
                </a:lnTo>
                <a:lnTo>
                  <a:pt x="397076" y="52069"/>
                </a:lnTo>
                <a:lnTo>
                  <a:pt x="397508" y="52069"/>
                </a:lnTo>
                <a:lnTo>
                  <a:pt x="390116" y="49529"/>
                </a:lnTo>
                <a:lnTo>
                  <a:pt x="452168" y="49529"/>
                </a:lnTo>
                <a:lnTo>
                  <a:pt x="456169" y="53339"/>
                </a:lnTo>
                <a:lnTo>
                  <a:pt x="456956" y="54609"/>
                </a:lnTo>
                <a:lnTo>
                  <a:pt x="460462" y="57149"/>
                </a:lnTo>
                <a:lnTo>
                  <a:pt x="461300" y="58419"/>
                </a:lnTo>
                <a:lnTo>
                  <a:pt x="462299" y="59689"/>
                </a:lnTo>
                <a:lnTo>
                  <a:pt x="415440" y="59689"/>
                </a:lnTo>
                <a:lnTo>
                  <a:pt x="415973" y="60959"/>
                </a:lnTo>
                <a:close/>
              </a:path>
              <a:path w="474979" h="181610">
                <a:moveTo>
                  <a:pt x="58570" y="60959"/>
                </a:moveTo>
                <a:lnTo>
                  <a:pt x="59103" y="59689"/>
                </a:lnTo>
                <a:lnTo>
                  <a:pt x="60640" y="59689"/>
                </a:lnTo>
                <a:lnTo>
                  <a:pt x="58570" y="60959"/>
                </a:lnTo>
                <a:close/>
              </a:path>
              <a:path w="474979" h="181610">
                <a:moveTo>
                  <a:pt x="434109" y="72389"/>
                </a:moveTo>
                <a:lnTo>
                  <a:pt x="429639" y="68579"/>
                </a:lnTo>
                <a:lnTo>
                  <a:pt x="430324" y="68579"/>
                </a:lnTo>
                <a:lnTo>
                  <a:pt x="425410" y="66039"/>
                </a:lnTo>
                <a:lnTo>
                  <a:pt x="426032" y="66039"/>
                </a:lnTo>
                <a:lnTo>
                  <a:pt x="420660" y="63499"/>
                </a:lnTo>
                <a:lnTo>
                  <a:pt x="421244" y="63499"/>
                </a:lnTo>
                <a:lnTo>
                  <a:pt x="415440" y="59689"/>
                </a:lnTo>
                <a:lnTo>
                  <a:pt x="462299" y="59689"/>
                </a:lnTo>
                <a:lnTo>
                  <a:pt x="464297" y="62229"/>
                </a:lnTo>
                <a:lnTo>
                  <a:pt x="465148" y="63499"/>
                </a:lnTo>
                <a:lnTo>
                  <a:pt x="468450" y="68579"/>
                </a:lnTo>
                <a:lnTo>
                  <a:pt x="469754" y="71119"/>
                </a:lnTo>
                <a:lnTo>
                  <a:pt x="433372" y="71119"/>
                </a:lnTo>
                <a:lnTo>
                  <a:pt x="434109" y="72389"/>
                </a:lnTo>
                <a:close/>
              </a:path>
              <a:path w="474979" h="181610">
                <a:moveTo>
                  <a:pt x="40434" y="72389"/>
                </a:moveTo>
                <a:lnTo>
                  <a:pt x="41171" y="71119"/>
                </a:lnTo>
                <a:lnTo>
                  <a:pt x="41925" y="71119"/>
                </a:lnTo>
                <a:lnTo>
                  <a:pt x="40434" y="72389"/>
                </a:lnTo>
                <a:close/>
              </a:path>
              <a:path w="474979" h="181610">
                <a:moveTo>
                  <a:pt x="437360" y="74929"/>
                </a:moveTo>
                <a:lnTo>
                  <a:pt x="433372" y="71119"/>
                </a:lnTo>
                <a:lnTo>
                  <a:pt x="469754" y="71119"/>
                </a:lnTo>
                <a:lnTo>
                  <a:pt x="470406" y="72389"/>
                </a:lnTo>
                <a:lnTo>
                  <a:pt x="471130" y="73659"/>
                </a:lnTo>
                <a:lnTo>
                  <a:pt x="436573" y="73659"/>
                </a:lnTo>
                <a:lnTo>
                  <a:pt x="437360" y="74929"/>
                </a:lnTo>
                <a:close/>
              </a:path>
              <a:path w="474979" h="181610">
                <a:moveTo>
                  <a:pt x="37183" y="74929"/>
                </a:moveTo>
                <a:lnTo>
                  <a:pt x="37971" y="73659"/>
                </a:lnTo>
                <a:lnTo>
                  <a:pt x="38513" y="73659"/>
                </a:lnTo>
                <a:lnTo>
                  <a:pt x="37183" y="74929"/>
                </a:lnTo>
                <a:close/>
              </a:path>
              <a:path w="474979" h="181610">
                <a:moveTo>
                  <a:pt x="440078" y="77469"/>
                </a:moveTo>
                <a:lnTo>
                  <a:pt x="436573" y="73659"/>
                </a:lnTo>
                <a:lnTo>
                  <a:pt x="471130" y="73659"/>
                </a:lnTo>
                <a:lnTo>
                  <a:pt x="472078" y="76199"/>
                </a:lnTo>
                <a:lnTo>
                  <a:pt x="439240" y="76199"/>
                </a:lnTo>
                <a:lnTo>
                  <a:pt x="440078" y="77469"/>
                </a:lnTo>
                <a:close/>
              </a:path>
              <a:path w="474979" h="181610">
                <a:moveTo>
                  <a:pt x="34465" y="77469"/>
                </a:moveTo>
                <a:lnTo>
                  <a:pt x="35304" y="76199"/>
                </a:lnTo>
                <a:lnTo>
                  <a:pt x="35634" y="76199"/>
                </a:lnTo>
                <a:lnTo>
                  <a:pt x="34465" y="77469"/>
                </a:lnTo>
                <a:close/>
              </a:path>
              <a:path w="474979" h="181610">
                <a:moveTo>
                  <a:pt x="442149" y="79883"/>
                </a:moveTo>
                <a:lnTo>
                  <a:pt x="439240" y="76199"/>
                </a:lnTo>
                <a:lnTo>
                  <a:pt x="472078" y="76199"/>
                </a:lnTo>
                <a:lnTo>
                  <a:pt x="472552" y="77469"/>
                </a:lnTo>
                <a:lnTo>
                  <a:pt x="472825" y="78739"/>
                </a:lnTo>
                <a:lnTo>
                  <a:pt x="441399" y="78739"/>
                </a:lnTo>
                <a:lnTo>
                  <a:pt x="442149" y="79883"/>
                </a:lnTo>
                <a:close/>
              </a:path>
              <a:path w="474979" h="181610">
                <a:moveTo>
                  <a:pt x="32394" y="79883"/>
                </a:moveTo>
                <a:lnTo>
                  <a:pt x="33145" y="78739"/>
                </a:lnTo>
                <a:lnTo>
                  <a:pt x="33297" y="78739"/>
                </a:lnTo>
                <a:lnTo>
                  <a:pt x="32394" y="79883"/>
                </a:lnTo>
                <a:close/>
              </a:path>
              <a:path w="474979" h="181610">
                <a:moveTo>
                  <a:pt x="473098" y="80009"/>
                </a:moveTo>
                <a:lnTo>
                  <a:pt x="442250" y="80009"/>
                </a:lnTo>
                <a:lnTo>
                  <a:pt x="441399" y="78739"/>
                </a:lnTo>
                <a:lnTo>
                  <a:pt x="472825" y="78739"/>
                </a:lnTo>
                <a:lnTo>
                  <a:pt x="473098" y="80009"/>
                </a:lnTo>
                <a:close/>
              </a:path>
              <a:path w="474979" h="181610">
                <a:moveTo>
                  <a:pt x="32311" y="80009"/>
                </a:moveTo>
                <a:close/>
              </a:path>
              <a:path w="474979" h="181610">
                <a:moveTo>
                  <a:pt x="473674" y="82549"/>
                </a:moveTo>
                <a:lnTo>
                  <a:pt x="443901" y="82549"/>
                </a:lnTo>
                <a:lnTo>
                  <a:pt x="442149" y="79883"/>
                </a:lnTo>
                <a:lnTo>
                  <a:pt x="473098" y="80009"/>
                </a:lnTo>
                <a:lnTo>
                  <a:pt x="473674" y="82549"/>
                </a:lnTo>
                <a:close/>
              </a:path>
              <a:path w="474979" h="181610">
                <a:moveTo>
                  <a:pt x="31437" y="81340"/>
                </a:moveTo>
                <a:close/>
              </a:path>
              <a:path w="474979" h="181610">
                <a:moveTo>
                  <a:pt x="30812" y="82549"/>
                </a:moveTo>
                <a:lnTo>
                  <a:pt x="30643" y="82549"/>
                </a:lnTo>
                <a:lnTo>
                  <a:pt x="31437" y="81340"/>
                </a:lnTo>
                <a:lnTo>
                  <a:pt x="30812" y="82549"/>
                </a:lnTo>
                <a:close/>
              </a:path>
              <a:path w="474979" h="181610">
                <a:moveTo>
                  <a:pt x="474571" y="90169"/>
                </a:moveTo>
                <a:lnTo>
                  <a:pt x="446060" y="90169"/>
                </a:lnTo>
                <a:lnTo>
                  <a:pt x="445806" y="87629"/>
                </a:lnTo>
                <a:lnTo>
                  <a:pt x="445196" y="85089"/>
                </a:lnTo>
                <a:lnTo>
                  <a:pt x="445044" y="85089"/>
                </a:lnTo>
                <a:lnTo>
                  <a:pt x="443107" y="81340"/>
                </a:lnTo>
                <a:lnTo>
                  <a:pt x="443901" y="82549"/>
                </a:lnTo>
                <a:lnTo>
                  <a:pt x="473674" y="82549"/>
                </a:lnTo>
                <a:lnTo>
                  <a:pt x="473962" y="83819"/>
                </a:lnTo>
                <a:lnTo>
                  <a:pt x="474419" y="86359"/>
                </a:lnTo>
                <a:lnTo>
                  <a:pt x="474544" y="89081"/>
                </a:lnTo>
                <a:lnTo>
                  <a:pt x="474571" y="90169"/>
                </a:lnTo>
                <a:close/>
              </a:path>
              <a:path w="474979" h="181610">
                <a:moveTo>
                  <a:pt x="29011" y="87067"/>
                </a:moveTo>
                <a:lnTo>
                  <a:pt x="29347" y="85089"/>
                </a:lnTo>
                <a:lnTo>
                  <a:pt x="29500" y="85089"/>
                </a:lnTo>
                <a:lnTo>
                  <a:pt x="30224" y="83819"/>
                </a:lnTo>
                <a:lnTo>
                  <a:pt x="29011" y="87067"/>
                </a:lnTo>
                <a:close/>
              </a:path>
              <a:path w="474979" h="181610">
                <a:moveTo>
                  <a:pt x="445532" y="87067"/>
                </a:moveTo>
                <a:lnTo>
                  <a:pt x="444320" y="83819"/>
                </a:lnTo>
                <a:lnTo>
                  <a:pt x="445044" y="85089"/>
                </a:lnTo>
                <a:lnTo>
                  <a:pt x="445196" y="85089"/>
                </a:lnTo>
                <a:lnTo>
                  <a:pt x="445532" y="87067"/>
                </a:lnTo>
                <a:close/>
              </a:path>
              <a:path w="474979" h="181610">
                <a:moveTo>
                  <a:pt x="28801" y="87629"/>
                </a:moveTo>
                <a:lnTo>
                  <a:pt x="29347" y="85089"/>
                </a:lnTo>
                <a:lnTo>
                  <a:pt x="29011" y="87067"/>
                </a:lnTo>
                <a:lnTo>
                  <a:pt x="28801" y="87629"/>
                </a:lnTo>
                <a:close/>
              </a:path>
              <a:path w="474979" h="181610">
                <a:moveTo>
                  <a:pt x="445742" y="87629"/>
                </a:moveTo>
                <a:lnTo>
                  <a:pt x="445532" y="87067"/>
                </a:lnTo>
                <a:lnTo>
                  <a:pt x="445196" y="85089"/>
                </a:lnTo>
                <a:lnTo>
                  <a:pt x="445742" y="87629"/>
                </a:lnTo>
                <a:close/>
              </a:path>
              <a:path w="474979" h="181610">
                <a:moveTo>
                  <a:pt x="28576" y="89625"/>
                </a:moveTo>
                <a:lnTo>
                  <a:pt x="28738" y="87629"/>
                </a:lnTo>
                <a:lnTo>
                  <a:pt x="29011" y="87067"/>
                </a:lnTo>
                <a:lnTo>
                  <a:pt x="28576" y="89625"/>
                </a:lnTo>
                <a:close/>
              </a:path>
              <a:path w="474979" h="181610">
                <a:moveTo>
                  <a:pt x="445967" y="89625"/>
                </a:moveTo>
                <a:lnTo>
                  <a:pt x="445532" y="87067"/>
                </a:lnTo>
                <a:lnTo>
                  <a:pt x="445742" y="87629"/>
                </a:lnTo>
                <a:lnTo>
                  <a:pt x="445967" y="89625"/>
                </a:lnTo>
                <a:close/>
              </a:path>
              <a:path w="474979" h="181610">
                <a:moveTo>
                  <a:pt x="28581" y="89477"/>
                </a:moveTo>
                <a:lnTo>
                  <a:pt x="28611" y="88899"/>
                </a:lnTo>
                <a:lnTo>
                  <a:pt x="28738" y="87629"/>
                </a:lnTo>
                <a:lnTo>
                  <a:pt x="28581" y="89477"/>
                </a:lnTo>
                <a:close/>
              </a:path>
              <a:path w="474979" h="181610">
                <a:moveTo>
                  <a:pt x="445963" y="89477"/>
                </a:moveTo>
                <a:lnTo>
                  <a:pt x="445806" y="87629"/>
                </a:lnTo>
                <a:lnTo>
                  <a:pt x="445933" y="88899"/>
                </a:lnTo>
                <a:lnTo>
                  <a:pt x="445963" y="89477"/>
                </a:lnTo>
                <a:close/>
              </a:path>
              <a:path w="474979" h="181610">
                <a:moveTo>
                  <a:pt x="28593" y="89081"/>
                </a:moveTo>
                <a:lnTo>
                  <a:pt x="28598" y="88899"/>
                </a:lnTo>
                <a:lnTo>
                  <a:pt x="28593" y="89081"/>
                </a:lnTo>
                <a:close/>
              </a:path>
              <a:path w="474979" h="181610">
                <a:moveTo>
                  <a:pt x="28522" y="90169"/>
                </a:moveTo>
                <a:lnTo>
                  <a:pt x="28543" y="89823"/>
                </a:lnTo>
                <a:lnTo>
                  <a:pt x="28522" y="90169"/>
                </a:lnTo>
                <a:close/>
              </a:path>
              <a:path w="474979" h="181610">
                <a:moveTo>
                  <a:pt x="474495" y="92709"/>
                </a:moveTo>
                <a:lnTo>
                  <a:pt x="445806" y="92709"/>
                </a:lnTo>
                <a:lnTo>
                  <a:pt x="446060" y="91439"/>
                </a:lnTo>
                <a:lnTo>
                  <a:pt x="446001" y="89823"/>
                </a:lnTo>
                <a:lnTo>
                  <a:pt x="446060" y="90169"/>
                </a:lnTo>
                <a:lnTo>
                  <a:pt x="474571" y="90169"/>
                </a:lnTo>
                <a:lnTo>
                  <a:pt x="474495" y="92709"/>
                </a:lnTo>
                <a:close/>
              </a:path>
              <a:path w="474979" h="181610">
                <a:moveTo>
                  <a:pt x="28598" y="91439"/>
                </a:moveTo>
                <a:lnTo>
                  <a:pt x="28547" y="90593"/>
                </a:lnTo>
                <a:lnTo>
                  <a:pt x="28598" y="91439"/>
                </a:lnTo>
                <a:close/>
              </a:path>
              <a:path w="474979" h="181610">
                <a:moveTo>
                  <a:pt x="446022" y="91439"/>
                </a:moveTo>
                <a:lnTo>
                  <a:pt x="445996" y="90593"/>
                </a:lnTo>
                <a:lnTo>
                  <a:pt x="446022" y="91439"/>
                </a:lnTo>
                <a:close/>
              </a:path>
              <a:path w="474979" h="181610">
                <a:moveTo>
                  <a:pt x="28738" y="92709"/>
                </a:moveTo>
                <a:lnTo>
                  <a:pt x="28484" y="91439"/>
                </a:lnTo>
                <a:lnTo>
                  <a:pt x="28636" y="92112"/>
                </a:lnTo>
                <a:lnTo>
                  <a:pt x="28738" y="92709"/>
                </a:lnTo>
                <a:close/>
              </a:path>
              <a:path w="474979" h="181610">
                <a:moveTo>
                  <a:pt x="28636" y="92112"/>
                </a:moveTo>
                <a:lnTo>
                  <a:pt x="28484" y="91439"/>
                </a:lnTo>
                <a:lnTo>
                  <a:pt x="28636" y="92112"/>
                </a:lnTo>
                <a:close/>
              </a:path>
              <a:path w="474979" h="181610">
                <a:moveTo>
                  <a:pt x="445907" y="92112"/>
                </a:moveTo>
                <a:lnTo>
                  <a:pt x="446022" y="91439"/>
                </a:lnTo>
                <a:lnTo>
                  <a:pt x="445907" y="92112"/>
                </a:lnTo>
                <a:close/>
              </a:path>
              <a:path w="474979" h="181610">
                <a:moveTo>
                  <a:pt x="445806" y="92709"/>
                </a:moveTo>
                <a:lnTo>
                  <a:pt x="445907" y="92112"/>
                </a:lnTo>
                <a:lnTo>
                  <a:pt x="446060" y="91439"/>
                </a:lnTo>
                <a:lnTo>
                  <a:pt x="445806" y="92709"/>
                </a:lnTo>
                <a:close/>
              </a:path>
              <a:path w="474979" h="181610">
                <a:moveTo>
                  <a:pt x="28772" y="92709"/>
                </a:moveTo>
                <a:lnTo>
                  <a:pt x="28636" y="92112"/>
                </a:lnTo>
                <a:lnTo>
                  <a:pt x="28772" y="92709"/>
                </a:lnTo>
                <a:close/>
              </a:path>
              <a:path w="474979" h="181610">
                <a:moveTo>
                  <a:pt x="445196" y="95249"/>
                </a:moveTo>
                <a:lnTo>
                  <a:pt x="445907" y="92112"/>
                </a:lnTo>
                <a:lnTo>
                  <a:pt x="445806" y="92709"/>
                </a:lnTo>
                <a:lnTo>
                  <a:pt x="474495" y="92709"/>
                </a:lnTo>
                <a:lnTo>
                  <a:pt x="474419" y="93979"/>
                </a:lnTo>
                <a:lnTo>
                  <a:pt x="445742" y="93979"/>
                </a:lnTo>
                <a:lnTo>
                  <a:pt x="445196" y="95249"/>
                </a:lnTo>
                <a:close/>
              </a:path>
              <a:path w="474979" h="181610">
                <a:moveTo>
                  <a:pt x="29347" y="95249"/>
                </a:moveTo>
                <a:lnTo>
                  <a:pt x="28801" y="93979"/>
                </a:lnTo>
                <a:lnTo>
                  <a:pt x="29060" y="93979"/>
                </a:lnTo>
                <a:lnTo>
                  <a:pt x="29347" y="95249"/>
                </a:lnTo>
                <a:close/>
              </a:path>
              <a:path w="474979" h="181610">
                <a:moveTo>
                  <a:pt x="473674" y="99059"/>
                </a:moveTo>
                <a:lnTo>
                  <a:pt x="443075" y="99059"/>
                </a:lnTo>
                <a:lnTo>
                  <a:pt x="443901" y="97789"/>
                </a:lnTo>
                <a:lnTo>
                  <a:pt x="444320" y="97789"/>
                </a:lnTo>
                <a:lnTo>
                  <a:pt x="445742" y="93979"/>
                </a:lnTo>
                <a:lnTo>
                  <a:pt x="474419" y="93979"/>
                </a:lnTo>
                <a:lnTo>
                  <a:pt x="474203" y="96519"/>
                </a:lnTo>
                <a:lnTo>
                  <a:pt x="473962" y="97789"/>
                </a:lnTo>
                <a:lnTo>
                  <a:pt x="473674" y="99059"/>
                </a:lnTo>
                <a:close/>
              </a:path>
              <a:path w="474979" h="181610">
                <a:moveTo>
                  <a:pt x="31437" y="98999"/>
                </a:moveTo>
                <a:lnTo>
                  <a:pt x="30643" y="97789"/>
                </a:lnTo>
                <a:lnTo>
                  <a:pt x="30224" y="97789"/>
                </a:lnTo>
                <a:lnTo>
                  <a:pt x="29500" y="95249"/>
                </a:lnTo>
                <a:lnTo>
                  <a:pt x="31437" y="98999"/>
                </a:lnTo>
                <a:close/>
              </a:path>
              <a:path w="474979" h="181610">
                <a:moveTo>
                  <a:pt x="443107" y="98999"/>
                </a:moveTo>
                <a:lnTo>
                  <a:pt x="445044" y="95249"/>
                </a:lnTo>
                <a:lnTo>
                  <a:pt x="444320" y="97789"/>
                </a:lnTo>
                <a:lnTo>
                  <a:pt x="443901" y="97789"/>
                </a:lnTo>
                <a:lnTo>
                  <a:pt x="443107" y="98999"/>
                </a:lnTo>
                <a:close/>
              </a:path>
              <a:path w="474979" h="181610">
                <a:moveTo>
                  <a:pt x="473098" y="101599"/>
                </a:moveTo>
                <a:lnTo>
                  <a:pt x="441399" y="101599"/>
                </a:lnTo>
                <a:lnTo>
                  <a:pt x="442250" y="100329"/>
                </a:lnTo>
                <a:lnTo>
                  <a:pt x="443107" y="98999"/>
                </a:lnTo>
                <a:lnTo>
                  <a:pt x="473674" y="99059"/>
                </a:lnTo>
                <a:lnTo>
                  <a:pt x="473098" y="101599"/>
                </a:lnTo>
                <a:close/>
              </a:path>
              <a:path w="474979" h="181610">
                <a:moveTo>
                  <a:pt x="32394" y="100457"/>
                </a:moveTo>
                <a:lnTo>
                  <a:pt x="32294" y="100329"/>
                </a:lnTo>
                <a:lnTo>
                  <a:pt x="32394" y="100457"/>
                </a:lnTo>
                <a:close/>
              </a:path>
              <a:path w="474979" h="181610">
                <a:moveTo>
                  <a:pt x="442149" y="100457"/>
                </a:moveTo>
                <a:lnTo>
                  <a:pt x="442233" y="100329"/>
                </a:lnTo>
                <a:lnTo>
                  <a:pt x="442149" y="100457"/>
                </a:lnTo>
                <a:close/>
              </a:path>
              <a:path w="474979" h="181610">
                <a:moveTo>
                  <a:pt x="33297" y="101599"/>
                </a:moveTo>
                <a:lnTo>
                  <a:pt x="33145" y="101599"/>
                </a:lnTo>
                <a:lnTo>
                  <a:pt x="32394" y="100457"/>
                </a:lnTo>
                <a:lnTo>
                  <a:pt x="33297" y="101599"/>
                </a:lnTo>
                <a:close/>
              </a:path>
              <a:path w="474979" h="181610">
                <a:moveTo>
                  <a:pt x="472078" y="104139"/>
                </a:moveTo>
                <a:lnTo>
                  <a:pt x="439240" y="104139"/>
                </a:lnTo>
                <a:lnTo>
                  <a:pt x="442149" y="100457"/>
                </a:lnTo>
                <a:lnTo>
                  <a:pt x="441399" y="101599"/>
                </a:lnTo>
                <a:lnTo>
                  <a:pt x="473098" y="101599"/>
                </a:lnTo>
                <a:lnTo>
                  <a:pt x="472552" y="102869"/>
                </a:lnTo>
                <a:lnTo>
                  <a:pt x="472078" y="104139"/>
                </a:lnTo>
                <a:close/>
              </a:path>
              <a:path w="474979" h="181610">
                <a:moveTo>
                  <a:pt x="35634" y="104139"/>
                </a:moveTo>
                <a:lnTo>
                  <a:pt x="35304" y="104139"/>
                </a:lnTo>
                <a:lnTo>
                  <a:pt x="34465" y="102869"/>
                </a:lnTo>
                <a:lnTo>
                  <a:pt x="35634" y="104139"/>
                </a:lnTo>
                <a:close/>
              </a:path>
              <a:path w="474979" h="181610">
                <a:moveTo>
                  <a:pt x="468450" y="113029"/>
                </a:moveTo>
                <a:lnTo>
                  <a:pt x="429639" y="113029"/>
                </a:lnTo>
                <a:lnTo>
                  <a:pt x="434109" y="109219"/>
                </a:lnTo>
                <a:lnTo>
                  <a:pt x="433372" y="109219"/>
                </a:lnTo>
                <a:lnTo>
                  <a:pt x="437360" y="106679"/>
                </a:lnTo>
                <a:lnTo>
                  <a:pt x="436573" y="106679"/>
                </a:lnTo>
                <a:lnTo>
                  <a:pt x="440078" y="102869"/>
                </a:lnTo>
                <a:lnTo>
                  <a:pt x="439240" y="104139"/>
                </a:lnTo>
                <a:lnTo>
                  <a:pt x="472078" y="104139"/>
                </a:lnTo>
                <a:lnTo>
                  <a:pt x="471130" y="106679"/>
                </a:lnTo>
                <a:lnTo>
                  <a:pt x="470406" y="109219"/>
                </a:lnTo>
                <a:lnTo>
                  <a:pt x="468450" y="113029"/>
                </a:lnTo>
                <a:close/>
              </a:path>
              <a:path w="474979" h="181610">
                <a:moveTo>
                  <a:pt x="45857" y="113029"/>
                </a:moveTo>
                <a:lnTo>
                  <a:pt x="44905" y="113029"/>
                </a:lnTo>
                <a:lnTo>
                  <a:pt x="44219" y="111759"/>
                </a:lnTo>
                <a:lnTo>
                  <a:pt x="45857" y="113029"/>
                </a:lnTo>
                <a:close/>
              </a:path>
              <a:path w="474979" h="181610">
                <a:moveTo>
                  <a:pt x="466799" y="115569"/>
                </a:moveTo>
                <a:lnTo>
                  <a:pt x="425410" y="115569"/>
                </a:lnTo>
                <a:lnTo>
                  <a:pt x="430324" y="111759"/>
                </a:lnTo>
                <a:lnTo>
                  <a:pt x="429639" y="113029"/>
                </a:lnTo>
                <a:lnTo>
                  <a:pt x="468450" y="113029"/>
                </a:lnTo>
                <a:lnTo>
                  <a:pt x="466799" y="115569"/>
                </a:lnTo>
                <a:close/>
              </a:path>
              <a:path w="474979" h="181610">
                <a:moveTo>
                  <a:pt x="50302" y="115569"/>
                </a:moveTo>
                <a:lnTo>
                  <a:pt x="49134" y="115569"/>
                </a:lnTo>
                <a:lnTo>
                  <a:pt x="48512" y="114299"/>
                </a:lnTo>
                <a:lnTo>
                  <a:pt x="50302" y="115569"/>
                </a:lnTo>
                <a:close/>
              </a:path>
              <a:path w="474979" h="181610">
                <a:moveTo>
                  <a:pt x="414684" y="152399"/>
                </a:moveTo>
                <a:lnTo>
                  <a:pt x="270355" y="152399"/>
                </a:lnTo>
                <a:lnTo>
                  <a:pt x="281341" y="151129"/>
                </a:lnTo>
                <a:lnTo>
                  <a:pt x="291615" y="151129"/>
                </a:lnTo>
                <a:lnTo>
                  <a:pt x="302207" y="149859"/>
                </a:lnTo>
                <a:lnTo>
                  <a:pt x="301940" y="149859"/>
                </a:lnTo>
                <a:lnTo>
                  <a:pt x="312303" y="148589"/>
                </a:lnTo>
                <a:lnTo>
                  <a:pt x="312037" y="148589"/>
                </a:lnTo>
                <a:lnTo>
                  <a:pt x="322159" y="147319"/>
                </a:lnTo>
                <a:lnTo>
                  <a:pt x="321879" y="147319"/>
                </a:lnTo>
                <a:lnTo>
                  <a:pt x="331760" y="146049"/>
                </a:lnTo>
                <a:lnTo>
                  <a:pt x="331480" y="146049"/>
                </a:lnTo>
                <a:lnTo>
                  <a:pt x="341094" y="143509"/>
                </a:lnTo>
                <a:lnTo>
                  <a:pt x="340802" y="143509"/>
                </a:lnTo>
                <a:lnTo>
                  <a:pt x="350137" y="142239"/>
                </a:lnTo>
                <a:lnTo>
                  <a:pt x="349832" y="142239"/>
                </a:lnTo>
                <a:lnTo>
                  <a:pt x="358887" y="139699"/>
                </a:lnTo>
                <a:lnTo>
                  <a:pt x="358569" y="139699"/>
                </a:lnTo>
                <a:lnTo>
                  <a:pt x="367307" y="138429"/>
                </a:lnTo>
                <a:lnTo>
                  <a:pt x="366977" y="138429"/>
                </a:lnTo>
                <a:lnTo>
                  <a:pt x="375397" y="135889"/>
                </a:lnTo>
                <a:lnTo>
                  <a:pt x="375054" y="135889"/>
                </a:lnTo>
                <a:lnTo>
                  <a:pt x="383144" y="133349"/>
                </a:lnTo>
                <a:lnTo>
                  <a:pt x="382776" y="133349"/>
                </a:lnTo>
                <a:lnTo>
                  <a:pt x="390510" y="130809"/>
                </a:lnTo>
                <a:lnTo>
                  <a:pt x="390116" y="130809"/>
                </a:lnTo>
                <a:lnTo>
                  <a:pt x="397508" y="128269"/>
                </a:lnTo>
                <a:lnTo>
                  <a:pt x="397076" y="128269"/>
                </a:lnTo>
                <a:lnTo>
                  <a:pt x="404086" y="125729"/>
                </a:lnTo>
                <a:lnTo>
                  <a:pt x="403629" y="125729"/>
                </a:lnTo>
                <a:lnTo>
                  <a:pt x="410258" y="123189"/>
                </a:lnTo>
                <a:lnTo>
                  <a:pt x="409763" y="123189"/>
                </a:lnTo>
                <a:lnTo>
                  <a:pt x="415973" y="120649"/>
                </a:lnTo>
                <a:lnTo>
                  <a:pt x="415440" y="120649"/>
                </a:lnTo>
                <a:lnTo>
                  <a:pt x="421244" y="118109"/>
                </a:lnTo>
                <a:lnTo>
                  <a:pt x="420660" y="118109"/>
                </a:lnTo>
                <a:lnTo>
                  <a:pt x="426032" y="114299"/>
                </a:lnTo>
                <a:lnTo>
                  <a:pt x="425410" y="115569"/>
                </a:lnTo>
                <a:lnTo>
                  <a:pt x="466799" y="115569"/>
                </a:lnTo>
                <a:lnTo>
                  <a:pt x="465148" y="118109"/>
                </a:lnTo>
                <a:lnTo>
                  <a:pt x="464297" y="119379"/>
                </a:lnTo>
                <a:lnTo>
                  <a:pt x="461300" y="121919"/>
                </a:lnTo>
                <a:lnTo>
                  <a:pt x="460462" y="123189"/>
                </a:lnTo>
                <a:lnTo>
                  <a:pt x="456956" y="126999"/>
                </a:lnTo>
                <a:lnTo>
                  <a:pt x="456169" y="128269"/>
                </a:lnTo>
                <a:lnTo>
                  <a:pt x="452168" y="130809"/>
                </a:lnTo>
                <a:lnTo>
                  <a:pt x="451432" y="132079"/>
                </a:lnTo>
                <a:lnTo>
                  <a:pt x="446961" y="134619"/>
                </a:lnTo>
                <a:lnTo>
                  <a:pt x="446276" y="135889"/>
                </a:lnTo>
                <a:lnTo>
                  <a:pt x="440726" y="139699"/>
                </a:lnTo>
                <a:lnTo>
                  <a:pt x="435354" y="142239"/>
                </a:lnTo>
                <a:lnTo>
                  <a:pt x="434769" y="143509"/>
                </a:lnTo>
                <a:lnTo>
                  <a:pt x="428432" y="146049"/>
                </a:lnTo>
                <a:lnTo>
                  <a:pt x="421727" y="149859"/>
                </a:lnTo>
                <a:lnTo>
                  <a:pt x="414684" y="152399"/>
                </a:lnTo>
                <a:close/>
              </a:path>
              <a:path w="474979" h="181610">
                <a:moveTo>
                  <a:pt x="260449" y="181609"/>
                </a:moveTo>
                <a:lnTo>
                  <a:pt x="213840" y="181609"/>
                </a:lnTo>
                <a:lnTo>
                  <a:pt x="202436" y="180339"/>
                </a:lnTo>
                <a:lnTo>
                  <a:pt x="271867" y="180339"/>
                </a:lnTo>
                <a:lnTo>
                  <a:pt x="260449" y="1816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869423" y="2444318"/>
            <a:ext cx="486409" cy="153670"/>
          </a:xfrm>
          <a:custGeom>
            <a:avLst/>
            <a:gdLst/>
            <a:ahLst/>
            <a:cxnLst/>
            <a:rect l="l" t="t" r="r" b="b"/>
            <a:pathLst>
              <a:path w="486409" h="153669">
                <a:moveTo>
                  <a:pt x="242874" y="153644"/>
                </a:moveTo>
                <a:lnTo>
                  <a:pt x="178152" y="150898"/>
                </a:lnTo>
                <a:lnTo>
                  <a:pt x="120011" y="143140"/>
                </a:lnTo>
                <a:lnTo>
                  <a:pt x="70788" y="131089"/>
                </a:lnTo>
                <a:lnTo>
                  <a:pt x="32820" y="115465"/>
                </a:lnTo>
                <a:lnTo>
                  <a:pt x="0" y="76377"/>
                </a:lnTo>
                <a:lnTo>
                  <a:pt x="8445" y="56141"/>
                </a:lnTo>
                <a:lnTo>
                  <a:pt x="70788" y="22444"/>
                </a:lnTo>
                <a:lnTo>
                  <a:pt x="120011" y="10471"/>
                </a:lnTo>
                <a:lnTo>
                  <a:pt x="178152" y="2741"/>
                </a:lnTo>
                <a:lnTo>
                  <a:pt x="242874" y="0"/>
                </a:lnTo>
                <a:lnTo>
                  <a:pt x="307599" y="2743"/>
                </a:lnTo>
                <a:lnTo>
                  <a:pt x="365760" y="10487"/>
                </a:lnTo>
                <a:lnTo>
                  <a:pt x="415035" y="22499"/>
                </a:lnTo>
                <a:lnTo>
                  <a:pt x="453105" y="38047"/>
                </a:lnTo>
                <a:lnTo>
                  <a:pt x="486346" y="76822"/>
                </a:lnTo>
                <a:lnTo>
                  <a:pt x="477649" y="97245"/>
                </a:lnTo>
                <a:lnTo>
                  <a:pt x="415035" y="131144"/>
                </a:lnTo>
                <a:lnTo>
                  <a:pt x="365760" y="143156"/>
                </a:lnTo>
                <a:lnTo>
                  <a:pt x="307599" y="150900"/>
                </a:lnTo>
                <a:lnTo>
                  <a:pt x="242874" y="153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854628" y="2430030"/>
            <a:ext cx="515620" cy="181610"/>
          </a:xfrm>
          <a:custGeom>
            <a:avLst/>
            <a:gdLst/>
            <a:ahLst/>
            <a:cxnLst/>
            <a:rect l="l" t="t" r="r" b="b"/>
            <a:pathLst>
              <a:path w="515620" h="181610">
                <a:moveTo>
                  <a:pt x="307771" y="1269"/>
                </a:moveTo>
                <a:lnTo>
                  <a:pt x="207797" y="1269"/>
                </a:lnTo>
                <a:lnTo>
                  <a:pt x="219786" y="0"/>
                </a:lnTo>
                <a:lnTo>
                  <a:pt x="295554" y="0"/>
                </a:lnTo>
                <a:lnTo>
                  <a:pt x="307771" y="1269"/>
                </a:lnTo>
                <a:close/>
              </a:path>
              <a:path w="515620" h="181610">
                <a:moveTo>
                  <a:pt x="32486" y="81280"/>
                </a:moveTo>
                <a:lnTo>
                  <a:pt x="1155" y="81280"/>
                </a:lnTo>
                <a:lnTo>
                  <a:pt x="1701" y="78739"/>
                </a:lnTo>
                <a:lnTo>
                  <a:pt x="3746" y="73660"/>
                </a:lnTo>
                <a:lnTo>
                  <a:pt x="4572" y="71119"/>
                </a:lnTo>
                <a:lnTo>
                  <a:pt x="6718" y="68580"/>
                </a:lnTo>
                <a:lnTo>
                  <a:pt x="7619" y="66039"/>
                </a:lnTo>
                <a:lnTo>
                  <a:pt x="10337" y="62230"/>
                </a:lnTo>
                <a:lnTo>
                  <a:pt x="11252" y="62230"/>
                </a:lnTo>
                <a:lnTo>
                  <a:pt x="14528" y="58419"/>
                </a:lnTo>
                <a:lnTo>
                  <a:pt x="15405" y="57150"/>
                </a:lnTo>
                <a:lnTo>
                  <a:pt x="19227" y="53339"/>
                </a:lnTo>
                <a:lnTo>
                  <a:pt x="20053" y="53339"/>
                </a:lnTo>
                <a:lnTo>
                  <a:pt x="24409" y="49530"/>
                </a:lnTo>
                <a:lnTo>
                  <a:pt x="25158" y="48260"/>
                </a:lnTo>
                <a:lnTo>
                  <a:pt x="30035" y="45719"/>
                </a:lnTo>
                <a:lnTo>
                  <a:pt x="30721" y="44450"/>
                </a:lnTo>
                <a:lnTo>
                  <a:pt x="36715" y="41910"/>
                </a:lnTo>
                <a:lnTo>
                  <a:pt x="42570" y="38100"/>
                </a:lnTo>
                <a:lnTo>
                  <a:pt x="49466" y="34289"/>
                </a:lnTo>
                <a:lnTo>
                  <a:pt x="56768" y="31750"/>
                </a:lnTo>
                <a:lnTo>
                  <a:pt x="64909" y="27939"/>
                </a:lnTo>
                <a:lnTo>
                  <a:pt x="108864" y="15239"/>
                </a:lnTo>
                <a:lnTo>
                  <a:pt x="150101" y="7619"/>
                </a:lnTo>
                <a:lnTo>
                  <a:pt x="161137" y="5080"/>
                </a:lnTo>
                <a:lnTo>
                  <a:pt x="195783" y="1269"/>
                </a:lnTo>
                <a:lnTo>
                  <a:pt x="319785" y="1269"/>
                </a:lnTo>
                <a:lnTo>
                  <a:pt x="354456" y="5080"/>
                </a:lnTo>
                <a:lnTo>
                  <a:pt x="365505" y="7619"/>
                </a:lnTo>
                <a:lnTo>
                  <a:pt x="386753" y="10160"/>
                </a:lnTo>
                <a:lnTo>
                  <a:pt x="406780" y="15239"/>
                </a:lnTo>
                <a:lnTo>
                  <a:pt x="425488" y="20319"/>
                </a:lnTo>
                <a:lnTo>
                  <a:pt x="433946" y="22860"/>
                </a:lnTo>
                <a:lnTo>
                  <a:pt x="442772" y="25400"/>
                </a:lnTo>
                <a:lnTo>
                  <a:pt x="450862" y="27939"/>
                </a:lnTo>
                <a:lnTo>
                  <a:pt x="233349" y="27939"/>
                </a:lnTo>
                <a:lnTo>
                  <a:pt x="221157" y="29210"/>
                </a:lnTo>
                <a:lnTo>
                  <a:pt x="209638" y="29210"/>
                </a:lnTo>
                <a:lnTo>
                  <a:pt x="197865" y="30480"/>
                </a:lnTo>
                <a:lnTo>
                  <a:pt x="198094" y="30480"/>
                </a:lnTo>
                <a:lnTo>
                  <a:pt x="186537" y="31750"/>
                </a:lnTo>
                <a:lnTo>
                  <a:pt x="186791" y="31750"/>
                </a:lnTo>
                <a:lnTo>
                  <a:pt x="175475" y="33019"/>
                </a:lnTo>
                <a:lnTo>
                  <a:pt x="175717" y="33019"/>
                </a:lnTo>
                <a:lnTo>
                  <a:pt x="164668" y="34289"/>
                </a:lnTo>
                <a:lnTo>
                  <a:pt x="164922" y="34289"/>
                </a:lnTo>
                <a:lnTo>
                  <a:pt x="154127" y="35560"/>
                </a:lnTo>
                <a:lnTo>
                  <a:pt x="154393" y="35560"/>
                </a:lnTo>
                <a:lnTo>
                  <a:pt x="143890" y="36830"/>
                </a:lnTo>
                <a:lnTo>
                  <a:pt x="144170" y="36830"/>
                </a:lnTo>
                <a:lnTo>
                  <a:pt x="133972" y="39369"/>
                </a:lnTo>
                <a:lnTo>
                  <a:pt x="134251" y="39369"/>
                </a:lnTo>
                <a:lnTo>
                  <a:pt x="124371" y="40639"/>
                </a:lnTo>
                <a:lnTo>
                  <a:pt x="124675" y="40639"/>
                </a:lnTo>
                <a:lnTo>
                  <a:pt x="115125" y="43180"/>
                </a:lnTo>
                <a:lnTo>
                  <a:pt x="115430" y="43180"/>
                </a:lnTo>
                <a:lnTo>
                  <a:pt x="106235" y="44450"/>
                </a:lnTo>
                <a:lnTo>
                  <a:pt x="106565" y="44450"/>
                </a:lnTo>
                <a:lnTo>
                  <a:pt x="97739" y="46989"/>
                </a:lnTo>
                <a:lnTo>
                  <a:pt x="98082" y="46989"/>
                </a:lnTo>
                <a:lnTo>
                  <a:pt x="89623" y="49530"/>
                </a:lnTo>
                <a:lnTo>
                  <a:pt x="90004" y="49530"/>
                </a:lnTo>
                <a:lnTo>
                  <a:pt x="81940" y="52069"/>
                </a:lnTo>
                <a:lnTo>
                  <a:pt x="82334" y="52069"/>
                </a:lnTo>
                <a:lnTo>
                  <a:pt x="74688" y="54610"/>
                </a:lnTo>
                <a:lnTo>
                  <a:pt x="75120" y="54610"/>
                </a:lnTo>
                <a:lnTo>
                  <a:pt x="67894" y="57150"/>
                </a:lnTo>
                <a:lnTo>
                  <a:pt x="68364" y="57150"/>
                </a:lnTo>
                <a:lnTo>
                  <a:pt x="61582" y="60960"/>
                </a:lnTo>
                <a:lnTo>
                  <a:pt x="62090" y="60960"/>
                </a:lnTo>
                <a:lnTo>
                  <a:pt x="55752" y="63500"/>
                </a:lnTo>
                <a:lnTo>
                  <a:pt x="56324" y="63500"/>
                </a:lnTo>
                <a:lnTo>
                  <a:pt x="50457" y="66039"/>
                </a:lnTo>
                <a:lnTo>
                  <a:pt x="51079" y="66039"/>
                </a:lnTo>
                <a:lnTo>
                  <a:pt x="47497" y="68580"/>
                </a:lnTo>
                <a:lnTo>
                  <a:pt x="46380" y="68580"/>
                </a:lnTo>
                <a:lnTo>
                  <a:pt x="43137" y="71119"/>
                </a:lnTo>
                <a:lnTo>
                  <a:pt x="42265" y="71119"/>
                </a:lnTo>
                <a:lnTo>
                  <a:pt x="37896" y="74930"/>
                </a:lnTo>
                <a:lnTo>
                  <a:pt x="38722" y="74930"/>
                </a:lnTo>
                <a:lnTo>
                  <a:pt x="34886" y="77469"/>
                </a:lnTo>
                <a:lnTo>
                  <a:pt x="35763" y="77469"/>
                </a:lnTo>
                <a:lnTo>
                  <a:pt x="33578" y="80010"/>
                </a:lnTo>
                <a:lnTo>
                  <a:pt x="33400" y="80010"/>
                </a:lnTo>
                <a:lnTo>
                  <a:pt x="32486" y="81280"/>
                </a:lnTo>
                <a:close/>
              </a:path>
              <a:path w="515620" h="181610">
                <a:moveTo>
                  <a:pt x="469633" y="69850"/>
                </a:moveTo>
                <a:lnTo>
                  <a:pt x="464261" y="66039"/>
                </a:lnTo>
                <a:lnTo>
                  <a:pt x="464883" y="66039"/>
                </a:lnTo>
                <a:lnTo>
                  <a:pt x="459016" y="63500"/>
                </a:lnTo>
                <a:lnTo>
                  <a:pt x="459574" y="63500"/>
                </a:lnTo>
                <a:lnTo>
                  <a:pt x="453250" y="60960"/>
                </a:lnTo>
                <a:lnTo>
                  <a:pt x="453758" y="60960"/>
                </a:lnTo>
                <a:lnTo>
                  <a:pt x="446976" y="57150"/>
                </a:lnTo>
                <a:lnTo>
                  <a:pt x="447446" y="57150"/>
                </a:lnTo>
                <a:lnTo>
                  <a:pt x="440220" y="54610"/>
                </a:lnTo>
                <a:lnTo>
                  <a:pt x="440651" y="54610"/>
                </a:lnTo>
                <a:lnTo>
                  <a:pt x="432993" y="52069"/>
                </a:lnTo>
                <a:lnTo>
                  <a:pt x="433400" y="52069"/>
                </a:lnTo>
                <a:lnTo>
                  <a:pt x="425335" y="49530"/>
                </a:lnTo>
                <a:lnTo>
                  <a:pt x="425716" y="49530"/>
                </a:lnTo>
                <a:lnTo>
                  <a:pt x="417258" y="46989"/>
                </a:lnTo>
                <a:lnTo>
                  <a:pt x="417601" y="46989"/>
                </a:lnTo>
                <a:lnTo>
                  <a:pt x="408774" y="44450"/>
                </a:lnTo>
                <a:lnTo>
                  <a:pt x="409105" y="44450"/>
                </a:lnTo>
                <a:lnTo>
                  <a:pt x="399897" y="43180"/>
                </a:lnTo>
                <a:lnTo>
                  <a:pt x="400215" y="43180"/>
                </a:lnTo>
                <a:lnTo>
                  <a:pt x="390664" y="40639"/>
                </a:lnTo>
                <a:lnTo>
                  <a:pt x="390956" y="40639"/>
                </a:lnTo>
                <a:lnTo>
                  <a:pt x="381088" y="39369"/>
                </a:lnTo>
                <a:lnTo>
                  <a:pt x="381368" y="39369"/>
                </a:lnTo>
                <a:lnTo>
                  <a:pt x="371170" y="36830"/>
                </a:lnTo>
                <a:lnTo>
                  <a:pt x="371436" y="36830"/>
                </a:lnTo>
                <a:lnTo>
                  <a:pt x="360946" y="35560"/>
                </a:lnTo>
                <a:lnTo>
                  <a:pt x="361200" y="35560"/>
                </a:lnTo>
                <a:lnTo>
                  <a:pt x="350418" y="34289"/>
                </a:lnTo>
                <a:lnTo>
                  <a:pt x="350672" y="34289"/>
                </a:lnTo>
                <a:lnTo>
                  <a:pt x="339623" y="33019"/>
                </a:lnTo>
                <a:lnTo>
                  <a:pt x="339864" y="33019"/>
                </a:lnTo>
                <a:lnTo>
                  <a:pt x="328549" y="31750"/>
                </a:lnTo>
                <a:lnTo>
                  <a:pt x="328790" y="31750"/>
                </a:lnTo>
                <a:lnTo>
                  <a:pt x="317245" y="30480"/>
                </a:lnTo>
                <a:lnTo>
                  <a:pt x="317474" y="30480"/>
                </a:lnTo>
                <a:lnTo>
                  <a:pt x="305701" y="29210"/>
                </a:lnTo>
                <a:lnTo>
                  <a:pt x="294170" y="29210"/>
                </a:lnTo>
                <a:lnTo>
                  <a:pt x="281990" y="27939"/>
                </a:lnTo>
                <a:lnTo>
                  <a:pt x="450862" y="27939"/>
                </a:lnTo>
                <a:lnTo>
                  <a:pt x="458558" y="31750"/>
                </a:lnTo>
                <a:lnTo>
                  <a:pt x="465353" y="34289"/>
                </a:lnTo>
                <a:lnTo>
                  <a:pt x="472198" y="38100"/>
                </a:lnTo>
                <a:lnTo>
                  <a:pt x="478624" y="41910"/>
                </a:lnTo>
                <a:lnTo>
                  <a:pt x="484619" y="44450"/>
                </a:lnTo>
                <a:lnTo>
                  <a:pt x="485305" y="45719"/>
                </a:lnTo>
                <a:lnTo>
                  <a:pt x="490181" y="48260"/>
                </a:lnTo>
                <a:lnTo>
                  <a:pt x="490931" y="49530"/>
                </a:lnTo>
                <a:lnTo>
                  <a:pt x="495287" y="53339"/>
                </a:lnTo>
                <a:lnTo>
                  <a:pt x="496112" y="53339"/>
                </a:lnTo>
                <a:lnTo>
                  <a:pt x="499935" y="57150"/>
                </a:lnTo>
                <a:lnTo>
                  <a:pt x="500811" y="58419"/>
                </a:lnTo>
                <a:lnTo>
                  <a:pt x="504088" y="62230"/>
                </a:lnTo>
                <a:lnTo>
                  <a:pt x="505002" y="62230"/>
                </a:lnTo>
                <a:lnTo>
                  <a:pt x="507720" y="66039"/>
                </a:lnTo>
                <a:lnTo>
                  <a:pt x="508622" y="68580"/>
                </a:lnTo>
                <a:lnTo>
                  <a:pt x="468947" y="68580"/>
                </a:lnTo>
                <a:lnTo>
                  <a:pt x="469633" y="69850"/>
                </a:lnTo>
                <a:close/>
              </a:path>
              <a:path w="515620" h="181610">
                <a:moveTo>
                  <a:pt x="45707" y="69850"/>
                </a:moveTo>
                <a:lnTo>
                  <a:pt x="46380" y="68580"/>
                </a:lnTo>
                <a:lnTo>
                  <a:pt x="47497" y="68580"/>
                </a:lnTo>
                <a:lnTo>
                  <a:pt x="45707" y="69850"/>
                </a:lnTo>
                <a:close/>
              </a:path>
              <a:path w="515620" h="181610">
                <a:moveTo>
                  <a:pt x="473824" y="72389"/>
                </a:moveTo>
                <a:lnTo>
                  <a:pt x="468947" y="68580"/>
                </a:lnTo>
                <a:lnTo>
                  <a:pt x="508622" y="68580"/>
                </a:lnTo>
                <a:lnTo>
                  <a:pt x="510768" y="71119"/>
                </a:lnTo>
                <a:lnTo>
                  <a:pt x="473075" y="71119"/>
                </a:lnTo>
                <a:lnTo>
                  <a:pt x="473824" y="72389"/>
                </a:lnTo>
                <a:close/>
              </a:path>
              <a:path w="515620" h="181610">
                <a:moveTo>
                  <a:pt x="41516" y="72389"/>
                </a:moveTo>
                <a:lnTo>
                  <a:pt x="42265" y="71119"/>
                </a:lnTo>
                <a:lnTo>
                  <a:pt x="43137" y="71119"/>
                </a:lnTo>
                <a:lnTo>
                  <a:pt x="41516" y="72389"/>
                </a:lnTo>
                <a:close/>
              </a:path>
              <a:path w="515620" h="181610">
                <a:moveTo>
                  <a:pt x="482804" y="81222"/>
                </a:moveTo>
                <a:lnTo>
                  <a:pt x="479577" y="77469"/>
                </a:lnTo>
                <a:lnTo>
                  <a:pt x="480453" y="77469"/>
                </a:lnTo>
                <a:lnTo>
                  <a:pt x="476618" y="74930"/>
                </a:lnTo>
                <a:lnTo>
                  <a:pt x="477431" y="74930"/>
                </a:lnTo>
                <a:lnTo>
                  <a:pt x="473075" y="71119"/>
                </a:lnTo>
                <a:lnTo>
                  <a:pt x="510768" y="71119"/>
                </a:lnTo>
                <a:lnTo>
                  <a:pt x="511581" y="73660"/>
                </a:lnTo>
                <a:lnTo>
                  <a:pt x="513638" y="78739"/>
                </a:lnTo>
                <a:lnTo>
                  <a:pt x="513911" y="80010"/>
                </a:lnTo>
                <a:lnTo>
                  <a:pt x="481939" y="80010"/>
                </a:lnTo>
                <a:lnTo>
                  <a:pt x="482804" y="81222"/>
                </a:lnTo>
                <a:close/>
              </a:path>
              <a:path w="515620" h="181610">
                <a:moveTo>
                  <a:pt x="32536" y="81222"/>
                </a:moveTo>
                <a:lnTo>
                  <a:pt x="33400" y="80010"/>
                </a:lnTo>
                <a:lnTo>
                  <a:pt x="33578" y="80010"/>
                </a:lnTo>
                <a:lnTo>
                  <a:pt x="32536" y="81222"/>
                </a:lnTo>
                <a:close/>
              </a:path>
              <a:path w="515620" h="181610">
                <a:moveTo>
                  <a:pt x="514184" y="81280"/>
                </a:moveTo>
                <a:lnTo>
                  <a:pt x="482853" y="81280"/>
                </a:lnTo>
                <a:lnTo>
                  <a:pt x="481939" y="80010"/>
                </a:lnTo>
                <a:lnTo>
                  <a:pt x="513911" y="80010"/>
                </a:lnTo>
                <a:lnTo>
                  <a:pt x="514184" y="81280"/>
                </a:lnTo>
                <a:close/>
              </a:path>
              <a:path w="515620" h="181610">
                <a:moveTo>
                  <a:pt x="68364" y="123189"/>
                </a:moveTo>
                <a:lnTo>
                  <a:pt x="14528" y="123189"/>
                </a:lnTo>
                <a:lnTo>
                  <a:pt x="11252" y="119380"/>
                </a:lnTo>
                <a:lnTo>
                  <a:pt x="6718" y="113030"/>
                </a:lnTo>
                <a:lnTo>
                  <a:pt x="4572" y="109219"/>
                </a:lnTo>
                <a:lnTo>
                  <a:pt x="3746" y="107950"/>
                </a:lnTo>
                <a:lnTo>
                  <a:pt x="2209" y="104139"/>
                </a:lnTo>
                <a:lnTo>
                  <a:pt x="1701" y="101600"/>
                </a:lnTo>
                <a:lnTo>
                  <a:pt x="1155" y="100330"/>
                </a:lnTo>
                <a:lnTo>
                  <a:pt x="892" y="99031"/>
                </a:lnTo>
                <a:lnTo>
                  <a:pt x="507" y="97789"/>
                </a:lnTo>
                <a:lnTo>
                  <a:pt x="330" y="96519"/>
                </a:lnTo>
                <a:lnTo>
                  <a:pt x="110" y="93980"/>
                </a:lnTo>
                <a:lnTo>
                  <a:pt x="0" y="87630"/>
                </a:lnTo>
                <a:lnTo>
                  <a:pt x="101" y="86360"/>
                </a:lnTo>
                <a:lnTo>
                  <a:pt x="330" y="85089"/>
                </a:lnTo>
                <a:lnTo>
                  <a:pt x="901" y="81280"/>
                </a:lnTo>
                <a:lnTo>
                  <a:pt x="32486" y="81280"/>
                </a:lnTo>
                <a:lnTo>
                  <a:pt x="30683" y="83819"/>
                </a:lnTo>
                <a:lnTo>
                  <a:pt x="30264" y="83819"/>
                </a:lnTo>
                <a:lnTo>
                  <a:pt x="29231" y="86360"/>
                </a:lnTo>
                <a:lnTo>
                  <a:pt x="28714" y="87630"/>
                </a:lnTo>
                <a:lnTo>
                  <a:pt x="28564" y="88611"/>
                </a:lnTo>
                <a:lnTo>
                  <a:pt x="28524" y="91439"/>
                </a:lnTo>
                <a:lnTo>
                  <a:pt x="28657" y="92392"/>
                </a:lnTo>
                <a:lnTo>
                  <a:pt x="28663" y="92710"/>
                </a:lnTo>
                <a:lnTo>
                  <a:pt x="28917" y="93980"/>
                </a:lnTo>
                <a:lnTo>
                  <a:pt x="29231" y="93980"/>
                </a:lnTo>
                <a:lnTo>
                  <a:pt x="29747" y="95250"/>
                </a:lnTo>
                <a:lnTo>
                  <a:pt x="29438" y="95250"/>
                </a:lnTo>
                <a:lnTo>
                  <a:pt x="30869" y="97789"/>
                </a:lnTo>
                <a:lnTo>
                  <a:pt x="30683" y="97789"/>
                </a:lnTo>
                <a:lnTo>
                  <a:pt x="32495" y="100330"/>
                </a:lnTo>
                <a:lnTo>
                  <a:pt x="33400" y="101600"/>
                </a:lnTo>
                <a:lnTo>
                  <a:pt x="33578" y="101600"/>
                </a:lnTo>
                <a:lnTo>
                  <a:pt x="35763" y="104139"/>
                </a:lnTo>
                <a:lnTo>
                  <a:pt x="36165" y="104139"/>
                </a:lnTo>
                <a:lnTo>
                  <a:pt x="38722" y="106680"/>
                </a:lnTo>
                <a:lnTo>
                  <a:pt x="39353" y="106680"/>
                </a:lnTo>
                <a:lnTo>
                  <a:pt x="42265" y="109219"/>
                </a:lnTo>
                <a:lnTo>
                  <a:pt x="41516" y="109219"/>
                </a:lnTo>
                <a:lnTo>
                  <a:pt x="46380" y="111760"/>
                </a:lnTo>
                <a:lnTo>
                  <a:pt x="45707" y="111760"/>
                </a:lnTo>
                <a:lnTo>
                  <a:pt x="51079" y="114300"/>
                </a:lnTo>
                <a:lnTo>
                  <a:pt x="50457" y="114300"/>
                </a:lnTo>
                <a:lnTo>
                  <a:pt x="56324" y="118110"/>
                </a:lnTo>
                <a:lnTo>
                  <a:pt x="55752" y="118110"/>
                </a:lnTo>
                <a:lnTo>
                  <a:pt x="62090" y="120650"/>
                </a:lnTo>
                <a:lnTo>
                  <a:pt x="61582" y="120650"/>
                </a:lnTo>
                <a:lnTo>
                  <a:pt x="68364" y="123189"/>
                </a:lnTo>
                <a:close/>
              </a:path>
              <a:path w="515620" h="181610">
                <a:moveTo>
                  <a:pt x="515238" y="93980"/>
                </a:moveTo>
                <a:lnTo>
                  <a:pt x="486422" y="93980"/>
                </a:lnTo>
                <a:lnTo>
                  <a:pt x="486676" y="92710"/>
                </a:lnTo>
                <a:lnTo>
                  <a:pt x="486683" y="92392"/>
                </a:lnTo>
                <a:lnTo>
                  <a:pt x="486816" y="91439"/>
                </a:lnTo>
                <a:lnTo>
                  <a:pt x="486775" y="88611"/>
                </a:lnTo>
                <a:lnTo>
                  <a:pt x="486638" y="87630"/>
                </a:lnTo>
                <a:lnTo>
                  <a:pt x="486130" y="86360"/>
                </a:lnTo>
                <a:lnTo>
                  <a:pt x="485076" y="83819"/>
                </a:lnTo>
                <a:lnTo>
                  <a:pt x="484657" y="83819"/>
                </a:lnTo>
                <a:lnTo>
                  <a:pt x="482804" y="81222"/>
                </a:lnTo>
                <a:lnTo>
                  <a:pt x="514438" y="81280"/>
                </a:lnTo>
                <a:lnTo>
                  <a:pt x="515010" y="85089"/>
                </a:lnTo>
                <a:lnTo>
                  <a:pt x="515238" y="86360"/>
                </a:lnTo>
                <a:lnTo>
                  <a:pt x="515363" y="88634"/>
                </a:lnTo>
                <a:lnTo>
                  <a:pt x="515238" y="93980"/>
                </a:lnTo>
                <a:close/>
              </a:path>
              <a:path w="515620" h="181610">
                <a:moveTo>
                  <a:pt x="31569" y="82578"/>
                </a:moveTo>
                <a:close/>
              </a:path>
              <a:path w="515620" h="181610">
                <a:moveTo>
                  <a:pt x="29438" y="86360"/>
                </a:moveTo>
                <a:lnTo>
                  <a:pt x="30264" y="83819"/>
                </a:lnTo>
                <a:lnTo>
                  <a:pt x="30683" y="83819"/>
                </a:lnTo>
                <a:lnTo>
                  <a:pt x="31569" y="82578"/>
                </a:lnTo>
                <a:lnTo>
                  <a:pt x="29438" y="86360"/>
                </a:lnTo>
                <a:close/>
              </a:path>
              <a:path w="515620" h="181610">
                <a:moveTo>
                  <a:pt x="485901" y="86360"/>
                </a:moveTo>
                <a:lnTo>
                  <a:pt x="483771" y="82578"/>
                </a:lnTo>
                <a:lnTo>
                  <a:pt x="484657" y="83819"/>
                </a:lnTo>
                <a:lnTo>
                  <a:pt x="485076" y="83819"/>
                </a:lnTo>
                <a:lnTo>
                  <a:pt x="485901" y="86360"/>
                </a:lnTo>
                <a:close/>
              </a:path>
              <a:path w="515620" h="181610">
                <a:moveTo>
                  <a:pt x="28714" y="87630"/>
                </a:moveTo>
                <a:lnTo>
                  <a:pt x="29209" y="86360"/>
                </a:lnTo>
                <a:lnTo>
                  <a:pt x="28714" y="87630"/>
                </a:lnTo>
                <a:close/>
              </a:path>
              <a:path w="515620" h="181610">
                <a:moveTo>
                  <a:pt x="29186" y="86470"/>
                </a:moveTo>
                <a:close/>
              </a:path>
              <a:path w="515620" h="181610">
                <a:moveTo>
                  <a:pt x="486154" y="86470"/>
                </a:moveTo>
                <a:close/>
              </a:path>
              <a:path w="515620" h="181610">
                <a:moveTo>
                  <a:pt x="486625" y="87630"/>
                </a:moveTo>
                <a:lnTo>
                  <a:pt x="486154" y="86470"/>
                </a:lnTo>
                <a:lnTo>
                  <a:pt x="486625" y="87630"/>
                </a:lnTo>
                <a:close/>
              </a:path>
              <a:path w="515620" h="181610">
                <a:moveTo>
                  <a:pt x="28936" y="87630"/>
                </a:moveTo>
                <a:lnTo>
                  <a:pt x="28714" y="87630"/>
                </a:lnTo>
                <a:lnTo>
                  <a:pt x="29186" y="86470"/>
                </a:lnTo>
                <a:lnTo>
                  <a:pt x="28936" y="87630"/>
                </a:lnTo>
                <a:close/>
              </a:path>
              <a:path w="515620" h="181610">
                <a:moveTo>
                  <a:pt x="486625" y="87630"/>
                </a:moveTo>
                <a:lnTo>
                  <a:pt x="486403" y="87630"/>
                </a:lnTo>
                <a:lnTo>
                  <a:pt x="486154" y="86470"/>
                </a:lnTo>
                <a:lnTo>
                  <a:pt x="486625" y="87630"/>
                </a:lnTo>
                <a:close/>
              </a:path>
              <a:path w="515620" h="181610">
                <a:moveTo>
                  <a:pt x="28524" y="88900"/>
                </a:moveTo>
                <a:lnTo>
                  <a:pt x="28701" y="87630"/>
                </a:lnTo>
                <a:lnTo>
                  <a:pt x="28606" y="88634"/>
                </a:lnTo>
                <a:lnTo>
                  <a:pt x="28524" y="88900"/>
                </a:lnTo>
                <a:close/>
              </a:path>
              <a:path w="515620" h="181610">
                <a:moveTo>
                  <a:pt x="28606" y="88634"/>
                </a:moveTo>
                <a:lnTo>
                  <a:pt x="28701" y="87630"/>
                </a:lnTo>
                <a:lnTo>
                  <a:pt x="28917" y="87630"/>
                </a:lnTo>
                <a:lnTo>
                  <a:pt x="28606" y="88634"/>
                </a:lnTo>
                <a:close/>
              </a:path>
              <a:path w="515620" h="181610">
                <a:moveTo>
                  <a:pt x="28663" y="88900"/>
                </a:moveTo>
                <a:lnTo>
                  <a:pt x="28917" y="87630"/>
                </a:lnTo>
                <a:lnTo>
                  <a:pt x="28663" y="88900"/>
                </a:lnTo>
                <a:close/>
              </a:path>
              <a:path w="515620" h="181610">
                <a:moveTo>
                  <a:pt x="486676" y="88900"/>
                </a:moveTo>
                <a:lnTo>
                  <a:pt x="486403" y="87630"/>
                </a:lnTo>
                <a:lnTo>
                  <a:pt x="486676" y="88900"/>
                </a:lnTo>
                <a:close/>
              </a:path>
              <a:path w="515620" h="181610">
                <a:moveTo>
                  <a:pt x="486726" y="88611"/>
                </a:moveTo>
                <a:lnTo>
                  <a:pt x="486422" y="87630"/>
                </a:lnTo>
                <a:lnTo>
                  <a:pt x="486638" y="87630"/>
                </a:lnTo>
                <a:lnTo>
                  <a:pt x="486726" y="88611"/>
                </a:lnTo>
                <a:close/>
              </a:path>
              <a:path w="515620" h="181610">
                <a:moveTo>
                  <a:pt x="486816" y="88900"/>
                </a:moveTo>
                <a:lnTo>
                  <a:pt x="486733" y="88634"/>
                </a:lnTo>
                <a:lnTo>
                  <a:pt x="486638" y="87630"/>
                </a:lnTo>
                <a:lnTo>
                  <a:pt x="486816" y="88900"/>
                </a:lnTo>
                <a:close/>
              </a:path>
              <a:path w="515620" h="181610">
                <a:moveTo>
                  <a:pt x="486816" y="88900"/>
                </a:moveTo>
                <a:lnTo>
                  <a:pt x="486726" y="88611"/>
                </a:lnTo>
                <a:lnTo>
                  <a:pt x="486816" y="88900"/>
                </a:lnTo>
                <a:close/>
              </a:path>
              <a:path w="515620" h="181610">
                <a:moveTo>
                  <a:pt x="28581" y="88900"/>
                </a:moveTo>
                <a:lnTo>
                  <a:pt x="28606" y="88634"/>
                </a:lnTo>
                <a:lnTo>
                  <a:pt x="28581" y="88900"/>
                </a:lnTo>
                <a:close/>
              </a:path>
              <a:path w="515620" h="181610">
                <a:moveTo>
                  <a:pt x="28551" y="89217"/>
                </a:moveTo>
                <a:lnTo>
                  <a:pt x="28562" y="88900"/>
                </a:lnTo>
                <a:lnTo>
                  <a:pt x="28551" y="89217"/>
                </a:lnTo>
                <a:close/>
              </a:path>
              <a:path w="515620" h="181610">
                <a:moveTo>
                  <a:pt x="486794" y="89361"/>
                </a:moveTo>
                <a:lnTo>
                  <a:pt x="486752" y="88900"/>
                </a:lnTo>
                <a:lnTo>
                  <a:pt x="486794" y="89361"/>
                </a:lnTo>
                <a:close/>
              </a:path>
              <a:path w="515620" h="181610">
                <a:moveTo>
                  <a:pt x="28517" y="90169"/>
                </a:moveTo>
                <a:lnTo>
                  <a:pt x="28551" y="89217"/>
                </a:lnTo>
                <a:lnTo>
                  <a:pt x="28517" y="90169"/>
                </a:lnTo>
                <a:close/>
              </a:path>
              <a:path w="515620" h="181610">
                <a:moveTo>
                  <a:pt x="28473" y="90303"/>
                </a:moveTo>
                <a:lnTo>
                  <a:pt x="28460" y="90169"/>
                </a:lnTo>
                <a:lnTo>
                  <a:pt x="28473" y="90303"/>
                </a:lnTo>
                <a:close/>
              </a:path>
              <a:path w="515620" h="181610">
                <a:moveTo>
                  <a:pt x="28503" y="90593"/>
                </a:moveTo>
                <a:lnTo>
                  <a:pt x="28473" y="90169"/>
                </a:lnTo>
                <a:lnTo>
                  <a:pt x="28503" y="90593"/>
                </a:lnTo>
                <a:close/>
              </a:path>
              <a:path w="515620" h="181610">
                <a:moveTo>
                  <a:pt x="486778" y="91439"/>
                </a:moveTo>
                <a:lnTo>
                  <a:pt x="486835" y="90525"/>
                </a:lnTo>
                <a:lnTo>
                  <a:pt x="486778" y="91439"/>
                </a:lnTo>
                <a:close/>
              </a:path>
              <a:path w="515620" h="181610">
                <a:moveTo>
                  <a:pt x="486867" y="91439"/>
                </a:moveTo>
                <a:lnTo>
                  <a:pt x="486837" y="90593"/>
                </a:lnTo>
                <a:lnTo>
                  <a:pt x="486867" y="91439"/>
                </a:lnTo>
                <a:close/>
              </a:path>
              <a:path w="515620" h="181610">
                <a:moveTo>
                  <a:pt x="28562" y="91439"/>
                </a:moveTo>
                <a:lnTo>
                  <a:pt x="28500" y="90666"/>
                </a:lnTo>
                <a:lnTo>
                  <a:pt x="28562" y="91439"/>
                </a:lnTo>
                <a:close/>
              </a:path>
              <a:path w="515620" h="181610">
                <a:moveTo>
                  <a:pt x="28581" y="91439"/>
                </a:moveTo>
                <a:lnTo>
                  <a:pt x="28508" y="90677"/>
                </a:lnTo>
                <a:lnTo>
                  <a:pt x="28581" y="91439"/>
                </a:lnTo>
                <a:close/>
              </a:path>
              <a:path w="515620" h="181610">
                <a:moveTo>
                  <a:pt x="28701" y="92710"/>
                </a:moveTo>
                <a:lnTo>
                  <a:pt x="28524" y="91439"/>
                </a:lnTo>
                <a:lnTo>
                  <a:pt x="28671" y="92392"/>
                </a:lnTo>
                <a:lnTo>
                  <a:pt x="28701" y="92710"/>
                </a:lnTo>
                <a:close/>
              </a:path>
              <a:path w="515620" h="181610">
                <a:moveTo>
                  <a:pt x="28671" y="92392"/>
                </a:moveTo>
                <a:lnTo>
                  <a:pt x="28524" y="91439"/>
                </a:lnTo>
                <a:lnTo>
                  <a:pt x="28671" y="92392"/>
                </a:lnTo>
                <a:close/>
              </a:path>
              <a:path w="515620" h="181610">
                <a:moveTo>
                  <a:pt x="486664" y="92416"/>
                </a:moveTo>
                <a:lnTo>
                  <a:pt x="486752" y="91439"/>
                </a:lnTo>
                <a:lnTo>
                  <a:pt x="486664" y="92416"/>
                </a:lnTo>
                <a:close/>
              </a:path>
              <a:path w="515620" h="181610">
                <a:moveTo>
                  <a:pt x="486638" y="92710"/>
                </a:moveTo>
                <a:lnTo>
                  <a:pt x="486668" y="92392"/>
                </a:lnTo>
                <a:lnTo>
                  <a:pt x="486816" y="91439"/>
                </a:lnTo>
                <a:lnTo>
                  <a:pt x="486638" y="92710"/>
                </a:lnTo>
                <a:close/>
              </a:path>
              <a:path w="515620" h="181610">
                <a:moveTo>
                  <a:pt x="28721" y="92710"/>
                </a:moveTo>
                <a:lnTo>
                  <a:pt x="28671" y="92392"/>
                </a:lnTo>
                <a:lnTo>
                  <a:pt x="28721" y="92710"/>
                </a:lnTo>
                <a:close/>
              </a:path>
              <a:path w="515620" h="181610">
                <a:moveTo>
                  <a:pt x="486638" y="92710"/>
                </a:moveTo>
                <a:lnTo>
                  <a:pt x="486664" y="92416"/>
                </a:lnTo>
                <a:lnTo>
                  <a:pt x="486638" y="92710"/>
                </a:lnTo>
                <a:close/>
              </a:path>
              <a:path w="515620" h="181610">
                <a:moveTo>
                  <a:pt x="28917" y="93980"/>
                </a:moveTo>
                <a:lnTo>
                  <a:pt x="28663" y="92710"/>
                </a:lnTo>
                <a:lnTo>
                  <a:pt x="28753" y="92917"/>
                </a:lnTo>
                <a:lnTo>
                  <a:pt x="28917" y="93980"/>
                </a:lnTo>
                <a:close/>
              </a:path>
              <a:path w="515620" h="181610">
                <a:moveTo>
                  <a:pt x="28753" y="92917"/>
                </a:moveTo>
                <a:lnTo>
                  <a:pt x="28663" y="92710"/>
                </a:lnTo>
                <a:lnTo>
                  <a:pt x="28753" y="92917"/>
                </a:lnTo>
                <a:close/>
              </a:path>
              <a:path w="515620" h="181610">
                <a:moveTo>
                  <a:pt x="486615" y="92735"/>
                </a:moveTo>
                <a:close/>
              </a:path>
              <a:path w="515620" h="181610">
                <a:moveTo>
                  <a:pt x="486587" y="92917"/>
                </a:moveTo>
                <a:lnTo>
                  <a:pt x="486625" y="92710"/>
                </a:lnTo>
                <a:lnTo>
                  <a:pt x="486587" y="92917"/>
                </a:lnTo>
                <a:close/>
              </a:path>
              <a:path w="515620" h="181610">
                <a:moveTo>
                  <a:pt x="486422" y="93980"/>
                </a:moveTo>
                <a:lnTo>
                  <a:pt x="486587" y="92917"/>
                </a:lnTo>
                <a:lnTo>
                  <a:pt x="486676" y="92710"/>
                </a:lnTo>
                <a:lnTo>
                  <a:pt x="486422" y="93980"/>
                </a:lnTo>
                <a:close/>
              </a:path>
              <a:path w="515620" h="181610">
                <a:moveTo>
                  <a:pt x="29231" y="93980"/>
                </a:moveTo>
                <a:lnTo>
                  <a:pt x="28724" y="92735"/>
                </a:lnTo>
                <a:lnTo>
                  <a:pt x="29231" y="93980"/>
                </a:lnTo>
                <a:close/>
              </a:path>
              <a:path w="515620" h="181610">
                <a:moveTo>
                  <a:pt x="485076" y="96519"/>
                </a:moveTo>
                <a:lnTo>
                  <a:pt x="486615" y="92735"/>
                </a:lnTo>
                <a:lnTo>
                  <a:pt x="486130" y="93980"/>
                </a:lnTo>
                <a:lnTo>
                  <a:pt x="515238" y="93980"/>
                </a:lnTo>
                <a:lnTo>
                  <a:pt x="515124" y="95250"/>
                </a:lnTo>
                <a:lnTo>
                  <a:pt x="485901" y="95250"/>
                </a:lnTo>
                <a:lnTo>
                  <a:pt x="485076" y="96519"/>
                </a:lnTo>
                <a:close/>
              </a:path>
              <a:path w="515620" h="181610">
                <a:moveTo>
                  <a:pt x="29209" y="93980"/>
                </a:moveTo>
                <a:lnTo>
                  <a:pt x="28917" y="93980"/>
                </a:lnTo>
                <a:lnTo>
                  <a:pt x="28753" y="92917"/>
                </a:lnTo>
                <a:lnTo>
                  <a:pt x="29209" y="93980"/>
                </a:lnTo>
                <a:close/>
              </a:path>
              <a:path w="515620" h="181610">
                <a:moveTo>
                  <a:pt x="486422" y="93980"/>
                </a:moveTo>
                <a:lnTo>
                  <a:pt x="486130" y="93980"/>
                </a:lnTo>
                <a:lnTo>
                  <a:pt x="486587" y="92917"/>
                </a:lnTo>
                <a:lnTo>
                  <a:pt x="486422" y="93980"/>
                </a:lnTo>
                <a:close/>
              </a:path>
              <a:path w="515620" h="181610">
                <a:moveTo>
                  <a:pt x="30264" y="96519"/>
                </a:moveTo>
                <a:lnTo>
                  <a:pt x="29438" y="95250"/>
                </a:lnTo>
                <a:lnTo>
                  <a:pt x="29747" y="95250"/>
                </a:lnTo>
                <a:lnTo>
                  <a:pt x="30264" y="96519"/>
                </a:lnTo>
                <a:close/>
              </a:path>
              <a:path w="515620" h="181610">
                <a:moveTo>
                  <a:pt x="483771" y="99031"/>
                </a:moveTo>
                <a:lnTo>
                  <a:pt x="485901" y="95250"/>
                </a:lnTo>
                <a:lnTo>
                  <a:pt x="515124" y="95250"/>
                </a:lnTo>
                <a:lnTo>
                  <a:pt x="515010" y="96519"/>
                </a:lnTo>
                <a:lnTo>
                  <a:pt x="514832" y="97789"/>
                </a:lnTo>
                <a:lnTo>
                  <a:pt x="484657" y="97789"/>
                </a:lnTo>
                <a:lnTo>
                  <a:pt x="483771" y="99031"/>
                </a:lnTo>
                <a:close/>
              </a:path>
              <a:path w="515620" h="181610">
                <a:moveTo>
                  <a:pt x="31569" y="99031"/>
                </a:moveTo>
                <a:lnTo>
                  <a:pt x="30683" y="97789"/>
                </a:lnTo>
                <a:lnTo>
                  <a:pt x="30869" y="97789"/>
                </a:lnTo>
                <a:lnTo>
                  <a:pt x="31569" y="99031"/>
                </a:lnTo>
                <a:close/>
              </a:path>
              <a:path w="515620" h="181610">
                <a:moveTo>
                  <a:pt x="514438" y="99060"/>
                </a:moveTo>
                <a:lnTo>
                  <a:pt x="483755" y="99060"/>
                </a:lnTo>
                <a:lnTo>
                  <a:pt x="484657" y="97789"/>
                </a:lnTo>
                <a:lnTo>
                  <a:pt x="514832" y="97789"/>
                </a:lnTo>
                <a:lnTo>
                  <a:pt x="514438" y="99060"/>
                </a:lnTo>
                <a:close/>
              </a:path>
              <a:path w="515620" h="181610">
                <a:moveTo>
                  <a:pt x="513638" y="101600"/>
                </a:moveTo>
                <a:lnTo>
                  <a:pt x="481939" y="101600"/>
                </a:lnTo>
                <a:lnTo>
                  <a:pt x="482853" y="100330"/>
                </a:lnTo>
                <a:lnTo>
                  <a:pt x="483771" y="99031"/>
                </a:lnTo>
                <a:lnTo>
                  <a:pt x="514438" y="99060"/>
                </a:lnTo>
                <a:lnTo>
                  <a:pt x="514160" y="100387"/>
                </a:lnTo>
                <a:lnTo>
                  <a:pt x="513638" y="101600"/>
                </a:lnTo>
                <a:close/>
              </a:path>
              <a:path w="515620" h="181610">
                <a:moveTo>
                  <a:pt x="482804" y="100387"/>
                </a:moveTo>
                <a:close/>
              </a:path>
              <a:path w="515620" h="181610">
                <a:moveTo>
                  <a:pt x="33578" y="101600"/>
                </a:moveTo>
                <a:lnTo>
                  <a:pt x="33400" y="101600"/>
                </a:lnTo>
                <a:lnTo>
                  <a:pt x="32536" y="100387"/>
                </a:lnTo>
                <a:lnTo>
                  <a:pt x="33578" y="101600"/>
                </a:lnTo>
                <a:close/>
              </a:path>
              <a:path w="515620" h="181610">
                <a:moveTo>
                  <a:pt x="513130" y="104139"/>
                </a:moveTo>
                <a:lnTo>
                  <a:pt x="479577" y="104139"/>
                </a:lnTo>
                <a:lnTo>
                  <a:pt x="482804" y="100387"/>
                </a:lnTo>
                <a:lnTo>
                  <a:pt x="481939" y="101600"/>
                </a:lnTo>
                <a:lnTo>
                  <a:pt x="513638" y="101600"/>
                </a:lnTo>
                <a:lnTo>
                  <a:pt x="513130" y="104139"/>
                </a:lnTo>
                <a:close/>
              </a:path>
              <a:path w="515620" h="181610">
                <a:moveTo>
                  <a:pt x="36165" y="104139"/>
                </a:moveTo>
                <a:lnTo>
                  <a:pt x="35763" y="104139"/>
                </a:lnTo>
                <a:lnTo>
                  <a:pt x="34886" y="102869"/>
                </a:lnTo>
                <a:lnTo>
                  <a:pt x="36165" y="104139"/>
                </a:lnTo>
                <a:close/>
              </a:path>
              <a:path w="515620" h="181610">
                <a:moveTo>
                  <a:pt x="512097" y="106680"/>
                </a:moveTo>
                <a:lnTo>
                  <a:pt x="476618" y="106680"/>
                </a:lnTo>
                <a:lnTo>
                  <a:pt x="480453" y="102869"/>
                </a:lnTo>
                <a:lnTo>
                  <a:pt x="479577" y="104139"/>
                </a:lnTo>
                <a:lnTo>
                  <a:pt x="513130" y="104139"/>
                </a:lnTo>
                <a:lnTo>
                  <a:pt x="512097" y="106680"/>
                </a:lnTo>
                <a:close/>
              </a:path>
              <a:path w="515620" h="181610">
                <a:moveTo>
                  <a:pt x="39353" y="106680"/>
                </a:moveTo>
                <a:lnTo>
                  <a:pt x="38722" y="106680"/>
                </a:lnTo>
                <a:lnTo>
                  <a:pt x="37896" y="105410"/>
                </a:lnTo>
                <a:lnTo>
                  <a:pt x="39353" y="106680"/>
                </a:lnTo>
                <a:close/>
              </a:path>
              <a:path w="515620" h="181610">
                <a:moveTo>
                  <a:pt x="500811" y="123189"/>
                </a:moveTo>
                <a:lnTo>
                  <a:pt x="446976" y="123189"/>
                </a:lnTo>
                <a:lnTo>
                  <a:pt x="453758" y="120650"/>
                </a:lnTo>
                <a:lnTo>
                  <a:pt x="453250" y="120650"/>
                </a:lnTo>
                <a:lnTo>
                  <a:pt x="459574" y="118110"/>
                </a:lnTo>
                <a:lnTo>
                  <a:pt x="459016" y="118110"/>
                </a:lnTo>
                <a:lnTo>
                  <a:pt x="464883" y="114300"/>
                </a:lnTo>
                <a:lnTo>
                  <a:pt x="464261" y="114300"/>
                </a:lnTo>
                <a:lnTo>
                  <a:pt x="469633" y="111760"/>
                </a:lnTo>
                <a:lnTo>
                  <a:pt x="468947" y="111760"/>
                </a:lnTo>
                <a:lnTo>
                  <a:pt x="473824" y="109219"/>
                </a:lnTo>
                <a:lnTo>
                  <a:pt x="473075" y="109219"/>
                </a:lnTo>
                <a:lnTo>
                  <a:pt x="477431" y="105410"/>
                </a:lnTo>
                <a:lnTo>
                  <a:pt x="476618" y="106680"/>
                </a:lnTo>
                <a:lnTo>
                  <a:pt x="512097" y="106680"/>
                </a:lnTo>
                <a:lnTo>
                  <a:pt x="511581" y="107950"/>
                </a:lnTo>
                <a:lnTo>
                  <a:pt x="510768" y="109219"/>
                </a:lnTo>
                <a:lnTo>
                  <a:pt x="508622" y="113030"/>
                </a:lnTo>
                <a:lnTo>
                  <a:pt x="504088" y="119380"/>
                </a:lnTo>
                <a:lnTo>
                  <a:pt x="500811" y="123189"/>
                </a:lnTo>
                <a:close/>
              </a:path>
              <a:path w="515620" h="181610">
                <a:moveTo>
                  <a:pt x="106565" y="135889"/>
                </a:moveTo>
                <a:lnTo>
                  <a:pt x="30035" y="135889"/>
                </a:lnTo>
                <a:lnTo>
                  <a:pt x="25158" y="132080"/>
                </a:lnTo>
                <a:lnTo>
                  <a:pt x="24409" y="132080"/>
                </a:lnTo>
                <a:lnTo>
                  <a:pt x="20053" y="128269"/>
                </a:lnTo>
                <a:lnTo>
                  <a:pt x="19227" y="127000"/>
                </a:lnTo>
                <a:lnTo>
                  <a:pt x="15405" y="123189"/>
                </a:lnTo>
                <a:lnTo>
                  <a:pt x="67894" y="123189"/>
                </a:lnTo>
                <a:lnTo>
                  <a:pt x="75120" y="125730"/>
                </a:lnTo>
                <a:lnTo>
                  <a:pt x="74688" y="125730"/>
                </a:lnTo>
                <a:lnTo>
                  <a:pt x="82334" y="128269"/>
                </a:lnTo>
                <a:lnTo>
                  <a:pt x="81940" y="128269"/>
                </a:lnTo>
                <a:lnTo>
                  <a:pt x="90004" y="130810"/>
                </a:lnTo>
                <a:lnTo>
                  <a:pt x="89623" y="130810"/>
                </a:lnTo>
                <a:lnTo>
                  <a:pt x="98082" y="133350"/>
                </a:lnTo>
                <a:lnTo>
                  <a:pt x="97739" y="133350"/>
                </a:lnTo>
                <a:lnTo>
                  <a:pt x="106565" y="135889"/>
                </a:lnTo>
                <a:close/>
              </a:path>
              <a:path w="515620" h="181610">
                <a:moveTo>
                  <a:pt x="485305" y="135889"/>
                </a:moveTo>
                <a:lnTo>
                  <a:pt x="408774" y="135889"/>
                </a:lnTo>
                <a:lnTo>
                  <a:pt x="417601" y="133350"/>
                </a:lnTo>
                <a:lnTo>
                  <a:pt x="417258" y="133350"/>
                </a:lnTo>
                <a:lnTo>
                  <a:pt x="425716" y="130810"/>
                </a:lnTo>
                <a:lnTo>
                  <a:pt x="425335" y="130810"/>
                </a:lnTo>
                <a:lnTo>
                  <a:pt x="433400" y="128269"/>
                </a:lnTo>
                <a:lnTo>
                  <a:pt x="432993" y="128269"/>
                </a:lnTo>
                <a:lnTo>
                  <a:pt x="440651" y="125730"/>
                </a:lnTo>
                <a:lnTo>
                  <a:pt x="440220" y="125730"/>
                </a:lnTo>
                <a:lnTo>
                  <a:pt x="447446" y="123189"/>
                </a:lnTo>
                <a:lnTo>
                  <a:pt x="499935" y="123189"/>
                </a:lnTo>
                <a:lnTo>
                  <a:pt x="496112" y="127000"/>
                </a:lnTo>
                <a:lnTo>
                  <a:pt x="495287" y="128269"/>
                </a:lnTo>
                <a:lnTo>
                  <a:pt x="490931" y="132080"/>
                </a:lnTo>
                <a:lnTo>
                  <a:pt x="490181" y="132080"/>
                </a:lnTo>
                <a:lnTo>
                  <a:pt x="485305" y="135889"/>
                </a:lnTo>
                <a:close/>
              </a:path>
              <a:path w="515620" h="181610">
                <a:moveTo>
                  <a:pt x="307543" y="180339"/>
                </a:moveTo>
                <a:lnTo>
                  <a:pt x="207568" y="180339"/>
                </a:lnTo>
                <a:lnTo>
                  <a:pt x="149834" y="173989"/>
                </a:lnTo>
                <a:lnTo>
                  <a:pt x="139064" y="171450"/>
                </a:lnTo>
                <a:lnTo>
                  <a:pt x="128587" y="170180"/>
                </a:lnTo>
                <a:lnTo>
                  <a:pt x="118414" y="167639"/>
                </a:lnTo>
                <a:lnTo>
                  <a:pt x="108559" y="166369"/>
                </a:lnTo>
                <a:lnTo>
                  <a:pt x="89852" y="161289"/>
                </a:lnTo>
                <a:lnTo>
                  <a:pt x="81394" y="158750"/>
                </a:lnTo>
                <a:lnTo>
                  <a:pt x="72555" y="154939"/>
                </a:lnTo>
                <a:lnTo>
                  <a:pt x="64477" y="152400"/>
                </a:lnTo>
                <a:lnTo>
                  <a:pt x="56768" y="149860"/>
                </a:lnTo>
                <a:lnTo>
                  <a:pt x="49466" y="146050"/>
                </a:lnTo>
                <a:lnTo>
                  <a:pt x="42570" y="142239"/>
                </a:lnTo>
                <a:lnTo>
                  <a:pt x="36715" y="139700"/>
                </a:lnTo>
                <a:lnTo>
                  <a:pt x="30721" y="135889"/>
                </a:lnTo>
                <a:lnTo>
                  <a:pt x="106235" y="135889"/>
                </a:lnTo>
                <a:lnTo>
                  <a:pt x="115430" y="138430"/>
                </a:lnTo>
                <a:lnTo>
                  <a:pt x="115125" y="138430"/>
                </a:lnTo>
                <a:lnTo>
                  <a:pt x="124675" y="139700"/>
                </a:lnTo>
                <a:lnTo>
                  <a:pt x="124371" y="139700"/>
                </a:lnTo>
                <a:lnTo>
                  <a:pt x="134251" y="142239"/>
                </a:lnTo>
                <a:lnTo>
                  <a:pt x="133972" y="142239"/>
                </a:lnTo>
                <a:lnTo>
                  <a:pt x="144170" y="143510"/>
                </a:lnTo>
                <a:lnTo>
                  <a:pt x="143890" y="143510"/>
                </a:lnTo>
                <a:lnTo>
                  <a:pt x="154393" y="146050"/>
                </a:lnTo>
                <a:lnTo>
                  <a:pt x="154127" y="146050"/>
                </a:lnTo>
                <a:lnTo>
                  <a:pt x="164922" y="147319"/>
                </a:lnTo>
                <a:lnTo>
                  <a:pt x="164668" y="147319"/>
                </a:lnTo>
                <a:lnTo>
                  <a:pt x="175717" y="148589"/>
                </a:lnTo>
                <a:lnTo>
                  <a:pt x="175475" y="148589"/>
                </a:lnTo>
                <a:lnTo>
                  <a:pt x="186791" y="149860"/>
                </a:lnTo>
                <a:lnTo>
                  <a:pt x="186537" y="149860"/>
                </a:lnTo>
                <a:lnTo>
                  <a:pt x="198094" y="151130"/>
                </a:lnTo>
                <a:lnTo>
                  <a:pt x="209410" y="151130"/>
                </a:lnTo>
                <a:lnTo>
                  <a:pt x="221399" y="152400"/>
                </a:lnTo>
                <a:lnTo>
                  <a:pt x="450430" y="152400"/>
                </a:lnTo>
                <a:lnTo>
                  <a:pt x="442379" y="156210"/>
                </a:lnTo>
                <a:lnTo>
                  <a:pt x="396620" y="167639"/>
                </a:lnTo>
                <a:lnTo>
                  <a:pt x="375996" y="172719"/>
                </a:lnTo>
                <a:lnTo>
                  <a:pt x="307543" y="180339"/>
                </a:lnTo>
                <a:close/>
              </a:path>
              <a:path w="515620" h="181610">
                <a:moveTo>
                  <a:pt x="450430" y="152400"/>
                </a:moveTo>
                <a:lnTo>
                  <a:pt x="293941" y="152400"/>
                </a:lnTo>
                <a:lnTo>
                  <a:pt x="305930" y="151130"/>
                </a:lnTo>
                <a:lnTo>
                  <a:pt x="317245" y="151130"/>
                </a:lnTo>
                <a:lnTo>
                  <a:pt x="328790" y="149860"/>
                </a:lnTo>
                <a:lnTo>
                  <a:pt x="328549" y="149860"/>
                </a:lnTo>
                <a:lnTo>
                  <a:pt x="339864" y="148589"/>
                </a:lnTo>
                <a:lnTo>
                  <a:pt x="339623" y="148589"/>
                </a:lnTo>
                <a:lnTo>
                  <a:pt x="350672" y="147319"/>
                </a:lnTo>
                <a:lnTo>
                  <a:pt x="350418" y="147319"/>
                </a:lnTo>
                <a:lnTo>
                  <a:pt x="361200" y="146050"/>
                </a:lnTo>
                <a:lnTo>
                  <a:pt x="360946" y="146050"/>
                </a:lnTo>
                <a:lnTo>
                  <a:pt x="371436" y="143510"/>
                </a:lnTo>
                <a:lnTo>
                  <a:pt x="371170" y="143510"/>
                </a:lnTo>
                <a:lnTo>
                  <a:pt x="381368" y="142239"/>
                </a:lnTo>
                <a:lnTo>
                  <a:pt x="381088" y="142239"/>
                </a:lnTo>
                <a:lnTo>
                  <a:pt x="390956" y="139700"/>
                </a:lnTo>
                <a:lnTo>
                  <a:pt x="390664" y="139700"/>
                </a:lnTo>
                <a:lnTo>
                  <a:pt x="400215" y="138430"/>
                </a:lnTo>
                <a:lnTo>
                  <a:pt x="399897" y="138430"/>
                </a:lnTo>
                <a:lnTo>
                  <a:pt x="409105" y="135889"/>
                </a:lnTo>
                <a:lnTo>
                  <a:pt x="484619" y="135889"/>
                </a:lnTo>
                <a:lnTo>
                  <a:pt x="478624" y="139700"/>
                </a:lnTo>
                <a:lnTo>
                  <a:pt x="472198" y="143510"/>
                </a:lnTo>
                <a:lnTo>
                  <a:pt x="465353" y="146050"/>
                </a:lnTo>
                <a:lnTo>
                  <a:pt x="458558" y="149860"/>
                </a:lnTo>
                <a:lnTo>
                  <a:pt x="450430" y="152400"/>
                </a:lnTo>
                <a:close/>
              </a:path>
              <a:path w="515620" h="181610">
                <a:moveTo>
                  <a:pt x="283133" y="181610"/>
                </a:moveTo>
                <a:lnTo>
                  <a:pt x="232435" y="181610"/>
                </a:lnTo>
                <a:lnTo>
                  <a:pt x="220014" y="180339"/>
                </a:lnTo>
                <a:lnTo>
                  <a:pt x="295554" y="180339"/>
                </a:lnTo>
                <a:lnTo>
                  <a:pt x="283133" y="181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140175" y="5928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130650" y="8024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140175" y="8786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130650" y="10881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140175" y="11643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130650" y="13739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140175" y="14501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130650" y="16596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140175" y="17358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130650" y="19454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140175" y="20216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0130650" y="22311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140175" y="230738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130650" y="251693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140175" y="259313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19050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130650" y="2802686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9050" y="19050"/>
                </a:moveTo>
                <a:lnTo>
                  <a:pt x="0" y="19050"/>
                </a:lnTo>
                <a:lnTo>
                  <a:pt x="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459950" y="934745"/>
            <a:ext cx="0" cy="941705"/>
          </a:xfrm>
          <a:custGeom>
            <a:avLst/>
            <a:gdLst/>
            <a:ahLst/>
            <a:cxnLst/>
            <a:rect l="l" t="t" r="r" b="b"/>
            <a:pathLst>
              <a:path w="0" h="941705">
                <a:moveTo>
                  <a:pt x="0" y="0"/>
                </a:moveTo>
                <a:lnTo>
                  <a:pt x="0" y="9410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827829" y="934745"/>
            <a:ext cx="0" cy="941705"/>
          </a:xfrm>
          <a:custGeom>
            <a:avLst/>
            <a:gdLst/>
            <a:ahLst/>
            <a:cxnLst/>
            <a:rect l="l" t="t" r="r" b="b"/>
            <a:pathLst>
              <a:path w="0" h="941705">
                <a:moveTo>
                  <a:pt x="0" y="0"/>
                </a:moveTo>
                <a:lnTo>
                  <a:pt x="0" y="9410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462744" y="92642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 h="0">
                <a:moveTo>
                  <a:pt x="0" y="0"/>
                </a:moveTo>
                <a:lnTo>
                  <a:pt x="13660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459950" y="1875828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359478" y="1875828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0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9924580" y="1871992"/>
            <a:ext cx="0" cy="672465"/>
          </a:xfrm>
          <a:custGeom>
            <a:avLst/>
            <a:gdLst/>
            <a:ahLst/>
            <a:cxnLst/>
            <a:rect l="l" t="t" r="r" b="b"/>
            <a:pathLst>
              <a:path w="0" h="672464">
                <a:moveTo>
                  <a:pt x="0" y="0"/>
                </a:moveTo>
                <a:lnTo>
                  <a:pt x="0" y="6721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352049" y="1875828"/>
            <a:ext cx="0" cy="307340"/>
          </a:xfrm>
          <a:custGeom>
            <a:avLst/>
            <a:gdLst/>
            <a:ahLst/>
            <a:cxnLst/>
            <a:rect l="l" t="t" r="r" b="b"/>
            <a:pathLst>
              <a:path w="0" h="307339">
                <a:moveTo>
                  <a:pt x="0" y="0"/>
                </a:moveTo>
                <a:lnTo>
                  <a:pt x="0" y="30728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180319" y="2727960"/>
            <a:ext cx="335280" cy="257810"/>
          </a:xfrm>
          <a:custGeom>
            <a:avLst/>
            <a:gdLst/>
            <a:ahLst/>
            <a:cxnLst/>
            <a:rect l="l" t="t" r="r" b="b"/>
            <a:pathLst>
              <a:path w="335279" h="257810">
                <a:moveTo>
                  <a:pt x="0" y="0"/>
                </a:moveTo>
                <a:lnTo>
                  <a:pt x="335279" y="0"/>
                </a:lnTo>
                <a:lnTo>
                  <a:pt x="335279" y="257556"/>
                </a:lnTo>
                <a:lnTo>
                  <a:pt x="0" y="2575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176306" y="2723794"/>
            <a:ext cx="344170" cy="267335"/>
          </a:xfrm>
          <a:custGeom>
            <a:avLst/>
            <a:gdLst/>
            <a:ahLst/>
            <a:cxnLst/>
            <a:rect l="l" t="t" r="r" b="b"/>
            <a:pathLst>
              <a:path w="344170" h="267335">
                <a:moveTo>
                  <a:pt x="344055" y="266890"/>
                </a:moveTo>
                <a:lnTo>
                  <a:pt x="0" y="266890"/>
                </a:lnTo>
                <a:lnTo>
                  <a:pt x="0" y="0"/>
                </a:lnTo>
                <a:lnTo>
                  <a:pt x="344055" y="0"/>
                </a:lnTo>
                <a:lnTo>
                  <a:pt x="34405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7365"/>
                </a:lnTo>
                <a:lnTo>
                  <a:pt x="4762" y="257365"/>
                </a:lnTo>
                <a:lnTo>
                  <a:pt x="9525" y="262128"/>
                </a:lnTo>
                <a:lnTo>
                  <a:pt x="344055" y="262128"/>
                </a:lnTo>
                <a:lnTo>
                  <a:pt x="344055" y="266890"/>
                </a:lnTo>
                <a:close/>
              </a:path>
              <a:path w="344170" h="26733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4170" h="267335">
                <a:moveTo>
                  <a:pt x="33453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4530" y="4762"/>
                </a:lnTo>
                <a:lnTo>
                  <a:pt x="334530" y="9525"/>
                </a:lnTo>
                <a:close/>
              </a:path>
              <a:path w="344170" h="267335">
                <a:moveTo>
                  <a:pt x="334530" y="262128"/>
                </a:moveTo>
                <a:lnTo>
                  <a:pt x="334530" y="4762"/>
                </a:lnTo>
                <a:lnTo>
                  <a:pt x="339293" y="9525"/>
                </a:lnTo>
                <a:lnTo>
                  <a:pt x="344055" y="9525"/>
                </a:lnTo>
                <a:lnTo>
                  <a:pt x="344055" y="257365"/>
                </a:lnTo>
                <a:lnTo>
                  <a:pt x="339293" y="257365"/>
                </a:lnTo>
                <a:lnTo>
                  <a:pt x="334530" y="262128"/>
                </a:lnTo>
                <a:close/>
              </a:path>
              <a:path w="344170" h="267335">
                <a:moveTo>
                  <a:pt x="344055" y="9525"/>
                </a:moveTo>
                <a:lnTo>
                  <a:pt x="339293" y="9525"/>
                </a:lnTo>
                <a:lnTo>
                  <a:pt x="334530" y="4762"/>
                </a:lnTo>
                <a:lnTo>
                  <a:pt x="344055" y="4762"/>
                </a:lnTo>
                <a:lnTo>
                  <a:pt x="344055" y="9525"/>
                </a:lnTo>
                <a:close/>
              </a:path>
              <a:path w="344170" h="267335">
                <a:moveTo>
                  <a:pt x="9525" y="262128"/>
                </a:moveTo>
                <a:lnTo>
                  <a:pt x="4762" y="257365"/>
                </a:lnTo>
                <a:lnTo>
                  <a:pt x="9525" y="257365"/>
                </a:lnTo>
                <a:lnTo>
                  <a:pt x="9525" y="262128"/>
                </a:lnTo>
                <a:close/>
              </a:path>
              <a:path w="344170" h="267335">
                <a:moveTo>
                  <a:pt x="334530" y="262128"/>
                </a:moveTo>
                <a:lnTo>
                  <a:pt x="9525" y="262128"/>
                </a:lnTo>
                <a:lnTo>
                  <a:pt x="9525" y="257365"/>
                </a:lnTo>
                <a:lnTo>
                  <a:pt x="334530" y="257365"/>
                </a:lnTo>
                <a:lnTo>
                  <a:pt x="334530" y="262128"/>
                </a:lnTo>
                <a:close/>
              </a:path>
              <a:path w="344170" h="267335">
                <a:moveTo>
                  <a:pt x="344055" y="262128"/>
                </a:moveTo>
                <a:lnTo>
                  <a:pt x="334530" y="262128"/>
                </a:lnTo>
                <a:lnTo>
                  <a:pt x="339293" y="257365"/>
                </a:lnTo>
                <a:lnTo>
                  <a:pt x="344055" y="257365"/>
                </a:lnTo>
                <a:lnTo>
                  <a:pt x="344055" y="2621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0168369" y="2647911"/>
            <a:ext cx="1720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433824" y="2279142"/>
            <a:ext cx="1282700" cy="0"/>
          </a:xfrm>
          <a:custGeom>
            <a:avLst/>
            <a:gdLst/>
            <a:ahLst/>
            <a:cxnLst/>
            <a:rect l="l" t="t" r="r" b="b"/>
            <a:pathLst>
              <a:path w="1282700" h="0">
                <a:moveTo>
                  <a:pt x="0" y="0"/>
                </a:moveTo>
                <a:lnTo>
                  <a:pt x="12823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043528" y="2582595"/>
            <a:ext cx="0" cy="537845"/>
          </a:xfrm>
          <a:custGeom>
            <a:avLst/>
            <a:gdLst/>
            <a:ahLst/>
            <a:cxnLst/>
            <a:rect l="l" t="t" r="r" b="b"/>
            <a:pathLst>
              <a:path w="0" h="537844">
                <a:moveTo>
                  <a:pt x="0" y="0"/>
                </a:moveTo>
                <a:lnTo>
                  <a:pt x="0" y="5377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043528" y="3124200"/>
            <a:ext cx="1673225" cy="0"/>
          </a:xfrm>
          <a:custGeom>
            <a:avLst/>
            <a:gdLst/>
            <a:ahLst/>
            <a:cxnLst/>
            <a:rect l="l" t="t" r="r" b="b"/>
            <a:pathLst>
              <a:path w="1673225" h="0">
                <a:moveTo>
                  <a:pt x="0" y="0"/>
                </a:moveTo>
                <a:lnTo>
                  <a:pt x="167267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705069" y="2275306"/>
            <a:ext cx="0" cy="218440"/>
          </a:xfrm>
          <a:custGeom>
            <a:avLst/>
            <a:gdLst/>
            <a:ahLst/>
            <a:cxnLst/>
            <a:rect l="l" t="t" r="r" b="b"/>
            <a:pathLst>
              <a:path w="0" h="218439">
                <a:moveTo>
                  <a:pt x="0" y="0"/>
                </a:moveTo>
                <a:lnTo>
                  <a:pt x="0" y="2179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705069" y="2868167"/>
            <a:ext cx="0" cy="233045"/>
          </a:xfrm>
          <a:custGeom>
            <a:avLst/>
            <a:gdLst/>
            <a:ahLst/>
            <a:cxnLst/>
            <a:rect l="l" t="t" r="r" b="b"/>
            <a:pathLst>
              <a:path w="0" h="233044">
                <a:moveTo>
                  <a:pt x="0" y="0"/>
                </a:moveTo>
                <a:lnTo>
                  <a:pt x="0" y="23298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622023" y="2493264"/>
            <a:ext cx="184785" cy="375285"/>
          </a:xfrm>
          <a:custGeom>
            <a:avLst/>
            <a:gdLst/>
            <a:ahLst/>
            <a:cxnLst/>
            <a:rect l="l" t="t" r="r" b="b"/>
            <a:pathLst>
              <a:path w="184784" h="375285">
                <a:moveTo>
                  <a:pt x="0" y="374904"/>
                </a:moveTo>
                <a:lnTo>
                  <a:pt x="0" y="0"/>
                </a:lnTo>
                <a:lnTo>
                  <a:pt x="184403" y="0"/>
                </a:lnTo>
                <a:lnTo>
                  <a:pt x="184403" y="374904"/>
                </a:lnTo>
                <a:lnTo>
                  <a:pt x="0" y="374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608066" y="2479319"/>
            <a:ext cx="212725" cy="402590"/>
          </a:xfrm>
          <a:custGeom>
            <a:avLst/>
            <a:gdLst/>
            <a:ahLst/>
            <a:cxnLst/>
            <a:rect l="l" t="t" r="r" b="b"/>
            <a:pathLst>
              <a:path w="212725" h="402589">
                <a:moveTo>
                  <a:pt x="212572" y="402450"/>
                </a:moveTo>
                <a:lnTo>
                  <a:pt x="0" y="402450"/>
                </a:lnTo>
                <a:lnTo>
                  <a:pt x="0" y="0"/>
                </a:lnTo>
                <a:lnTo>
                  <a:pt x="212572" y="0"/>
                </a:lnTo>
                <a:lnTo>
                  <a:pt x="21257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73875"/>
                </a:lnTo>
                <a:lnTo>
                  <a:pt x="14287" y="373875"/>
                </a:lnTo>
                <a:lnTo>
                  <a:pt x="28575" y="388162"/>
                </a:lnTo>
                <a:lnTo>
                  <a:pt x="212572" y="388162"/>
                </a:lnTo>
                <a:lnTo>
                  <a:pt x="212572" y="402450"/>
                </a:lnTo>
                <a:close/>
              </a:path>
              <a:path w="212725" h="40258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2725" h="402589">
                <a:moveTo>
                  <a:pt x="18399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3997" y="14287"/>
                </a:lnTo>
                <a:lnTo>
                  <a:pt x="183997" y="28575"/>
                </a:lnTo>
                <a:close/>
              </a:path>
              <a:path w="212725" h="402589">
                <a:moveTo>
                  <a:pt x="183997" y="388162"/>
                </a:moveTo>
                <a:lnTo>
                  <a:pt x="183997" y="14287"/>
                </a:lnTo>
                <a:lnTo>
                  <a:pt x="198285" y="28575"/>
                </a:lnTo>
                <a:lnTo>
                  <a:pt x="212572" y="28575"/>
                </a:lnTo>
                <a:lnTo>
                  <a:pt x="212572" y="373875"/>
                </a:lnTo>
                <a:lnTo>
                  <a:pt x="198285" y="373875"/>
                </a:lnTo>
                <a:lnTo>
                  <a:pt x="183997" y="388162"/>
                </a:lnTo>
                <a:close/>
              </a:path>
              <a:path w="212725" h="402589">
                <a:moveTo>
                  <a:pt x="212572" y="28575"/>
                </a:moveTo>
                <a:lnTo>
                  <a:pt x="198285" y="28575"/>
                </a:lnTo>
                <a:lnTo>
                  <a:pt x="183997" y="14287"/>
                </a:lnTo>
                <a:lnTo>
                  <a:pt x="212572" y="14287"/>
                </a:lnTo>
                <a:lnTo>
                  <a:pt x="212572" y="28575"/>
                </a:lnTo>
                <a:close/>
              </a:path>
              <a:path w="212725" h="402589">
                <a:moveTo>
                  <a:pt x="28575" y="388162"/>
                </a:moveTo>
                <a:lnTo>
                  <a:pt x="14287" y="373875"/>
                </a:lnTo>
                <a:lnTo>
                  <a:pt x="28575" y="373875"/>
                </a:lnTo>
                <a:lnTo>
                  <a:pt x="28575" y="388162"/>
                </a:lnTo>
                <a:close/>
              </a:path>
              <a:path w="212725" h="402589">
                <a:moveTo>
                  <a:pt x="183997" y="388162"/>
                </a:moveTo>
                <a:lnTo>
                  <a:pt x="28575" y="388162"/>
                </a:lnTo>
                <a:lnTo>
                  <a:pt x="28575" y="373875"/>
                </a:lnTo>
                <a:lnTo>
                  <a:pt x="183997" y="373875"/>
                </a:lnTo>
                <a:lnTo>
                  <a:pt x="183997" y="388162"/>
                </a:lnTo>
                <a:close/>
              </a:path>
              <a:path w="212725" h="402589">
                <a:moveTo>
                  <a:pt x="212572" y="388162"/>
                </a:moveTo>
                <a:lnTo>
                  <a:pt x="183997" y="388162"/>
                </a:lnTo>
                <a:lnTo>
                  <a:pt x="198285" y="373875"/>
                </a:lnTo>
                <a:lnTo>
                  <a:pt x="212572" y="373875"/>
                </a:lnTo>
                <a:lnTo>
                  <a:pt x="212572" y="38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184635" y="2471927"/>
            <a:ext cx="390525" cy="364490"/>
          </a:xfrm>
          <a:custGeom>
            <a:avLst/>
            <a:gdLst/>
            <a:ahLst/>
            <a:cxnLst/>
            <a:rect l="l" t="t" r="r" b="b"/>
            <a:pathLst>
              <a:path w="390525" h="364489">
                <a:moveTo>
                  <a:pt x="0" y="0"/>
                </a:moveTo>
                <a:lnTo>
                  <a:pt x="390144" y="0"/>
                </a:lnTo>
                <a:lnTo>
                  <a:pt x="390144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1179911" y="2466441"/>
            <a:ext cx="400050" cy="374650"/>
          </a:xfrm>
          <a:custGeom>
            <a:avLst/>
            <a:gdLst/>
            <a:ahLst/>
            <a:cxnLst/>
            <a:rect l="l" t="t" r="r" b="b"/>
            <a:pathLst>
              <a:path w="400050" h="374650">
                <a:moveTo>
                  <a:pt x="399821" y="374434"/>
                </a:moveTo>
                <a:lnTo>
                  <a:pt x="0" y="374434"/>
                </a:lnTo>
                <a:lnTo>
                  <a:pt x="0" y="0"/>
                </a:lnTo>
                <a:lnTo>
                  <a:pt x="399821" y="0"/>
                </a:lnTo>
                <a:lnTo>
                  <a:pt x="399821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4909"/>
                </a:lnTo>
                <a:lnTo>
                  <a:pt x="4762" y="364909"/>
                </a:lnTo>
                <a:lnTo>
                  <a:pt x="9525" y="369671"/>
                </a:lnTo>
                <a:lnTo>
                  <a:pt x="399821" y="369671"/>
                </a:lnTo>
                <a:lnTo>
                  <a:pt x="399821" y="374434"/>
                </a:lnTo>
                <a:close/>
              </a:path>
              <a:path w="400050" h="3746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0050" h="374650">
                <a:moveTo>
                  <a:pt x="390296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90296" y="4762"/>
                </a:lnTo>
                <a:lnTo>
                  <a:pt x="390296" y="9525"/>
                </a:lnTo>
                <a:close/>
              </a:path>
              <a:path w="400050" h="374650">
                <a:moveTo>
                  <a:pt x="390296" y="369671"/>
                </a:moveTo>
                <a:lnTo>
                  <a:pt x="390296" y="4762"/>
                </a:lnTo>
                <a:lnTo>
                  <a:pt x="395058" y="9525"/>
                </a:lnTo>
                <a:lnTo>
                  <a:pt x="399821" y="9525"/>
                </a:lnTo>
                <a:lnTo>
                  <a:pt x="399821" y="364909"/>
                </a:lnTo>
                <a:lnTo>
                  <a:pt x="395058" y="364909"/>
                </a:lnTo>
                <a:lnTo>
                  <a:pt x="390296" y="369671"/>
                </a:lnTo>
                <a:close/>
              </a:path>
              <a:path w="400050" h="374650">
                <a:moveTo>
                  <a:pt x="399821" y="9525"/>
                </a:moveTo>
                <a:lnTo>
                  <a:pt x="395058" y="9525"/>
                </a:lnTo>
                <a:lnTo>
                  <a:pt x="390296" y="4762"/>
                </a:lnTo>
                <a:lnTo>
                  <a:pt x="399821" y="4762"/>
                </a:lnTo>
                <a:lnTo>
                  <a:pt x="399821" y="9525"/>
                </a:lnTo>
                <a:close/>
              </a:path>
              <a:path w="400050" h="374650">
                <a:moveTo>
                  <a:pt x="9525" y="369671"/>
                </a:moveTo>
                <a:lnTo>
                  <a:pt x="4762" y="364909"/>
                </a:lnTo>
                <a:lnTo>
                  <a:pt x="9525" y="364909"/>
                </a:lnTo>
                <a:lnTo>
                  <a:pt x="9525" y="369671"/>
                </a:lnTo>
                <a:close/>
              </a:path>
              <a:path w="400050" h="374650">
                <a:moveTo>
                  <a:pt x="390296" y="369671"/>
                </a:moveTo>
                <a:lnTo>
                  <a:pt x="9525" y="369671"/>
                </a:lnTo>
                <a:lnTo>
                  <a:pt x="9525" y="364909"/>
                </a:lnTo>
                <a:lnTo>
                  <a:pt x="390296" y="364909"/>
                </a:lnTo>
                <a:lnTo>
                  <a:pt x="390296" y="369671"/>
                </a:lnTo>
                <a:close/>
              </a:path>
              <a:path w="400050" h="374650">
                <a:moveTo>
                  <a:pt x="399821" y="369671"/>
                </a:moveTo>
                <a:lnTo>
                  <a:pt x="390296" y="369671"/>
                </a:lnTo>
                <a:lnTo>
                  <a:pt x="395058" y="364909"/>
                </a:lnTo>
                <a:lnTo>
                  <a:pt x="399821" y="364909"/>
                </a:lnTo>
                <a:lnTo>
                  <a:pt x="399821" y="36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1184635" y="2442629"/>
            <a:ext cx="3905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757337" y="5030076"/>
            <a:ext cx="40005" cy="17145"/>
          </a:xfrm>
          <a:custGeom>
            <a:avLst/>
            <a:gdLst/>
            <a:ahLst/>
            <a:cxnLst/>
            <a:rect l="l" t="t" r="r" b="b"/>
            <a:pathLst>
              <a:path w="40005" h="17145">
                <a:moveTo>
                  <a:pt x="0" y="17132"/>
                </a:moveTo>
                <a:lnTo>
                  <a:pt x="39700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797037" y="5030076"/>
            <a:ext cx="91440" cy="122555"/>
          </a:xfrm>
          <a:custGeom>
            <a:avLst/>
            <a:gdLst/>
            <a:ahLst/>
            <a:cxnLst/>
            <a:rect l="l" t="t" r="r" b="b"/>
            <a:pathLst>
              <a:path w="91439" h="122554">
                <a:moveTo>
                  <a:pt x="0" y="0"/>
                </a:moveTo>
                <a:lnTo>
                  <a:pt x="91325" y="122313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88363" y="4827041"/>
            <a:ext cx="101600" cy="325755"/>
          </a:xfrm>
          <a:custGeom>
            <a:avLst/>
            <a:gdLst/>
            <a:ahLst/>
            <a:cxnLst/>
            <a:rect l="l" t="t" r="r" b="b"/>
            <a:pathLst>
              <a:path w="101600" h="325754">
                <a:moveTo>
                  <a:pt x="0" y="325348"/>
                </a:moveTo>
                <a:lnTo>
                  <a:pt x="10124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54365" y="4819713"/>
            <a:ext cx="454659" cy="332740"/>
          </a:xfrm>
          <a:custGeom>
            <a:avLst/>
            <a:gdLst/>
            <a:ahLst/>
            <a:cxnLst/>
            <a:rect l="l" t="t" r="r" b="b"/>
            <a:pathLst>
              <a:path w="454660" h="332739">
                <a:moveTo>
                  <a:pt x="154032" y="300062"/>
                </a:moveTo>
                <a:lnTo>
                  <a:pt x="134988" y="300062"/>
                </a:lnTo>
                <a:lnTo>
                  <a:pt x="228295" y="0"/>
                </a:lnTo>
                <a:lnTo>
                  <a:pt x="454621" y="0"/>
                </a:lnTo>
                <a:lnTo>
                  <a:pt x="454621" y="15481"/>
                </a:lnTo>
                <a:lnTo>
                  <a:pt x="242188" y="15481"/>
                </a:lnTo>
                <a:lnTo>
                  <a:pt x="154032" y="300062"/>
                </a:lnTo>
                <a:close/>
              </a:path>
              <a:path w="454660" h="332739">
                <a:moveTo>
                  <a:pt x="5943" y="232384"/>
                </a:moveTo>
                <a:lnTo>
                  <a:pt x="0" y="223418"/>
                </a:lnTo>
                <a:lnTo>
                  <a:pt x="52603" y="199771"/>
                </a:lnTo>
                <a:lnTo>
                  <a:pt x="70015" y="220967"/>
                </a:lnTo>
                <a:lnTo>
                  <a:pt x="32753" y="220967"/>
                </a:lnTo>
                <a:lnTo>
                  <a:pt x="5943" y="232384"/>
                </a:lnTo>
                <a:close/>
              </a:path>
              <a:path w="454660" h="332739">
                <a:moveTo>
                  <a:pt x="143929" y="332676"/>
                </a:moveTo>
                <a:lnTo>
                  <a:pt x="125069" y="332676"/>
                </a:lnTo>
                <a:lnTo>
                  <a:pt x="32753" y="220967"/>
                </a:lnTo>
                <a:lnTo>
                  <a:pt x="70015" y="220967"/>
                </a:lnTo>
                <a:lnTo>
                  <a:pt x="134988" y="300062"/>
                </a:lnTo>
                <a:lnTo>
                  <a:pt x="154032" y="300062"/>
                </a:lnTo>
                <a:lnTo>
                  <a:pt x="143929" y="3326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724583" y="4780572"/>
            <a:ext cx="514350" cy="0"/>
          </a:xfrm>
          <a:custGeom>
            <a:avLst/>
            <a:gdLst/>
            <a:ahLst/>
            <a:cxnLst/>
            <a:rect l="l" t="t" r="r" b="b"/>
            <a:pathLst>
              <a:path w="514350" h="0">
                <a:moveTo>
                  <a:pt x="0" y="0"/>
                </a:moveTo>
                <a:lnTo>
                  <a:pt x="514172" y="0"/>
                </a:lnTo>
              </a:path>
            </a:pathLst>
          </a:custGeom>
          <a:ln w="1717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992170" y="4761001"/>
            <a:ext cx="40005" cy="17145"/>
          </a:xfrm>
          <a:custGeom>
            <a:avLst/>
            <a:gdLst/>
            <a:ahLst/>
            <a:cxnLst/>
            <a:rect l="l" t="t" r="r" b="b"/>
            <a:pathLst>
              <a:path w="40005" h="17145">
                <a:moveTo>
                  <a:pt x="0" y="17119"/>
                </a:moveTo>
                <a:lnTo>
                  <a:pt x="39700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031870" y="4761001"/>
            <a:ext cx="91440" cy="122555"/>
          </a:xfrm>
          <a:custGeom>
            <a:avLst/>
            <a:gdLst/>
            <a:ahLst/>
            <a:cxnLst/>
            <a:rect l="l" t="t" r="r" b="b"/>
            <a:pathLst>
              <a:path w="91439" h="122554">
                <a:moveTo>
                  <a:pt x="0" y="0"/>
                </a:moveTo>
                <a:lnTo>
                  <a:pt x="91325" y="12230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123196" y="4557966"/>
            <a:ext cx="101600" cy="325755"/>
          </a:xfrm>
          <a:custGeom>
            <a:avLst/>
            <a:gdLst/>
            <a:ahLst/>
            <a:cxnLst/>
            <a:rect l="l" t="t" r="r" b="b"/>
            <a:pathLst>
              <a:path w="101600" h="325754">
                <a:moveTo>
                  <a:pt x="0" y="325335"/>
                </a:moveTo>
                <a:lnTo>
                  <a:pt x="10124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989186" y="4550625"/>
            <a:ext cx="454659" cy="332740"/>
          </a:xfrm>
          <a:custGeom>
            <a:avLst/>
            <a:gdLst/>
            <a:ahLst/>
            <a:cxnLst/>
            <a:rect l="l" t="t" r="r" b="b"/>
            <a:pathLst>
              <a:path w="454660" h="332739">
                <a:moveTo>
                  <a:pt x="154033" y="300062"/>
                </a:moveTo>
                <a:lnTo>
                  <a:pt x="135000" y="300062"/>
                </a:lnTo>
                <a:lnTo>
                  <a:pt x="228307" y="0"/>
                </a:lnTo>
                <a:lnTo>
                  <a:pt x="454621" y="0"/>
                </a:lnTo>
                <a:lnTo>
                  <a:pt x="454621" y="15493"/>
                </a:lnTo>
                <a:lnTo>
                  <a:pt x="242201" y="15493"/>
                </a:lnTo>
                <a:lnTo>
                  <a:pt x="154033" y="300062"/>
                </a:lnTo>
                <a:close/>
              </a:path>
              <a:path w="454660" h="332739">
                <a:moveTo>
                  <a:pt x="5956" y="232384"/>
                </a:moveTo>
                <a:lnTo>
                  <a:pt x="0" y="223418"/>
                </a:lnTo>
                <a:lnTo>
                  <a:pt x="52616" y="199771"/>
                </a:lnTo>
                <a:lnTo>
                  <a:pt x="70027" y="220967"/>
                </a:lnTo>
                <a:lnTo>
                  <a:pt x="32753" y="220967"/>
                </a:lnTo>
                <a:lnTo>
                  <a:pt x="5956" y="232384"/>
                </a:lnTo>
                <a:close/>
              </a:path>
              <a:path w="454660" h="332739">
                <a:moveTo>
                  <a:pt x="143929" y="332676"/>
                </a:moveTo>
                <a:lnTo>
                  <a:pt x="125069" y="332676"/>
                </a:lnTo>
                <a:lnTo>
                  <a:pt x="32753" y="220967"/>
                </a:lnTo>
                <a:lnTo>
                  <a:pt x="70027" y="220967"/>
                </a:lnTo>
                <a:lnTo>
                  <a:pt x="135000" y="300062"/>
                </a:lnTo>
                <a:lnTo>
                  <a:pt x="154033" y="300062"/>
                </a:lnTo>
                <a:lnTo>
                  <a:pt x="143929" y="3326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068654" y="4534852"/>
            <a:ext cx="1887220" cy="669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530"/>
              </a:lnSpc>
              <a:spcBef>
                <a:spcPts val="105"/>
              </a:spcBef>
              <a:tabLst>
                <a:tab pos="351790" algn="l"/>
                <a:tab pos="699135" algn="l"/>
                <a:tab pos="1271270" algn="l"/>
              </a:tabLst>
            </a:pPr>
            <a:r>
              <a:rPr dirty="0" sz="2450" i="1">
                <a:solidFill>
                  <a:srgbClr val="FF0000"/>
                </a:solidFill>
                <a:latin typeface="Times New Roman"/>
                <a:cs typeface="Times New Roman"/>
              </a:rPr>
              <a:t>E	</a:t>
            </a:r>
            <a:r>
              <a:rPr dirty="0" sz="24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5147" sz="367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35147" sz="3675" spc="-427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sng" baseline="35714" sz="2100" spc="22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baseline="35714" sz="2100" spc="22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135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2450">
              <a:latin typeface="Times New Roman"/>
              <a:cs typeface="Times New Roman"/>
            </a:endParaRPr>
          </a:p>
          <a:p>
            <a:pPr algn="ctr" marL="144780">
              <a:lnSpc>
                <a:spcPts val="2530"/>
              </a:lnSpc>
            </a:pP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763318" y="5606529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457" y="0"/>
                </a:lnTo>
              </a:path>
            </a:pathLst>
          </a:custGeom>
          <a:ln w="1722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51840" y="3658977"/>
            <a:ext cx="2995930" cy="1276350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  <a:tabLst>
                <a:tab pos="2472055" algn="l"/>
                <a:tab pos="2793365" algn="l"/>
              </a:tabLst>
            </a:pPr>
            <a:r>
              <a:rPr dirty="0" sz="3200" b="1">
                <a:solidFill>
                  <a:srgbClr val="FF3300"/>
                </a:solidFill>
                <a:latin typeface="方正舒体"/>
                <a:cs typeface="方正舒体"/>
              </a:rPr>
              <a:t>提示（</a:t>
            </a:r>
            <a:r>
              <a:rPr dirty="0" sz="3200" b="1">
                <a:solidFill>
                  <a:srgbClr val="FF3300"/>
                </a:solidFill>
                <a:latin typeface="方正舒体"/>
                <a:cs typeface="方正舒体"/>
              </a:rPr>
              <a:t>4</a:t>
            </a:r>
            <a:r>
              <a:rPr dirty="0" sz="3200" spc="-10" b="1">
                <a:solidFill>
                  <a:srgbClr val="FF3300"/>
                </a:solidFill>
                <a:latin typeface="方正舒体"/>
                <a:cs typeface="方正舒体"/>
              </a:rPr>
              <a:t>）</a:t>
            </a:r>
            <a:r>
              <a:rPr dirty="0" sz="3200" b="1">
                <a:solidFill>
                  <a:srgbClr val="FF3300"/>
                </a:solidFill>
                <a:latin typeface="方正舒体"/>
                <a:cs typeface="方正舒体"/>
              </a:rPr>
              <a:t>	</a:t>
            </a:r>
            <a:r>
              <a:rPr dirty="0" u="sng" sz="3200" b="1">
                <a:solidFill>
                  <a:srgbClr val="FF33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200" b="1">
                <a:solidFill>
                  <a:srgbClr val="FF33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endParaRPr sz="32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335"/>
              </a:spcBef>
            </a:pP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2450" spc="1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5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476703" y="5586907"/>
            <a:ext cx="40005" cy="17780"/>
          </a:xfrm>
          <a:custGeom>
            <a:avLst/>
            <a:gdLst/>
            <a:ahLst/>
            <a:cxnLst/>
            <a:rect l="l" t="t" r="r" b="b"/>
            <a:pathLst>
              <a:path w="40005" h="17779">
                <a:moveTo>
                  <a:pt x="0" y="17170"/>
                </a:moveTo>
                <a:lnTo>
                  <a:pt x="39789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516492" y="5586907"/>
            <a:ext cx="92075" cy="123189"/>
          </a:xfrm>
          <a:custGeom>
            <a:avLst/>
            <a:gdLst/>
            <a:ahLst/>
            <a:cxnLst/>
            <a:rect l="l" t="t" r="r" b="b"/>
            <a:pathLst>
              <a:path w="92075" h="123189">
                <a:moveTo>
                  <a:pt x="0" y="0"/>
                </a:moveTo>
                <a:lnTo>
                  <a:pt x="91541" y="12263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08033" y="5383339"/>
            <a:ext cx="101600" cy="326390"/>
          </a:xfrm>
          <a:custGeom>
            <a:avLst/>
            <a:gdLst/>
            <a:ahLst/>
            <a:cxnLst/>
            <a:rect l="l" t="t" r="r" b="b"/>
            <a:pathLst>
              <a:path w="101600" h="326389">
                <a:moveTo>
                  <a:pt x="0" y="326199"/>
                </a:moveTo>
                <a:lnTo>
                  <a:pt x="101485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709519" y="5383339"/>
            <a:ext cx="220345" cy="0"/>
          </a:xfrm>
          <a:custGeom>
            <a:avLst/>
            <a:gdLst/>
            <a:ahLst/>
            <a:cxnLst/>
            <a:rect l="l" t="t" r="r" b="b"/>
            <a:pathLst>
              <a:path w="220344" h="0">
                <a:moveTo>
                  <a:pt x="0" y="0"/>
                </a:moveTo>
                <a:lnTo>
                  <a:pt x="219887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473718" y="5375986"/>
            <a:ext cx="455930" cy="334010"/>
          </a:xfrm>
          <a:custGeom>
            <a:avLst/>
            <a:gdLst/>
            <a:ahLst/>
            <a:cxnLst/>
            <a:rect l="l" t="t" r="r" b="b"/>
            <a:pathLst>
              <a:path w="455930" h="334010">
                <a:moveTo>
                  <a:pt x="154388" y="300850"/>
                </a:moveTo>
                <a:lnTo>
                  <a:pt x="135305" y="300850"/>
                </a:lnTo>
                <a:lnTo>
                  <a:pt x="228828" y="0"/>
                </a:lnTo>
                <a:lnTo>
                  <a:pt x="455688" y="0"/>
                </a:lnTo>
                <a:lnTo>
                  <a:pt x="455688" y="15532"/>
                </a:lnTo>
                <a:lnTo>
                  <a:pt x="242760" y="15532"/>
                </a:lnTo>
                <a:lnTo>
                  <a:pt x="154388" y="300850"/>
                </a:lnTo>
                <a:close/>
              </a:path>
              <a:path w="455930" h="334010">
                <a:moveTo>
                  <a:pt x="5968" y="232994"/>
                </a:moveTo>
                <a:lnTo>
                  <a:pt x="0" y="224002"/>
                </a:lnTo>
                <a:lnTo>
                  <a:pt x="52730" y="200291"/>
                </a:lnTo>
                <a:lnTo>
                  <a:pt x="70188" y="221551"/>
                </a:lnTo>
                <a:lnTo>
                  <a:pt x="32829" y="221551"/>
                </a:lnTo>
                <a:lnTo>
                  <a:pt x="5968" y="232994"/>
                </a:lnTo>
                <a:close/>
              </a:path>
              <a:path w="455930" h="334010">
                <a:moveTo>
                  <a:pt x="144259" y="333552"/>
                </a:moveTo>
                <a:lnTo>
                  <a:pt x="125361" y="333552"/>
                </a:lnTo>
                <a:lnTo>
                  <a:pt x="32829" y="221551"/>
                </a:lnTo>
                <a:lnTo>
                  <a:pt x="70188" y="221551"/>
                </a:lnTo>
                <a:lnTo>
                  <a:pt x="135305" y="300850"/>
                </a:lnTo>
                <a:lnTo>
                  <a:pt x="154388" y="300850"/>
                </a:lnTo>
                <a:lnTo>
                  <a:pt x="144259" y="3335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1189469" y="5361013"/>
            <a:ext cx="2092325" cy="645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435"/>
              </a:lnSpc>
              <a:spcBef>
                <a:spcPts val="105"/>
              </a:spcBef>
              <a:tabLst>
                <a:tab pos="269240" algn="l"/>
                <a:tab pos="609600" algn="l"/>
                <a:tab pos="975994" algn="l"/>
                <a:tab pos="1536700" algn="l"/>
              </a:tabLst>
            </a:pPr>
            <a:r>
              <a:rPr dirty="0" sz="2450" spc="180" i="1">
                <a:solidFill>
                  <a:srgbClr val="FF0000"/>
                </a:solidFill>
                <a:latin typeface="Times New Roman"/>
                <a:cs typeface="Times New Roman"/>
              </a:rPr>
              <a:t>I	</a:t>
            </a:r>
            <a:r>
              <a:rPr dirty="0" sz="2450" spc="29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 spc="29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5147" sz="3675" spc="494" i="1">
                <a:solidFill>
                  <a:srgbClr val="FF0000"/>
                </a:solidFill>
                <a:latin typeface="Times New Roman"/>
                <a:cs typeface="Times New Roman"/>
              </a:rPr>
              <a:t>E	</a:t>
            </a:r>
            <a:r>
              <a:rPr dirty="0" sz="2450" spc="29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450" spc="29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50" spc="27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2450" spc="-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39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2450">
              <a:latin typeface="Times New Roman"/>
              <a:cs typeface="Times New Roman"/>
            </a:endParaRPr>
          </a:p>
          <a:p>
            <a:pPr marL="615315">
              <a:lnSpc>
                <a:spcPts val="2435"/>
              </a:lnSpc>
            </a:pPr>
            <a:r>
              <a:rPr dirty="0" sz="2450" spc="33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84516" y="6006846"/>
            <a:ext cx="244856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71170" algn="l"/>
                <a:tab pos="1484630" algn="l"/>
              </a:tabLst>
            </a:pPr>
            <a:r>
              <a:rPr dirty="0" sz="2500" spc="380" i="1">
                <a:solidFill>
                  <a:srgbClr val="FF0000"/>
                </a:solidFill>
                <a:latin typeface="Times New Roman"/>
                <a:cs typeface="Times New Roman"/>
              </a:rPr>
              <a:t>W	</a:t>
            </a:r>
            <a:r>
              <a:rPr dirty="0" sz="2500" spc="2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500" spc="1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500" spc="235" i="1">
                <a:solidFill>
                  <a:srgbClr val="FF0000"/>
                </a:solidFill>
                <a:latin typeface="Times New Roman"/>
                <a:cs typeface="Times New Roman"/>
              </a:rPr>
              <a:t>EIT	</a:t>
            </a:r>
            <a:r>
              <a:rPr dirty="0" sz="2500" spc="25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500" spc="2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500" spc="165">
                <a:solidFill>
                  <a:srgbClr val="FF0000"/>
                </a:solidFill>
                <a:latin typeface="Times New Roman"/>
                <a:cs typeface="Times New Roman"/>
              </a:rPr>
              <a:t>0.4</a:t>
            </a:r>
            <a:r>
              <a:rPr dirty="0" sz="2500" spc="-50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500" spc="175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617402" y="3975100"/>
            <a:ext cx="104584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3300"/>
                </a:solidFill>
                <a:latin typeface="方正舒体"/>
                <a:cs typeface="方正舒体"/>
              </a:rPr>
              <a:t>（</a:t>
            </a:r>
            <a:r>
              <a:rPr dirty="0" sz="3200" b="1">
                <a:solidFill>
                  <a:srgbClr val="FF3300"/>
                </a:solidFill>
                <a:latin typeface="方正舒体"/>
                <a:cs typeface="方正舒体"/>
              </a:rPr>
              <a:t>5</a:t>
            </a:r>
            <a:r>
              <a:rPr dirty="0" sz="3200" spc="-10" b="1">
                <a:solidFill>
                  <a:srgbClr val="FF3300"/>
                </a:solidFill>
                <a:latin typeface="方正舒体"/>
                <a:cs typeface="方正舒体"/>
              </a:rPr>
              <a:t>）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359372" y="4023431"/>
            <a:ext cx="1832610" cy="542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82065" algn="l"/>
              </a:tabLst>
            </a:pPr>
            <a:r>
              <a:rPr dirty="0" sz="3200" spc="1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3200" spc="-3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50" spc="-75" i="1">
                <a:solidFill>
                  <a:srgbClr val="FF0000"/>
                </a:solidFill>
                <a:latin typeface="Symbol"/>
                <a:cs typeface="Symbol"/>
              </a:rPr>
              <a:t></a:t>
            </a:r>
            <a:r>
              <a:rPr dirty="0" sz="3350" spc="6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1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200" spc="1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200" spc="1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3200" spc="-24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10" i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8756446" y="4102861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 h="0">
                <a:moveTo>
                  <a:pt x="0" y="0"/>
                </a:moveTo>
                <a:lnTo>
                  <a:pt x="314071" y="0"/>
                </a:lnTo>
              </a:path>
            </a:pathLst>
          </a:custGeom>
          <a:ln w="2005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10076662" y="3783400"/>
            <a:ext cx="618490" cy="94551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u="heavy" sz="25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sz="2500" spc="-8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650" spc="-95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</a:t>
            </a:r>
            <a:endParaRPr sz="2650">
              <a:latin typeface="Symbol"/>
              <a:cs typeface="Symbol"/>
            </a:endParaRPr>
          </a:p>
          <a:p>
            <a:pPr algn="ctr" marR="29845">
              <a:lnSpc>
                <a:spcPct val="100000"/>
              </a:lnSpc>
              <a:spcBef>
                <a:spcPts val="530"/>
              </a:spcBef>
            </a:pPr>
            <a:r>
              <a:rPr dirty="0" sz="2500" spc="-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500" spc="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500" spc="-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139637" y="4988775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 h="0">
                <a:moveTo>
                  <a:pt x="0" y="0"/>
                </a:moveTo>
                <a:lnTo>
                  <a:pt x="219621" y="0"/>
                </a:lnTo>
              </a:path>
            </a:pathLst>
          </a:custGeom>
          <a:ln w="194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145108" y="4770869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 h="0">
                <a:moveTo>
                  <a:pt x="0" y="0"/>
                </a:moveTo>
                <a:lnTo>
                  <a:pt x="219621" y="0"/>
                </a:lnTo>
              </a:path>
            </a:pathLst>
          </a:custGeom>
          <a:ln w="194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825957" y="5191366"/>
            <a:ext cx="789305" cy="0"/>
          </a:xfrm>
          <a:custGeom>
            <a:avLst/>
            <a:gdLst/>
            <a:ahLst/>
            <a:cxnLst/>
            <a:rect l="l" t="t" r="r" b="b"/>
            <a:pathLst>
              <a:path w="789304" h="0">
                <a:moveTo>
                  <a:pt x="0" y="0"/>
                </a:moveTo>
                <a:lnTo>
                  <a:pt x="789279" y="0"/>
                </a:lnTo>
              </a:path>
            </a:pathLst>
          </a:custGeom>
          <a:ln w="194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7070635" y="4701844"/>
            <a:ext cx="23749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854443" y="5189867"/>
            <a:ext cx="69596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5" i="1">
                <a:solidFill>
                  <a:srgbClr val="FF0000"/>
                </a:solidFill>
                <a:latin typeface="Times New Roman"/>
                <a:cs typeface="Times New Roman"/>
              </a:rPr>
              <a:t>R </a:t>
            </a:r>
            <a:r>
              <a:rPr dirty="0" sz="2700" spc="1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700" spc="-4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00" spc="1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113208" y="4919751"/>
            <a:ext cx="56578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2585" algn="l"/>
              </a:tabLst>
            </a:pPr>
            <a:r>
              <a:rPr dirty="0" sz="2700" spc="5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2700" spc="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700" spc="1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282978" y="4066882"/>
            <a:ext cx="1548130" cy="12465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80695">
              <a:lnSpc>
                <a:spcPts val="2485"/>
              </a:lnSpc>
              <a:spcBef>
                <a:spcPts val="135"/>
              </a:spcBef>
              <a:tabLst>
                <a:tab pos="917575" algn="l"/>
                <a:tab pos="1323340" algn="l"/>
              </a:tabLst>
            </a:pPr>
            <a:r>
              <a:rPr dirty="0" sz="2500" spc="-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500" spc="-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5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500" spc="-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500" spc="-5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500">
              <a:latin typeface="Times New Roman"/>
              <a:cs typeface="Times New Roman"/>
            </a:endParaRPr>
          </a:p>
          <a:p>
            <a:pPr algn="ctr" marL="169545">
              <a:lnSpc>
                <a:spcPts val="2485"/>
              </a:lnSpc>
              <a:tabLst>
                <a:tab pos="467359" algn="l"/>
              </a:tabLst>
            </a:pPr>
            <a:r>
              <a:rPr dirty="0" u="heavy" sz="25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5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40360" algn="l"/>
                <a:tab pos="695960" algn="l"/>
              </a:tabLst>
            </a:pPr>
            <a:r>
              <a:rPr dirty="0" sz="2850" spc="-5" i="1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dirty="0" sz="285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850" spc="-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50" spc="-5" i="1">
                <a:solidFill>
                  <a:srgbClr val="FF0000"/>
                </a:solidFill>
                <a:latin typeface="Times New Roman"/>
                <a:cs typeface="Times New Roman"/>
              </a:rPr>
              <a:t>I </a:t>
            </a:r>
            <a:r>
              <a:rPr dirty="0" sz="2850" spc="-1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850" spc="-11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50" spc="-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156640" y="6106845"/>
            <a:ext cx="687070" cy="0"/>
          </a:xfrm>
          <a:custGeom>
            <a:avLst/>
            <a:gdLst/>
            <a:ahLst/>
            <a:cxnLst/>
            <a:rect l="l" t="t" r="r" b="b"/>
            <a:pathLst>
              <a:path w="687070" h="0">
                <a:moveTo>
                  <a:pt x="0" y="0"/>
                </a:moveTo>
                <a:lnTo>
                  <a:pt x="686841" y="0"/>
                </a:lnTo>
              </a:path>
            </a:pathLst>
          </a:custGeom>
          <a:ln w="2186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392947" y="6106845"/>
            <a:ext cx="889000" cy="0"/>
          </a:xfrm>
          <a:custGeom>
            <a:avLst/>
            <a:gdLst/>
            <a:ahLst/>
            <a:cxnLst/>
            <a:rect l="l" t="t" r="r" b="b"/>
            <a:pathLst>
              <a:path w="889000" h="0">
                <a:moveTo>
                  <a:pt x="0" y="0"/>
                </a:moveTo>
                <a:lnTo>
                  <a:pt x="888860" y="0"/>
                </a:lnTo>
              </a:path>
            </a:pathLst>
          </a:custGeom>
          <a:ln w="2186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8695385" y="5589816"/>
            <a:ext cx="208279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9398393" y="5821095"/>
            <a:ext cx="2698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2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192429" y="5589816"/>
            <a:ext cx="52387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850" spc="-8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37869" y="6107798"/>
            <a:ext cx="24892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396414" y="6089527"/>
            <a:ext cx="836930" cy="4864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50" spc="15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dirty="0" sz="2850" spc="-1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50" spc="7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3000" spc="70" i="1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343980" y="5821095"/>
            <a:ext cx="61404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0050" algn="l"/>
              </a:tabLst>
            </a:pP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2850" spc="1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50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968145" y="5821095"/>
            <a:ext cx="22669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51790" y="479742"/>
            <a:ext cx="8782050" cy="280924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 marR="1252220">
              <a:lnSpc>
                <a:spcPct val="96900"/>
              </a:lnSpc>
              <a:spcBef>
                <a:spcPts val="229"/>
              </a:spcBef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dirty="0" sz="3600" spc="85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如图所示，在匀强磁场中有一个矩形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导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线框可绕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OO</a:t>
            </a:r>
            <a:r>
              <a:rPr dirty="0" sz="28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′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轴转动，已知匀强磁场的磁感强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度 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 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800" spc="-41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baseline="-3703" sz="4500" spc="37">
                <a:solidFill>
                  <a:srgbClr val="0000FF"/>
                </a:solidFill>
                <a:latin typeface="Times New Roman"/>
                <a:cs typeface="Times New Roman"/>
              </a:rPr>
              <a:t>10/</a:t>
            </a:r>
            <a:r>
              <a:rPr dirty="0" baseline="-3472" sz="4800" spc="37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baseline="-3472" sz="4800" spc="-63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，线框的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ab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cd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边长为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20cm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bc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0000CC"/>
                </a:solidFill>
                <a:latin typeface="Times New Roman"/>
                <a:cs typeface="Times New Roman"/>
              </a:rPr>
              <a:t>ad 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长均为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10cm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转速为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50r/s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线圈电阻不计，</a:t>
            </a:r>
            <a:r>
              <a:rPr dirty="0" sz="2800" b="1" i="1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为 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小电珠。若从图示位置开始计时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algn="just" marL="12700">
              <a:lnSpc>
                <a:spcPct val="100000"/>
              </a:lnSpc>
              <a:spcBef>
                <a:spcPts val="760"/>
              </a:spcBef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（</a:t>
            </a:r>
            <a:r>
              <a:rPr dirty="0" sz="2800" b="1">
                <a:solidFill>
                  <a:srgbClr val="0000CC"/>
                </a:solidFill>
                <a:latin typeface="Times New Roman"/>
                <a:cs typeface="Times New Roman"/>
              </a:rPr>
              <a:t>4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）若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R=10Ω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求线圈转动一周过程中电流做的总功</a:t>
            </a:r>
            <a:r>
              <a:rPr dirty="0" sz="2800" spc="-10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5287" y="3932554"/>
            <a:ext cx="14160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452" y="3738879"/>
            <a:ext cx="54825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．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155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时刻通过线圈的磁通量为零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452" y="4164838"/>
            <a:ext cx="9344660" cy="15570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606425" indent="-593725">
              <a:lnSpc>
                <a:spcPct val="100000"/>
              </a:lnSpc>
              <a:spcBef>
                <a:spcPts val="760"/>
              </a:spcBef>
              <a:buSzPct val="96428"/>
              <a:buFont typeface="Times New Roman"/>
              <a:buAutoNum type="alphaUcPeriod" startAt="2"/>
              <a:tabLst>
                <a:tab pos="606425" algn="l"/>
              </a:tabLst>
            </a:pPr>
            <a:r>
              <a:rPr dirty="0" sz="28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时刻通过线圈的磁通量的绝对值最大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625475" indent="-612775">
              <a:lnSpc>
                <a:spcPct val="100000"/>
              </a:lnSpc>
              <a:spcBef>
                <a:spcPts val="660"/>
              </a:spcBef>
              <a:buSzPct val="96428"/>
              <a:buFont typeface="Times New Roman"/>
              <a:buAutoNum type="alphaUcPeriod" startAt="2"/>
              <a:tabLst>
                <a:tab pos="625475" algn="l"/>
              </a:tabLst>
            </a:pPr>
            <a:r>
              <a:rPr dirty="0" sz="28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时刻通过线圈的磁通量变化率的绝对值最大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625475" indent="-612775">
              <a:lnSpc>
                <a:spcPct val="100000"/>
              </a:lnSpc>
              <a:spcBef>
                <a:spcPts val="660"/>
              </a:spcBef>
              <a:buSzPct val="96428"/>
              <a:buFont typeface="Times New Roman"/>
              <a:buAutoNum type="alphaUcPeriod" startAt="2"/>
              <a:tabLst>
                <a:tab pos="625475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每当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改变方向时，通过线圈的磁通量的绝对值都为最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45627" y="2747962"/>
            <a:ext cx="50800" cy="1821180"/>
          </a:xfrm>
          <a:custGeom>
            <a:avLst/>
            <a:gdLst/>
            <a:ahLst/>
            <a:cxnLst/>
            <a:rect l="l" t="t" r="r" b="b"/>
            <a:pathLst>
              <a:path w="50800" h="1821179">
                <a:moveTo>
                  <a:pt x="20637" y="127000"/>
                </a:moveTo>
                <a:lnTo>
                  <a:pt x="0" y="127000"/>
                </a:lnTo>
                <a:lnTo>
                  <a:pt x="25400" y="0"/>
                </a:lnTo>
                <a:lnTo>
                  <a:pt x="38100" y="63500"/>
                </a:lnTo>
                <a:lnTo>
                  <a:pt x="20637" y="63500"/>
                </a:lnTo>
                <a:lnTo>
                  <a:pt x="20637" y="127000"/>
                </a:lnTo>
                <a:close/>
              </a:path>
              <a:path w="50800" h="1821179">
                <a:moveTo>
                  <a:pt x="30162" y="1820862"/>
                </a:moveTo>
                <a:lnTo>
                  <a:pt x="20637" y="1820862"/>
                </a:lnTo>
                <a:lnTo>
                  <a:pt x="20637" y="63500"/>
                </a:lnTo>
                <a:lnTo>
                  <a:pt x="30162" y="63500"/>
                </a:lnTo>
                <a:lnTo>
                  <a:pt x="30162" y="1820862"/>
                </a:lnTo>
                <a:close/>
              </a:path>
              <a:path w="50800" h="1821179">
                <a:moveTo>
                  <a:pt x="50800" y="127000"/>
                </a:moveTo>
                <a:lnTo>
                  <a:pt x="30162" y="127000"/>
                </a:lnTo>
                <a:lnTo>
                  <a:pt x="30162" y="63500"/>
                </a:lnTo>
                <a:lnTo>
                  <a:pt x="38100" y="63500"/>
                </a:lnTo>
                <a:lnTo>
                  <a:pt x="50800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69859" y="3743756"/>
            <a:ext cx="2211705" cy="50800"/>
          </a:xfrm>
          <a:custGeom>
            <a:avLst/>
            <a:gdLst/>
            <a:ahLst/>
            <a:cxnLst/>
            <a:rect l="l" t="t" r="r" b="b"/>
            <a:pathLst>
              <a:path w="2211704" h="50800">
                <a:moveTo>
                  <a:pt x="2084704" y="50800"/>
                </a:moveTo>
                <a:lnTo>
                  <a:pt x="2084704" y="0"/>
                </a:lnTo>
                <a:lnTo>
                  <a:pt x="2187892" y="20637"/>
                </a:lnTo>
                <a:lnTo>
                  <a:pt x="2148204" y="20637"/>
                </a:lnTo>
                <a:lnTo>
                  <a:pt x="2148204" y="30162"/>
                </a:lnTo>
                <a:lnTo>
                  <a:pt x="2187892" y="30162"/>
                </a:lnTo>
                <a:lnTo>
                  <a:pt x="2084704" y="50800"/>
                </a:lnTo>
                <a:close/>
              </a:path>
              <a:path w="2211704" h="50800">
                <a:moveTo>
                  <a:pt x="2084704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2084704" y="20637"/>
                </a:lnTo>
                <a:lnTo>
                  <a:pt x="2084704" y="30162"/>
                </a:lnTo>
                <a:close/>
              </a:path>
              <a:path w="2211704" h="50800">
                <a:moveTo>
                  <a:pt x="2187892" y="30162"/>
                </a:moveTo>
                <a:lnTo>
                  <a:pt x="2148204" y="30162"/>
                </a:lnTo>
                <a:lnTo>
                  <a:pt x="2148204" y="20637"/>
                </a:lnTo>
                <a:lnTo>
                  <a:pt x="2187892" y="20637"/>
                </a:lnTo>
                <a:lnTo>
                  <a:pt x="2211704" y="25400"/>
                </a:lnTo>
                <a:lnTo>
                  <a:pt x="2187892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840493" y="3681653"/>
            <a:ext cx="9525" cy="72390"/>
          </a:xfrm>
          <a:custGeom>
            <a:avLst/>
            <a:gdLst/>
            <a:ahLst/>
            <a:cxnLst/>
            <a:rect l="l" t="t" r="r" b="b"/>
            <a:pathLst>
              <a:path w="9525" h="72389">
                <a:moveTo>
                  <a:pt x="9525" y="0"/>
                </a:moveTo>
                <a:lnTo>
                  <a:pt x="9525" y="71996"/>
                </a:lnTo>
                <a:lnTo>
                  <a:pt x="0" y="71996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10280" y="3681653"/>
            <a:ext cx="9525" cy="72390"/>
          </a:xfrm>
          <a:custGeom>
            <a:avLst/>
            <a:gdLst/>
            <a:ahLst/>
            <a:cxnLst/>
            <a:rect l="l" t="t" r="r" b="b"/>
            <a:pathLst>
              <a:path w="9525" h="72389">
                <a:moveTo>
                  <a:pt x="9525" y="0"/>
                </a:moveTo>
                <a:lnTo>
                  <a:pt x="9525" y="71996"/>
                </a:lnTo>
                <a:lnTo>
                  <a:pt x="0" y="71996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996374" y="3693833"/>
            <a:ext cx="9525" cy="72390"/>
          </a:xfrm>
          <a:custGeom>
            <a:avLst/>
            <a:gdLst/>
            <a:ahLst/>
            <a:cxnLst/>
            <a:rect l="l" t="t" r="r" b="b"/>
            <a:pathLst>
              <a:path w="9525" h="72389">
                <a:moveTo>
                  <a:pt x="9525" y="0"/>
                </a:moveTo>
                <a:lnTo>
                  <a:pt x="9525" y="71996"/>
                </a:lnTo>
                <a:lnTo>
                  <a:pt x="0" y="71996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597645" y="3696055"/>
            <a:ext cx="9525" cy="72390"/>
          </a:xfrm>
          <a:custGeom>
            <a:avLst/>
            <a:gdLst/>
            <a:ahLst/>
            <a:cxnLst/>
            <a:rect l="l" t="t" r="r" b="b"/>
            <a:pathLst>
              <a:path w="9525" h="72389">
                <a:moveTo>
                  <a:pt x="9525" y="0"/>
                </a:moveTo>
                <a:lnTo>
                  <a:pt x="9525" y="71996"/>
                </a:lnTo>
                <a:lnTo>
                  <a:pt x="0" y="71996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83841" y="3776903"/>
            <a:ext cx="93345" cy="0"/>
          </a:xfrm>
          <a:custGeom>
            <a:avLst/>
            <a:gdLst/>
            <a:ahLst/>
            <a:cxnLst/>
            <a:rect l="l" t="t" r="r" b="b"/>
            <a:pathLst>
              <a:path w="93345" h="0">
                <a:moveTo>
                  <a:pt x="0" y="0"/>
                </a:moveTo>
                <a:lnTo>
                  <a:pt x="9326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83841" y="3295103"/>
            <a:ext cx="93345" cy="0"/>
          </a:xfrm>
          <a:custGeom>
            <a:avLst/>
            <a:gdLst/>
            <a:ahLst/>
            <a:cxnLst/>
            <a:rect l="l" t="t" r="r" b="b"/>
            <a:pathLst>
              <a:path w="93345" h="0">
                <a:moveTo>
                  <a:pt x="0" y="0"/>
                </a:moveTo>
                <a:lnTo>
                  <a:pt x="9326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247617" y="3741699"/>
            <a:ext cx="8191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82647" y="3277069"/>
            <a:ext cx="1642110" cy="979169"/>
          </a:xfrm>
          <a:custGeom>
            <a:avLst/>
            <a:gdLst/>
            <a:ahLst/>
            <a:cxnLst/>
            <a:rect l="l" t="t" r="r" b="b"/>
            <a:pathLst>
              <a:path w="1642109" h="979170">
                <a:moveTo>
                  <a:pt x="42684" y="35560"/>
                </a:moveTo>
                <a:lnTo>
                  <a:pt x="36982" y="33020"/>
                </a:lnTo>
                <a:lnTo>
                  <a:pt x="37642" y="33020"/>
                </a:lnTo>
                <a:lnTo>
                  <a:pt x="31940" y="31750"/>
                </a:lnTo>
                <a:lnTo>
                  <a:pt x="27330" y="31750"/>
                </a:lnTo>
                <a:lnTo>
                  <a:pt x="21653" y="30479"/>
                </a:lnTo>
                <a:lnTo>
                  <a:pt x="22199" y="30479"/>
                </a:lnTo>
                <a:lnTo>
                  <a:pt x="10871" y="29210"/>
                </a:lnTo>
                <a:lnTo>
                  <a:pt x="11277" y="29210"/>
                </a:lnTo>
                <a:lnTo>
                  <a:pt x="0" y="27939"/>
                </a:lnTo>
                <a:lnTo>
                  <a:pt x="2387" y="0"/>
                </a:lnTo>
                <a:lnTo>
                  <a:pt x="25971" y="2539"/>
                </a:lnTo>
                <a:lnTo>
                  <a:pt x="32156" y="3810"/>
                </a:lnTo>
                <a:lnTo>
                  <a:pt x="38430" y="3810"/>
                </a:lnTo>
                <a:lnTo>
                  <a:pt x="44792" y="6350"/>
                </a:lnTo>
                <a:lnTo>
                  <a:pt x="51117" y="7620"/>
                </a:lnTo>
                <a:lnTo>
                  <a:pt x="56807" y="10160"/>
                </a:lnTo>
                <a:lnTo>
                  <a:pt x="63487" y="12700"/>
                </a:lnTo>
                <a:lnTo>
                  <a:pt x="69596" y="15239"/>
                </a:lnTo>
                <a:lnTo>
                  <a:pt x="75260" y="17779"/>
                </a:lnTo>
                <a:lnTo>
                  <a:pt x="81711" y="20320"/>
                </a:lnTo>
                <a:lnTo>
                  <a:pt x="87375" y="24129"/>
                </a:lnTo>
                <a:lnTo>
                  <a:pt x="93713" y="26670"/>
                </a:lnTo>
                <a:lnTo>
                  <a:pt x="105714" y="34289"/>
                </a:lnTo>
                <a:lnTo>
                  <a:pt x="42062" y="34289"/>
                </a:lnTo>
                <a:lnTo>
                  <a:pt x="42684" y="35560"/>
                </a:lnTo>
                <a:close/>
              </a:path>
              <a:path w="1642109" h="979170">
                <a:moveTo>
                  <a:pt x="1632909" y="114"/>
                </a:moveTo>
                <a:lnTo>
                  <a:pt x="1633639" y="0"/>
                </a:lnTo>
                <a:lnTo>
                  <a:pt x="1632909" y="114"/>
                </a:lnTo>
                <a:close/>
              </a:path>
              <a:path w="1642109" h="979170">
                <a:moveTo>
                  <a:pt x="1641868" y="27939"/>
                </a:moveTo>
                <a:lnTo>
                  <a:pt x="1637703" y="27939"/>
                </a:lnTo>
                <a:lnTo>
                  <a:pt x="1632909" y="114"/>
                </a:lnTo>
                <a:lnTo>
                  <a:pt x="1633639" y="0"/>
                </a:lnTo>
                <a:lnTo>
                  <a:pt x="1637055" y="0"/>
                </a:lnTo>
                <a:lnTo>
                  <a:pt x="1641868" y="27939"/>
                </a:lnTo>
                <a:close/>
              </a:path>
              <a:path w="1642109" h="979170">
                <a:moveTo>
                  <a:pt x="1156141" y="645160"/>
                </a:moveTo>
                <a:lnTo>
                  <a:pt x="1123632" y="645160"/>
                </a:lnTo>
                <a:lnTo>
                  <a:pt x="1134999" y="624839"/>
                </a:lnTo>
                <a:lnTo>
                  <a:pt x="1146276" y="605789"/>
                </a:lnTo>
                <a:lnTo>
                  <a:pt x="1168920" y="565150"/>
                </a:lnTo>
                <a:lnTo>
                  <a:pt x="1191564" y="524510"/>
                </a:lnTo>
                <a:lnTo>
                  <a:pt x="1236967" y="440689"/>
                </a:lnTo>
                <a:lnTo>
                  <a:pt x="1293825" y="339089"/>
                </a:lnTo>
                <a:lnTo>
                  <a:pt x="1305255" y="320039"/>
                </a:lnTo>
                <a:lnTo>
                  <a:pt x="1328039" y="280670"/>
                </a:lnTo>
                <a:lnTo>
                  <a:pt x="1373809" y="208279"/>
                </a:lnTo>
                <a:lnTo>
                  <a:pt x="1396784" y="175260"/>
                </a:lnTo>
                <a:lnTo>
                  <a:pt x="1431391" y="129539"/>
                </a:lnTo>
                <a:lnTo>
                  <a:pt x="1466215" y="90170"/>
                </a:lnTo>
                <a:lnTo>
                  <a:pt x="1501521" y="57150"/>
                </a:lnTo>
                <a:lnTo>
                  <a:pt x="1512849" y="48260"/>
                </a:lnTo>
                <a:lnTo>
                  <a:pt x="1525104" y="38100"/>
                </a:lnTo>
                <a:lnTo>
                  <a:pt x="1543100" y="26670"/>
                </a:lnTo>
                <a:lnTo>
                  <a:pt x="1549120" y="24129"/>
                </a:lnTo>
                <a:lnTo>
                  <a:pt x="1555165" y="20320"/>
                </a:lnTo>
                <a:lnTo>
                  <a:pt x="1561236" y="17779"/>
                </a:lnTo>
                <a:lnTo>
                  <a:pt x="1567345" y="13970"/>
                </a:lnTo>
                <a:lnTo>
                  <a:pt x="1573491" y="11429"/>
                </a:lnTo>
                <a:lnTo>
                  <a:pt x="1579676" y="10160"/>
                </a:lnTo>
                <a:lnTo>
                  <a:pt x="1585379" y="7620"/>
                </a:lnTo>
                <a:lnTo>
                  <a:pt x="1586179" y="7620"/>
                </a:lnTo>
                <a:lnTo>
                  <a:pt x="1592186" y="6350"/>
                </a:lnTo>
                <a:lnTo>
                  <a:pt x="1593024" y="5079"/>
                </a:lnTo>
                <a:lnTo>
                  <a:pt x="1599476" y="3810"/>
                </a:lnTo>
                <a:lnTo>
                  <a:pt x="1607083" y="2539"/>
                </a:lnTo>
                <a:lnTo>
                  <a:pt x="1613941" y="2539"/>
                </a:lnTo>
                <a:lnTo>
                  <a:pt x="1625625" y="1270"/>
                </a:lnTo>
                <a:lnTo>
                  <a:pt x="1632909" y="114"/>
                </a:lnTo>
                <a:lnTo>
                  <a:pt x="1637703" y="27939"/>
                </a:lnTo>
                <a:lnTo>
                  <a:pt x="1636953" y="27939"/>
                </a:lnTo>
                <a:lnTo>
                  <a:pt x="1628736" y="29210"/>
                </a:lnTo>
                <a:lnTo>
                  <a:pt x="1617052" y="30479"/>
                </a:lnTo>
                <a:lnTo>
                  <a:pt x="1617383" y="30479"/>
                </a:lnTo>
                <a:lnTo>
                  <a:pt x="1610868" y="31750"/>
                </a:lnTo>
                <a:lnTo>
                  <a:pt x="1605241" y="31750"/>
                </a:lnTo>
                <a:lnTo>
                  <a:pt x="1602022" y="33020"/>
                </a:lnTo>
                <a:lnTo>
                  <a:pt x="1599641" y="33020"/>
                </a:lnTo>
                <a:lnTo>
                  <a:pt x="1596631" y="34289"/>
                </a:lnTo>
                <a:lnTo>
                  <a:pt x="1594434" y="34289"/>
                </a:lnTo>
                <a:lnTo>
                  <a:pt x="1588744" y="36829"/>
                </a:lnTo>
                <a:lnTo>
                  <a:pt x="1589252" y="36829"/>
                </a:lnTo>
                <a:lnTo>
                  <a:pt x="1583575" y="38100"/>
                </a:lnTo>
                <a:lnTo>
                  <a:pt x="1584058" y="38100"/>
                </a:lnTo>
                <a:lnTo>
                  <a:pt x="1578394" y="40639"/>
                </a:lnTo>
                <a:lnTo>
                  <a:pt x="1578838" y="40639"/>
                </a:lnTo>
                <a:lnTo>
                  <a:pt x="1573187" y="43179"/>
                </a:lnTo>
                <a:lnTo>
                  <a:pt x="1573593" y="43179"/>
                </a:lnTo>
                <a:lnTo>
                  <a:pt x="1567929" y="45720"/>
                </a:lnTo>
                <a:lnTo>
                  <a:pt x="1568310" y="45720"/>
                </a:lnTo>
                <a:lnTo>
                  <a:pt x="1562646" y="48260"/>
                </a:lnTo>
                <a:lnTo>
                  <a:pt x="1562989" y="48260"/>
                </a:lnTo>
                <a:lnTo>
                  <a:pt x="1557312" y="52070"/>
                </a:lnTo>
                <a:lnTo>
                  <a:pt x="1557629" y="52070"/>
                </a:lnTo>
                <a:lnTo>
                  <a:pt x="1551940" y="54610"/>
                </a:lnTo>
                <a:lnTo>
                  <a:pt x="1552244" y="54610"/>
                </a:lnTo>
                <a:lnTo>
                  <a:pt x="1546555" y="58420"/>
                </a:lnTo>
                <a:lnTo>
                  <a:pt x="1546859" y="58420"/>
                </a:lnTo>
                <a:lnTo>
                  <a:pt x="1541183" y="62229"/>
                </a:lnTo>
                <a:lnTo>
                  <a:pt x="1541602" y="62229"/>
                </a:lnTo>
                <a:lnTo>
                  <a:pt x="1530286" y="69850"/>
                </a:lnTo>
                <a:lnTo>
                  <a:pt x="1530781" y="69850"/>
                </a:lnTo>
                <a:lnTo>
                  <a:pt x="1519453" y="78739"/>
                </a:lnTo>
                <a:lnTo>
                  <a:pt x="1519885" y="78739"/>
                </a:lnTo>
                <a:lnTo>
                  <a:pt x="1509939" y="87629"/>
                </a:lnTo>
                <a:lnTo>
                  <a:pt x="1508950" y="87629"/>
                </a:lnTo>
                <a:lnTo>
                  <a:pt x="1497571" y="99060"/>
                </a:lnTo>
                <a:lnTo>
                  <a:pt x="1497965" y="99060"/>
                </a:lnTo>
                <a:lnTo>
                  <a:pt x="1487895" y="109220"/>
                </a:lnTo>
                <a:lnTo>
                  <a:pt x="1486928" y="109220"/>
                </a:lnTo>
                <a:lnTo>
                  <a:pt x="1475600" y="121920"/>
                </a:lnTo>
                <a:lnTo>
                  <a:pt x="1475816" y="121920"/>
                </a:lnTo>
                <a:lnTo>
                  <a:pt x="1464449" y="134620"/>
                </a:lnTo>
                <a:lnTo>
                  <a:pt x="1464691" y="134620"/>
                </a:lnTo>
                <a:lnTo>
                  <a:pt x="1454357" y="147320"/>
                </a:lnTo>
                <a:lnTo>
                  <a:pt x="1453591" y="147320"/>
                </a:lnTo>
                <a:lnTo>
                  <a:pt x="1442262" y="162560"/>
                </a:lnTo>
                <a:lnTo>
                  <a:pt x="1442453" y="162560"/>
                </a:lnTo>
                <a:lnTo>
                  <a:pt x="1431124" y="176529"/>
                </a:lnTo>
                <a:lnTo>
                  <a:pt x="1420759" y="191770"/>
                </a:lnTo>
                <a:lnTo>
                  <a:pt x="1420025" y="191770"/>
                </a:lnTo>
                <a:lnTo>
                  <a:pt x="1408658" y="208279"/>
                </a:lnTo>
                <a:lnTo>
                  <a:pt x="1408798" y="208279"/>
                </a:lnTo>
                <a:lnTo>
                  <a:pt x="1397469" y="224789"/>
                </a:lnTo>
                <a:lnTo>
                  <a:pt x="1387052" y="241300"/>
                </a:lnTo>
                <a:lnTo>
                  <a:pt x="1386319" y="241300"/>
                </a:lnTo>
                <a:lnTo>
                  <a:pt x="1374952" y="259079"/>
                </a:lnTo>
                <a:lnTo>
                  <a:pt x="1363675" y="276860"/>
                </a:lnTo>
                <a:lnTo>
                  <a:pt x="1352461" y="295910"/>
                </a:lnTo>
                <a:lnTo>
                  <a:pt x="1329855" y="334010"/>
                </a:lnTo>
                <a:lnTo>
                  <a:pt x="1318552" y="353060"/>
                </a:lnTo>
                <a:lnTo>
                  <a:pt x="1307287" y="373379"/>
                </a:lnTo>
                <a:lnTo>
                  <a:pt x="1284630" y="414020"/>
                </a:lnTo>
                <a:lnTo>
                  <a:pt x="1261973" y="454660"/>
                </a:lnTo>
                <a:lnTo>
                  <a:pt x="1239304" y="496570"/>
                </a:lnTo>
                <a:lnTo>
                  <a:pt x="1216583" y="537210"/>
                </a:lnTo>
                <a:lnTo>
                  <a:pt x="1193838" y="579120"/>
                </a:lnTo>
                <a:lnTo>
                  <a:pt x="1171143" y="619760"/>
                </a:lnTo>
                <a:lnTo>
                  <a:pt x="1159713" y="638810"/>
                </a:lnTo>
                <a:lnTo>
                  <a:pt x="1156141" y="645160"/>
                </a:lnTo>
                <a:close/>
              </a:path>
              <a:path w="1642109" h="979170">
                <a:moveTo>
                  <a:pt x="1604657" y="33020"/>
                </a:moveTo>
                <a:lnTo>
                  <a:pt x="1605241" y="31750"/>
                </a:lnTo>
                <a:lnTo>
                  <a:pt x="1611274" y="31750"/>
                </a:lnTo>
                <a:lnTo>
                  <a:pt x="1604657" y="33020"/>
                </a:lnTo>
                <a:close/>
              </a:path>
              <a:path w="1642109" h="979170">
                <a:moveTo>
                  <a:pt x="1598802" y="34289"/>
                </a:moveTo>
                <a:lnTo>
                  <a:pt x="1599641" y="33020"/>
                </a:lnTo>
                <a:lnTo>
                  <a:pt x="1602022" y="33020"/>
                </a:lnTo>
                <a:lnTo>
                  <a:pt x="1598802" y="34289"/>
                </a:lnTo>
                <a:close/>
              </a:path>
              <a:path w="1642109" h="979170">
                <a:moveTo>
                  <a:pt x="127977" y="88900"/>
                </a:moveTo>
                <a:lnTo>
                  <a:pt x="116598" y="78739"/>
                </a:lnTo>
                <a:lnTo>
                  <a:pt x="117030" y="78739"/>
                </a:lnTo>
                <a:lnTo>
                  <a:pt x="105714" y="69850"/>
                </a:lnTo>
                <a:lnTo>
                  <a:pt x="106210" y="69850"/>
                </a:lnTo>
                <a:lnTo>
                  <a:pt x="94881" y="62229"/>
                </a:lnTo>
                <a:lnTo>
                  <a:pt x="95313" y="62229"/>
                </a:lnTo>
                <a:lnTo>
                  <a:pt x="89636" y="58420"/>
                </a:lnTo>
                <a:lnTo>
                  <a:pt x="89941" y="58420"/>
                </a:lnTo>
                <a:lnTo>
                  <a:pt x="84251" y="54610"/>
                </a:lnTo>
                <a:lnTo>
                  <a:pt x="84556" y="54610"/>
                </a:lnTo>
                <a:lnTo>
                  <a:pt x="78867" y="52070"/>
                </a:lnTo>
                <a:lnTo>
                  <a:pt x="79184" y="52070"/>
                </a:lnTo>
                <a:lnTo>
                  <a:pt x="73507" y="48260"/>
                </a:lnTo>
                <a:lnTo>
                  <a:pt x="73850" y="48260"/>
                </a:lnTo>
                <a:lnTo>
                  <a:pt x="68186" y="45720"/>
                </a:lnTo>
                <a:lnTo>
                  <a:pt x="68567" y="45720"/>
                </a:lnTo>
                <a:lnTo>
                  <a:pt x="62903" y="43179"/>
                </a:lnTo>
                <a:lnTo>
                  <a:pt x="63309" y="43179"/>
                </a:lnTo>
                <a:lnTo>
                  <a:pt x="57657" y="40639"/>
                </a:lnTo>
                <a:lnTo>
                  <a:pt x="58102" y="40639"/>
                </a:lnTo>
                <a:lnTo>
                  <a:pt x="52438" y="38100"/>
                </a:lnTo>
                <a:lnTo>
                  <a:pt x="52908" y="38100"/>
                </a:lnTo>
                <a:lnTo>
                  <a:pt x="47231" y="36829"/>
                </a:lnTo>
                <a:lnTo>
                  <a:pt x="47751" y="36829"/>
                </a:lnTo>
                <a:lnTo>
                  <a:pt x="42062" y="34289"/>
                </a:lnTo>
                <a:lnTo>
                  <a:pt x="105714" y="34289"/>
                </a:lnTo>
                <a:lnTo>
                  <a:pt x="111391" y="38100"/>
                </a:lnTo>
                <a:lnTo>
                  <a:pt x="123647" y="48260"/>
                </a:lnTo>
                <a:lnTo>
                  <a:pt x="134975" y="57150"/>
                </a:lnTo>
                <a:lnTo>
                  <a:pt x="147193" y="67310"/>
                </a:lnTo>
                <a:lnTo>
                  <a:pt x="158953" y="78739"/>
                </a:lnTo>
                <a:lnTo>
                  <a:pt x="167764" y="87629"/>
                </a:lnTo>
                <a:lnTo>
                  <a:pt x="127546" y="87629"/>
                </a:lnTo>
                <a:lnTo>
                  <a:pt x="127977" y="88900"/>
                </a:lnTo>
                <a:close/>
              </a:path>
              <a:path w="1642109" h="979170">
                <a:moveTo>
                  <a:pt x="1593621" y="35560"/>
                </a:moveTo>
                <a:lnTo>
                  <a:pt x="1594434" y="34289"/>
                </a:lnTo>
                <a:lnTo>
                  <a:pt x="1596631" y="34289"/>
                </a:lnTo>
                <a:lnTo>
                  <a:pt x="1593621" y="35560"/>
                </a:lnTo>
                <a:close/>
              </a:path>
              <a:path w="1642109" h="979170">
                <a:moveTo>
                  <a:pt x="149859" y="110489"/>
                </a:moveTo>
                <a:lnTo>
                  <a:pt x="138531" y="99060"/>
                </a:lnTo>
                <a:lnTo>
                  <a:pt x="138925" y="99060"/>
                </a:lnTo>
                <a:lnTo>
                  <a:pt x="127546" y="87629"/>
                </a:lnTo>
                <a:lnTo>
                  <a:pt x="167764" y="87629"/>
                </a:lnTo>
                <a:lnTo>
                  <a:pt x="170281" y="90170"/>
                </a:lnTo>
                <a:lnTo>
                  <a:pt x="182118" y="102870"/>
                </a:lnTo>
                <a:lnTo>
                  <a:pt x="187801" y="109220"/>
                </a:lnTo>
                <a:lnTo>
                  <a:pt x="149567" y="109220"/>
                </a:lnTo>
                <a:lnTo>
                  <a:pt x="149859" y="110489"/>
                </a:lnTo>
                <a:close/>
              </a:path>
              <a:path w="1642109" h="979170">
                <a:moveTo>
                  <a:pt x="1508518" y="88900"/>
                </a:moveTo>
                <a:lnTo>
                  <a:pt x="1508950" y="87629"/>
                </a:lnTo>
                <a:lnTo>
                  <a:pt x="1509939" y="87629"/>
                </a:lnTo>
                <a:lnTo>
                  <a:pt x="1508518" y="88900"/>
                </a:lnTo>
                <a:close/>
              </a:path>
              <a:path w="1642109" h="979170">
                <a:moveTo>
                  <a:pt x="183184" y="148589"/>
                </a:moveTo>
                <a:lnTo>
                  <a:pt x="171805" y="134620"/>
                </a:lnTo>
                <a:lnTo>
                  <a:pt x="172046" y="134620"/>
                </a:lnTo>
                <a:lnTo>
                  <a:pt x="160680" y="121920"/>
                </a:lnTo>
                <a:lnTo>
                  <a:pt x="160896" y="121920"/>
                </a:lnTo>
                <a:lnTo>
                  <a:pt x="149567" y="109220"/>
                </a:lnTo>
                <a:lnTo>
                  <a:pt x="187801" y="109220"/>
                </a:lnTo>
                <a:lnTo>
                  <a:pt x="193484" y="115570"/>
                </a:lnTo>
                <a:lnTo>
                  <a:pt x="205333" y="129539"/>
                </a:lnTo>
                <a:lnTo>
                  <a:pt x="218765" y="147320"/>
                </a:lnTo>
                <a:lnTo>
                  <a:pt x="182930" y="147320"/>
                </a:lnTo>
                <a:lnTo>
                  <a:pt x="183184" y="148589"/>
                </a:lnTo>
                <a:close/>
              </a:path>
              <a:path w="1642109" h="979170">
                <a:moveTo>
                  <a:pt x="1486636" y="110489"/>
                </a:moveTo>
                <a:lnTo>
                  <a:pt x="1486928" y="109220"/>
                </a:lnTo>
                <a:lnTo>
                  <a:pt x="1487895" y="109220"/>
                </a:lnTo>
                <a:lnTo>
                  <a:pt x="1486636" y="110489"/>
                </a:lnTo>
                <a:close/>
              </a:path>
              <a:path w="1642109" h="979170">
                <a:moveTo>
                  <a:pt x="194259" y="162560"/>
                </a:moveTo>
                <a:lnTo>
                  <a:pt x="182930" y="147320"/>
                </a:lnTo>
                <a:lnTo>
                  <a:pt x="218765" y="147320"/>
                </a:lnTo>
                <a:lnTo>
                  <a:pt x="229293" y="161289"/>
                </a:lnTo>
                <a:lnTo>
                  <a:pt x="194068" y="161289"/>
                </a:lnTo>
                <a:lnTo>
                  <a:pt x="194259" y="162560"/>
                </a:lnTo>
                <a:close/>
              </a:path>
              <a:path w="1642109" h="979170">
                <a:moveTo>
                  <a:pt x="1453324" y="148589"/>
                </a:moveTo>
                <a:lnTo>
                  <a:pt x="1453591" y="147320"/>
                </a:lnTo>
                <a:lnTo>
                  <a:pt x="1454357" y="147320"/>
                </a:lnTo>
                <a:lnTo>
                  <a:pt x="1453324" y="148589"/>
                </a:lnTo>
                <a:close/>
              </a:path>
              <a:path w="1642109" h="979170">
                <a:moveTo>
                  <a:pt x="836676" y="977900"/>
                </a:moveTo>
                <a:lnTo>
                  <a:pt x="799261" y="977900"/>
                </a:lnTo>
                <a:lnTo>
                  <a:pt x="793597" y="976630"/>
                </a:lnTo>
                <a:lnTo>
                  <a:pt x="786866" y="975360"/>
                </a:lnTo>
                <a:lnTo>
                  <a:pt x="781202" y="974089"/>
                </a:lnTo>
                <a:lnTo>
                  <a:pt x="774522" y="972819"/>
                </a:lnTo>
                <a:lnTo>
                  <a:pt x="768324" y="970280"/>
                </a:lnTo>
                <a:lnTo>
                  <a:pt x="762634" y="969010"/>
                </a:lnTo>
                <a:lnTo>
                  <a:pt x="756437" y="966469"/>
                </a:lnTo>
                <a:lnTo>
                  <a:pt x="749846" y="963930"/>
                </a:lnTo>
                <a:lnTo>
                  <a:pt x="744181" y="961389"/>
                </a:lnTo>
                <a:lnTo>
                  <a:pt x="737730" y="957580"/>
                </a:lnTo>
                <a:lnTo>
                  <a:pt x="731723" y="955039"/>
                </a:lnTo>
                <a:lnTo>
                  <a:pt x="725728" y="951230"/>
                </a:lnTo>
                <a:lnTo>
                  <a:pt x="720039" y="947419"/>
                </a:lnTo>
                <a:lnTo>
                  <a:pt x="713727" y="943610"/>
                </a:lnTo>
                <a:lnTo>
                  <a:pt x="708050" y="939800"/>
                </a:lnTo>
                <a:lnTo>
                  <a:pt x="696302" y="930910"/>
                </a:lnTo>
                <a:lnTo>
                  <a:pt x="695807" y="930910"/>
                </a:lnTo>
                <a:lnTo>
                  <a:pt x="684479" y="922019"/>
                </a:lnTo>
                <a:lnTo>
                  <a:pt x="672249" y="910589"/>
                </a:lnTo>
                <a:lnTo>
                  <a:pt x="660488" y="900430"/>
                </a:lnTo>
                <a:lnTo>
                  <a:pt x="649173" y="889000"/>
                </a:lnTo>
                <a:lnTo>
                  <a:pt x="637336" y="875030"/>
                </a:lnTo>
                <a:lnTo>
                  <a:pt x="625716" y="862330"/>
                </a:lnTo>
                <a:lnTo>
                  <a:pt x="591108" y="819150"/>
                </a:lnTo>
                <a:lnTo>
                  <a:pt x="556653" y="769620"/>
                </a:lnTo>
                <a:lnTo>
                  <a:pt x="545261" y="751839"/>
                </a:lnTo>
                <a:lnTo>
                  <a:pt x="522325" y="716279"/>
                </a:lnTo>
                <a:lnTo>
                  <a:pt x="488149" y="659129"/>
                </a:lnTo>
                <a:lnTo>
                  <a:pt x="476707" y="638810"/>
                </a:lnTo>
                <a:lnTo>
                  <a:pt x="465353" y="619760"/>
                </a:lnTo>
                <a:lnTo>
                  <a:pt x="442658" y="579120"/>
                </a:lnTo>
                <a:lnTo>
                  <a:pt x="419887" y="537210"/>
                </a:lnTo>
                <a:lnTo>
                  <a:pt x="374497" y="454660"/>
                </a:lnTo>
                <a:lnTo>
                  <a:pt x="351828" y="414020"/>
                </a:lnTo>
                <a:lnTo>
                  <a:pt x="329171" y="373379"/>
                </a:lnTo>
                <a:lnTo>
                  <a:pt x="317880" y="353060"/>
                </a:lnTo>
                <a:lnTo>
                  <a:pt x="306577" y="334010"/>
                </a:lnTo>
                <a:lnTo>
                  <a:pt x="283946" y="295910"/>
                </a:lnTo>
                <a:lnTo>
                  <a:pt x="272707" y="276860"/>
                </a:lnTo>
                <a:lnTo>
                  <a:pt x="261442" y="259079"/>
                </a:lnTo>
                <a:lnTo>
                  <a:pt x="250164" y="241300"/>
                </a:lnTo>
                <a:lnTo>
                  <a:pt x="238899" y="224789"/>
                </a:lnTo>
                <a:lnTo>
                  <a:pt x="227685" y="208279"/>
                </a:lnTo>
                <a:lnTo>
                  <a:pt x="227825" y="208279"/>
                </a:lnTo>
                <a:lnTo>
                  <a:pt x="216458" y="191770"/>
                </a:lnTo>
                <a:lnTo>
                  <a:pt x="216611" y="191770"/>
                </a:lnTo>
                <a:lnTo>
                  <a:pt x="205244" y="176529"/>
                </a:lnTo>
                <a:lnTo>
                  <a:pt x="205397" y="176529"/>
                </a:lnTo>
                <a:lnTo>
                  <a:pt x="194068" y="161289"/>
                </a:lnTo>
                <a:lnTo>
                  <a:pt x="229293" y="161289"/>
                </a:lnTo>
                <a:lnTo>
                  <a:pt x="239852" y="175260"/>
                </a:lnTo>
                <a:lnTo>
                  <a:pt x="251371" y="191770"/>
                </a:lnTo>
                <a:lnTo>
                  <a:pt x="262801" y="209550"/>
                </a:lnTo>
                <a:lnTo>
                  <a:pt x="274193" y="226060"/>
                </a:lnTo>
                <a:lnTo>
                  <a:pt x="285648" y="243839"/>
                </a:lnTo>
                <a:lnTo>
                  <a:pt x="297129" y="262889"/>
                </a:lnTo>
                <a:lnTo>
                  <a:pt x="308533" y="280670"/>
                </a:lnTo>
                <a:lnTo>
                  <a:pt x="331304" y="320039"/>
                </a:lnTo>
                <a:lnTo>
                  <a:pt x="342734" y="339089"/>
                </a:lnTo>
                <a:lnTo>
                  <a:pt x="399554" y="440689"/>
                </a:lnTo>
                <a:lnTo>
                  <a:pt x="444944" y="523239"/>
                </a:lnTo>
                <a:lnTo>
                  <a:pt x="467614" y="565150"/>
                </a:lnTo>
                <a:lnTo>
                  <a:pt x="490270" y="605789"/>
                </a:lnTo>
                <a:lnTo>
                  <a:pt x="490940" y="605789"/>
                </a:lnTo>
                <a:lnTo>
                  <a:pt x="501561" y="624839"/>
                </a:lnTo>
                <a:lnTo>
                  <a:pt x="512864" y="645160"/>
                </a:lnTo>
                <a:lnTo>
                  <a:pt x="513532" y="645160"/>
                </a:lnTo>
                <a:lnTo>
                  <a:pt x="535495" y="683260"/>
                </a:lnTo>
                <a:lnTo>
                  <a:pt x="546734" y="701039"/>
                </a:lnTo>
                <a:lnTo>
                  <a:pt x="557999" y="718820"/>
                </a:lnTo>
                <a:lnTo>
                  <a:pt x="569277" y="736600"/>
                </a:lnTo>
                <a:lnTo>
                  <a:pt x="580529" y="754379"/>
                </a:lnTo>
                <a:lnTo>
                  <a:pt x="581224" y="754379"/>
                </a:lnTo>
                <a:lnTo>
                  <a:pt x="591743" y="770889"/>
                </a:lnTo>
                <a:lnTo>
                  <a:pt x="592478" y="770889"/>
                </a:lnTo>
                <a:lnTo>
                  <a:pt x="602970" y="786129"/>
                </a:lnTo>
                <a:lnTo>
                  <a:pt x="614210" y="801370"/>
                </a:lnTo>
                <a:lnTo>
                  <a:pt x="614070" y="801370"/>
                </a:lnTo>
                <a:lnTo>
                  <a:pt x="625398" y="816610"/>
                </a:lnTo>
                <a:lnTo>
                  <a:pt x="625208" y="816610"/>
                </a:lnTo>
                <a:lnTo>
                  <a:pt x="636536" y="830580"/>
                </a:lnTo>
                <a:lnTo>
                  <a:pt x="636282" y="830580"/>
                </a:lnTo>
                <a:lnTo>
                  <a:pt x="647649" y="844550"/>
                </a:lnTo>
                <a:lnTo>
                  <a:pt x="648429" y="844550"/>
                </a:lnTo>
                <a:lnTo>
                  <a:pt x="658774" y="857250"/>
                </a:lnTo>
                <a:lnTo>
                  <a:pt x="659678" y="857250"/>
                </a:lnTo>
                <a:lnTo>
                  <a:pt x="669874" y="868680"/>
                </a:lnTo>
                <a:lnTo>
                  <a:pt x="669582" y="868680"/>
                </a:lnTo>
                <a:lnTo>
                  <a:pt x="680910" y="880110"/>
                </a:lnTo>
                <a:lnTo>
                  <a:pt x="680529" y="880110"/>
                </a:lnTo>
                <a:lnTo>
                  <a:pt x="691896" y="890269"/>
                </a:lnTo>
                <a:lnTo>
                  <a:pt x="691476" y="890269"/>
                </a:lnTo>
                <a:lnTo>
                  <a:pt x="702843" y="900430"/>
                </a:lnTo>
                <a:lnTo>
                  <a:pt x="704029" y="900430"/>
                </a:lnTo>
                <a:lnTo>
                  <a:pt x="713740" y="908050"/>
                </a:lnTo>
                <a:lnTo>
                  <a:pt x="713231" y="908050"/>
                </a:lnTo>
                <a:lnTo>
                  <a:pt x="724560" y="916939"/>
                </a:lnTo>
                <a:lnTo>
                  <a:pt x="724128" y="916939"/>
                </a:lnTo>
                <a:lnTo>
                  <a:pt x="729805" y="920750"/>
                </a:lnTo>
                <a:lnTo>
                  <a:pt x="731397" y="920750"/>
                </a:lnTo>
                <a:lnTo>
                  <a:pt x="735190" y="923289"/>
                </a:lnTo>
                <a:lnTo>
                  <a:pt x="734885" y="923289"/>
                </a:lnTo>
                <a:lnTo>
                  <a:pt x="740575" y="927100"/>
                </a:lnTo>
                <a:lnTo>
                  <a:pt x="740270" y="927100"/>
                </a:lnTo>
                <a:lnTo>
                  <a:pt x="745947" y="929639"/>
                </a:lnTo>
                <a:lnTo>
                  <a:pt x="745591" y="929639"/>
                </a:lnTo>
                <a:lnTo>
                  <a:pt x="751255" y="933450"/>
                </a:lnTo>
                <a:lnTo>
                  <a:pt x="752771" y="933450"/>
                </a:lnTo>
                <a:lnTo>
                  <a:pt x="756539" y="935989"/>
                </a:lnTo>
                <a:lnTo>
                  <a:pt x="758964" y="935989"/>
                </a:lnTo>
                <a:lnTo>
                  <a:pt x="761796" y="937260"/>
                </a:lnTo>
                <a:lnTo>
                  <a:pt x="761352" y="937260"/>
                </a:lnTo>
                <a:lnTo>
                  <a:pt x="767016" y="939800"/>
                </a:lnTo>
                <a:lnTo>
                  <a:pt x="766533" y="939800"/>
                </a:lnTo>
                <a:lnTo>
                  <a:pt x="772210" y="942339"/>
                </a:lnTo>
                <a:lnTo>
                  <a:pt x="771690" y="942339"/>
                </a:lnTo>
                <a:lnTo>
                  <a:pt x="777379" y="943610"/>
                </a:lnTo>
                <a:lnTo>
                  <a:pt x="776871" y="943610"/>
                </a:lnTo>
                <a:lnTo>
                  <a:pt x="782574" y="944880"/>
                </a:lnTo>
                <a:lnTo>
                  <a:pt x="782078" y="944880"/>
                </a:lnTo>
                <a:lnTo>
                  <a:pt x="787755" y="946150"/>
                </a:lnTo>
                <a:lnTo>
                  <a:pt x="787247" y="946150"/>
                </a:lnTo>
                <a:lnTo>
                  <a:pt x="792911" y="947419"/>
                </a:lnTo>
                <a:lnTo>
                  <a:pt x="792378" y="947419"/>
                </a:lnTo>
                <a:lnTo>
                  <a:pt x="798042" y="948689"/>
                </a:lnTo>
                <a:lnTo>
                  <a:pt x="802614" y="948689"/>
                </a:lnTo>
                <a:lnTo>
                  <a:pt x="808278" y="949960"/>
                </a:lnTo>
                <a:lnTo>
                  <a:pt x="912431" y="949960"/>
                </a:lnTo>
                <a:lnTo>
                  <a:pt x="904430" y="955039"/>
                </a:lnTo>
                <a:lnTo>
                  <a:pt x="898385" y="957580"/>
                </a:lnTo>
                <a:lnTo>
                  <a:pt x="892301" y="961389"/>
                </a:lnTo>
                <a:lnTo>
                  <a:pt x="873861" y="969010"/>
                </a:lnTo>
                <a:lnTo>
                  <a:pt x="868172" y="970280"/>
                </a:lnTo>
                <a:lnTo>
                  <a:pt x="861974" y="972819"/>
                </a:lnTo>
                <a:lnTo>
                  <a:pt x="855294" y="974089"/>
                </a:lnTo>
                <a:lnTo>
                  <a:pt x="836676" y="977900"/>
                </a:lnTo>
                <a:close/>
              </a:path>
              <a:path w="1642109" h="979170">
                <a:moveTo>
                  <a:pt x="1419885" y="193039"/>
                </a:moveTo>
                <a:lnTo>
                  <a:pt x="1420025" y="191770"/>
                </a:lnTo>
                <a:lnTo>
                  <a:pt x="1420759" y="191770"/>
                </a:lnTo>
                <a:lnTo>
                  <a:pt x="1419885" y="193039"/>
                </a:lnTo>
                <a:close/>
              </a:path>
              <a:path w="1642109" h="979170">
                <a:moveTo>
                  <a:pt x="1386243" y="242570"/>
                </a:moveTo>
                <a:lnTo>
                  <a:pt x="1386319" y="241300"/>
                </a:lnTo>
                <a:lnTo>
                  <a:pt x="1387052" y="241300"/>
                </a:lnTo>
                <a:lnTo>
                  <a:pt x="1386243" y="242570"/>
                </a:lnTo>
                <a:close/>
              </a:path>
              <a:path w="1642109" h="979170">
                <a:moveTo>
                  <a:pt x="490940" y="605789"/>
                </a:moveTo>
                <a:lnTo>
                  <a:pt x="490270" y="605789"/>
                </a:lnTo>
                <a:lnTo>
                  <a:pt x="490232" y="604520"/>
                </a:lnTo>
                <a:lnTo>
                  <a:pt x="490940" y="605789"/>
                </a:lnTo>
                <a:close/>
              </a:path>
              <a:path w="1642109" h="979170">
                <a:moveTo>
                  <a:pt x="513532" y="645160"/>
                </a:moveTo>
                <a:lnTo>
                  <a:pt x="512864" y="645160"/>
                </a:lnTo>
                <a:lnTo>
                  <a:pt x="512800" y="643889"/>
                </a:lnTo>
                <a:lnTo>
                  <a:pt x="513532" y="645160"/>
                </a:lnTo>
                <a:close/>
              </a:path>
              <a:path w="1642109" h="979170">
                <a:moveTo>
                  <a:pt x="1025286" y="844550"/>
                </a:moveTo>
                <a:lnTo>
                  <a:pt x="988860" y="844550"/>
                </a:lnTo>
                <a:lnTo>
                  <a:pt x="1000226" y="830580"/>
                </a:lnTo>
                <a:lnTo>
                  <a:pt x="999985" y="830580"/>
                </a:lnTo>
                <a:lnTo>
                  <a:pt x="1011301" y="816610"/>
                </a:lnTo>
                <a:lnTo>
                  <a:pt x="1011110" y="816610"/>
                </a:lnTo>
                <a:lnTo>
                  <a:pt x="1022438" y="801370"/>
                </a:lnTo>
                <a:lnTo>
                  <a:pt x="1022299" y="801370"/>
                </a:lnTo>
                <a:lnTo>
                  <a:pt x="1033665" y="786129"/>
                </a:lnTo>
                <a:lnTo>
                  <a:pt x="1033513" y="786129"/>
                </a:lnTo>
                <a:lnTo>
                  <a:pt x="1044879" y="770889"/>
                </a:lnTo>
                <a:lnTo>
                  <a:pt x="1044727" y="770889"/>
                </a:lnTo>
                <a:lnTo>
                  <a:pt x="1056055" y="754379"/>
                </a:lnTo>
                <a:lnTo>
                  <a:pt x="1067282" y="736600"/>
                </a:lnTo>
                <a:lnTo>
                  <a:pt x="1078585" y="718820"/>
                </a:lnTo>
                <a:lnTo>
                  <a:pt x="1089863" y="701039"/>
                </a:lnTo>
                <a:lnTo>
                  <a:pt x="1101090" y="683260"/>
                </a:lnTo>
                <a:lnTo>
                  <a:pt x="1123696" y="643889"/>
                </a:lnTo>
                <a:lnTo>
                  <a:pt x="1123632" y="645160"/>
                </a:lnTo>
                <a:lnTo>
                  <a:pt x="1156141" y="645160"/>
                </a:lnTo>
                <a:lnTo>
                  <a:pt x="1148283" y="659129"/>
                </a:lnTo>
                <a:lnTo>
                  <a:pt x="1114069" y="716279"/>
                </a:lnTo>
                <a:lnTo>
                  <a:pt x="1068273" y="787400"/>
                </a:lnTo>
                <a:lnTo>
                  <a:pt x="1056741" y="802639"/>
                </a:lnTo>
                <a:lnTo>
                  <a:pt x="1045235" y="819150"/>
                </a:lnTo>
                <a:lnTo>
                  <a:pt x="1033716" y="834389"/>
                </a:lnTo>
                <a:lnTo>
                  <a:pt x="1025286" y="844550"/>
                </a:lnTo>
                <a:close/>
              </a:path>
              <a:path w="1642109" h="979170">
                <a:moveTo>
                  <a:pt x="581224" y="754379"/>
                </a:moveTo>
                <a:lnTo>
                  <a:pt x="580529" y="754379"/>
                </a:lnTo>
                <a:lnTo>
                  <a:pt x="580415" y="753110"/>
                </a:lnTo>
                <a:lnTo>
                  <a:pt x="581224" y="754379"/>
                </a:lnTo>
                <a:close/>
              </a:path>
              <a:path w="1642109" h="979170">
                <a:moveTo>
                  <a:pt x="592478" y="770889"/>
                </a:moveTo>
                <a:lnTo>
                  <a:pt x="591743" y="770889"/>
                </a:lnTo>
                <a:lnTo>
                  <a:pt x="591604" y="769620"/>
                </a:lnTo>
                <a:lnTo>
                  <a:pt x="592478" y="770889"/>
                </a:lnTo>
                <a:close/>
              </a:path>
              <a:path w="1642109" h="979170">
                <a:moveTo>
                  <a:pt x="648429" y="844550"/>
                </a:moveTo>
                <a:lnTo>
                  <a:pt x="647649" y="844550"/>
                </a:lnTo>
                <a:lnTo>
                  <a:pt x="647395" y="843280"/>
                </a:lnTo>
                <a:lnTo>
                  <a:pt x="648429" y="844550"/>
                </a:lnTo>
                <a:close/>
              </a:path>
              <a:path w="1642109" h="979170">
                <a:moveTo>
                  <a:pt x="1014749" y="857250"/>
                </a:moveTo>
                <a:lnTo>
                  <a:pt x="977722" y="857250"/>
                </a:lnTo>
                <a:lnTo>
                  <a:pt x="989088" y="843280"/>
                </a:lnTo>
                <a:lnTo>
                  <a:pt x="988860" y="844550"/>
                </a:lnTo>
                <a:lnTo>
                  <a:pt x="1025286" y="844550"/>
                </a:lnTo>
                <a:lnTo>
                  <a:pt x="1014749" y="857250"/>
                </a:lnTo>
                <a:close/>
              </a:path>
              <a:path w="1642109" h="979170">
                <a:moveTo>
                  <a:pt x="659678" y="857250"/>
                </a:moveTo>
                <a:lnTo>
                  <a:pt x="658774" y="857250"/>
                </a:lnTo>
                <a:lnTo>
                  <a:pt x="658545" y="855980"/>
                </a:lnTo>
                <a:lnTo>
                  <a:pt x="659678" y="857250"/>
                </a:lnTo>
                <a:close/>
              </a:path>
              <a:path w="1642109" h="979170">
                <a:moveTo>
                  <a:pt x="975614" y="900430"/>
                </a:moveTo>
                <a:lnTo>
                  <a:pt x="933653" y="900430"/>
                </a:lnTo>
                <a:lnTo>
                  <a:pt x="945019" y="890269"/>
                </a:lnTo>
                <a:lnTo>
                  <a:pt x="944600" y="890269"/>
                </a:lnTo>
                <a:lnTo>
                  <a:pt x="955967" y="880110"/>
                </a:lnTo>
                <a:lnTo>
                  <a:pt x="955586" y="880110"/>
                </a:lnTo>
                <a:lnTo>
                  <a:pt x="966914" y="868680"/>
                </a:lnTo>
                <a:lnTo>
                  <a:pt x="966609" y="868680"/>
                </a:lnTo>
                <a:lnTo>
                  <a:pt x="977938" y="855980"/>
                </a:lnTo>
                <a:lnTo>
                  <a:pt x="977722" y="857250"/>
                </a:lnTo>
                <a:lnTo>
                  <a:pt x="1014749" y="857250"/>
                </a:lnTo>
                <a:lnTo>
                  <a:pt x="998943" y="876300"/>
                </a:lnTo>
                <a:lnTo>
                  <a:pt x="987323" y="889000"/>
                </a:lnTo>
                <a:lnTo>
                  <a:pt x="975614" y="900430"/>
                </a:lnTo>
                <a:close/>
              </a:path>
              <a:path w="1642109" h="979170">
                <a:moveTo>
                  <a:pt x="704029" y="900430"/>
                </a:moveTo>
                <a:lnTo>
                  <a:pt x="702843" y="900430"/>
                </a:lnTo>
                <a:lnTo>
                  <a:pt x="702411" y="899160"/>
                </a:lnTo>
                <a:lnTo>
                  <a:pt x="704029" y="900430"/>
                </a:lnTo>
                <a:close/>
              </a:path>
              <a:path w="1642109" h="979170">
                <a:moveTo>
                  <a:pt x="953493" y="920750"/>
                </a:moveTo>
                <a:lnTo>
                  <a:pt x="906678" y="920750"/>
                </a:lnTo>
                <a:lnTo>
                  <a:pt x="912355" y="916939"/>
                </a:lnTo>
                <a:lnTo>
                  <a:pt x="911936" y="916939"/>
                </a:lnTo>
                <a:lnTo>
                  <a:pt x="923264" y="908050"/>
                </a:lnTo>
                <a:lnTo>
                  <a:pt x="922756" y="908050"/>
                </a:lnTo>
                <a:lnTo>
                  <a:pt x="934084" y="899160"/>
                </a:lnTo>
                <a:lnTo>
                  <a:pt x="933653" y="900430"/>
                </a:lnTo>
                <a:lnTo>
                  <a:pt x="975614" y="900430"/>
                </a:lnTo>
                <a:lnTo>
                  <a:pt x="963828" y="911860"/>
                </a:lnTo>
                <a:lnTo>
                  <a:pt x="953493" y="920750"/>
                </a:lnTo>
                <a:close/>
              </a:path>
              <a:path w="1642109" h="979170">
                <a:moveTo>
                  <a:pt x="731397" y="920750"/>
                </a:moveTo>
                <a:lnTo>
                  <a:pt x="729805" y="920750"/>
                </a:lnTo>
                <a:lnTo>
                  <a:pt x="729500" y="919480"/>
                </a:lnTo>
                <a:lnTo>
                  <a:pt x="731397" y="920750"/>
                </a:lnTo>
                <a:close/>
              </a:path>
              <a:path w="1642109" h="979170">
                <a:moveTo>
                  <a:pt x="936833" y="933450"/>
                </a:moveTo>
                <a:lnTo>
                  <a:pt x="885228" y="933450"/>
                </a:lnTo>
                <a:lnTo>
                  <a:pt x="890892" y="929639"/>
                </a:lnTo>
                <a:lnTo>
                  <a:pt x="890549" y="929639"/>
                </a:lnTo>
                <a:lnTo>
                  <a:pt x="896226" y="927100"/>
                </a:lnTo>
                <a:lnTo>
                  <a:pt x="895908" y="927100"/>
                </a:lnTo>
                <a:lnTo>
                  <a:pt x="901611" y="923289"/>
                </a:lnTo>
                <a:lnTo>
                  <a:pt x="901293" y="923289"/>
                </a:lnTo>
                <a:lnTo>
                  <a:pt x="906995" y="919480"/>
                </a:lnTo>
                <a:lnTo>
                  <a:pt x="906678" y="920750"/>
                </a:lnTo>
                <a:lnTo>
                  <a:pt x="953493" y="920750"/>
                </a:lnTo>
                <a:lnTo>
                  <a:pt x="952017" y="922019"/>
                </a:lnTo>
                <a:lnTo>
                  <a:pt x="940689" y="930910"/>
                </a:lnTo>
                <a:lnTo>
                  <a:pt x="940193" y="930910"/>
                </a:lnTo>
                <a:lnTo>
                  <a:pt x="936833" y="933450"/>
                </a:lnTo>
                <a:close/>
              </a:path>
              <a:path w="1642109" h="979170">
                <a:moveTo>
                  <a:pt x="752771" y="933450"/>
                </a:moveTo>
                <a:lnTo>
                  <a:pt x="751255" y="933450"/>
                </a:lnTo>
                <a:lnTo>
                  <a:pt x="750887" y="932180"/>
                </a:lnTo>
                <a:lnTo>
                  <a:pt x="752771" y="933450"/>
                </a:lnTo>
                <a:close/>
              </a:path>
              <a:path w="1642109" h="979170">
                <a:moveTo>
                  <a:pt x="933473" y="935989"/>
                </a:moveTo>
                <a:lnTo>
                  <a:pt x="879944" y="935989"/>
                </a:lnTo>
                <a:lnTo>
                  <a:pt x="885609" y="932180"/>
                </a:lnTo>
                <a:lnTo>
                  <a:pt x="885228" y="933450"/>
                </a:lnTo>
                <a:lnTo>
                  <a:pt x="936833" y="933450"/>
                </a:lnTo>
                <a:lnTo>
                  <a:pt x="933473" y="935989"/>
                </a:lnTo>
                <a:close/>
              </a:path>
              <a:path w="1642109" h="979170">
                <a:moveTo>
                  <a:pt x="758964" y="935989"/>
                </a:moveTo>
                <a:lnTo>
                  <a:pt x="756539" y="935989"/>
                </a:lnTo>
                <a:lnTo>
                  <a:pt x="756132" y="934719"/>
                </a:lnTo>
                <a:lnTo>
                  <a:pt x="758964" y="935989"/>
                </a:lnTo>
                <a:close/>
              </a:path>
              <a:path w="1642109" h="979170">
                <a:moveTo>
                  <a:pt x="912431" y="949960"/>
                </a:moveTo>
                <a:lnTo>
                  <a:pt x="828217" y="949960"/>
                </a:lnTo>
                <a:lnTo>
                  <a:pt x="833881" y="948689"/>
                </a:lnTo>
                <a:lnTo>
                  <a:pt x="838453" y="948689"/>
                </a:lnTo>
                <a:lnTo>
                  <a:pt x="844118" y="947419"/>
                </a:lnTo>
                <a:lnTo>
                  <a:pt x="843584" y="947419"/>
                </a:lnTo>
                <a:lnTo>
                  <a:pt x="849249" y="946150"/>
                </a:lnTo>
                <a:lnTo>
                  <a:pt x="848741" y="946150"/>
                </a:lnTo>
                <a:lnTo>
                  <a:pt x="854417" y="944880"/>
                </a:lnTo>
                <a:lnTo>
                  <a:pt x="853922" y="944880"/>
                </a:lnTo>
                <a:lnTo>
                  <a:pt x="859612" y="943610"/>
                </a:lnTo>
                <a:lnTo>
                  <a:pt x="859104" y="943610"/>
                </a:lnTo>
                <a:lnTo>
                  <a:pt x="864806" y="942339"/>
                </a:lnTo>
                <a:lnTo>
                  <a:pt x="864285" y="942339"/>
                </a:lnTo>
                <a:lnTo>
                  <a:pt x="869962" y="939800"/>
                </a:lnTo>
                <a:lnTo>
                  <a:pt x="869480" y="939800"/>
                </a:lnTo>
                <a:lnTo>
                  <a:pt x="875144" y="937260"/>
                </a:lnTo>
                <a:lnTo>
                  <a:pt x="874699" y="937260"/>
                </a:lnTo>
                <a:lnTo>
                  <a:pt x="880364" y="934719"/>
                </a:lnTo>
                <a:lnTo>
                  <a:pt x="879944" y="935989"/>
                </a:lnTo>
                <a:lnTo>
                  <a:pt x="933473" y="935989"/>
                </a:lnTo>
                <a:lnTo>
                  <a:pt x="928433" y="939800"/>
                </a:lnTo>
                <a:lnTo>
                  <a:pt x="912431" y="949960"/>
                </a:lnTo>
                <a:close/>
              </a:path>
              <a:path w="1642109" h="979170">
                <a:moveTo>
                  <a:pt x="824217" y="979169"/>
                </a:moveTo>
                <a:lnTo>
                  <a:pt x="812279" y="979169"/>
                </a:lnTo>
                <a:lnTo>
                  <a:pt x="806043" y="977900"/>
                </a:lnTo>
                <a:lnTo>
                  <a:pt x="830452" y="977900"/>
                </a:lnTo>
                <a:lnTo>
                  <a:pt x="824217" y="979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933296" y="3612108"/>
            <a:ext cx="407034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019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0	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25573" y="3723982"/>
            <a:ext cx="14859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t</a:t>
            </a:r>
            <a:r>
              <a:rPr dirty="0" baseline="-15873" sz="1575" spc="-7" b="1">
                <a:latin typeface="Times New Roman"/>
                <a:cs typeface="Times New Roman"/>
              </a:rPr>
              <a:t>1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8311" y="3712908"/>
            <a:ext cx="9880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1800" algn="l"/>
                <a:tab pos="851535" algn="l"/>
              </a:tabLst>
            </a:pPr>
            <a:r>
              <a:rPr dirty="0" sz="1600" spc="-5" b="1" i="1">
                <a:latin typeface="Times New Roman"/>
                <a:cs typeface="Times New Roman"/>
              </a:rPr>
              <a:t>t</a:t>
            </a:r>
            <a:r>
              <a:rPr dirty="0" baseline="-15873" sz="1575" spc="-7" b="1">
                <a:latin typeface="Times New Roman"/>
                <a:cs typeface="Times New Roman"/>
              </a:rPr>
              <a:t>2</a:t>
            </a:r>
            <a:r>
              <a:rPr dirty="0" baseline="-15873" sz="1575" spc="-7" b="1">
                <a:latin typeface="Times New Roman"/>
                <a:cs typeface="Times New Roman"/>
              </a:rPr>
              <a:t>	</a:t>
            </a:r>
            <a:r>
              <a:rPr dirty="0" sz="1600" spc="-5" b="1" i="1">
                <a:latin typeface="Times New Roman"/>
                <a:cs typeface="Times New Roman"/>
              </a:rPr>
              <a:t>t</a:t>
            </a:r>
            <a:r>
              <a:rPr dirty="0" baseline="-15873" sz="1575" spc="-7" b="1">
                <a:latin typeface="Times New Roman"/>
                <a:cs typeface="Times New Roman"/>
              </a:rPr>
              <a:t>3</a:t>
            </a:r>
            <a:r>
              <a:rPr dirty="0" baseline="-15873" sz="1575" spc="-7" b="1">
                <a:latin typeface="Times New Roman"/>
                <a:cs typeface="Times New Roman"/>
              </a:rPr>
              <a:t>	</a:t>
            </a:r>
            <a:r>
              <a:rPr dirty="0" sz="1600" spc="-5" b="1" i="1">
                <a:latin typeface="Times New Roman"/>
                <a:cs typeface="Times New Roman"/>
              </a:rPr>
              <a:t>t</a:t>
            </a:r>
            <a:r>
              <a:rPr dirty="0" baseline="-15873" sz="1575" spc="-7" b="1">
                <a:latin typeface="Times New Roman"/>
                <a:cs typeface="Times New Roman"/>
              </a:rPr>
              <a:t>4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7739" y="2622232"/>
            <a:ext cx="361950" cy="755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E</a:t>
            </a:r>
            <a:r>
              <a:rPr dirty="0" baseline="-15873" sz="1575" spc="-7" b="1">
                <a:latin typeface="Times New Roman"/>
                <a:cs typeface="Times New Roman"/>
              </a:rPr>
              <a:t>m</a:t>
            </a:r>
            <a:endParaRPr baseline="-15873" sz="15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4546" y="4074201"/>
            <a:ext cx="27305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35" b="1" i="1">
                <a:latin typeface="宋体"/>
                <a:cs typeface="宋体"/>
              </a:rPr>
              <a:t>-</a:t>
            </a:r>
            <a:r>
              <a:rPr dirty="0" sz="1600" spc="-235" b="1" i="1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51787" y="4194175"/>
            <a:ext cx="136525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 b="1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2052" y="2237104"/>
            <a:ext cx="474281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4595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下列说法中正确的是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（	</a:t>
            </a:r>
            <a:r>
              <a:rPr dirty="0" baseline="-12860" sz="8100" spc="-37" b="1">
                <a:solidFill>
                  <a:srgbClr val="FF0000"/>
                </a:solidFill>
                <a:latin typeface="方正舒体"/>
                <a:cs typeface="方正舒体"/>
              </a:rPr>
              <a:t>D</a:t>
            </a:r>
            <a:r>
              <a:rPr dirty="0" baseline="-12860" sz="8100" spc="-195" b="1">
                <a:solidFill>
                  <a:srgbClr val="FF0000"/>
                </a:solidFill>
                <a:latin typeface="方正舒体"/>
                <a:cs typeface="方正舒体"/>
              </a:rPr>
              <a:t> 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3452" y="356513"/>
            <a:ext cx="9476105" cy="2151380"/>
          </a:xfrm>
          <a:prstGeom prst="rect">
            <a:avLst/>
          </a:prstGeom>
        </p:spPr>
        <p:txBody>
          <a:bodyPr wrap="square" lIns="0" tIns="271145" rIns="0" bIns="0" rtlCol="0" vert="horz">
            <a:spAutoFit/>
          </a:bodyPr>
          <a:lstStyle/>
          <a:p>
            <a:pPr marL="1798955">
              <a:lnSpc>
                <a:spcPct val="100000"/>
              </a:lnSpc>
              <a:spcBef>
                <a:spcPts val="2135"/>
              </a:spcBef>
            </a:pPr>
            <a:r>
              <a:rPr dirty="0" sz="3400" b="1">
                <a:solidFill>
                  <a:srgbClr val="C00000"/>
                </a:solidFill>
                <a:latin typeface="黑体"/>
                <a:cs typeface="黑体"/>
              </a:rPr>
              <a:t>典型应用二：交变电流图象的应</a:t>
            </a:r>
            <a:r>
              <a:rPr dirty="0" sz="3400" spc="-20" b="1">
                <a:solidFill>
                  <a:srgbClr val="C00000"/>
                </a:solidFill>
                <a:latin typeface="黑体"/>
                <a:cs typeface="黑体"/>
              </a:rPr>
              <a:t>用</a:t>
            </a:r>
            <a:endParaRPr sz="3400">
              <a:latin typeface="黑体"/>
              <a:cs typeface="黑体"/>
            </a:endParaRPr>
          </a:p>
          <a:p>
            <a:pPr marL="241300" marR="5080" indent="-228600">
              <a:lnSpc>
                <a:spcPct val="118100"/>
              </a:lnSpc>
              <a:spcBef>
                <a:spcPts val="1380"/>
              </a:spcBef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  <a:r>
              <a:rPr dirty="0" sz="3600" spc="-5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一矩形线圈，绕垂直匀强磁场并位于线圈平面内的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固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定轴转动，线圈中的感应电动势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随时间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的变化如图所示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8214" y="766445"/>
            <a:ext cx="95694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935" algn="l"/>
              </a:tabLst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6	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如图甲中所示，一矩形线圈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abcd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在匀强磁场中绕垂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直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6814" y="1414780"/>
            <a:ext cx="93097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于磁感线的轴匀速转动，线圈所围面积的磁通量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Φ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随时间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变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0050" y="3673475"/>
            <a:ext cx="14160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 b="1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214" y="3479800"/>
            <a:ext cx="54825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．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155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时刻线圈平面与中性面重合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214" y="3990339"/>
            <a:ext cx="60534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99"/>
                </a:solidFill>
                <a:latin typeface="Times New Roman"/>
                <a:cs typeface="Times New Roman"/>
              </a:rPr>
              <a:t>D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．</a:t>
            </a:r>
            <a:r>
              <a:rPr dirty="0" sz="28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000099"/>
                </a:solidFill>
                <a:latin typeface="Times New Roman"/>
                <a:cs typeface="Times New Roman"/>
              </a:rPr>
              <a:t>4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、</a:t>
            </a:r>
            <a:r>
              <a:rPr dirty="0" sz="28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000099"/>
                </a:solidFill>
                <a:latin typeface="Times New Roman"/>
                <a:cs typeface="Times New Roman"/>
              </a:rPr>
              <a:t>5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时刻线圈中感应电流方向相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同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95065" y="2307272"/>
            <a:ext cx="206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Φ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637587" y="2698902"/>
            <a:ext cx="1609725" cy="50800"/>
          </a:xfrm>
          <a:custGeom>
            <a:avLst/>
            <a:gdLst/>
            <a:ahLst/>
            <a:cxnLst/>
            <a:rect l="l" t="t" r="r" b="b"/>
            <a:pathLst>
              <a:path w="1609725" h="50800">
                <a:moveTo>
                  <a:pt x="1533017" y="50800"/>
                </a:moveTo>
                <a:lnTo>
                  <a:pt x="1533017" y="0"/>
                </a:lnTo>
                <a:lnTo>
                  <a:pt x="1594929" y="20637"/>
                </a:lnTo>
                <a:lnTo>
                  <a:pt x="1571117" y="20637"/>
                </a:lnTo>
                <a:lnTo>
                  <a:pt x="1571117" y="30162"/>
                </a:lnTo>
                <a:lnTo>
                  <a:pt x="1594929" y="30162"/>
                </a:lnTo>
                <a:lnTo>
                  <a:pt x="1533017" y="50800"/>
                </a:lnTo>
                <a:close/>
              </a:path>
              <a:path w="1609725" h="50800">
                <a:moveTo>
                  <a:pt x="1533017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1533017" y="20637"/>
                </a:lnTo>
                <a:lnTo>
                  <a:pt x="1533017" y="30162"/>
                </a:lnTo>
                <a:close/>
              </a:path>
              <a:path w="1609725" h="50800">
                <a:moveTo>
                  <a:pt x="1594929" y="30162"/>
                </a:moveTo>
                <a:lnTo>
                  <a:pt x="1571117" y="30162"/>
                </a:lnTo>
                <a:lnTo>
                  <a:pt x="1571117" y="20637"/>
                </a:lnTo>
                <a:lnTo>
                  <a:pt x="1594929" y="20637"/>
                </a:lnTo>
                <a:lnTo>
                  <a:pt x="1609217" y="25400"/>
                </a:lnTo>
                <a:lnTo>
                  <a:pt x="1594929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127601" y="2724302"/>
            <a:ext cx="561340" cy="0"/>
          </a:xfrm>
          <a:custGeom>
            <a:avLst/>
            <a:gdLst/>
            <a:ahLst/>
            <a:cxnLst/>
            <a:rect l="l" t="t" r="r" b="b"/>
            <a:pathLst>
              <a:path w="561340" h="0">
                <a:moveTo>
                  <a:pt x="0" y="0"/>
                </a:moveTo>
                <a:lnTo>
                  <a:pt x="56123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37587" y="3007258"/>
            <a:ext cx="1609725" cy="50800"/>
          </a:xfrm>
          <a:custGeom>
            <a:avLst/>
            <a:gdLst/>
            <a:ahLst/>
            <a:cxnLst/>
            <a:rect l="l" t="t" r="r" b="b"/>
            <a:pathLst>
              <a:path w="1609725" h="50800">
                <a:moveTo>
                  <a:pt x="1533017" y="50799"/>
                </a:moveTo>
                <a:lnTo>
                  <a:pt x="1533017" y="0"/>
                </a:lnTo>
                <a:lnTo>
                  <a:pt x="1594929" y="20637"/>
                </a:lnTo>
                <a:lnTo>
                  <a:pt x="1571117" y="20637"/>
                </a:lnTo>
                <a:lnTo>
                  <a:pt x="1571117" y="30162"/>
                </a:lnTo>
                <a:lnTo>
                  <a:pt x="1594929" y="30162"/>
                </a:lnTo>
                <a:lnTo>
                  <a:pt x="1533017" y="50799"/>
                </a:lnTo>
                <a:close/>
              </a:path>
              <a:path w="1609725" h="50800">
                <a:moveTo>
                  <a:pt x="1533017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1533017" y="20637"/>
                </a:lnTo>
                <a:lnTo>
                  <a:pt x="1533017" y="30162"/>
                </a:lnTo>
                <a:close/>
              </a:path>
              <a:path w="1609725" h="50800">
                <a:moveTo>
                  <a:pt x="1594929" y="30162"/>
                </a:moveTo>
                <a:lnTo>
                  <a:pt x="1571117" y="30162"/>
                </a:lnTo>
                <a:lnTo>
                  <a:pt x="1571117" y="20637"/>
                </a:lnTo>
                <a:lnTo>
                  <a:pt x="1594929" y="20637"/>
                </a:lnTo>
                <a:lnTo>
                  <a:pt x="1609217" y="25399"/>
                </a:lnTo>
                <a:lnTo>
                  <a:pt x="1594929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127601" y="3032658"/>
            <a:ext cx="561340" cy="0"/>
          </a:xfrm>
          <a:custGeom>
            <a:avLst/>
            <a:gdLst/>
            <a:ahLst/>
            <a:cxnLst/>
            <a:rect l="l" t="t" r="r" b="b"/>
            <a:pathLst>
              <a:path w="561340" h="0">
                <a:moveTo>
                  <a:pt x="0" y="0"/>
                </a:moveTo>
                <a:lnTo>
                  <a:pt x="56123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637587" y="3315614"/>
            <a:ext cx="1609725" cy="50800"/>
          </a:xfrm>
          <a:custGeom>
            <a:avLst/>
            <a:gdLst/>
            <a:ahLst/>
            <a:cxnLst/>
            <a:rect l="l" t="t" r="r" b="b"/>
            <a:pathLst>
              <a:path w="1609725" h="50800">
                <a:moveTo>
                  <a:pt x="1533017" y="50800"/>
                </a:moveTo>
                <a:lnTo>
                  <a:pt x="1533017" y="0"/>
                </a:lnTo>
                <a:lnTo>
                  <a:pt x="1594929" y="20637"/>
                </a:lnTo>
                <a:lnTo>
                  <a:pt x="1571117" y="20637"/>
                </a:lnTo>
                <a:lnTo>
                  <a:pt x="1571117" y="30162"/>
                </a:lnTo>
                <a:lnTo>
                  <a:pt x="1594929" y="30162"/>
                </a:lnTo>
                <a:lnTo>
                  <a:pt x="1533017" y="50800"/>
                </a:lnTo>
                <a:close/>
              </a:path>
              <a:path w="1609725" h="50800">
                <a:moveTo>
                  <a:pt x="1533017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1533017" y="20637"/>
                </a:lnTo>
                <a:lnTo>
                  <a:pt x="1533017" y="30162"/>
                </a:lnTo>
                <a:close/>
              </a:path>
              <a:path w="1609725" h="50800">
                <a:moveTo>
                  <a:pt x="1594929" y="30162"/>
                </a:moveTo>
                <a:lnTo>
                  <a:pt x="1571117" y="30162"/>
                </a:lnTo>
                <a:lnTo>
                  <a:pt x="1571117" y="20637"/>
                </a:lnTo>
                <a:lnTo>
                  <a:pt x="1594929" y="20637"/>
                </a:lnTo>
                <a:lnTo>
                  <a:pt x="1609217" y="25400"/>
                </a:lnTo>
                <a:lnTo>
                  <a:pt x="1594929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637587" y="3623970"/>
            <a:ext cx="1609725" cy="50800"/>
          </a:xfrm>
          <a:custGeom>
            <a:avLst/>
            <a:gdLst/>
            <a:ahLst/>
            <a:cxnLst/>
            <a:rect l="l" t="t" r="r" b="b"/>
            <a:pathLst>
              <a:path w="1609725" h="50800">
                <a:moveTo>
                  <a:pt x="1533017" y="50800"/>
                </a:moveTo>
                <a:lnTo>
                  <a:pt x="1533017" y="0"/>
                </a:lnTo>
                <a:lnTo>
                  <a:pt x="1594929" y="20637"/>
                </a:lnTo>
                <a:lnTo>
                  <a:pt x="1571117" y="20637"/>
                </a:lnTo>
                <a:lnTo>
                  <a:pt x="1571117" y="30162"/>
                </a:lnTo>
                <a:lnTo>
                  <a:pt x="1594929" y="30162"/>
                </a:lnTo>
                <a:lnTo>
                  <a:pt x="1533017" y="50800"/>
                </a:lnTo>
                <a:close/>
              </a:path>
              <a:path w="1609725" h="50800">
                <a:moveTo>
                  <a:pt x="1533017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1533017" y="20637"/>
                </a:lnTo>
                <a:lnTo>
                  <a:pt x="1533017" y="30162"/>
                </a:lnTo>
                <a:close/>
              </a:path>
              <a:path w="1609725" h="50800">
                <a:moveTo>
                  <a:pt x="1594929" y="30162"/>
                </a:moveTo>
                <a:lnTo>
                  <a:pt x="1571117" y="30162"/>
                </a:lnTo>
                <a:lnTo>
                  <a:pt x="1571117" y="20637"/>
                </a:lnTo>
                <a:lnTo>
                  <a:pt x="1594929" y="20637"/>
                </a:lnTo>
                <a:lnTo>
                  <a:pt x="1609217" y="25400"/>
                </a:lnTo>
                <a:lnTo>
                  <a:pt x="1594929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646043" y="244355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646043" y="251023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646043" y="257690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646043" y="264358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46043" y="271025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646043" y="277693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646043" y="284360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646043" y="291028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46043" y="297695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46043" y="304363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46043" y="311030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46043" y="317698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46043" y="324365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646043" y="331033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646043" y="337700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646043" y="344368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646043" y="351035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646043" y="357703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646043" y="364370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646043" y="371038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646043" y="377705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646043" y="384373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231096" y="2753347"/>
            <a:ext cx="0" cy="861060"/>
          </a:xfrm>
          <a:custGeom>
            <a:avLst/>
            <a:gdLst/>
            <a:ahLst/>
            <a:cxnLst/>
            <a:rect l="l" t="t" r="r" b="b"/>
            <a:pathLst>
              <a:path w="0" h="861060">
                <a:moveTo>
                  <a:pt x="0" y="0"/>
                </a:moveTo>
                <a:lnTo>
                  <a:pt x="0" y="8605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077602" y="2759798"/>
            <a:ext cx="0" cy="861060"/>
          </a:xfrm>
          <a:custGeom>
            <a:avLst/>
            <a:gdLst/>
            <a:ahLst/>
            <a:cxnLst/>
            <a:rect l="l" t="t" r="r" b="b"/>
            <a:pathLst>
              <a:path w="0" h="861060">
                <a:moveTo>
                  <a:pt x="0" y="0"/>
                </a:moveTo>
                <a:lnTo>
                  <a:pt x="0" y="8605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202711" y="3626777"/>
            <a:ext cx="866775" cy="0"/>
          </a:xfrm>
          <a:custGeom>
            <a:avLst/>
            <a:gdLst/>
            <a:ahLst/>
            <a:cxnLst/>
            <a:rect l="l" t="t" r="r" b="b"/>
            <a:pathLst>
              <a:path w="866775" h="0">
                <a:moveTo>
                  <a:pt x="0" y="0"/>
                </a:moveTo>
                <a:lnTo>
                  <a:pt x="86660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213354" y="2759798"/>
            <a:ext cx="847090" cy="0"/>
          </a:xfrm>
          <a:custGeom>
            <a:avLst/>
            <a:gdLst/>
            <a:ahLst/>
            <a:cxnLst/>
            <a:rect l="l" t="t" r="r" b="b"/>
            <a:pathLst>
              <a:path w="847090" h="0">
                <a:moveTo>
                  <a:pt x="0" y="0"/>
                </a:moveTo>
                <a:lnTo>
                  <a:pt x="8465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509238" y="2418194"/>
            <a:ext cx="296545" cy="137795"/>
          </a:xfrm>
          <a:custGeom>
            <a:avLst/>
            <a:gdLst/>
            <a:ahLst/>
            <a:cxnLst/>
            <a:rect l="l" t="t" r="r" b="b"/>
            <a:pathLst>
              <a:path w="296545" h="137794">
                <a:moveTo>
                  <a:pt x="255189" y="68713"/>
                </a:moveTo>
                <a:lnTo>
                  <a:pt x="225171" y="56832"/>
                </a:lnTo>
                <a:lnTo>
                  <a:pt x="288645" y="0"/>
                </a:lnTo>
                <a:lnTo>
                  <a:pt x="293092" y="51155"/>
                </a:lnTo>
                <a:lnTo>
                  <a:pt x="263283" y="51155"/>
                </a:lnTo>
                <a:lnTo>
                  <a:pt x="255189" y="68713"/>
                </a:lnTo>
                <a:close/>
              </a:path>
              <a:path w="296545" h="137794">
                <a:moveTo>
                  <a:pt x="264058" y="72223"/>
                </a:moveTo>
                <a:lnTo>
                  <a:pt x="255189" y="68713"/>
                </a:lnTo>
                <a:lnTo>
                  <a:pt x="263283" y="51155"/>
                </a:lnTo>
                <a:lnTo>
                  <a:pt x="271932" y="55143"/>
                </a:lnTo>
                <a:lnTo>
                  <a:pt x="264058" y="72223"/>
                </a:lnTo>
                <a:close/>
              </a:path>
              <a:path w="296545" h="137794">
                <a:moveTo>
                  <a:pt x="296024" y="84874"/>
                </a:moveTo>
                <a:lnTo>
                  <a:pt x="264058" y="72223"/>
                </a:lnTo>
                <a:lnTo>
                  <a:pt x="271932" y="55143"/>
                </a:lnTo>
                <a:lnTo>
                  <a:pt x="263283" y="51155"/>
                </a:lnTo>
                <a:lnTo>
                  <a:pt x="293092" y="51155"/>
                </a:lnTo>
                <a:lnTo>
                  <a:pt x="296024" y="84874"/>
                </a:lnTo>
                <a:close/>
              </a:path>
              <a:path w="296545" h="137794">
                <a:moveTo>
                  <a:pt x="136550" y="137172"/>
                </a:moveTo>
                <a:lnTo>
                  <a:pt x="93510" y="131381"/>
                </a:lnTo>
                <a:lnTo>
                  <a:pt x="54241" y="114439"/>
                </a:lnTo>
                <a:lnTo>
                  <a:pt x="21323" y="87388"/>
                </a:lnTo>
                <a:lnTo>
                  <a:pt x="0" y="56997"/>
                </a:lnTo>
                <a:lnTo>
                  <a:pt x="8343" y="52387"/>
                </a:lnTo>
                <a:lnTo>
                  <a:pt x="11179" y="57531"/>
                </a:lnTo>
                <a:lnTo>
                  <a:pt x="14204" y="62509"/>
                </a:lnTo>
                <a:lnTo>
                  <a:pt x="17440" y="67335"/>
                </a:lnTo>
                <a:lnTo>
                  <a:pt x="20859" y="71996"/>
                </a:lnTo>
                <a:lnTo>
                  <a:pt x="24465" y="76504"/>
                </a:lnTo>
                <a:lnTo>
                  <a:pt x="28237" y="80835"/>
                </a:lnTo>
                <a:lnTo>
                  <a:pt x="32313" y="85128"/>
                </a:lnTo>
                <a:lnTo>
                  <a:pt x="36423" y="89115"/>
                </a:lnTo>
                <a:lnTo>
                  <a:pt x="40690" y="92913"/>
                </a:lnTo>
                <a:lnTo>
                  <a:pt x="44971" y="96418"/>
                </a:lnTo>
                <a:lnTo>
                  <a:pt x="49518" y="99860"/>
                </a:lnTo>
                <a:lnTo>
                  <a:pt x="54204" y="103124"/>
                </a:lnTo>
                <a:lnTo>
                  <a:pt x="59034" y="106197"/>
                </a:lnTo>
                <a:lnTo>
                  <a:pt x="63994" y="109080"/>
                </a:lnTo>
                <a:lnTo>
                  <a:pt x="69070" y="111772"/>
                </a:lnTo>
                <a:lnTo>
                  <a:pt x="74383" y="114338"/>
                </a:lnTo>
                <a:lnTo>
                  <a:pt x="79491" y="116535"/>
                </a:lnTo>
                <a:lnTo>
                  <a:pt x="84875" y="118618"/>
                </a:lnTo>
                <a:lnTo>
                  <a:pt x="90364" y="120497"/>
                </a:lnTo>
                <a:lnTo>
                  <a:pt x="95893" y="122161"/>
                </a:lnTo>
                <a:lnTo>
                  <a:pt x="101688" y="123659"/>
                </a:lnTo>
                <a:lnTo>
                  <a:pt x="107214" y="124841"/>
                </a:lnTo>
                <a:lnTo>
                  <a:pt x="113012" y="125856"/>
                </a:lnTo>
                <a:lnTo>
                  <a:pt x="118785" y="126644"/>
                </a:lnTo>
                <a:lnTo>
                  <a:pt x="124709" y="127215"/>
                </a:lnTo>
                <a:lnTo>
                  <a:pt x="130759" y="127558"/>
                </a:lnTo>
                <a:lnTo>
                  <a:pt x="136600" y="127645"/>
                </a:lnTo>
                <a:lnTo>
                  <a:pt x="190898" y="127647"/>
                </a:lnTo>
                <a:lnTo>
                  <a:pt x="187109" y="128981"/>
                </a:lnTo>
                <a:lnTo>
                  <a:pt x="149478" y="136626"/>
                </a:lnTo>
                <a:lnTo>
                  <a:pt x="142900" y="137033"/>
                </a:lnTo>
                <a:lnTo>
                  <a:pt x="136550" y="137172"/>
                </a:lnTo>
                <a:close/>
              </a:path>
              <a:path w="296545" h="137794">
                <a:moveTo>
                  <a:pt x="14330" y="62687"/>
                </a:moveTo>
                <a:lnTo>
                  <a:pt x="14211" y="62509"/>
                </a:lnTo>
                <a:lnTo>
                  <a:pt x="14330" y="62687"/>
                </a:lnTo>
                <a:close/>
              </a:path>
              <a:path w="296545" h="137794">
                <a:moveTo>
                  <a:pt x="253647" y="72059"/>
                </a:moveTo>
                <a:lnTo>
                  <a:pt x="255189" y="68713"/>
                </a:lnTo>
                <a:lnTo>
                  <a:pt x="262458" y="71589"/>
                </a:lnTo>
                <a:lnTo>
                  <a:pt x="254038" y="71589"/>
                </a:lnTo>
                <a:lnTo>
                  <a:pt x="253647" y="72059"/>
                </a:lnTo>
                <a:close/>
              </a:path>
              <a:path w="296545" h="137794">
                <a:moveTo>
                  <a:pt x="253377" y="72643"/>
                </a:moveTo>
                <a:lnTo>
                  <a:pt x="253600" y="72161"/>
                </a:lnTo>
                <a:lnTo>
                  <a:pt x="253699" y="71996"/>
                </a:lnTo>
                <a:lnTo>
                  <a:pt x="254038" y="71589"/>
                </a:lnTo>
                <a:lnTo>
                  <a:pt x="253377" y="72643"/>
                </a:lnTo>
                <a:close/>
              </a:path>
              <a:path w="296545" h="137794">
                <a:moveTo>
                  <a:pt x="263864" y="72643"/>
                </a:moveTo>
                <a:lnTo>
                  <a:pt x="253377" y="72643"/>
                </a:lnTo>
                <a:lnTo>
                  <a:pt x="254038" y="71589"/>
                </a:lnTo>
                <a:lnTo>
                  <a:pt x="262458" y="71589"/>
                </a:lnTo>
                <a:lnTo>
                  <a:pt x="264058" y="72223"/>
                </a:lnTo>
                <a:lnTo>
                  <a:pt x="263864" y="72643"/>
                </a:lnTo>
                <a:close/>
              </a:path>
              <a:path w="296545" h="137794">
                <a:moveTo>
                  <a:pt x="262289" y="76060"/>
                </a:moveTo>
                <a:lnTo>
                  <a:pt x="250317" y="76060"/>
                </a:lnTo>
                <a:lnTo>
                  <a:pt x="253647" y="72059"/>
                </a:lnTo>
                <a:lnTo>
                  <a:pt x="253377" y="72643"/>
                </a:lnTo>
                <a:lnTo>
                  <a:pt x="263864" y="72643"/>
                </a:lnTo>
                <a:lnTo>
                  <a:pt x="262289" y="76060"/>
                </a:lnTo>
                <a:close/>
              </a:path>
              <a:path w="296545" h="137794">
                <a:moveTo>
                  <a:pt x="259217" y="80251"/>
                </a:moveTo>
                <a:lnTo>
                  <a:pt x="246532" y="80251"/>
                </a:lnTo>
                <a:lnTo>
                  <a:pt x="246659" y="80111"/>
                </a:lnTo>
                <a:lnTo>
                  <a:pt x="250431" y="75920"/>
                </a:lnTo>
                <a:lnTo>
                  <a:pt x="250317" y="76060"/>
                </a:lnTo>
                <a:lnTo>
                  <a:pt x="262289" y="76060"/>
                </a:lnTo>
                <a:lnTo>
                  <a:pt x="262010" y="76657"/>
                </a:lnTo>
                <a:lnTo>
                  <a:pt x="261353" y="77685"/>
                </a:lnTo>
                <a:lnTo>
                  <a:pt x="259217" y="80251"/>
                </a:lnTo>
                <a:close/>
              </a:path>
              <a:path w="296545" h="137794">
                <a:moveTo>
                  <a:pt x="246642" y="80128"/>
                </a:moveTo>
                <a:close/>
              </a:path>
              <a:path w="296545" h="137794">
                <a:moveTo>
                  <a:pt x="255699" y="84302"/>
                </a:moveTo>
                <a:lnTo>
                  <a:pt x="242582" y="84302"/>
                </a:lnTo>
                <a:lnTo>
                  <a:pt x="246642" y="80128"/>
                </a:lnTo>
                <a:lnTo>
                  <a:pt x="259217" y="80251"/>
                </a:lnTo>
                <a:lnTo>
                  <a:pt x="257632" y="82156"/>
                </a:lnTo>
                <a:lnTo>
                  <a:pt x="255699" y="84302"/>
                </a:lnTo>
                <a:close/>
              </a:path>
              <a:path w="296545" h="137794">
                <a:moveTo>
                  <a:pt x="242662" y="84220"/>
                </a:moveTo>
                <a:close/>
              </a:path>
              <a:path w="296545" h="137794">
                <a:moveTo>
                  <a:pt x="252077" y="88201"/>
                </a:moveTo>
                <a:lnTo>
                  <a:pt x="238480" y="88201"/>
                </a:lnTo>
                <a:lnTo>
                  <a:pt x="242662" y="84220"/>
                </a:lnTo>
                <a:lnTo>
                  <a:pt x="255699" y="84302"/>
                </a:lnTo>
                <a:lnTo>
                  <a:pt x="253606" y="86626"/>
                </a:lnTo>
                <a:lnTo>
                  <a:pt x="252077" y="88201"/>
                </a:lnTo>
                <a:close/>
              </a:path>
              <a:path w="296545" h="137794">
                <a:moveTo>
                  <a:pt x="238513" y="88169"/>
                </a:moveTo>
                <a:close/>
              </a:path>
              <a:path w="296545" h="137794">
                <a:moveTo>
                  <a:pt x="248349" y="91960"/>
                </a:moveTo>
                <a:lnTo>
                  <a:pt x="234213" y="91960"/>
                </a:lnTo>
                <a:lnTo>
                  <a:pt x="238513" y="88169"/>
                </a:lnTo>
                <a:lnTo>
                  <a:pt x="252077" y="88201"/>
                </a:lnTo>
                <a:lnTo>
                  <a:pt x="249415" y="90944"/>
                </a:lnTo>
                <a:lnTo>
                  <a:pt x="248349" y="91960"/>
                </a:lnTo>
                <a:close/>
              </a:path>
              <a:path w="296545" h="137794">
                <a:moveTo>
                  <a:pt x="244542" y="95554"/>
                </a:moveTo>
                <a:lnTo>
                  <a:pt x="229793" y="95554"/>
                </a:lnTo>
                <a:lnTo>
                  <a:pt x="234353" y="91833"/>
                </a:lnTo>
                <a:lnTo>
                  <a:pt x="234213" y="91960"/>
                </a:lnTo>
                <a:lnTo>
                  <a:pt x="248349" y="91960"/>
                </a:lnTo>
                <a:lnTo>
                  <a:pt x="245046" y="95110"/>
                </a:lnTo>
                <a:lnTo>
                  <a:pt x="244542" y="95554"/>
                </a:lnTo>
                <a:close/>
              </a:path>
              <a:path w="296545" h="137794">
                <a:moveTo>
                  <a:pt x="240656" y="98983"/>
                </a:moveTo>
                <a:lnTo>
                  <a:pt x="225234" y="98983"/>
                </a:lnTo>
                <a:lnTo>
                  <a:pt x="225374" y="98882"/>
                </a:lnTo>
                <a:lnTo>
                  <a:pt x="229933" y="95440"/>
                </a:lnTo>
                <a:lnTo>
                  <a:pt x="229793" y="95554"/>
                </a:lnTo>
                <a:lnTo>
                  <a:pt x="244542" y="95554"/>
                </a:lnTo>
                <a:lnTo>
                  <a:pt x="240656" y="98983"/>
                </a:lnTo>
                <a:close/>
              </a:path>
              <a:path w="296545" h="137794">
                <a:moveTo>
                  <a:pt x="225312" y="98925"/>
                </a:moveTo>
                <a:close/>
              </a:path>
              <a:path w="296545" h="137794">
                <a:moveTo>
                  <a:pt x="236656" y="102247"/>
                </a:moveTo>
                <a:lnTo>
                  <a:pt x="220522" y="102247"/>
                </a:lnTo>
                <a:lnTo>
                  <a:pt x="220675" y="102146"/>
                </a:lnTo>
                <a:lnTo>
                  <a:pt x="225312" y="98925"/>
                </a:lnTo>
                <a:lnTo>
                  <a:pt x="240656" y="98983"/>
                </a:lnTo>
                <a:lnTo>
                  <a:pt x="236656" y="102247"/>
                </a:lnTo>
                <a:close/>
              </a:path>
              <a:path w="296545" h="137794">
                <a:moveTo>
                  <a:pt x="220599" y="102194"/>
                </a:moveTo>
                <a:close/>
              </a:path>
              <a:path w="296545" h="137794">
                <a:moveTo>
                  <a:pt x="232613" y="105346"/>
                </a:moveTo>
                <a:lnTo>
                  <a:pt x="215671" y="105346"/>
                </a:lnTo>
                <a:lnTo>
                  <a:pt x="220599" y="102194"/>
                </a:lnTo>
                <a:lnTo>
                  <a:pt x="236656" y="102247"/>
                </a:lnTo>
                <a:lnTo>
                  <a:pt x="235551" y="103131"/>
                </a:lnTo>
                <a:lnTo>
                  <a:pt x="232613" y="105346"/>
                </a:lnTo>
                <a:close/>
              </a:path>
              <a:path w="296545" h="137794">
                <a:moveTo>
                  <a:pt x="228569" y="108254"/>
                </a:moveTo>
                <a:lnTo>
                  <a:pt x="210693" y="108254"/>
                </a:lnTo>
                <a:lnTo>
                  <a:pt x="210858" y="108165"/>
                </a:lnTo>
                <a:lnTo>
                  <a:pt x="215823" y="105244"/>
                </a:lnTo>
                <a:lnTo>
                  <a:pt x="215671" y="105346"/>
                </a:lnTo>
                <a:lnTo>
                  <a:pt x="232613" y="105346"/>
                </a:lnTo>
                <a:lnTo>
                  <a:pt x="230962" y="106591"/>
                </a:lnTo>
                <a:lnTo>
                  <a:pt x="228569" y="108254"/>
                </a:lnTo>
                <a:close/>
              </a:path>
              <a:path w="296545" h="137794">
                <a:moveTo>
                  <a:pt x="210704" y="108248"/>
                </a:moveTo>
                <a:lnTo>
                  <a:pt x="210844" y="108165"/>
                </a:lnTo>
                <a:lnTo>
                  <a:pt x="210704" y="108248"/>
                </a:lnTo>
                <a:close/>
              </a:path>
              <a:path w="296545" h="137794">
                <a:moveTo>
                  <a:pt x="220520" y="113537"/>
                </a:moveTo>
                <a:lnTo>
                  <a:pt x="200355" y="113537"/>
                </a:lnTo>
                <a:lnTo>
                  <a:pt x="200520" y="113461"/>
                </a:lnTo>
                <a:lnTo>
                  <a:pt x="205752" y="110909"/>
                </a:lnTo>
                <a:lnTo>
                  <a:pt x="210704" y="108248"/>
                </a:lnTo>
                <a:lnTo>
                  <a:pt x="228569" y="108254"/>
                </a:lnTo>
                <a:lnTo>
                  <a:pt x="225958" y="110070"/>
                </a:lnTo>
                <a:lnTo>
                  <a:pt x="220520" y="113537"/>
                </a:lnTo>
                <a:close/>
              </a:path>
              <a:path w="296545" h="137794">
                <a:moveTo>
                  <a:pt x="205587" y="110985"/>
                </a:moveTo>
                <a:lnTo>
                  <a:pt x="205730" y="110909"/>
                </a:lnTo>
                <a:lnTo>
                  <a:pt x="205587" y="110985"/>
                </a:lnTo>
                <a:close/>
              </a:path>
              <a:path w="296545" h="137794">
                <a:moveTo>
                  <a:pt x="69214" y="111848"/>
                </a:moveTo>
                <a:lnTo>
                  <a:pt x="69037" y="111772"/>
                </a:lnTo>
                <a:lnTo>
                  <a:pt x="69214" y="111848"/>
                </a:lnTo>
                <a:close/>
              </a:path>
              <a:path w="296545" h="137794">
                <a:moveTo>
                  <a:pt x="200432" y="113500"/>
                </a:moveTo>
                <a:close/>
              </a:path>
              <a:path w="296545" h="137794">
                <a:moveTo>
                  <a:pt x="216504" y="115887"/>
                </a:moveTo>
                <a:lnTo>
                  <a:pt x="194995" y="115887"/>
                </a:lnTo>
                <a:lnTo>
                  <a:pt x="195173" y="115811"/>
                </a:lnTo>
                <a:lnTo>
                  <a:pt x="200432" y="113500"/>
                </a:lnTo>
                <a:lnTo>
                  <a:pt x="220520" y="113537"/>
                </a:lnTo>
                <a:lnTo>
                  <a:pt x="216504" y="115887"/>
                </a:lnTo>
                <a:close/>
              </a:path>
              <a:path w="296545" h="137794">
                <a:moveTo>
                  <a:pt x="74423" y="114338"/>
                </a:moveTo>
                <a:lnTo>
                  <a:pt x="74218" y="114249"/>
                </a:lnTo>
                <a:lnTo>
                  <a:pt x="74423" y="114338"/>
                </a:lnTo>
                <a:close/>
              </a:path>
              <a:path w="296545" h="137794">
                <a:moveTo>
                  <a:pt x="195129" y="115828"/>
                </a:moveTo>
                <a:close/>
              </a:path>
              <a:path w="296545" h="137794">
                <a:moveTo>
                  <a:pt x="212569" y="118046"/>
                </a:moveTo>
                <a:lnTo>
                  <a:pt x="189534" y="118046"/>
                </a:lnTo>
                <a:lnTo>
                  <a:pt x="189712" y="117983"/>
                </a:lnTo>
                <a:lnTo>
                  <a:pt x="195129" y="115828"/>
                </a:lnTo>
                <a:lnTo>
                  <a:pt x="194995" y="115887"/>
                </a:lnTo>
                <a:lnTo>
                  <a:pt x="216504" y="115887"/>
                </a:lnTo>
                <a:lnTo>
                  <a:pt x="215374" y="116542"/>
                </a:lnTo>
                <a:lnTo>
                  <a:pt x="212569" y="118046"/>
                </a:lnTo>
                <a:close/>
              </a:path>
              <a:path w="296545" h="137794">
                <a:moveTo>
                  <a:pt x="189566" y="118034"/>
                </a:moveTo>
                <a:lnTo>
                  <a:pt x="189694" y="117983"/>
                </a:lnTo>
                <a:lnTo>
                  <a:pt x="189566" y="118034"/>
                </a:lnTo>
                <a:close/>
              </a:path>
              <a:path w="296545" h="137794">
                <a:moveTo>
                  <a:pt x="205248" y="121742"/>
                </a:moveTo>
                <a:lnTo>
                  <a:pt x="178269" y="121742"/>
                </a:lnTo>
                <a:lnTo>
                  <a:pt x="178447" y="121691"/>
                </a:lnTo>
                <a:lnTo>
                  <a:pt x="184137" y="119938"/>
                </a:lnTo>
                <a:lnTo>
                  <a:pt x="189566" y="118034"/>
                </a:lnTo>
                <a:lnTo>
                  <a:pt x="212569" y="118046"/>
                </a:lnTo>
                <a:lnTo>
                  <a:pt x="210083" y="119380"/>
                </a:lnTo>
                <a:lnTo>
                  <a:pt x="205248" y="121742"/>
                </a:lnTo>
                <a:close/>
              </a:path>
              <a:path w="296545" h="137794">
                <a:moveTo>
                  <a:pt x="183959" y="119989"/>
                </a:moveTo>
                <a:lnTo>
                  <a:pt x="184105" y="119938"/>
                </a:lnTo>
                <a:lnTo>
                  <a:pt x="183959" y="119989"/>
                </a:lnTo>
                <a:close/>
              </a:path>
              <a:path w="296545" h="137794">
                <a:moveTo>
                  <a:pt x="178358" y="121715"/>
                </a:moveTo>
                <a:close/>
              </a:path>
              <a:path w="296545" h="137794">
                <a:moveTo>
                  <a:pt x="198872" y="124587"/>
                </a:moveTo>
                <a:lnTo>
                  <a:pt x="166611" y="124587"/>
                </a:lnTo>
                <a:lnTo>
                  <a:pt x="166789" y="124548"/>
                </a:lnTo>
                <a:lnTo>
                  <a:pt x="172669" y="123228"/>
                </a:lnTo>
                <a:lnTo>
                  <a:pt x="178358" y="121715"/>
                </a:lnTo>
                <a:lnTo>
                  <a:pt x="205248" y="121742"/>
                </a:lnTo>
                <a:lnTo>
                  <a:pt x="204261" y="122212"/>
                </a:lnTo>
                <a:lnTo>
                  <a:pt x="198872" y="124587"/>
                </a:lnTo>
                <a:close/>
              </a:path>
              <a:path w="296545" h="137794">
                <a:moveTo>
                  <a:pt x="172491" y="123266"/>
                </a:moveTo>
                <a:lnTo>
                  <a:pt x="172635" y="123228"/>
                </a:lnTo>
                <a:lnTo>
                  <a:pt x="172491" y="123266"/>
                </a:lnTo>
                <a:close/>
              </a:path>
              <a:path w="296545" h="137794">
                <a:moveTo>
                  <a:pt x="166745" y="124556"/>
                </a:moveTo>
                <a:close/>
              </a:path>
              <a:path w="296545" h="137794">
                <a:moveTo>
                  <a:pt x="196080" y="125691"/>
                </a:moveTo>
                <a:lnTo>
                  <a:pt x="160566" y="125691"/>
                </a:lnTo>
                <a:lnTo>
                  <a:pt x="166745" y="124556"/>
                </a:lnTo>
                <a:lnTo>
                  <a:pt x="166611" y="124587"/>
                </a:lnTo>
                <a:lnTo>
                  <a:pt x="198872" y="124587"/>
                </a:lnTo>
                <a:lnTo>
                  <a:pt x="196080" y="125691"/>
                </a:lnTo>
                <a:close/>
              </a:path>
              <a:path w="296545" h="137794">
                <a:moveTo>
                  <a:pt x="193927" y="126542"/>
                </a:moveTo>
                <a:lnTo>
                  <a:pt x="154533" y="126542"/>
                </a:lnTo>
                <a:lnTo>
                  <a:pt x="154724" y="126517"/>
                </a:lnTo>
                <a:lnTo>
                  <a:pt x="160756" y="125653"/>
                </a:lnTo>
                <a:lnTo>
                  <a:pt x="160566" y="125691"/>
                </a:lnTo>
                <a:lnTo>
                  <a:pt x="196080" y="125691"/>
                </a:lnTo>
                <a:lnTo>
                  <a:pt x="193927" y="126542"/>
                </a:lnTo>
                <a:close/>
              </a:path>
              <a:path w="296545" h="137794">
                <a:moveTo>
                  <a:pt x="154679" y="126521"/>
                </a:moveTo>
                <a:close/>
              </a:path>
              <a:path w="296545" h="137794">
                <a:moveTo>
                  <a:pt x="192305" y="127152"/>
                </a:moveTo>
                <a:lnTo>
                  <a:pt x="148513" y="127152"/>
                </a:lnTo>
                <a:lnTo>
                  <a:pt x="148691" y="127139"/>
                </a:lnTo>
                <a:lnTo>
                  <a:pt x="154679" y="126521"/>
                </a:lnTo>
                <a:lnTo>
                  <a:pt x="154533" y="126542"/>
                </a:lnTo>
                <a:lnTo>
                  <a:pt x="193927" y="126542"/>
                </a:lnTo>
                <a:lnTo>
                  <a:pt x="193027" y="126898"/>
                </a:lnTo>
                <a:lnTo>
                  <a:pt x="192305" y="127152"/>
                </a:lnTo>
                <a:close/>
              </a:path>
              <a:path w="296545" h="137794">
                <a:moveTo>
                  <a:pt x="148556" y="127148"/>
                </a:moveTo>
                <a:lnTo>
                  <a:pt x="148691" y="127139"/>
                </a:lnTo>
                <a:lnTo>
                  <a:pt x="148556" y="127148"/>
                </a:lnTo>
                <a:close/>
              </a:path>
              <a:path w="296545" h="137794">
                <a:moveTo>
                  <a:pt x="191259" y="127520"/>
                </a:moveTo>
                <a:lnTo>
                  <a:pt x="142506" y="127520"/>
                </a:lnTo>
                <a:lnTo>
                  <a:pt x="148556" y="127148"/>
                </a:lnTo>
                <a:lnTo>
                  <a:pt x="192305" y="127152"/>
                </a:lnTo>
                <a:lnTo>
                  <a:pt x="191259" y="127520"/>
                </a:lnTo>
                <a:close/>
              </a:path>
              <a:path w="296545" h="137794">
                <a:moveTo>
                  <a:pt x="190898" y="127647"/>
                </a:moveTo>
                <a:lnTo>
                  <a:pt x="136600" y="127645"/>
                </a:lnTo>
                <a:lnTo>
                  <a:pt x="142684" y="127508"/>
                </a:lnTo>
                <a:lnTo>
                  <a:pt x="142506" y="127520"/>
                </a:lnTo>
                <a:lnTo>
                  <a:pt x="191259" y="127520"/>
                </a:lnTo>
                <a:lnTo>
                  <a:pt x="190898" y="127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924404" y="338937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66974" y="2638577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97236" y="2629966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220454" y="3641839"/>
            <a:ext cx="245110" cy="0"/>
          </a:xfrm>
          <a:custGeom>
            <a:avLst/>
            <a:gdLst/>
            <a:ahLst/>
            <a:cxnLst/>
            <a:rect l="l" t="t" r="r" b="b"/>
            <a:pathLst>
              <a:path w="245109" h="0">
                <a:moveTo>
                  <a:pt x="0" y="0"/>
                </a:moveTo>
                <a:lnTo>
                  <a:pt x="24472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0114901" y="2945155"/>
            <a:ext cx="58674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 marR="5080" indent="-1270">
              <a:lnSpc>
                <a:spcPct val="129800"/>
              </a:lnSpc>
              <a:spcBef>
                <a:spcPts val="100"/>
              </a:spcBef>
              <a:tabLst>
                <a:tab pos="401320" algn="l"/>
                <a:tab pos="573405" algn="l"/>
              </a:tabLst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 </a:t>
            </a:r>
            <a:r>
              <a:rPr dirty="0" sz="1800" b="1" i="1">
                <a:latin typeface="Times New Roman"/>
                <a:cs typeface="Times New Roman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	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508452" y="4057992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甲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981221" y="5196458"/>
            <a:ext cx="241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Times New Roman"/>
                <a:cs typeface="Times New Roman"/>
              </a:rPr>
              <a:t>t</a:t>
            </a:r>
            <a:r>
              <a:rPr dirty="0" sz="1800" spc="-5" b="1">
                <a:latin typeface="Times New Roman"/>
                <a:cs typeface="Times New Roman"/>
              </a:rPr>
              <a:t>/</a:t>
            </a:r>
            <a:r>
              <a:rPr dirty="0" sz="1800" b="1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732458" y="4298162"/>
            <a:ext cx="50800" cy="1684020"/>
          </a:xfrm>
          <a:custGeom>
            <a:avLst/>
            <a:gdLst/>
            <a:ahLst/>
            <a:cxnLst/>
            <a:rect l="l" t="t" r="r" b="b"/>
            <a:pathLst>
              <a:path w="50800" h="1684020">
                <a:moveTo>
                  <a:pt x="20637" y="127000"/>
                </a:moveTo>
                <a:lnTo>
                  <a:pt x="0" y="127000"/>
                </a:lnTo>
                <a:lnTo>
                  <a:pt x="25400" y="0"/>
                </a:lnTo>
                <a:lnTo>
                  <a:pt x="38100" y="63500"/>
                </a:lnTo>
                <a:lnTo>
                  <a:pt x="20637" y="63500"/>
                </a:lnTo>
                <a:lnTo>
                  <a:pt x="20637" y="127000"/>
                </a:lnTo>
                <a:close/>
              </a:path>
              <a:path w="50800" h="1684020">
                <a:moveTo>
                  <a:pt x="30162" y="1683639"/>
                </a:moveTo>
                <a:lnTo>
                  <a:pt x="20637" y="1683639"/>
                </a:lnTo>
                <a:lnTo>
                  <a:pt x="20637" y="63500"/>
                </a:lnTo>
                <a:lnTo>
                  <a:pt x="30162" y="63500"/>
                </a:lnTo>
                <a:lnTo>
                  <a:pt x="30162" y="1683639"/>
                </a:lnTo>
                <a:close/>
              </a:path>
              <a:path w="50800" h="1684020">
                <a:moveTo>
                  <a:pt x="50800" y="127000"/>
                </a:moveTo>
                <a:lnTo>
                  <a:pt x="30162" y="127000"/>
                </a:lnTo>
                <a:lnTo>
                  <a:pt x="30162" y="63500"/>
                </a:lnTo>
                <a:lnTo>
                  <a:pt x="38100" y="63500"/>
                </a:lnTo>
                <a:lnTo>
                  <a:pt x="50800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757858" y="5214416"/>
            <a:ext cx="2331085" cy="50800"/>
          </a:xfrm>
          <a:custGeom>
            <a:avLst/>
            <a:gdLst/>
            <a:ahLst/>
            <a:cxnLst/>
            <a:rect l="l" t="t" r="r" b="b"/>
            <a:pathLst>
              <a:path w="2331084" h="50800">
                <a:moveTo>
                  <a:pt x="2203729" y="50800"/>
                </a:moveTo>
                <a:lnTo>
                  <a:pt x="2203729" y="0"/>
                </a:lnTo>
                <a:lnTo>
                  <a:pt x="2306916" y="20637"/>
                </a:lnTo>
                <a:lnTo>
                  <a:pt x="2267229" y="20637"/>
                </a:lnTo>
                <a:lnTo>
                  <a:pt x="2267229" y="30162"/>
                </a:lnTo>
                <a:lnTo>
                  <a:pt x="2306916" y="30162"/>
                </a:lnTo>
                <a:lnTo>
                  <a:pt x="2203729" y="50800"/>
                </a:lnTo>
                <a:close/>
              </a:path>
              <a:path w="2331084" h="50800">
                <a:moveTo>
                  <a:pt x="2203729" y="30162"/>
                </a:moveTo>
                <a:lnTo>
                  <a:pt x="0" y="30162"/>
                </a:lnTo>
                <a:lnTo>
                  <a:pt x="0" y="20637"/>
                </a:lnTo>
                <a:lnTo>
                  <a:pt x="2203729" y="20637"/>
                </a:lnTo>
                <a:lnTo>
                  <a:pt x="2203729" y="30162"/>
                </a:lnTo>
                <a:close/>
              </a:path>
              <a:path w="2331084" h="50800">
                <a:moveTo>
                  <a:pt x="2306916" y="30162"/>
                </a:moveTo>
                <a:lnTo>
                  <a:pt x="2267229" y="30162"/>
                </a:lnTo>
                <a:lnTo>
                  <a:pt x="2267229" y="20637"/>
                </a:lnTo>
                <a:lnTo>
                  <a:pt x="2306916" y="20637"/>
                </a:lnTo>
                <a:lnTo>
                  <a:pt x="2330729" y="25400"/>
                </a:lnTo>
                <a:lnTo>
                  <a:pt x="2306916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753095" y="5172354"/>
            <a:ext cx="9525" cy="67945"/>
          </a:xfrm>
          <a:custGeom>
            <a:avLst/>
            <a:gdLst/>
            <a:ahLst/>
            <a:cxnLst/>
            <a:rect l="l" t="t" r="r" b="b"/>
            <a:pathLst>
              <a:path w="9525" h="67945">
                <a:moveTo>
                  <a:pt x="9525" y="0"/>
                </a:moveTo>
                <a:lnTo>
                  <a:pt x="9525" y="67462"/>
                </a:lnTo>
                <a:lnTo>
                  <a:pt x="0" y="67462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400516" y="5172354"/>
            <a:ext cx="9525" cy="67945"/>
          </a:xfrm>
          <a:custGeom>
            <a:avLst/>
            <a:gdLst/>
            <a:ahLst/>
            <a:cxnLst/>
            <a:rect l="l" t="t" r="r" b="b"/>
            <a:pathLst>
              <a:path w="9525" h="67945">
                <a:moveTo>
                  <a:pt x="9525" y="0"/>
                </a:moveTo>
                <a:lnTo>
                  <a:pt x="9525" y="67462"/>
                </a:lnTo>
                <a:lnTo>
                  <a:pt x="0" y="67462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047950" y="5172354"/>
            <a:ext cx="9525" cy="67945"/>
          </a:xfrm>
          <a:custGeom>
            <a:avLst/>
            <a:gdLst/>
            <a:ahLst/>
            <a:cxnLst/>
            <a:rect l="l" t="t" r="r" b="b"/>
            <a:pathLst>
              <a:path w="9525" h="67945">
                <a:moveTo>
                  <a:pt x="9525" y="0"/>
                </a:moveTo>
                <a:lnTo>
                  <a:pt x="9525" y="67462"/>
                </a:lnTo>
                <a:lnTo>
                  <a:pt x="0" y="67462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695370" y="5172354"/>
            <a:ext cx="9525" cy="67945"/>
          </a:xfrm>
          <a:custGeom>
            <a:avLst/>
            <a:gdLst/>
            <a:ahLst/>
            <a:cxnLst/>
            <a:rect l="l" t="t" r="r" b="b"/>
            <a:pathLst>
              <a:path w="9525" h="67945">
                <a:moveTo>
                  <a:pt x="9525" y="0"/>
                </a:moveTo>
                <a:lnTo>
                  <a:pt x="9525" y="67462"/>
                </a:lnTo>
                <a:lnTo>
                  <a:pt x="0" y="67462"/>
                </a:lnTo>
                <a:lnTo>
                  <a:pt x="0" y="0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757324" y="5694451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 h="0">
                <a:moveTo>
                  <a:pt x="0" y="0"/>
                </a:moveTo>
                <a:lnTo>
                  <a:pt x="981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757324" y="5249252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 h="0">
                <a:moveTo>
                  <a:pt x="0" y="0"/>
                </a:moveTo>
                <a:lnTo>
                  <a:pt x="981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757324" y="4803165"/>
            <a:ext cx="98425" cy="0"/>
          </a:xfrm>
          <a:custGeom>
            <a:avLst/>
            <a:gdLst/>
            <a:ahLst/>
            <a:cxnLst/>
            <a:rect l="l" t="t" r="r" b="b"/>
            <a:pathLst>
              <a:path w="98425" h="0">
                <a:moveTo>
                  <a:pt x="0" y="0"/>
                </a:moveTo>
                <a:lnTo>
                  <a:pt x="981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835544" y="4204334"/>
            <a:ext cx="206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Φ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089671" y="480564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089671" y="487231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89671" y="493899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089671" y="500566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089671" y="5072341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089671" y="5139016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089671" y="5205691"/>
            <a:ext cx="9525" cy="31115"/>
          </a:xfrm>
          <a:custGeom>
            <a:avLst/>
            <a:gdLst/>
            <a:ahLst/>
            <a:cxnLst/>
            <a:rect l="l" t="t" r="r" b="b"/>
            <a:pathLst>
              <a:path w="9525" h="31114">
                <a:moveTo>
                  <a:pt x="9525" y="31114"/>
                </a:moveTo>
                <a:lnTo>
                  <a:pt x="0" y="31114"/>
                </a:lnTo>
                <a:lnTo>
                  <a:pt x="0" y="0"/>
                </a:lnTo>
                <a:lnTo>
                  <a:pt x="9525" y="0"/>
                </a:lnTo>
                <a:lnTo>
                  <a:pt x="9525" y="31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722829" y="525015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722829" y="5316829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722829" y="538350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722829" y="5450179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722829" y="551685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722829" y="5583529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722829" y="5650204"/>
            <a:ext cx="9525" cy="32384"/>
          </a:xfrm>
          <a:custGeom>
            <a:avLst/>
            <a:gdLst/>
            <a:ahLst/>
            <a:cxnLst/>
            <a:rect l="l" t="t" r="r" b="b"/>
            <a:pathLst>
              <a:path w="9525" h="32385">
                <a:moveTo>
                  <a:pt x="9525" y="32067"/>
                </a:moveTo>
                <a:lnTo>
                  <a:pt x="0" y="32067"/>
                </a:lnTo>
                <a:lnTo>
                  <a:pt x="0" y="0"/>
                </a:lnTo>
                <a:lnTo>
                  <a:pt x="9525" y="0"/>
                </a:lnTo>
                <a:lnTo>
                  <a:pt x="9525" y="32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287577" y="4475797"/>
            <a:ext cx="416559" cy="128778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algn="ctr" marL="85725">
              <a:lnSpc>
                <a:spcPct val="100000"/>
              </a:lnSpc>
              <a:spcBef>
                <a:spcPts val="1295"/>
              </a:spcBef>
            </a:pPr>
            <a:r>
              <a:rPr dirty="0" sz="1800" spc="-5" b="1" i="1">
                <a:latin typeface="Times New Roman"/>
                <a:cs typeface="Times New Roman"/>
              </a:rPr>
              <a:t>Φ</a:t>
            </a:r>
            <a:r>
              <a:rPr dirty="0" baseline="-16908" sz="1725" spc="30" b="1">
                <a:latin typeface="Times New Roman"/>
                <a:cs typeface="Times New Roman"/>
              </a:rPr>
              <a:t>m</a:t>
            </a:r>
            <a:endParaRPr baseline="-16908" sz="1725">
              <a:latin typeface="Times New Roman"/>
              <a:cs typeface="Times New Roman"/>
            </a:endParaRPr>
          </a:p>
          <a:p>
            <a:pPr algn="ctr" marL="13335">
              <a:lnSpc>
                <a:spcPct val="100000"/>
              </a:lnSpc>
              <a:spcBef>
                <a:spcPts val="1200"/>
              </a:spcBef>
            </a:pPr>
            <a:r>
              <a:rPr dirty="0" sz="1800" b="1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algn="ctr" marR="1905">
              <a:lnSpc>
                <a:spcPct val="100000"/>
              </a:lnSpc>
              <a:spcBef>
                <a:spcPts val="1060"/>
              </a:spcBef>
            </a:pPr>
            <a:r>
              <a:rPr dirty="0" sz="1800" b="1">
                <a:latin typeface="Times New Roman"/>
                <a:cs typeface="Times New Roman"/>
              </a:rPr>
              <a:t>-</a:t>
            </a:r>
            <a:r>
              <a:rPr dirty="0" sz="1800" spc="-5" b="1" i="1">
                <a:latin typeface="Times New Roman"/>
                <a:cs typeface="Times New Roman"/>
              </a:rPr>
              <a:t>Φ</a:t>
            </a:r>
            <a:r>
              <a:rPr dirty="0" baseline="-16908" sz="1725" spc="30" b="1">
                <a:latin typeface="Times New Roman"/>
                <a:cs typeface="Times New Roman"/>
              </a:rPr>
              <a:t>m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968308" y="5205933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031808" y="5330393"/>
            <a:ext cx="1003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" b="1">
                <a:latin typeface="Times New Roman"/>
                <a:cs typeface="Times New Roman"/>
              </a:rPr>
              <a:t>4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740904" y="4763680"/>
            <a:ext cx="1962785" cy="911860"/>
          </a:xfrm>
          <a:custGeom>
            <a:avLst/>
            <a:gdLst/>
            <a:ahLst/>
            <a:cxnLst/>
            <a:rect l="l" t="t" r="r" b="b"/>
            <a:pathLst>
              <a:path w="1962784" h="911860">
                <a:moveTo>
                  <a:pt x="8674" y="457200"/>
                </a:moveTo>
                <a:lnTo>
                  <a:pt x="0" y="453389"/>
                </a:lnTo>
                <a:lnTo>
                  <a:pt x="18008" y="414020"/>
                </a:lnTo>
                <a:lnTo>
                  <a:pt x="36144" y="375920"/>
                </a:lnTo>
                <a:lnTo>
                  <a:pt x="54216" y="336550"/>
                </a:lnTo>
                <a:lnTo>
                  <a:pt x="63246" y="317500"/>
                </a:lnTo>
                <a:lnTo>
                  <a:pt x="72301" y="299720"/>
                </a:lnTo>
                <a:lnTo>
                  <a:pt x="90385" y="262889"/>
                </a:lnTo>
                <a:lnTo>
                  <a:pt x="108508" y="227329"/>
                </a:lnTo>
                <a:lnTo>
                  <a:pt x="135648" y="177800"/>
                </a:lnTo>
                <a:lnTo>
                  <a:pt x="144741" y="162560"/>
                </a:lnTo>
                <a:lnTo>
                  <a:pt x="153835" y="148589"/>
                </a:lnTo>
                <a:lnTo>
                  <a:pt x="162890" y="133350"/>
                </a:lnTo>
                <a:lnTo>
                  <a:pt x="171983" y="119379"/>
                </a:lnTo>
                <a:lnTo>
                  <a:pt x="181089" y="106679"/>
                </a:lnTo>
                <a:lnTo>
                  <a:pt x="190195" y="95250"/>
                </a:lnTo>
                <a:lnTo>
                  <a:pt x="199301" y="82550"/>
                </a:lnTo>
                <a:lnTo>
                  <a:pt x="208305" y="72389"/>
                </a:lnTo>
                <a:lnTo>
                  <a:pt x="217601" y="60960"/>
                </a:lnTo>
                <a:lnTo>
                  <a:pt x="226644" y="52070"/>
                </a:lnTo>
                <a:lnTo>
                  <a:pt x="235953" y="43179"/>
                </a:lnTo>
                <a:lnTo>
                  <a:pt x="245160" y="34289"/>
                </a:lnTo>
                <a:lnTo>
                  <a:pt x="263626" y="21589"/>
                </a:lnTo>
                <a:lnTo>
                  <a:pt x="268274" y="17779"/>
                </a:lnTo>
                <a:lnTo>
                  <a:pt x="282270" y="10160"/>
                </a:lnTo>
                <a:lnTo>
                  <a:pt x="286981" y="8889"/>
                </a:lnTo>
                <a:lnTo>
                  <a:pt x="291706" y="6350"/>
                </a:lnTo>
                <a:lnTo>
                  <a:pt x="315277" y="0"/>
                </a:lnTo>
                <a:lnTo>
                  <a:pt x="343725" y="0"/>
                </a:lnTo>
                <a:lnTo>
                  <a:pt x="367271" y="6350"/>
                </a:lnTo>
                <a:lnTo>
                  <a:pt x="371995" y="8889"/>
                </a:lnTo>
                <a:lnTo>
                  <a:pt x="320903" y="8889"/>
                </a:lnTo>
                <a:lnTo>
                  <a:pt x="316395" y="10160"/>
                </a:lnTo>
                <a:lnTo>
                  <a:pt x="312318" y="10160"/>
                </a:lnTo>
                <a:lnTo>
                  <a:pt x="307809" y="11429"/>
                </a:lnTo>
                <a:lnTo>
                  <a:pt x="308025" y="11429"/>
                </a:lnTo>
                <a:lnTo>
                  <a:pt x="303517" y="12700"/>
                </a:lnTo>
                <a:lnTo>
                  <a:pt x="303707" y="12700"/>
                </a:lnTo>
                <a:lnTo>
                  <a:pt x="299186" y="13970"/>
                </a:lnTo>
                <a:lnTo>
                  <a:pt x="299377" y="13970"/>
                </a:lnTo>
                <a:lnTo>
                  <a:pt x="294855" y="15239"/>
                </a:lnTo>
                <a:lnTo>
                  <a:pt x="295046" y="15239"/>
                </a:lnTo>
                <a:lnTo>
                  <a:pt x="290512" y="16510"/>
                </a:lnTo>
                <a:lnTo>
                  <a:pt x="290702" y="16510"/>
                </a:lnTo>
                <a:lnTo>
                  <a:pt x="286181" y="19050"/>
                </a:lnTo>
                <a:lnTo>
                  <a:pt x="286359" y="19050"/>
                </a:lnTo>
                <a:lnTo>
                  <a:pt x="281851" y="21589"/>
                </a:lnTo>
                <a:lnTo>
                  <a:pt x="282016" y="21589"/>
                </a:lnTo>
                <a:lnTo>
                  <a:pt x="277507" y="24129"/>
                </a:lnTo>
                <a:lnTo>
                  <a:pt x="277660" y="24129"/>
                </a:lnTo>
                <a:lnTo>
                  <a:pt x="273151" y="26670"/>
                </a:lnTo>
                <a:lnTo>
                  <a:pt x="273291" y="26670"/>
                </a:lnTo>
                <a:lnTo>
                  <a:pt x="268782" y="29210"/>
                </a:lnTo>
                <a:lnTo>
                  <a:pt x="268947" y="29210"/>
                </a:lnTo>
                <a:lnTo>
                  <a:pt x="259905" y="35560"/>
                </a:lnTo>
                <a:lnTo>
                  <a:pt x="260108" y="35560"/>
                </a:lnTo>
                <a:lnTo>
                  <a:pt x="251066" y="41910"/>
                </a:lnTo>
                <a:lnTo>
                  <a:pt x="251256" y="41910"/>
                </a:lnTo>
                <a:lnTo>
                  <a:pt x="242239" y="49529"/>
                </a:lnTo>
                <a:lnTo>
                  <a:pt x="242404" y="49529"/>
                </a:lnTo>
                <a:lnTo>
                  <a:pt x="233387" y="58420"/>
                </a:lnTo>
                <a:lnTo>
                  <a:pt x="233527" y="58420"/>
                </a:lnTo>
                <a:lnTo>
                  <a:pt x="224485" y="67310"/>
                </a:lnTo>
                <a:lnTo>
                  <a:pt x="215557" y="77470"/>
                </a:lnTo>
                <a:lnTo>
                  <a:pt x="206667" y="88900"/>
                </a:lnTo>
                <a:lnTo>
                  <a:pt x="197739" y="100329"/>
                </a:lnTo>
                <a:lnTo>
                  <a:pt x="188760" y="113029"/>
                </a:lnTo>
                <a:lnTo>
                  <a:pt x="179781" y="125729"/>
                </a:lnTo>
                <a:lnTo>
                  <a:pt x="170840" y="138429"/>
                </a:lnTo>
                <a:lnTo>
                  <a:pt x="162625" y="152400"/>
                </a:lnTo>
                <a:lnTo>
                  <a:pt x="161912" y="152400"/>
                </a:lnTo>
                <a:lnTo>
                  <a:pt x="152869" y="167639"/>
                </a:lnTo>
                <a:lnTo>
                  <a:pt x="143865" y="182879"/>
                </a:lnTo>
                <a:lnTo>
                  <a:pt x="134899" y="199389"/>
                </a:lnTo>
                <a:lnTo>
                  <a:pt x="116878" y="232410"/>
                </a:lnTo>
                <a:lnTo>
                  <a:pt x="107861" y="248920"/>
                </a:lnTo>
                <a:lnTo>
                  <a:pt x="98869" y="266700"/>
                </a:lnTo>
                <a:lnTo>
                  <a:pt x="80835" y="303529"/>
                </a:lnTo>
                <a:lnTo>
                  <a:pt x="71805" y="322579"/>
                </a:lnTo>
                <a:lnTo>
                  <a:pt x="62814" y="340360"/>
                </a:lnTo>
                <a:lnTo>
                  <a:pt x="44767" y="379729"/>
                </a:lnTo>
                <a:lnTo>
                  <a:pt x="26644" y="417829"/>
                </a:lnTo>
                <a:lnTo>
                  <a:pt x="8674" y="457200"/>
                </a:lnTo>
                <a:close/>
              </a:path>
              <a:path w="1962784" h="911860">
                <a:moveTo>
                  <a:pt x="1071412" y="869950"/>
                </a:moveTo>
                <a:lnTo>
                  <a:pt x="1057643" y="869950"/>
                </a:lnTo>
                <a:lnTo>
                  <a:pt x="1066647" y="861060"/>
                </a:lnTo>
                <a:lnTo>
                  <a:pt x="1066495" y="861060"/>
                </a:lnTo>
                <a:lnTo>
                  <a:pt x="1075512" y="853439"/>
                </a:lnTo>
                <a:lnTo>
                  <a:pt x="1075372" y="853439"/>
                </a:lnTo>
                <a:lnTo>
                  <a:pt x="1084414" y="843280"/>
                </a:lnTo>
                <a:lnTo>
                  <a:pt x="1093330" y="833119"/>
                </a:lnTo>
                <a:lnTo>
                  <a:pt x="1102232" y="822960"/>
                </a:lnTo>
                <a:lnTo>
                  <a:pt x="1111161" y="811529"/>
                </a:lnTo>
                <a:lnTo>
                  <a:pt x="1120140" y="798829"/>
                </a:lnTo>
                <a:lnTo>
                  <a:pt x="1129118" y="786129"/>
                </a:lnTo>
                <a:lnTo>
                  <a:pt x="1138059" y="772160"/>
                </a:lnTo>
                <a:lnTo>
                  <a:pt x="1147025" y="758189"/>
                </a:lnTo>
                <a:lnTo>
                  <a:pt x="1156030" y="744220"/>
                </a:lnTo>
                <a:lnTo>
                  <a:pt x="1165034" y="728979"/>
                </a:lnTo>
                <a:lnTo>
                  <a:pt x="1174000" y="712470"/>
                </a:lnTo>
                <a:lnTo>
                  <a:pt x="1192022" y="679450"/>
                </a:lnTo>
                <a:lnTo>
                  <a:pt x="1201039" y="661670"/>
                </a:lnTo>
                <a:lnTo>
                  <a:pt x="1210017" y="645160"/>
                </a:lnTo>
                <a:lnTo>
                  <a:pt x="1228051" y="608329"/>
                </a:lnTo>
                <a:lnTo>
                  <a:pt x="1246098" y="570229"/>
                </a:lnTo>
                <a:lnTo>
                  <a:pt x="1264132" y="532129"/>
                </a:lnTo>
                <a:lnTo>
                  <a:pt x="1282179" y="492760"/>
                </a:lnTo>
                <a:lnTo>
                  <a:pt x="1318298" y="414020"/>
                </a:lnTo>
                <a:lnTo>
                  <a:pt x="1336370" y="375920"/>
                </a:lnTo>
                <a:lnTo>
                  <a:pt x="1354429" y="336550"/>
                </a:lnTo>
                <a:lnTo>
                  <a:pt x="1363459" y="317500"/>
                </a:lnTo>
                <a:lnTo>
                  <a:pt x="1372527" y="299720"/>
                </a:lnTo>
                <a:lnTo>
                  <a:pt x="1390611" y="262889"/>
                </a:lnTo>
                <a:lnTo>
                  <a:pt x="1408722" y="227329"/>
                </a:lnTo>
                <a:lnTo>
                  <a:pt x="1426832" y="194310"/>
                </a:lnTo>
                <a:lnTo>
                  <a:pt x="1435874" y="179070"/>
                </a:lnTo>
                <a:lnTo>
                  <a:pt x="1444967" y="162560"/>
                </a:lnTo>
                <a:lnTo>
                  <a:pt x="1454048" y="148589"/>
                </a:lnTo>
                <a:lnTo>
                  <a:pt x="1463116" y="133350"/>
                </a:lnTo>
                <a:lnTo>
                  <a:pt x="1472196" y="120650"/>
                </a:lnTo>
                <a:lnTo>
                  <a:pt x="1481315" y="106679"/>
                </a:lnTo>
                <a:lnTo>
                  <a:pt x="1490421" y="95250"/>
                </a:lnTo>
                <a:lnTo>
                  <a:pt x="1499527" y="82550"/>
                </a:lnTo>
                <a:lnTo>
                  <a:pt x="1508645" y="71120"/>
                </a:lnTo>
                <a:lnTo>
                  <a:pt x="1517827" y="60960"/>
                </a:lnTo>
                <a:lnTo>
                  <a:pt x="1526870" y="52070"/>
                </a:lnTo>
                <a:lnTo>
                  <a:pt x="1536179" y="43179"/>
                </a:lnTo>
                <a:lnTo>
                  <a:pt x="1545374" y="34289"/>
                </a:lnTo>
                <a:lnTo>
                  <a:pt x="1563852" y="21589"/>
                </a:lnTo>
                <a:lnTo>
                  <a:pt x="1568488" y="17779"/>
                </a:lnTo>
                <a:lnTo>
                  <a:pt x="1582496" y="10160"/>
                </a:lnTo>
                <a:lnTo>
                  <a:pt x="1587207" y="8889"/>
                </a:lnTo>
                <a:lnTo>
                  <a:pt x="1591919" y="6350"/>
                </a:lnTo>
                <a:lnTo>
                  <a:pt x="1615503" y="0"/>
                </a:lnTo>
                <a:lnTo>
                  <a:pt x="1643938" y="0"/>
                </a:lnTo>
                <a:lnTo>
                  <a:pt x="1667484" y="6350"/>
                </a:lnTo>
                <a:lnTo>
                  <a:pt x="1672196" y="8889"/>
                </a:lnTo>
                <a:lnTo>
                  <a:pt x="1621129" y="8889"/>
                </a:lnTo>
                <a:lnTo>
                  <a:pt x="1616621" y="10160"/>
                </a:lnTo>
                <a:lnTo>
                  <a:pt x="1612544" y="10160"/>
                </a:lnTo>
                <a:lnTo>
                  <a:pt x="1608035" y="11429"/>
                </a:lnTo>
                <a:lnTo>
                  <a:pt x="1608239" y="11429"/>
                </a:lnTo>
                <a:lnTo>
                  <a:pt x="1603730" y="12700"/>
                </a:lnTo>
                <a:lnTo>
                  <a:pt x="1603933" y="12700"/>
                </a:lnTo>
                <a:lnTo>
                  <a:pt x="1599412" y="13970"/>
                </a:lnTo>
                <a:lnTo>
                  <a:pt x="1599603" y="13970"/>
                </a:lnTo>
                <a:lnTo>
                  <a:pt x="1595069" y="15239"/>
                </a:lnTo>
                <a:lnTo>
                  <a:pt x="1595259" y="15239"/>
                </a:lnTo>
                <a:lnTo>
                  <a:pt x="1590738" y="16510"/>
                </a:lnTo>
                <a:lnTo>
                  <a:pt x="1590928" y="16510"/>
                </a:lnTo>
                <a:lnTo>
                  <a:pt x="1586407" y="19050"/>
                </a:lnTo>
                <a:lnTo>
                  <a:pt x="1586585" y="19050"/>
                </a:lnTo>
                <a:lnTo>
                  <a:pt x="1582077" y="21589"/>
                </a:lnTo>
                <a:lnTo>
                  <a:pt x="1582242" y="21589"/>
                </a:lnTo>
                <a:lnTo>
                  <a:pt x="1577733" y="24129"/>
                </a:lnTo>
                <a:lnTo>
                  <a:pt x="1577886" y="24129"/>
                </a:lnTo>
                <a:lnTo>
                  <a:pt x="1573377" y="26670"/>
                </a:lnTo>
                <a:lnTo>
                  <a:pt x="1568996" y="29210"/>
                </a:lnTo>
                <a:lnTo>
                  <a:pt x="1569173" y="29210"/>
                </a:lnTo>
                <a:lnTo>
                  <a:pt x="1560131" y="35560"/>
                </a:lnTo>
                <a:lnTo>
                  <a:pt x="1560334" y="35560"/>
                </a:lnTo>
                <a:lnTo>
                  <a:pt x="1551292" y="41910"/>
                </a:lnTo>
                <a:lnTo>
                  <a:pt x="1551482" y="41910"/>
                </a:lnTo>
                <a:lnTo>
                  <a:pt x="1542465" y="49529"/>
                </a:lnTo>
                <a:lnTo>
                  <a:pt x="1542630" y="49529"/>
                </a:lnTo>
                <a:lnTo>
                  <a:pt x="1533613" y="58420"/>
                </a:lnTo>
                <a:lnTo>
                  <a:pt x="1533753" y="58420"/>
                </a:lnTo>
                <a:lnTo>
                  <a:pt x="1524698" y="67310"/>
                </a:lnTo>
                <a:lnTo>
                  <a:pt x="1515783" y="77470"/>
                </a:lnTo>
                <a:lnTo>
                  <a:pt x="1506893" y="88900"/>
                </a:lnTo>
                <a:lnTo>
                  <a:pt x="1497965" y="100329"/>
                </a:lnTo>
                <a:lnTo>
                  <a:pt x="1488973" y="113029"/>
                </a:lnTo>
                <a:lnTo>
                  <a:pt x="1480007" y="125729"/>
                </a:lnTo>
                <a:lnTo>
                  <a:pt x="1471066" y="138429"/>
                </a:lnTo>
                <a:lnTo>
                  <a:pt x="1462100" y="153670"/>
                </a:lnTo>
                <a:lnTo>
                  <a:pt x="1453095" y="167639"/>
                </a:lnTo>
                <a:lnTo>
                  <a:pt x="1444091" y="182879"/>
                </a:lnTo>
                <a:lnTo>
                  <a:pt x="1435112" y="199389"/>
                </a:lnTo>
                <a:lnTo>
                  <a:pt x="1426133" y="215900"/>
                </a:lnTo>
                <a:lnTo>
                  <a:pt x="1417104" y="232410"/>
                </a:lnTo>
                <a:lnTo>
                  <a:pt x="1408087" y="248920"/>
                </a:lnTo>
                <a:lnTo>
                  <a:pt x="1399095" y="266700"/>
                </a:lnTo>
                <a:lnTo>
                  <a:pt x="1381061" y="303529"/>
                </a:lnTo>
                <a:lnTo>
                  <a:pt x="1372031" y="322579"/>
                </a:lnTo>
                <a:lnTo>
                  <a:pt x="1363040" y="340360"/>
                </a:lnTo>
                <a:lnTo>
                  <a:pt x="1344993" y="379729"/>
                </a:lnTo>
                <a:lnTo>
                  <a:pt x="1326934" y="417829"/>
                </a:lnTo>
                <a:lnTo>
                  <a:pt x="1308887" y="457200"/>
                </a:lnTo>
                <a:lnTo>
                  <a:pt x="1290827" y="497839"/>
                </a:lnTo>
                <a:lnTo>
                  <a:pt x="1272755" y="535939"/>
                </a:lnTo>
                <a:lnTo>
                  <a:pt x="1254671" y="575310"/>
                </a:lnTo>
                <a:lnTo>
                  <a:pt x="1218514" y="648970"/>
                </a:lnTo>
                <a:lnTo>
                  <a:pt x="1200391" y="684529"/>
                </a:lnTo>
                <a:lnTo>
                  <a:pt x="1173238" y="732789"/>
                </a:lnTo>
                <a:lnTo>
                  <a:pt x="1164158" y="749300"/>
                </a:lnTo>
                <a:lnTo>
                  <a:pt x="1155065" y="763270"/>
                </a:lnTo>
                <a:lnTo>
                  <a:pt x="1145997" y="778510"/>
                </a:lnTo>
                <a:lnTo>
                  <a:pt x="1136916" y="791210"/>
                </a:lnTo>
                <a:lnTo>
                  <a:pt x="1127810" y="805179"/>
                </a:lnTo>
                <a:lnTo>
                  <a:pt x="1118692" y="816610"/>
                </a:lnTo>
                <a:lnTo>
                  <a:pt x="1109599" y="829310"/>
                </a:lnTo>
                <a:lnTo>
                  <a:pt x="1082116" y="859789"/>
                </a:lnTo>
                <a:lnTo>
                  <a:pt x="1072946" y="868680"/>
                </a:lnTo>
                <a:lnTo>
                  <a:pt x="1071412" y="869950"/>
                </a:lnTo>
                <a:close/>
              </a:path>
              <a:path w="1962784" h="911860">
                <a:moveTo>
                  <a:pt x="496912" y="153670"/>
                </a:moveTo>
                <a:lnTo>
                  <a:pt x="487895" y="138429"/>
                </a:lnTo>
                <a:lnTo>
                  <a:pt x="478942" y="125729"/>
                </a:lnTo>
                <a:lnTo>
                  <a:pt x="469963" y="113029"/>
                </a:lnTo>
                <a:lnTo>
                  <a:pt x="460984" y="100329"/>
                </a:lnTo>
                <a:lnTo>
                  <a:pt x="452031" y="88900"/>
                </a:lnTo>
                <a:lnTo>
                  <a:pt x="443102" y="77470"/>
                </a:lnTo>
                <a:lnTo>
                  <a:pt x="434174" y="67310"/>
                </a:lnTo>
                <a:lnTo>
                  <a:pt x="425259" y="58420"/>
                </a:lnTo>
                <a:lnTo>
                  <a:pt x="425399" y="58420"/>
                </a:lnTo>
                <a:lnTo>
                  <a:pt x="416382" y="49529"/>
                </a:lnTo>
                <a:lnTo>
                  <a:pt x="416547" y="49529"/>
                </a:lnTo>
                <a:lnTo>
                  <a:pt x="407530" y="41910"/>
                </a:lnTo>
                <a:lnTo>
                  <a:pt x="407720" y="41910"/>
                </a:lnTo>
                <a:lnTo>
                  <a:pt x="398678" y="35560"/>
                </a:lnTo>
                <a:lnTo>
                  <a:pt x="398881" y="35560"/>
                </a:lnTo>
                <a:lnTo>
                  <a:pt x="389839" y="29210"/>
                </a:lnTo>
                <a:lnTo>
                  <a:pt x="390004" y="29210"/>
                </a:lnTo>
                <a:lnTo>
                  <a:pt x="385495" y="26670"/>
                </a:lnTo>
                <a:lnTo>
                  <a:pt x="385635" y="26670"/>
                </a:lnTo>
                <a:lnTo>
                  <a:pt x="381126" y="24129"/>
                </a:lnTo>
                <a:lnTo>
                  <a:pt x="381279" y="24129"/>
                </a:lnTo>
                <a:lnTo>
                  <a:pt x="376770" y="21589"/>
                </a:lnTo>
                <a:lnTo>
                  <a:pt x="376936" y="21589"/>
                </a:lnTo>
                <a:lnTo>
                  <a:pt x="372427" y="19050"/>
                </a:lnTo>
                <a:lnTo>
                  <a:pt x="372592" y="19050"/>
                </a:lnTo>
                <a:lnTo>
                  <a:pt x="368084" y="16510"/>
                </a:lnTo>
                <a:lnTo>
                  <a:pt x="368274" y="16510"/>
                </a:lnTo>
                <a:lnTo>
                  <a:pt x="363740" y="15239"/>
                </a:lnTo>
                <a:lnTo>
                  <a:pt x="363931" y="15239"/>
                </a:lnTo>
                <a:lnTo>
                  <a:pt x="359410" y="13970"/>
                </a:lnTo>
                <a:lnTo>
                  <a:pt x="359587" y="13970"/>
                </a:lnTo>
                <a:lnTo>
                  <a:pt x="355079" y="12700"/>
                </a:lnTo>
                <a:lnTo>
                  <a:pt x="355269" y="12700"/>
                </a:lnTo>
                <a:lnTo>
                  <a:pt x="350761" y="11429"/>
                </a:lnTo>
                <a:lnTo>
                  <a:pt x="350964" y="11429"/>
                </a:lnTo>
                <a:lnTo>
                  <a:pt x="346468" y="10160"/>
                </a:lnTo>
                <a:lnTo>
                  <a:pt x="342392" y="10160"/>
                </a:lnTo>
                <a:lnTo>
                  <a:pt x="337883" y="8889"/>
                </a:lnTo>
                <a:lnTo>
                  <a:pt x="371995" y="8889"/>
                </a:lnTo>
                <a:lnTo>
                  <a:pt x="376694" y="10160"/>
                </a:lnTo>
                <a:lnTo>
                  <a:pt x="390651" y="17779"/>
                </a:lnTo>
                <a:lnTo>
                  <a:pt x="395325" y="21589"/>
                </a:lnTo>
                <a:lnTo>
                  <a:pt x="404583" y="27939"/>
                </a:lnTo>
                <a:lnTo>
                  <a:pt x="441312" y="60960"/>
                </a:lnTo>
                <a:lnTo>
                  <a:pt x="450469" y="72389"/>
                </a:lnTo>
                <a:lnTo>
                  <a:pt x="459574" y="82550"/>
                </a:lnTo>
                <a:lnTo>
                  <a:pt x="468642" y="95250"/>
                </a:lnTo>
                <a:lnTo>
                  <a:pt x="477761" y="106679"/>
                </a:lnTo>
                <a:lnTo>
                  <a:pt x="486879" y="120650"/>
                </a:lnTo>
                <a:lnTo>
                  <a:pt x="495947" y="133350"/>
                </a:lnTo>
                <a:lnTo>
                  <a:pt x="505002" y="148589"/>
                </a:lnTo>
                <a:lnTo>
                  <a:pt x="507479" y="152400"/>
                </a:lnTo>
                <a:lnTo>
                  <a:pt x="496874" y="152400"/>
                </a:lnTo>
                <a:lnTo>
                  <a:pt x="496912" y="153670"/>
                </a:lnTo>
                <a:close/>
              </a:path>
              <a:path w="1962784" h="911860">
                <a:moveTo>
                  <a:pt x="1681530" y="24129"/>
                </a:moveTo>
                <a:lnTo>
                  <a:pt x="1677022" y="21589"/>
                </a:lnTo>
                <a:lnTo>
                  <a:pt x="1677174" y="21589"/>
                </a:lnTo>
                <a:lnTo>
                  <a:pt x="1672678" y="19050"/>
                </a:lnTo>
                <a:lnTo>
                  <a:pt x="1672844" y="19050"/>
                </a:lnTo>
                <a:lnTo>
                  <a:pt x="1668322" y="16510"/>
                </a:lnTo>
                <a:lnTo>
                  <a:pt x="1668500" y="16510"/>
                </a:lnTo>
                <a:lnTo>
                  <a:pt x="1663979" y="15239"/>
                </a:lnTo>
                <a:lnTo>
                  <a:pt x="1664157" y="15239"/>
                </a:lnTo>
                <a:lnTo>
                  <a:pt x="1659623" y="13970"/>
                </a:lnTo>
                <a:lnTo>
                  <a:pt x="1659813" y="13970"/>
                </a:lnTo>
                <a:lnTo>
                  <a:pt x="1655292" y="12700"/>
                </a:lnTo>
                <a:lnTo>
                  <a:pt x="1655495" y="12700"/>
                </a:lnTo>
                <a:lnTo>
                  <a:pt x="1650987" y="11429"/>
                </a:lnTo>
                <a:lnTo>
                  <a:pt x="1651190" y="11429"/>
                </a:lnTo>
                <a:lnTo>
                  <a:pt x="1646681" y="10160"/>
                </a:lnTo>
                <a:lnTo>
                  <a:pt x="1642618" y="10160"/>
                </a:lnTo>
                <a:lnTo>
                  <a:pt x="1638109" y="8889"/>
                </a:lnTo>
                <a:lnTo>
                  <a:pt x="1672196" y="8889"/>
                </a:lnTo>
                <a:lnTo>
                  <a:pt x="1676717" y="10160"/>
                </a:lnTo>
                <a:lnTo>
                  <a:pt x="1681556" y="12700"/>
                </a:lnTo>
                <a:lnTo>
                  <a:pt x="1695475" y="20320"/>
                </a:lnTo>
                <a:lnTo>
                  <a:pt x="1698569" y="22860"/>
                </a:lnTo>
                <a:lnTo>
                  <a:pt x="1681378" y="22860"/>
                </a:lnTo>
                <a:lnTo>
                  <a:pt x="1681530" y="24129"/>
                </a:lnTo>
                <a:close/>
              </a:path>
              <a:path w="1962784" h="911860">
                <a:moveTo>
                  <a:pt x="1685886" y="26670"/>
                </a:moveTo>
                <a:lnTo>
                  <a:pt x="1681378" y="22860"/>
                </a:lnTo>
                <a:lnTo>
                  <a:pt x="1698569" y="22860"/>
                </a:lnTo>
                <a:lnTo>
                  <a:pt x="1701664" y="25400"/>
                </a:lnTo>
                <a:lnTo>
                  <a:pt x="1685747" y="25400"/>
                </a:lnTo>
                <a:lnTo>
                  <a:pt x="1685886" y="26670"/>
                </a:lnTo>
                <a:close/>
              </a:path>
              <a:path w="1962784" h="911860">
                <a:moveTo>
                  <a:pt x="1797126" y="153670"/>
                </a:moveTo>
                <a:lnTo>
                  <a:pt x="1788121" y="138429"/>
                </a:lnTo>
                <a:lnTo>
                  <a:pt x="1779155" y="125729"/>
                </a:lnTo>
                <a:lnTo>
                  <a:pt x="1770189" y="113029"/>
                </a:lnTo>
                <a:lnTo>
                  <a:pt x="1761210" y="100329"/>
                </a:lnTo>
                <a:lnTo>
                  <a:pt x="1752257" y="88900"/>
                </a:lnTo>
                <a:lnTo>
                  <a:pt x="1743328" y="77470"/>
                </a:lnTo>
                <a:lnTo>
                  <a:pt x="1734400" y="67310"/>
                </a:lnTo>
                <a:lnTo>
                  <a:pt x="1725472" y="58420"/>
                </a:lnTo>
                <a:lnTo>
                  <a:pt x="1716595" y="49529"/>
                </a:lnTo>
                <a:lnTo>
                  <a:pt x="1716747" y="49529"/>
                </a:lnTo>
                <a:lnTo>
                  <a:pt x="1707730" y="41910"/>
                </a:lnTo>
                <a:lnTo>
                  <a:pt x="1707883" y="41910"/>
                </a:lnTo>
                <a:lnTo>
                  <a:pt x="1703362" y="38100"/>
                </a:lnTo>
                <a:lnTo>
                  <a:pt x="1698942" y="35560"/>
                </a:lnTo>
                <a:lnTo>
                  <a:pt x="1694522" y="31750"/>
                </a:lnTo>
                <a:lnTo>
                  <a:pt x="1690128" y="29210"/>
                </a:lnTo>
                <a:lnTo>
                  <a:pt x="1685747" y="25400"/>
                </a:lnTo>
                <a:lnTo>
                  <a:pt x="1701664" y="25400"/>
                </a:lnTo>
                <a:lnTo>
                  <a:pt x="1704759" y="27939"/>
                </a:lnTo>
                <a:lnTo>
                  <a:pt x="1709394" y="30479"/>
                </a:lnTo>
                <a:lnTo>
                  <a:pt x="1714055" y="34289"/>
                </a:lnTo>
                <a:lnTo>
                  <a:pt x="1741538" y="60960"/>
                </a:lnTo>
                <a:lnTo>
                  <a:pt x="1750695" y="72389"/>
                </a:lnTo>
                <a:lnTo>
                  <a:pt x="1759800" y="82550"/>
                </a:lnTo>
                <a:lnTo>
                  <a:pt x="1768868" y="95250"/>
                </a:lnTo>
                <a:lnTo>
                  <a:pt x="1777987" y="106679"/>
                </a:lnTo>
                <a:lnTo>
                  <a:pt x="1787105" y="120650"/>
                </a:lnTo>
                <a:lnTo>
                  <a:pt x="1796173" y="133350"/>
                </a:lnTo>
                <a:lnTo>
                  <a:pt x="1805216" y="148589"/>
                </a:lnTo>
                <a:lnTo>
                  <a:pt x="1807696" y="152400"/>
                </a:lnTo>
                <a:lnTo>
                  <a:pt x="1797088" y="152400"/>
                </a:lnTo>
                <a:lnTo>
                  <a:pt x="1797126" y="153670"/>
                </a:lnTo>
                <a:close/>
              </a:path>
              <a:path w="1962784" h="911860">
                <a:moveTo>
                  <a:pt x="161874" y="153670"/>
                </a:moveTo>
                <a:lnTo>
                  <a:pt x="161912" y="152400"/>
                </a:lnTo>
                <a:lnTo>
                  <a:pt x="162625" y="152400"/>
                </a:lnTo>
                <a:lnTo>
                  <a:pt x="161874" y="153670"/>
                </a:lnTo>
                <a:close/>
              </a:path>
              <a:path w="1962784" h="911860">
                <a:moveTo>
                  <a:pt x="993609" y="911860"/>
                </a:moveTo>
                <a:lnTo>
                  <a:pt x="969899" y="911860"/>
                </a:lnTo>
                <a:lnTo>
                  <a:pt x="965174" y="910589"/>
                </a:lnTo>
                <a:lnTo>
                  <a:pt x="960462" y="910589"/>
                </a:lnTo>
                <a:lnTo>
                  <a:pt x="941616" y="905510"/>
                </a:lnTo>
                <a:lnTo>
                  <a:pt x="936904" y="902969"/>
                </a:lnTo>
                <a:lnTo>
                  <a:pt x="932205" y="901700"/>
                </a:lnTo>
                <a:lnTo>
                  <a:pt x="922883" y="896619"/>
                </a:lnTo>
                <a:lnTo>
                  <a:pt x="918248" y="892810"/>
                </a:lnTo>
                <a:lnTo>
                  <a:pt x="913574" y="890269"/>
                </a:lnTo>
                <a:lnTo>
                  <a:pt x="876757" y="859789"/>
                </a:lnTo>
                <a:lnTo>
                  <a:pt x="840244" y="816610"/>
                </a:lnTo>
                <a:lnTo>
                  <a:pt x="803897" y="763270"/>
                </a:lnTo>
                <a:lnTo>
                  <a:pt x="776693" y="717550"/>
                </a:lnTo>
                <a:lnTo>
                  <a:pt x="758583" y="683260"/>
                </a:lnTo>
                <a:lnTo>
                  <a:pt x="749503" y="666750"/>
                </a:lnTo>
                <a:lnTo>
                  <a:pt x="740473" y="648970"/>
                </a:lnTo>
                <a:lnTo>
                  <a:pt x="722401" y="612139"/>
                </a:lnTo>
                <a:lnTo>
                  <a:pt x="686244" y="535939"/>
                </a:lnTo>
                <a:lnTo>
                  <a:pt x="632066" y="417829"/>
                </a:lnTo>
                <a:lnTo>
                  <a:pt x="614006" y="379729"/>
                </a:lnTo>
                <a:lnTo>
                  <a:pt x="595960" y="340360"/>
                </a:lnTo>
                <a:lnTo>
                  <a:pt x="586955" y="322579"/>
                </a:lnTo>
                <a:lnTo>
                  <a:pt x="577926" y="303529"/>
                </a:lnTo>
                <a:lnTo>
                  <a:pt x="559892" y="266700"/>
                </a:lnTo>
                <a:lnTo>
                  <a:pt x="550900" y="248920"/>
                </a:lnTo>
                <a:lnTo>
                  <a:pt x="541883" y="232410"/>
                </a:lnTo>
                <a:lnTo>
                  <a:pt x="523849" y="199389"/>
                </a:lnTo>
                <a:lnTo>
                  <a:pt x="514883" y="182879"/>
                </a:lnTo>
                <a:lnTo>
                  <a:pt x="505879" y="167639"/>
                </a:lnTo>
                <a:lnTo>
                  <a:pt x="496874" y="152400"/>
                </a:lnTo>
                <a:lnTo>
                  <a:pt x="507479" y="152400"/>
                </a:lnTo>
                <a:lnTo>
                  <a:pt x="550316" y="227329"/>
                </a:lnTo>
                <a:lnTo>
                  <a:pt x="568426" y="262889"/>
                </a:lnTo>
                <a:lnTo>
                  <a:pt x="586498" y="299720"/>
                </a:lnTo>
                <a:lnTo>
                  <a:pt x="595566" y="317500"/>
                </a:lnTo>
                <a:lnTo>
                  <a:pt x="604583" y="336550"/>
                </a:lnTo>
                <a:lnTo>
                  <a:pt x="622655" y="375920"/>
                </a:lnTo>
                <a:lnTo>
                  <a:pt x="640715" y="414020"/>
                </a:lnTo>
                <a:lnTo>
                  <a:pt x="694893" y="532129"/>
                </a:lnTo>
                <a:lnTo>
                  <a:pt x="712939" y="570229"/>
                </a:lnTo>
                <a:lnTo>
                  <a:pt x="721944" y="589279"/>
                </a:lnTo>
                <a:lnTo>
                  <a:pt x="730973" y="608329"/>
                </a:lnTo>
                <a:lnTo>
                  <a:pt x="749007" y="645160"/>
                </a:lnTo>
                <a:lnTo>
                  <a:pt x="757999" y="661670"/>
                </a:lnTo>
                <a:lnTo>
                  <a:pt x="767016" y="679450"/>
                </a:lnTo>
                <a:lnTo>
                  <a:pt x="776033" y="695960"/>
                </a:lnTo>
                <a:lnTo>
                  <a:pt x="785025" y="712470"/>
                </a:lnTo>
                <a:lnTo>
                  <a:pt x="794016" y="727710"/>
                </a:lnTo>
                <a:lnTo>
                  <a:pt x="803021" y="742950"/>
                </a:lnTo>
                <a:lnTo>
                  <a:pt x="812025" y="758189"/>
                </a:lnTo>
                <a:lnTo>
                  <a:pt x="821004" y="772160"/>
                </a:lnTo>
                <a:lnTo>
                  <a:pt x="829970" y="786129"/>
                </a:lnTo>
                <a:lnTo>
                  <a:pt x="838936" y="798829"/>
                </a:lnTo>
                <a:lnTo>
                  <a:pt x="847915" y="811529"/>
                </a:lnTo>
                <a:lnTo>
                  <a:pt x="856869" y="822960"/>
                </a:lnTo>
                <a:lnTo>
                  <a:pt x="865784" y="833119"/>
                </a:lnTo>
                <a:lnTo>
                  <a:pt x="874725" y="843280"/>
                </a:lnTo>
                <a:lnTo>
                  <a:pt x="874585" y="843280"/>
                </a:lnTo>
                <a:lnTo>
                  <a:pt x="883640" y="853439"/>
                </a:lnTo>
                <a:lnTo>
                  <a:pt x="883500" y="853439"/>
                </a:lnTo>
                <a:lnTo>
                  <a:pt x="892517" y="861060"/>
                </a:lnTo>
                <a:lnTo>
                  <a:pt x="892352" y="861060"/>
                </a:lnTo>
                <a:lnTo>
                  <a:pt x="901369" y="869950"/>
                </a:lnTo>
                <a:lnTo>
                  <a:pt x="902686" y="869950"/>
                </a:lnTo>
                <a:lnTo>
                  <a:pt x="910221" y="876300"/>
                </a:lnTo>
                <a:lnTo>
                  <a:pt x="910018" y="876300"/>
                </a:lnTo>
                <a:lnTo>
                  <a:pt x="919060" y="882650"/>
                </a:lnTo>
                <a:lnTo>
                  <a:pt x="918883" y="882650"/>
                </a:lnTo>
                <a:lnTo>
                  <a:pt x="923391" y="885189"/>
                </a:lnTo>
                <a:lnTo>
                  <a:pt x="927773" y="887730"/>
                </a:lnTo>
                <a:lnTo>
                  <a:pt x="927620" y="887730"/>
                </a:lnTo>
                <a:lnTo>
                  <a:pt x="932129" y="890269"/>
                </a:lnTo>
                <a:lnTo>
                  <a:pt x="931964" y="890269"/>
                </a:lnTo>
                <a:lnTo>
                  <a:pt x="936472" y="892810"/>
                </a:lnTo>
                <a:lnTo>
                  <a:pt x="936294" y="892810"/>
                </a:lnTo>
                <a:lnTo>
                  <a:pt x="940816" y="894080"/>
                </a:lnTo>
                <a:lnTo>
                  <a:pt x="940625" y="894080"/>
                </a:lnTo>
                <a:lnTo>
                  <a:pt x="945159" y="896619"/>
                </a:lnTo>
                <a:lnTo>
                  <a:pt x="944968" y="896619"/>
                </a:lnTo>
                <a:lnTo>
                  <a:pt x="949490" y="897889"/>
                </a:lnTo>
                <a:lnTo>
                  <a:pt x="949299" y="897889"/>
                </a:lnTo>
                <a:lnTo>
                  <a:pt x="953820" y="899160"/>
                </a:lnTo>
                <a:lnTo>
                  <a:pt x="953630" y="899160"/>
                </a:lnTo>
                <a:lnTo>
                  <a:pt x="958138" y="900430"/>
                </a:lnTo>
                <a:lnTo>
                  <a:pt x="957922" y="900430"/>
                </a:lnTo>
                <a:lnTo>
                  <a:pt x="962431" y="901700"/>
                </a:lnTo>
                <a:lnTo>
                  <a:pt x="970788" y="901700"/>
                </a:lnTo>
                <a:lnTo>
                  <a:pt x="975309" y="902969"/>
                </a:lnTo>
                <a:lnTo>
                  <a:pt x="1021918" y="902969"/>
                </a:lnTo>
                <a:lnTo>
                  <a:pt x="1017193" y="905510"/>
                </a:lnTo>
                <a:lnTo>
                  <a:pt x="1012672" y="906780"/>
                </a:lnTo>
                <a:lnTo>
                  <a:pt x="993609" y="911860"/>
                </a:lnTo>
                <a:close/>
              </a:path>
              <a:path w="1962784" h="911860">
                <a:moveTo>
                  <a:pt x="1950336" y="457195"/>
                </a:moveTo>
                <a:lnTo>
                  <a:pt x="1934578" y="422910"/>
                </a:lnTo>
                <a:lnTo>
                  <a:pt x="1914232" y="379729"/>
                </a:lnTo>
                <a:lnTo>
                  <a:pt x="1896186" y="340360"/>
                </a:lnTo>
                <a:lnTo>
                  <a:pt x="1887181" y="321310"/>
                </a:lnTo>
                <a:lnTo>
                  <a:pt x="1878152" y="303529"/>
                </a:lnTo>
                <a:lnTo>
                  <a:pt x="1860118" y="266700"/>
                </a:lnTo>
                <a:lnTo>
                  <a:pt x="1851126" y="248920"/>
                </a:lnTo>
                <a:lnTo>
                  <a:pt x="1842109" y="232410"/>
                </a:lnTo>
                <a:lnTo>
                  <a:pt x="1824075" y="199389"/>
                </a:lnTo>
                <a:lnTo>
                  <a:pt x="1815096" y="182879"/>
                </a:lnTo>
                <a:lnTo>
                  <a:pt x="1806092" y="167639"/>
                </a:lnTo>
                <a:lnTo>
                  <a:pt x="1797088" y="152400"/>
                </a:lnTo>
                <a:lnTo>
                  <a:pt x="1807696" y="152400"/>
                </a:lnTo>
                <a:lnTo>
                  <a:pt x="1850529" y="227329"/>
                </a:lnTo>
                <a:lnTo>
                  <a:pt x="1886724" y="298450"/>
                </a:lnTo>
                <a:lnTo>
                  <a:pt x="1922868" y="374650"/>
                </a:lnTo>
                <a:lnTo>
                  <a:pt x="1959013" y="453389"/>
                </a:lnTo>
                <a:lnTo>
                  <a:pt x="1950336" y="457195"/>
                </a:lnTo>
                <a:close/>
              </a:path>
              <a:path w="1962784" h="911860">
                <a:moveTo>
                  <a:pt x="1960670" y="457200"/>
                </a:moveTo>
                <a:lnTo>
                  <a:pt x="1950336" y="457195"/>
                </a:lnTo>
                <a:lnTo>
                  <a:pt x="1959013" y="453389"/>
                </a:lnTo>
                <a:lnTo>
                  <a:pt x="1960670" y="457200"/>
                </a:lnTo>
                <a:close/>
              </a:path>
              <a:path w="1962784" h="911860">
                <a:moveTo>
                  <a:pt x="1953641" y="464820"/>
                </a:moveTo>
                <a:lnTo>
                  <a:pt x="1950336" y="457195"/>
                </a:lnTo>
                <a:lnTo>
                  <a:pt x="1960670" y="457200"/>
                </a:lnTo>
                <a:lnTo>
                  <a:pt x="1962327" y="461010"/>
                </a:lnTo>
                <a:lnTo>
                  <a:pt x="1953641" y="464820"/>
                </a:lnTo>
                <a:close/>
              </a:path>
              <a:path w="1962784" h="911860">
                <a:moveTo>
                  <a:pt x="902686" y="869950"/>
                </a:moveTo>
                <a:lnTo>
                  <a:pt x="901369" y="869950"/>
                </a:lnTo>
                <a:lnTo>
                  <a:pt x="901179" y="868680"/>
                </a:lnTo>
                <a:lnTo>
                  <a:pt x="902686" y="869950"/>
                </a:lnTo>
                <a:close/>
              </a:path>
              <a:path w="1962784" h="911860">
                <a:moveTo>
                  <a:pt x="1021918" y="902969"/>
                </a:moveTo>
                <a:lnTo>
                  <a:pt x="983703" y="902969"/>
                </a:lnTo>
                <a:lnTo>
                  <a:pt x="988212" y="901700"/>
                </a:lnTo>
                <a:lnTo>
                  <a:pt x="996581" y="901700"/>
                </a:lnTo>
                <a:lnTo>
                  <a:pt x="1001077" y="900430"/>
                </a:lnTo>
                <a:lnTo>
                  <a:pt x="1000874" y="900430"/>
                </a:lnTo>
                <a:lnTo>
                  <a:pt x="1005382" y="899160"/>
                </a:lnTo>
                <a:lnTo>
                  <a:pt x="1005192" y="899160"/>
                </a:lnTo>
                <a:lnTo>
                  <a:pt x="1009700" y="897889"/>
                </a:lnTo>
                <a:lnTo>
                  <a:pt x="1009510" y="897889"/>
                </a:lnTo>
                <a:lnTo>
                  <a:pt x="1014044" y="896619"/>
                </a:lnTo>
                <a:lnTo>
                  <a:pt x="1013853" y="896619"/>
                </a:lnTo>
                <a:lnTo>
                  <a:pt x="1018387" y="894080"/>
                </a:lnTo>
                <a:lnTo>
                  <a:pt x="1018197" y="894080"/>
                </a:lnTo>
                <a:lnTo>
                  <a:pt x="1022705" y="892810"/>
                </a:lnTo>
                <a:lnTo>
                  <a:pt x="1022527" y="892810"/>
                </a:lnTo>
                <a:lnTo>
                  <a:pt x="1027036" y="890269"/>
                </a:lnTo>
                <a:lnTo>
                  <a:pt x="1026883" y="890269"/>
                </a:lnTo>
                <a:lnTo>
                  <a:pt x="1031379" y="887730"/>
                </a:lnTo>
                <a:lnTo>
                  <a:pt x="1031240" y="887730"/>
                </a:lnTo>
                <a:lnTo>
                  <a:pt x="1035748" y="885189"/>
                </a:lnTo>
                <a:lnTo>
                  <a:pt x="1035608" y="885189"/>
                </a:lnTo>
                <a:lnTo>
                  <a:pt x="1040117" y="882650"/>
                </a:lnTo>
                <a:lnTo>
                  <a:pt x="1039939" y="882650"/>
                </a:lnTo>
                <a:lnTo>
                  <a:pt x="1048994" y="876300"/>
                </a:lnTo>
                <a:lnTo>
                  <a:pt x="1048778" y="876300"/>
                </a:lnTo>
                <a:lnTo>
                  <a:pt x="1057833" y="868680"/>
                </a:lnTo>
                <a:lnTo>
                  <a:pt x="1057643" y="869950"/>
                </a:lnTo>
                <a:lnTo>
                  <a:pt x="1071412" y="869950"/>
                </a:lnTo>
                <a:lnTo>
                  <a:pt x="1063739" y="876300"/>
                </a:lnTo>
                <a:lnTo>
                  <a:pt x="1054696" y="883919"/>
                </a:lnTo>
                <a:lnTo>
                  <a:pt x="1045260" y="890269"/>
                </a:lnTo>
                <a:lnTo>
                  <a:pt x="1040625" y="894080"/>
                </a:lnTo>
                <a:lnTo>
                  <a:pt x="1026629" y="901700"/>
                </a:lnTo>
                <a:lnTo>
                  <a:pt x="1021918" y="902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9368625" y="4818989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9368625" y="488566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9368625" y="4952339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9368625" y="501901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9368625" y="5085689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9368625" y="515236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9368625" y="5219039"/>
            <a:ext cx="9525" cy="31115"/>
          </a:xfrm>
          <a:custGeom>
            <a:avLst/>
            <a:gdLst/>
            <a:ahLst/>
            <a:cxnLst/>
            <a:rect l="l" t="t" r="r" b="b"/>
            <a:pathLst>
              <a:path w="9525" h="31114">
                <a:moveTo>
                  <a:pt x="9525" y="31115"/>
                </a:moveTo>
                <a:lnTo>
                  <a:pt x="0" y="31115"/>
                </a:lnTo>
                <a:lnTo>
                  <a:pt x="0" y="0"/>
                </a:lnTo>
                <a:lnTo>
                  <a:pt x="9525" y="0"/>
                </a:lnTo>
                <a:lnTo>
                  <a:pt x="9525" y="31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8040649" y="5227866"/>
            <a:ext cx="481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0200" algn="l"/>
              </a:tabLst>
            </a:pPr>
            <a:r>
              <a:rPr dirty="0" sz="1800" spc="-5" b="1" i="1">
                <a:latin typeface="Times New Roman"/>
                <a:cs typeface="Times New Roman"/>
              </a:rPr>
              <a:t>t</a:t>
            </a:r>
            <a:r>
              <a:rPr dirty="0" baseline="-16908" sz="1725" spc="15" b="1">
                <a:latin typeface="Times New Roman"/>
                <a:cs typeface="Times New Roman"/>
              </a:rPr>
              <a:t>1</a:t>
            </a:r>
            <a:r>
              <a:rPr dirty="0" baseline="-16908" sz="1725" b="1">
                <a:latin typeface="Times New Roman"/>
                <a:cs typeface="Times New Roman"/>
              </a:rPr>
              <a:t>	</a:t>
            </a:r>
            <a:r>
              <a:rPr dirty="0" sz="1800" spc="-5" b="1" i="1">
                <a:latin typeface="Times New Roman"/>
                <a:cs typeface="Times New Roman"/>
              </a:rPr>
              <a:t>t</a:t>
            </a:r>
            <a:r>
              <a:rPr dirty="0" baseline="-16908" sz="1725" spc="15" b="1">
                <a:latin typeface="Times New Roman"/>
                <a:cs typeface="Times New Roman"/>
              </a:rPr>
              <a:t>2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635948" y="5214518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699448" y="5338978"/>
            <a:ext cx="1003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" b="1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21698" y="5220246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385198" y="5344706"/>
            <a:ext cx="1003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" b="1">
                <a:latin typeface="Times New Roman"/>
                <a:cs typeface="Times New Roman"/>
              </a:rPr>
              <a:t>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762162" y="5964923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乙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58214" y="1518464"/>
            <a:ext cx="8622030" cy="190246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705"/>
              </a:spcBef>
              <a:tabLst>
                <a:tab pos="8253730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化的规律如图乙所示，下列论述正确的是</a:t>
            </a:r>
            <a:r>
              <a:rPr dirty="0" sz="2800" spc="-1470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baseline="-9773" sz="8100" b="1">
                <a:solidFill>
                  <a:srgbClr val="FF0000"/>
                </a:solidFill>
                <a:latin typeface="方正舒体"/>
                <a:cs typeface="方正舒体"/>
              </a:rPr>
              <a:t>B</a:t>
            </a:r>
            <a:r>
              <a:rPr dirty="0" baseline="-9773" sz="8100" spc="-37" b="1">
                <a:solidFill>
                  <a:srgbClr val="FF0000"/>
                </a:solidFill>
                <a:latin typeface="方正舒体"/>
                <a:cs typeface="方正舒体"/>
              </a:rPr>
              <a:t>C</a:t>
            </a:r>
            <a:r>
              <a:rPr dirty="0" baseline="-9773" sz="8100" b="1">
                <a:solidFill>
                  <a:srgbClr val="FF0000"/>
                </a:solidFill>
                <a:latin typeface="方正舒体"/>
                <a:cs typeface="方正舒体"/>
              </a:rPr>
              <a:t>	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625475" indent="-612775">
              <a:lnSpc>
                <a:spcPct val="100000"/>
              </a:lnSpc>
              <a:spcBef>
                <a:spcPts val="310"/>
              </a:spcBef>
              <a:buSzPct val="96428"/>
              <a:buFont typeface="Times New Roman"/>
              <a:buAutoNum type="alphaUcPeriod"/>
              <a:tabLst>
                <a:tab pos="625475" algn="l"/>
              </a:tabLst>
            </a:pPr>
            <a:r>
              <a:rPr dirty="0" sz="28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时刻线圈中感应电动势最大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606425" indent="-593725">
              <a:lnSpc>
                <a:spcPct val="100000"/>
              </a:lnSpc>
              <a:spcBef>
                <a:spcPts val="660"/>
              </a:spcBef>
              <a:buSzPct val="96428"/>
              <a:buFont typeface="Times New Roman"/>
              <a:buAutoNum type="alphaUcPeriod"/>
              <a:tabLst>
                <a:tab pos="606425" algn="l"/>
              </a:tabLst>
            </a:pPr>
            <a:r>
              <a:rPr dirty="0" sz="28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时刻导线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ad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的速度方向跟磁感线垂直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2100" y="961707"/>
            <a:ext cx="6528434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1">
                <a:solidFill>
                  <a:srgbClr val="C00000"/>
                </a:solidFill>
                <a:latin typeface="黑体"/>
                <a:cs typeface="黑体"/>
              </a:rPr>
              <a:t>典型应用三：瞬时值表达式的应</a:t>
            </a:r>
            <a:r>
              <a:rPr dirty="0" sz="3400" spc="-20" b="1">
                <a:solidFill>
                  <a:srgbClr val="C00000"/>
                </a:solidFill>
                <a:latin typeface="黑体"/>
                <a:cs typeface="黑体"/>
              </a:rPr>
              <a:t>用</a:t>
            </a:r>
            <a:endParaRPr sz="34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352" y="1691830"/>
            <a:ext cx="3026410" cy="1609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0">
              <a:lnSpc>
                <a:spcPct val="129900"/>
              </a:lnSpc>
              <a:spcBef>
                <a:spcPts val="100"/>
              </a:spcBef>
            </a:pP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e=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dirty="0" baseline="-17094" sz="3900" spc="-7" b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  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e=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dirty="0" sz="4000" b="1" i="1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dirty="0" sz="4000" b="1" i="1">
                <a:solidFill>
                  <a:srgbClr val="FF3300"/>
                </a:solidFill>
                <a:latin typeface="Times New Roman"/>
                <a:cs typeface="Times New Roman"/>
              </a:rPr>
              <a:t>ω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4000" b="1" i="1">
                <a:solidFill>
                  <a:srgbClr val="0000FF"/>
                </a:solidFill>
                <a:latin typeface="Times New Roman"/>
                <a:cs typeface="Times New Roman"/>
              </a:rPr>
              <a:t>ω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3940" y="1658493"/>
            <a:ext cx="3082290" cy="167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0489">
              <a:lnSpc>
                <a:spcPct val="135400"/>
              </a:lnSpc>
              <a:spcBef>
                <a:spcPts val="100"/>
              </a:spcBef>
            </a:pP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e=</a:t>
            </a:r>
            <a:r>
              <a:rPr dirty="0" sz="4000" spc="-5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-17094" sz="3900" spc="-7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cos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  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e=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dirty="0" sz="4000" b="1" i="1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dirty="0" sz="4000" b="1" i="1">
                <a:solidFill>
                  <a:srgbClr val="FF3300"/>
                </a:solidFill>
                <a:latin typeface="Times New Roman"/>
                <a:cs typeface="Times New Roman"/>
              </a:rPr>
              <a:t>ω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cos</a:t>
            </a:r>
            <a:r>
              <a:rPr dirty="0" sz="4000" b="1" i="1">
                <a:solidFill>
                  <a:srgbClr val="0000FF"/>
                </a:solidFill>
                <a:latin typeface="Times New Roman"/>
                <a:cs typeface="Times New Roman"/>
              </a:rPr>
              <a:t>ω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8452" y="511809"/>
            <a:ext cx="11282680" cy="206819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241300" marR="17780" indent="-228600">
              <a:lnSpc>
                <a:spcPct val="91500"/>
              </a:lnSpc>
              <a:spcBef>
                <a:spcPts val="465"/>
              </a:spcBef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  <a:r>
              <a:rPr dirty="0" sz="3600" spc="-2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3000" b="1" i="1">
                <a:solidFill>
                  <a:srgbClr val="000099"/>
                </a:solidFill>
                <a:latin typeface="华文楷体"/>
                <a:cs typeface="华文楷体"/>
              </a:rPr>
              <a:t>若某交流发电机产生的电动势瞬时值为</a:t>
            </a:r>
            <a:r>
              <a:rPr dirty="0" sz="3000" spc="-15" b="1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3000" spc="-15" b="1">
                <a:solidFill>
                  <a:srgbClr val="000099"/>
                </a:solidFill>
                <a:latin typeface="Times New Roman"/>
                <a:cs typeface="Times New Roman"/>
              </a:rPr>
              <a:t>=311sin314</a:t>
            </a:r>
            <a:r>
              <a:rPr dirty="0" sz="3000" spc="-1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3000" spc="-1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3000" spc="-15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3000" spc="-1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3000" spc="-5" b="1" i="1">
                <a:solidFill>
                  <a:srgbClr val="000099"/>
                </a:solidFill>
                <a:latin typeface="华文楷体"/>
                <a:cs typeface="华文楷体"/>
              </a:rPr>
              <a:t>。 </a:t>
            </a:r>
            <a:r>
              <a:rPr dirty="0" sz="3000" b="1" i="1">
                <a:solidFill>
                  <a:srgbClr val="000099"/>
                </a:solidFill>
                <a:latin typeface="华文楷体"/>
                <a:cs typeface="华文楷体"/>
              </a:rPr>
              <a:t>线圈共有</a:t>
            </a:r>
            <a:r>
              <a:rPr dirty="0" sz="3000" b="1">
                <a:solidFill>
                  <a:srgbClr val="000099"/>
                </a:solidFill>
                <a:latin typeface="Times New Roman"/>
                <a:cs typeface="Times New Roman"/>
              </a:rPr>
              <a:t>100</a:t>
            </a:r>
            <a:r>
              <a:rPr dirty="0" sz="3000" b="1" i="1">
                <a:solidFill>
                  <a:srgbClr val="000099"/>
                </a:solidFill>
                <a:latin typeface="华文楷体"/>
                <a:cs typeface="华文楷体"/>
              </a:rPr>
              <a:t>匝。求</a:t>
            </a:r>
            <a:r>
              <a:rPr dirty="0" sz="3000" b="1">
                <a:solidFill>
                  <a:srgbClr val="000099"/>
                </a:solidFill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966469" indent="-953769">
              <a:lnSpc>
                <a:spcPct val="100000"/>
              </a:lnSpc>
              <a:spcBef>
                <a:spcPts val="640"/>
              </a:spcBef>
              <a:buSzPct val="96666"/>
              <a:buAutoNum type="arabicPlain"/>
              <a:tabLst>
                <a:tab pos="966469" algn="l"/>
              </a:tabLst>
            </a:pPr>
            <a:r>
              <a:rPr dirty="0" sz="3000" b="1" i="1">
                <a:solidFill>
                  <a:srgbClr val="000099"/>
                </a:solidFill>
                <a:latin typeface="华文楷体"/>
                <a:cs typeface="华文楷体"/>
              </a:rPr>
              <a:t>电动势的最大值、有效值、周期、频率、线圈转动的角速度</a:t>
            </a:r>
            <a:r>
              <a:rPr dirty="0" sz="3000" spc="-5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3000">
              <a:latin typeface="华文楷体"/>
              <a:cs typeface="华文楷体"/>
            </a:endParaRPr>
          </a:p>
          <a:p>
            <a:pPr marL="966469" indent="-953769">
              <a:lnSpc>
                <a:spcPct val="100000"/>
              </a:lnSpc>
              <a:spcBef>
                <a:spcPts val="640"/>
              </a:spcBef>
              <a:buSzPct val="96666"/>
              <a:buAutoNum type="arabicPlain"/>
              <a:tabLst>
                <a:tab pos="966469" algn="l"/>
              </a:tabLst>
            </a:pPr>
            <a:r>
              <a:rPr dirty="0" sz="3000" b="1" i="1">
                <a:solidFill>
                  <a:srgbClr val="000099"/>
                </a:solidFill>
                <a:latin typeface="华文楷体"/>
                <a:cs typeface="华文楷体"/>
              </a:rPr>
              <a:t>穿过线圈的最大磁通量和磁通量变化率最大值</a:t>
            </a:r>
            <a:r>
              <a:rPr dirty="0" sz="3000" spc="-5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9666" y="3284550"/>
            <a:ext cx="43815" cy="17145"/>
          </a:xfrm>
          <a:custGeom>
            <a:avLst/>
            <a:gdLst/>
            <a:ahLst/>
            <a:cxnLst/>
            <a:rect l="l" t="t" r="r" b="b"/>
            <a:pathLst>
              <a:path w="43814" h="17145">
                <a:moveTo>
                  <a:pt x="0" y="17005"/>
                </a:moveTo>
                <a:lnTo>
                  <a:pt x="4356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03227" y="3284550"/>
            <a:ext cx="100330" cy="121920"/>
          </a:xfrm>
          <a:custGeom>
            <a:avLst/>
            <a:gdLst/>
            <a:ahLst/>
            <a:cxnLst/>
            <a:rect l="l" t="t" r="r" b="b"/>
            <a:pathLst>
              <a:path w="100329" h="121920">
                <a:moveTo>
                  <a:pt x="0" y="0"/>
                </a:moveTo>
                <a:lnTo>
                  <a:pt x="100203" y="12146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03430" y="3082950"/>
            <a:ext cx="111125" cy="323215"/>
          </a:xfrm>
          <a:custGeom>
            <a:avLst/>
            <a:gdLst/>
            <a:ahLst/>
            <a:cxnLst/>
            <a:rect l="l" t="t" r="r" b="b"/>
            <a:pathLst>
              <a:path w="111125" h="323214">
                <a:moveTo>
                  <a:pt x="0" y="323062"/>
                </a:moveTo>
                <a:lnTo>
                  <a:pt x="11108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14516" y="3082950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 h="0">
                <a:moveTo>
                  <a:pt x="0" y="0"/>
                </a:moveTo>
                <a:lnTo>
                  <a:pt x="24069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56402" y="3075660"/>
            <a:ext cx="499109" cy="330835"/>
          </a:xfrm>
          <a:custGeom>
            <a:avLst/>
            <a:gdLst/>
            <a:ahLst/>
            <a:cxnLst/>
            <a:rect l="l" t="t" r="r" b="b"/>
            <a:pathLst>
              <a:path w="499110" h="330835">
                <a:moveTo>
                  <a:pt x="169013" y="297954"/>
                </a:moveTo>
                <a:lnTo>
                  <a:pt x="148120" y="297954"/>
                </a:lnTo>
                <a:lnTo>
                  <a:pt x="250494" y="0"/>
                </a:lnTo>
                <a:lnTo>
                  <a:pt x="498805" y="0"/>
                </a:lnTo>
                <a:lnTo>
                  <a:pt x="498805" y="15379"/>
                </a:lnTo>
                <a:lnTo>
                  <a:pt x="265734" y="15379"/>
                </a:lnTo>
                <a:lnTo>
                  <a:pt x="169013" y="297954"/>
                </a:lnTo>
                <a:close/>
              </a:path>
              <a:path w="499110" h="330835">
                <a:moveTo>
                  <a:pt x="6527" y="230759"/>
                </a:moveTo>
                <a:lnTo>
                  <a:pt x="0" y="221856"/>
                </a:lnTo>
                <a:lnTo>
                  <a:pt x="57721" y="198374"/>
                </a:lnTo>
                <a:lnTo>
                  <a:pt x="76824" y="219417"/>
                </a:lnTo>
                <a:lnTo>
                  <a:pt x="35940" y="219417"/>
                </a:lnTo>
                <a:lnTo>
                  <a:pt x="6527" y="230759"/>
                </a:lnTo>
                <a:close/>
              </a:path>
              <a:path w="499110" h="330835">
                <a:moveTo>
                  <a:pt x="157924" y="330352"/>
                </a:moveTo>
                <a:lnTo>
                  <a:pt x="137223" y="330352"/>
                </a:lnTo>
                <a:lnTo>
                  <a:pt x="35940" y="219417"/>
                </a:lnTo>
                <a:lnTo>
                  <a:pt x="76824" y="219417"/>
                </a:lnTo>
                <a:lnTo>
                  <a:pt x="148120" y="297954"/>
                </a:lnTo>
                <a:lnTo>
                  <a:pt x="169013" y="297954"/>
                </a:lnTo>
                <a:lnTo>
                  <a:pt x="157924" y="330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23724" y="3036798"/>
            <a:ext cx="564515" cy="0"/>
          </a:xfrm>
          <a:custGeom>
            <a:avLst/>
            <a:gdLst/>
            <a:ahLst/>
            <a:cxnLst/>
            <a:rect l="l" t="t" r="r" b="b"/>
            <a:pathLst>
              <a:path w="564514" h="0">
                <a:moveTo>
                  <a:pt x="0" y="0"/>
                </a:moveTo>
                <a:lnTo>
                  <a:pt x="564159" y="0"/>
                </a:lnTo>
              </a:path>
            </a:pathLst>
          </a:custGeom>
          <a:ln w="18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95015" y="3917734"/>
            <a:ext cx="654050" cy="0"/>
          </a:xfrm>
          <a:custGeom>
            <a:avLst/>
            <a:gdLst/>
            <a:ahLst/>
            <a:cxnLst/>
            <a:rect l="l" t="t" r="r" b="b"/>
            <a:pathLst>
              <a:path w="654050" h="0">
                <a:moveTo>
                  <a:pt x="0" y="0"/>
                </a:moveTo>
                <a:lnTo>
                  <a:pt x="653465" y="0"/>
                </a:lnTo>
              </a:path>
            </a:pathLst>
          </a:custGeom>
          <a:ln w="18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68871" y="3917734"/>
            <a:ext cx="300990" cy="0"/>
          </a:xfrm>
          <a:custGeom>
            <a:avLst/>
            <a:gdLst/>
            <a:ahLst/>
            <a:cxnLst/>
            <a:rect l="l" t="t" r="r" b="b"/>
            <a:pathLst>
              <a:path w="300990" h="0">
                <a:moveTo>
                  <a:pt x="0" y="0"/>
                </a:moveTo>
                <a:lnTo>
                  <a:pt x="300596" y="0"/>
                </a:lnTo>
              </a:path>
            </a:pathLst>
          </a:custGeom>
          <a:ln w="18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64091" y="3002343"/>
            <a:ext cx="16383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5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0333" y="3057715"/>
            <a:ext cx="17907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20">
                <a:latin typeface="Times New Roman"/>
                <a:cs typeface="Times New Roman"/>
              </a:rPr>
              <a:t>2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1917" y="3475507"/>
            <a:ext cx="17907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20">
                <a:latin typeface="Times New Roman"/>
                <a:cs typeface="Times New Roman"/>
              </a:rPr>
              <a:t>1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5383" y="3914356"/>
            <a:ext cx="59753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20">
                <a:latin typeface="Times New Roman"/>
                <a:cs typeface="Times New Roman"/>
              </a:rPr>
              <a:t>3 1</a:t>
            </a:r>
            <a:r>
              <a:rPr dirty="0" sz="2450" spc="-42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4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58942" y="2593758"/>
            <a:ext cx="41846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20" i="1">
                <a:latin typeface="Times New Roman"/>
                <a:cs typeface="Times New Roman"/>
              </a:rPr>
              <a:t>E</a:t>
            </a:r>
            <a:r>
              <a:rPr dirty="0" sz="2450" spc="-165" i="1">
                <a:latin typeface="Times New Roman"/>
                <a:cs typeface="Times New Roman"/>
              </a:rPr>
              <a:t> </a:t>
            </a:r>
            <a:r>
              <a:rPr dirty="0" baseline="-25793" sz="2100" spc="-7">
                <a:latin typeface="Times New Roman"/>
                <a:cs typeface="Times New Roman"/>
              </a:rPr>
              <a:t>m</a:t>
            </a:r>
            <a:endParaRPr baseline="-25793"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56171" y="3914356"/>
            <a:ext cx="19685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20" i="1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09240" y="2790520"/>
            <a:ext cx="296291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8170" algn="l"/>
                <a:tab pos="911860" algn="l"/>
                <a:tab pos="2408555" algn="l"/>
                <a:tab pos="2780665" algn="l"/>
              </a:tabLst>
            </a:pPr>
            <a:r>
              <a:rPr dirty="0" sz="2450" spc="-20" i="1">
                <a:latin typeface="Times New Roman"/>
                <a:cs typeface="Times New Roman"/>
              </a:rPr>
              <a:t>E</a:t>
            </a:r>
            <a:r>
              <a:rPr dirty="0" sz="2450" spc="-20" i="1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Times New Roman"/>
                <a:cs typeface="Times New Roman"/>
              </a:rPr>
              <a:t>3</a:t>
            </a:r>
            <a:r>
              <a:rPr dirty="0" sz="2450" spc="-18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1</a:t>
            </a:r>
            <a:r>
              <a:rPr dirty="0" sz="2450" spc="-18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1</a:t>
            </a:r>
            <a:r>
              <a:rPr dirty="0" sz="2450" spc="28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V</a:t>
            </a:r>
            <a:r>
              <a:rPr dirty="0" sz="2450" spc="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,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20" i="1">
                <a:latin typeface="Times New Roman"/>
                <a:cs typeface="Times New Roman"/>
              </a:rPr>
              <a:t>E</a:t>
            </a:r>
            <a:r>
              <a:rPr dirty="0" sz="2450" i="1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6271" y="2790520"/>
            <a:ext cx="144843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9090" algn="l"/>
                <a:tab pos="1057910" algn="l"/>
              </a:tabLst>
            </a:pP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	2</a:t>
            </a:r>
            <a:r>
              <a:rPr dirty="0" sz="2450" spc="-18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2</a:t>
            </a:r>
            <a:r>
              <a:rPr dirty="0" sz="2450" spc="-17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0	</a:t>
            </a:r>
            <a:r>
              <a:rPr dirty="0" sz="2450" spc="-25">
                <a:latin typeface="Times New Roman"/>
                <a:cs typeface="Times New Roman"/>
              </a:rPr>
              <a:t>V</a:t>
            </a:r>
            <a:r>
              <a:rPr dirty="0" sz="2450" spc="-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,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80402" y="2774147"/>
            <a:ext cx="228790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53745" algn="l"/>
              </a:tabLst>
            </a:pPr>
            <a:r>
              <a:rPr dirty="0" sz="2550" spc="-90" i="1">
                <a:latin typeface="Symbol"/>
                <a:cs typeface="Symbol"/>
              </a:rPr>
              <a:t></a:t>
            </a:r>
            <a:r>
              <a:rPr dirty="0" sz="2550" spc="80" i="1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	3</a:t>
            </a:r>
            <a:r>
              <a:rPr dirty="0" sz="2450" spc="-19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1</a:t>
            </a:r>
            <a:r>
              <a:rPr dirty="0" sz="2450" spc="-19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4</a:t>
            </a:r>
            <a:r>
              <a:rPr dirty="0" sz="2450" spc="-135">
                <a:latin typeface="Times New Roman"/>
                <a:cs typeface="Times New Roman"/>
              </a:rPr>
              <a:t> </a:t>
            </a:r>
            <a:r>
              <a:rPr dirty="0" sz="2450" spc="125">
                <a:latin typeface="Times New Roman"/>
                <a:cs typeface="Times New Roman"/>
              </a:rPr>
              <a:t>ra</a:t>
            </a:r>
            <a:r>
              <a:rPr dirty="0" sz="2450" spc="-26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d</a:t>
            </a:r>
            <a:r>
              <a:rPr dirty="0" sz="2450" spc="-19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/</a:t>
            </a:r>
            <a:r>
              <a:rPr dirty="0" sz="2450" spc="-370">
                <a:latin typeface="Times New Roman"/>
                <a:cs typeface="Times New Roman"/>
              </a:rPr>
              <a:t> </a:t>
            </a:r>
            <a:r>
              <a:rPr dirty="0" sz="2450" spc="-15">
                <a:latin typeface="Times New Roman"/>
                <a:cs typeface="Times New Roman"/>
              </a:rPr>
              <a:t>s</a:t>
            </a:r>
            <a:r>
              <a:rPr dirty="0" sz="2450" spc="-27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,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70035" y="3655083"/>
            <a:ext cx="384746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91160" algn="l"/>
                <a:tab pos="806450" algn="l"/>
                <a:tab pos="1489075" algn="l"/>
                <a:tab pos="1809114" algn="l"/>
                <a:tab pos="2619375" algn="l"/>
                <a:tab pos="3357879" algn="l"/>
                <a:tab pos="3665220" algn="l"/>
              </a:tabLst>
            </a:pPr>
            <a:r>
              <a:rPr dirty="0" sz="2450" spc="-20" i="1">
                <a:latin typeface="Times New Roman"/>
                <a:cs typeface="Times New Roman"/>
              </a:rPr>
              <a:t>T</a:t>
            </a:r>
            <a:r>
              <a:rPr dirty="0" sz="2450" spc="-20" i="1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	</a:t>
            </a:r>
            <a:r>
              <a:rPr dirty="0" baseline="35147" sz="3675" spc="-30">
                <a:latin typeface="Times New Roman"/>
                <a:cs typeface="Times New Roman"/>
              </a:rPr>
              <a:t>2</a:t>
            </a:r>
            <a:r>
              <a:rPr dirty="0" baseline="35147" sz="3675" spc="-532">
                <a:latin typeface="Times New Roman"/>
                <a:cs typeface="Times New Roman"/>
              </a:rPr>
              <a:t> </a:t>
            </a:r>
            <a:r>
              <a:rPr dirty="0" baseline="33769" sz="3825" spc="-112" i="1">
                <a:latin typeface="Symbol"/>
                <a:cs typeface="Symbol"/>
              </a:rPr>
              <a:t></a:t>
            </a:r>
            <a:r>
              <a:rPr dirty="0" baseline="33769" sz="3825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Times New Roman"/>
                <a:cs typeface="Times New Roman"/>
              </a:rPr>
              <a:t>0</a:t>
            </a:r>
            <a:r>
              <a:rPr dirty="0" sz="2450" spc="-1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.</a:t>
            </a:r>
            <a:r>
              <a:rPr dirty="0" sz="2450" spc="-39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0</a:t>
            </a:r>
            <a:r>
              <a:rPr dirty="0" sz="2450" spc="-18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2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15">
                <a:latin typeface="Times New Roman"/>
                <a:cs typeface="Times New Roman"/>
              </a:rPr>
              <a:t>s</a:t>
            </a:r>
            <a:r>
              <a:rPr dirty="0" sz="2450" spc="-27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,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10" i="1">
                <a:latin typeface="Times New Roman"/>
                <a:cs typeface="Times New Roman"/>
              </a:rPr>
              <a:t>f</a:t>
            </a:r>
            <a:r>
              <a:rPr dirty="0" sz="2450" i="1">
                <a:latin typeface="Times New Roman"/>
                <a:cs typeface="Times New Roman"/>
              </a:rPr>
              <a:t>	</a:t>
            </a:r>
            <a:r>
              <a:rPr dirty="0" sz="2450" spc="-2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67855" y="3671455"/>
            <a:ext cx="128587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5755" algn="l"/>
                <a:tab pos="835660" algn="l"/>
              </a:tabLst>
            </a:pP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	5</a:t>
            </a:r>
            <a:r>
              <a:rPr dirty="0" sz="2450" spc="-18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0	</a:t>
            </a:r>
            <a:r>
              <a:rPr dirty="0" sz="2450" spc="-25">
                <a:latin typeface="Times New Roman"/>
                <a:cs typeface="Times New Roman"/>
              </a:rPr>
              <a:t>H</a:t>
            </a:r>
            <a:r>
              <a:rPr dirty="0" sz="2450" spc="-75">
                <a:latin typeface="Times New Roman"/>
                <a:cs typeface="Times New Roman"/>
              </a:rPr>
              <a:t> </a:t>
            </a:r>
            <a:r>
              <a:rPr dirty="0" sz="2450" spc="-15">
                <a:latin typeface="Times New Roman"/>
                <a:cs typeface="Times New Roman"/>
              </a:rPr>
              <a:t>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57796" y="4908524"/>
            <a:ext cx="704850" cy="0"/>
          </a:xfrm>
          <a:custGeom>
            <a:avLst/>
            <a:gdLst/>
            <a:ahLst/>
            <a:cxnLst/>
            <a:rect l="l" t="t" r="r" b="b"/>
            <a:pathLst>
              <a:path w="704850" h="0">
                <a:moveTo>
                  <a:pt x="0" y="0"/>
                </a:moveTo>
                <a:lnTo>
                  <a:pt x="704621" y="0"/>
                </a:lnTo>
              </a:path>
            </a:pathLst>
          </a:custGeom>
          <a:ln w="192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673476" y="4872037"/>
            <a:ext cx="17716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2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78945" y="4872037"/>
            <a:ext cx="17716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2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93445" y="4382033"/>
            <a:ext cx="675005" cy="95631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490"/>
              </a:spcBef>
            </a:pPr>
            <a:r>
              <a:rPr dirty="0" sz="2650" i="1">
                <a:latin typeface="Times New Roman"/>
                <a:cs typeface="Times New Roman"/>
              </a:rPr>
              <a:t>E</a:t>
            </a:r>
            <a:r>
              <a:rPr dirty="0" sz="2650" spc="-260" i="1">
                <a:latin typeface="Times New Roman"/>
                <a:cs typeface="Times New Roman"/>
              </a:rPr>
              <a:t> </a:t>
            </a:r>
            <a:r>
              <a:rPr dirty="0" baseline="-25925" sz="2250" spc="30">
                <a:latin typeface="Times New Roman"/>
                <a:cs typeface="Times New Roman"/>
              </a:rPr>
              <a:t>m</a:t>
            </a:r>
            <a:endParaRPr baseline="-25925"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2650" i="1">
                <a:latin typeface="Times New Roman"/>
                <a:cs typeface="Times New Roman"/>
              </a:rPr>
              <a:t>N</a:t>
            </a:r>
            <a:r>
              <a:rPr dirty="0" sz="2650" spc="-270" i="1">
                <a:latin typeface="Times New Roman"/>
                <a:cs typeface="Times New Roman"/>
              </a:rPr>
              <a:t> </a:t>
            </a:r>
            <a:r>
              <a:rPr dirty="0" sz="2750" spc="-70" i="1">
                <a:latin typeface="Symbol"/>
                <a:cs typeface="Symbol"/>
              </a:rPr>
              <a:t>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04059" y="4627140"/>
            <a:ext cx="293179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31825" algn="l"/>
                <a:tab pos="997585" algn="l"/>
                <a:tab pos="2583815" algn="l"/>
              </a:tabLst>
            </a:pPr>
            <a:r>
              <a:rPr dirty="0" sz="2650" i="1">
                <a:latin typeface="Times New Roman"/>
                <a:cs typeface="Times New Roman"/>
              </a:rPr>
              <a:t>E	</a:t>
            </a:r>
            <a:r>
              <a:rPr dirty="0" sz="26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i="1">
                <a:latin typeface="Times New Roman"/>
                <a:cs typeface="Times New Roman"/>
              </a:rPr>
              <a:t>N E</a:t>
            </a:r>
            <a:r>
              <a:rPr dirty="0" sz="2650" spc="-254" i="1">
                <a:latin typeface="Times New Roman"/>
                <a:cs typeface="Times New Roman"/>
              </a:rPr>
              <a:t> </a:t>
            </a:r>
            <a:r>
              <a:rPr dirty="0" sz="2650" i="1">
                <a:latin typeface="Times New Roman"/>
                <a:cs typeface="Times New Roman"/>
              </a:rPr>
              <a:t>S</a:t>
            </a:r>
            <a:r>
              <a:rPr dirty="0" sz="2650" spc="-380" i="1">
                <a:latin typeface="Times New Roman"/>
                <a:cs typeface="Times New Roman"/>
              </a:rPr>
              <a:t> </a:t>
            </a:r>
            <a:r>
              <a:rPr dirty="0" sz="2750" spc="-95" i="1">
                <a:latin typeface="Symbol"/>
                <a:cs typeface="Symbol"/>
              </a:rPr>
              <a:t></a:t>
            </a:r>
            <a:r>
              <a:rPr dirty="0" sz="2650" spc="-95">
                <a:latin typeface="Times New Roman"/>
                <a:cs typeface="Times New Roman"/>
              </a:rPr>
              <a:t>,	</a:t>
            </a:r>
            <a:r>
              <a:rPr dirty="0" sz="2750" spc="-65" i="1">
                <a:latin typeface="Symbol"/>
                <a:cs typeface="Symbol"/>
              </a:rPr>
              <a:t>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28957" y="4643831"/>
            <a:ext cx="127444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  <a:tab pos="716915" algn="l"/>
                <a:tab pos="1076325" algn="l"/>
              </a:tabLst>
            </a:pPr>
            <a:r>
              <a:rPr dirty="0" sz="26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i="1">
                <a:latin typeface="Times New Roman"/>
                <a:cs typeface="Times New Roman"/>
              </a:rPr>
              <a:t>B	S	</a:t>
            </a:r>
            <a:r>
              <a:rPr dirty="0" sz="265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67154" y="4643831"/>
            <a:ext cx="169989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520" algn="l"/>
              </a:tabLst>
            </a:pPr>
            <a:r>
              <a:rPr dirty="0" sz="26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	0</a:t>
            </a:r>
            <a:r>
              <a:rPr dirty="0" sz="2650" spc="-270">
                <a:latin typeface="Times New Roman"/>
                <a:cs typeface="Times New Roman"/>
              </a:rPr>
              <a:t> </a:t>
            </a:r>
            <a:r>
              <a:rPr dirty="0" sz="2650" spc="100">
                <a:latin typeface="Times New Roman"/>
                <a:cs typeface="Times New Roman"/>
              </a:rPr>
              <a:t>.0</a:t>
            </a:r>
            <a:r>
              <a:rPr dirty="0" sz="2650" spc="-27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1</a:t>
            </a:r>
            <a:r>
              <a:rPr dirty="0" sz="2650" spc="-4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W</a:t>
            </a:r>
            <a:r>
              <a:rPr dirty="0" sz="2650" spc="6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b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86301" y="5823927"/>
            <a:ext cx="739140" cy="0"/>
          </a:xfrm>
          <a:custGeom>
            <a:avLst/>
            <a:gdLst/>
            <a:ahLst/>
            <a:cxnLst/>
            <a:rect l="l" t="t" r="r" b="b"/>
            <a:pathLst>
              <a:path w="739139" h="0">
                <a:moveTo>
                  <a:pt x="0" y="0"/>
                </a:moveTo>
                <a:lnTo>
                  <a:pt x="739000" y="0"/>
                </a:lnTo>
              </a:path>
            </a:pathLst>
          </a:custGeom>
          <a:ln w="212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472651" y="5537974"/>
            <a:ext cx="32131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0850" algn="l"/>
                <a:tab pos="859155" algn="l"/>
                <a:tab pos="1344295" algn="l"/>
                <a:tab pos="2183130" algn="l"/>
                <a:tab pos="2591435" algn="l"/>
                <a:tab pos="3037840" algn="l"/>
              </a:tabLst>
            </a:pPr>
            <a:r>
              <a:rPr dirty="0" sz="2850" spc="15" i="1">
                <a:latin typeface="Times New Roman"/>
                <a:cs typeface="Times New Roman"/>
              </a:rPr>
              <a:t>E</a:t>
            </a:r>
            <a:r>
              <a:rPr dirty="0" sz="2850" spc="15" i="1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</a:t>
            </a:r>
            <a:r>
              <a:rPr dirty="0" sz="2850" spc="20" i="1">
                <a:latin typeface="Times New Roman"/>
                <a:cs typeface="Times New Roman"/>
              </a:rPr>
              <a:t>N</a:t>
            </a:r>
            <a:r>
              <a:rPr dirty="0" sz="2850" spc="20" i="1">
                <a:latin typeface="Times New Roman"/>
                <a:cs typeface="Times New Roman"/>
              </a:rPr>
              <a:t>	</a:t>
            </a:r>
            <a:r>
              <a:rPr dirty="0" baseline="35087" sz="4275" spc="22">
                <a:latin typeface="Symbol"/>
                <a:cs typeface="Symbol"/>
              </a:rPr>
              <a:t></a:t>
            </a:r>
            <a:r>
              <a:rPr dirty="0" baseline="35087" sz="4275" spc="-172">
                <a:latin typeface="Times New Roman"/>
                <a:cs typeface="Times New Roman"/>
              </a:rPr>
              <a:t> </a:t>
            </a:r>
            <a:r>
              <a:rPr dirty="0" baseline="35087" sz="4275" spc="30">
                <a:latin typeface="Symbol"/>
                <a:cs typeface="Symbol"/>
              </a:rPr>
              <a:t></a:t>
            </a:r>
            <a:r>
              <a:rPr dirty="0" baseline="35087" sz="4275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20" i="1">
                <a:latin typeface="Times New Roman"/>
                <a:cs typeface="Times New Roman"/>
              </a:rPr>
              <a:t>N</a:t>
            </a:r>
            <a:r>
              <a:rPr dirty="0" sz="2850" i="1">
                <a:latin typeface="Times New Roman"/>
                <a:cs typeface="Times New Roman"/>
              </a:rPr>
              <a:t>	</a:t>
            </a:r>
            <a:r>
              <a:rPr dirty="0" sz="2850" spc="10" i="1">
                <a:latin typeface="Times New Roman"/>
                <a:cs typeface="Times New Roman"/>
              </a:rPr>
              <a:t>k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16019" y="5824118"/>
            <a:ext cx="42735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>
                <a:latin typeface="Symbol"/>
                <a:cs typeface="Symbol"/>
              </a:rPr>
              <a:t></a:t>
            </a:r>
            <a:r>
              <a:rPr dirty="0" sz="2850" spc="-195">
                <a:latin typeface="Times New Roman"/>
                <a:cs typeface="Times New Roman"/>
              </a:rPr>
              <a:t> </a:t>
            </a:r>
            <a:r>
              <a:rPr dirty="0" sz="2850" spc="5" i="1">
                <a:latin typeface="Times New Roman"/>
                <a:cs typeface="Times New Roman"/>
              </a:rPr>
              <a:t>t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284122" y="5784431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5" h="0">
                <a:moveTo>
                  <a:pt x="0" y="0"/>
                </a:moveTo>
                <a:lnTo>
                  <a:pt x="602183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539686" y="5749213"/>
            <a:ext cx="1835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35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4955" y="5513400"/>
            <a:ext cx="18161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25" i="1">
                <a:latin typeface="Times New Roman"/>
                <a:cs typeface="Times New Roman"/>
              </a:rPr>
              <a:t>k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10577" y="5785319"/>
            <a:ext cx="25971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40" i="1">
                <a:latin typeface="Times New Roman"/>
                <a:cs typeface="Times New Roman"/>
              </a:rPr>
              <a:t>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04355" y="5293143"/>
            <a:ext cx="874394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2275" algn="l"/>
              </a:tabLst>
            </a:pPr>
            <a:r>
              <a:rPr dirty="0" baseline="-36008" sz="4050" spc="52">
                <a:latin typeface="Symbol"/>
                <a:cs typeface="Symbol"/>
              </a:rPr>
              <a:t></a:t>
            </a:r>
            <a:r>
              <a:rPr dirty="0" baseline="-36008" sz="4050" spc="52">
                <a:latin typeface="Times New Roman"/>
                <a:cs typeface="Times New Roman"/>
              </a:rPr>
              <a:t>	</a:t>
            </a:r>
            <a:r>
              <a:rPr dirty="0" sz="2700" spc="35" i="1">
                <a:latin typeface="Times New Roman"/>
                <a:cs typeface="Times New Roman"/>
              </a:rPr>
              <a:t>E</a:t>
            </a:r>
            <a:r>
              <a:rPr dirty="0" sz="2700" spc="-235" i="1">
                <a:latin typeface="Times New Roman"/>
                <a:cs typeface="Times New Roman"/>
              </a:rPr>
              <a:t> </a:t>
            </a:r>
            <a:r>
              <a:rPr dirty="0" baseline="-25089" sz="2325" spc="52">
                <a:latin typeface="Times New Roman"/>
                <a:cs typeface="Times New Roman"/>
              </a:rPr>
              <a:t>m</a:t>
            </a:r>
            <a:endParaRPr baseline="-25089" sz="2325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95970" y="5513400"/>
            <a:ext cx="208407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7505" algn="l"/>
              </a:tabLst>
            </a:pPr>
            <a:r>
              <a:rPr dirty="0" sz="2700" spc="35">
                <a:latin typeface="Symbol"/>
                <a:cs typeface="Symbol"/>
              </a:rPr>
              <a:t></a:t>
            </a:r>
            <a:r>
              <a:rPr dirty="0" sz="2700" spc="35">
                <a:latin typeface="Times New Roman"/>
                <a:cs typeface="Times New Roman"/>
              </a:rPr>
              <a:t>	</a:t>
            </a:r>
            <a:r>
              <a:rPr dirty="0" sz="2700" spc="30">
                <a:latin typeface="Times New Roman"/>
                <a:cs typeface="Times New Roman"/>
              </a:rPr>
              <a:t>3</a:t>
            </a:r>
            <a:r>
              <a:rPr dirty="0" sz="2700" spc="-260">
                <a:latin typeface="Times New Roman"/>
                <a:cs typeface="Times New Roman"/>
              </a:rPr>
              <a:t> </a:t>
            </a:r>
            <a:r>
              <a:rPr dirty="0" sz="2700" spc="130">
                <a:latin typeface="Times New Roman"/>
                <a:cs typeface="Times New Roman"/>
              </a:rPr>
              <a:t>.1</a:t>
            </a:r>
            <a:r>
              <a:rPr dirty="0" sz="2700" spc="-260">
                <a:latin typeface="Times New Roman"/>
                <a:cs typeface="Times New Roman"/>
              </a:rPr>
              <a:t> </a:t>
            </a:r>
            <a:r>
              <a:rPr dirty="0" sz="2700" spc="30">
                <a:latin typeface="Times New Roman"/>
                <a:cs typeface="Times New Roman"/>
              </a:rPr>
              <a:t>1</a:t>
            </a:r>
            <a:r>
              <a:rPr dirty="0" sz="2700" spc="-425">
                <a:latin typeface="Times New Roman"/>
                <a:cs typeface="Times New Roman"/>
              </a:rPr>
              <a:t> </a:t>
            </a:r>
            <a:r>
              <a:rPr dirty="0" sz="2700" spc="60">
                <a:latin typeface="Times New Roman"/>
                <a:cs typeface="Times New Roman"/>
              </a:rPr>
              <a:t>W</a:t>
            </a:r>
            <a:r>
              <a:rPr dirty="0" sz="2700" spc="95">
                <a:latin typeface="Times New Roman"/>
                <a:cs typeface="Times New Roman"/>
              </a:rPr>
              <a:t> </a:t>
            </a:r>
            <a:r>
              <a:rPr dirty="0" sz="2700" spc="30">
                <a:latin typeface="Times New Roman"/>
                <a:cs typeface="Times New Roman"/>
              </a:rPr>
              <a:t>b</a:t>
            </a:r>
            <a:r>
              <a:rPr dirty="0" sz="2700" spc="-260">
                <a:latin typeface="Times New Roman"/>
                <a:cs typeface="Times New Roman"/>
              </a:rPr>
              <a:t> </a:t>
            </a:r>
            <a:r>
              <a:rPr dirty="0" sz="2700" spc="15">
                <a:latin typeface="Times New Roman"/>
                <a:cs typeface="Times New Roman"/>
              </a:rPr>
              <a:t>/</a:t>
            </a:r>
            <a:r>
              <a:rPr dirty="0" sz="2700" spc="-434">
                <a:latin typeface="Times New Roman"/>
                <a:cs typeface="Times New Roman"/>
              </a:rPr>
              <a:t> </a:t>
            </a:r>
            <a:r>
              <a:rPr dirty="0" sz="2700" spc="25">
                <a:latin typeface="Times New Roman"/>
                <a:cs typeface="Times New Roman"/>
              </a:rPr>
              <a:t>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78889" y="2933382"/>
            <a:ext cx="6775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>
                <a:latin typeface="Times New Roman"/>
                <a:cs typeface="Times New Roman"/>
              </a:rPr>
              <a:t>(1</a:t>
            </a:r>
            <a:r>
              <a:rPr dirty="0" sz="4400"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78889" y="4373245"/>
            <a:ext cx="6775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>
                <a:latin typeface="Times New Roman"/>
                <a:cs typeface="Times New Roman"/>
              </a:rPr>
              <a:t>(2</a:t>
            </a:r>
            <a:r>
              <a:rPr dirty="0" sz="4400"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341736" y="1299972"/>
            <a:ext cx="576846" cy="3082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827701" y="1193558"/>
            <a:ext cx="434517" cy="407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196903" y="1475600"/>
            <a:ext cx="325627" cy="226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479706" y="1185621"/>
            <a:ext cx="657377" cy="4226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95276" y="1299972"/>
            <a:ext cx="402513" cy="3082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57975" y="1239443"/>
            <a:ext cx="219951" cy="36878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686599" y="1301559"/>
            <a:ext cx="576846" cy="3082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74049" y="1187208"/>
            <a:ext cx="2050199" cy="4233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182453" y="1301559"/>
            <a:ext cx="402513" cy="3082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545153" y="1241031"/>
            <a:ext cx="219951" cy="36878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352" y="446722"/>
            <a:ext cx="10605770" cy="19094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1300" marR="5080" indent="-228600">
              <a:lnSpc>
                <a:spcPct val="92200"/>
              </a:lnSpc>
              <a:spcBef>
                <a:spcPts val="434"/>
              </a:spcBef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  <a:r>
              <a:rPr dirty="0" sz="3600" spc="-1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若某交流发电机产生的电动势瞬时值为</a:t>
            </a:r>
            <a:r>
              <a:rPr dirty="0" sz="2800" spc="-15" b="1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000099"/>
                </a:solidFill>
                <a:latin typeface="Times New Roman"/>
                <a:cs typeface="Times New Roman"/>
              </a:rPr>
              <a:t>=311sin314</a:t>
            </a:r>
            <a:r>
              <a:rPr dirty="0" sz="2800" spc="-1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1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15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800" spc="-1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线圈共有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100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匝。求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1/300s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时的电动势、穿过线圈的磁通量和磁通量变化率的值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4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1/300s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时线圈平面与磁感线的夹角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30355" y="2740774"/>
            <a:ext cx="50165" cy="20955"/>
          </a:xfrm>
          <a:custGeom>
            <a:avLst/>
            <a:gdLst/>
            <a:ahLst/>
            <a:cxnLst/>
            <a:rect l="l" t="t" r="r" b="b"/>
            <a:pathLst>
              <a:path w="50164" h="20955">
                <a:moveTo>
                  <a:pt x="0" y="20942"/>
                </a:moveTo>
                <a:lnTo>
                  <a:pt x="498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80215" y="2740774"/>
            <a:ext cx="119380" cy="146050"/>
          </a:xfrm>
          <a:custGeom>
            <a:avLst/>
            <a:gdLst/>
            <a:ahLst/>
            <a:cxnLst/>
            <a:rect l="l" t="t" r="r" b="b"/>
            <a:pathLst>
              <a:path w="119379" h="146050">
                <a:moveTo>
                  <a:pt x="0" y="0"/>
                </a:moveTo>
                <a:lnTo>
                  <a:pt x="118910" y="1456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99125" y="2500896"/>
            <a:ext cx="130810" cy="386080"/>
          </a:xfrm>
          <a:custGeom>
            <a:avLst/>
            <a:gdLst/>
            <a:ahLst/>
            <a:cxnLst/>
            <a:rect l="l" t="t" r="r" b="b"/>
            <a:pathLst>
              <a:path w="130810" h="386080">
                <a:moveTo>
                  <a:pt x="0" y="385521"/>
                </a:moveTo>
                <a:lnTo>
                  <a:pt x="13042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29554" y="2500896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 h="0">
                <a:moveTo>
                  <a:pt x="0" y="0"/>
                </a:moveTo>
                <a:lnTo>
                  <a:pt x="2518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26507" y="2492324"/>
            <a:ext cx="554990" cy="394335"/>
          </a:xfrm>
          <a:custGeom>
            <a:avLst/>
            <a:gdLst/>
            <a:ahLst/>
            <a:cxnLst/>
            <a:rect l="l" t="t" r="r" b="b"/>
            <a:pathLst>
              <a:path w="554989" h="394335">
                <a:moveTo>
                  <a:pt x="198224" y="356019"/>
                </a:moveTo>
                <a:lnTo>
                  <a:pt x="173901" y="356019"/>
                </a:lnTo>
                <a:lnTo>
                  <a:pt x="294093" y="0"/>
                </a:lnTo>
                <a:lnTo>
                  <a:pt x="554926" y="0"/>
                </a:lnTo>
                <a:lnTo>
                  <a:pt x="554926" y="18084"/>
                </a:lnTo>
                <a:lnTo>
                  <a:pt x="311988" y="18084"/>
                </a:lnTo>
                <a:lnTo>
                  <a:pt x="198224" y="356019"/>
                </a:lnTo>
                <a:close/>
              </a:path>
              <a:path w="554989" h="394335">
                <a:moveTo>
                  <a:pt x="7683" y="275107"/>
                </a:moveTo>
                <a:lnTo>
                  <a:pt x="0" y="264629"/>
                </a:lnTo>
                <a:lnTo>
                  <a:pt x="67767" y="237032"/>
                </a:lnTo>
                <a:lnTo>
                  <a:pt x="88135" y="259867"/>
                </a:lnTo>
                <a:lnTo>
                  <a:pt x="40919" y="259867"/>
                </a:lnTo>
                <a:lnTo>
                  <a:pt x="7683" y="275107"/>
                </a:lnTo>
                <a:close/>
              </a:path>
              <a:path w="554989" h="394335">
                <a:moveTo>
                  <a:pt x="185407" y="394093"/>
                </a:moveTo>
                <a:lnTo>
                  <a:pt x="161112" y="394093"/>
                </a:lnTo>
                <a:lnTo>
                  <a:pt x="40919" y="259867"/>
                </a:lnTo>
                <a:lnTo>
                  <a:pt x="88135" y="259867"/>
                </a:lnTo>
                <a:lnTo>
                  <a:pt x="173901" y="356019"/>
                </a:lnTo>
                <a:lnTo>
                  <a:pt x="198224" y="356019"/>
                </a:lnTo>
                <a:lnTo>
                  <a:pt x="185407" y="3940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23589" y="3975392"/>
            <a:ext cx="767715" cy="0"/>
          </a:xfrm>
          <a:custGeom>
            <a:avLst/>
            <a:gdLst/>
            <a:ahLst/>
            <a:cxnLst/>
            <a:rect l="l" t="t" r="r" b="b"/>
            <a:pathLst>
              <a:path w="767714" h="0">
                <a:moveTo>
                  <a:pt x="0" y="0"/>
                </a:moveTo>
                <a:lnTo>
                  <a:pt x="767181" y="0"/>
                </a:lnTo>
              </a:path>
            </a:pathLst>
          </a:custGeom>
          <a:ln w="211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12448" y="3975392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 h="0">
                <a:moveTo>
                  <a:pt x="0" y="0"/>
                </a:moveTo>
                <a:lnTo>
                  <a:pt x="291528" y="0"/>
                </a:lnTo>
              </a:path>
            </a:pathLst>
          </a:custGeom>
          <a:ln w="211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47060" y="3937799"/>
            <a:ext cx="319087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013075" algn="l"/>
              </a:tabLst>
            </a:pPr>
            <a:r>
              <a:rPr dirty="0" sz="1650" spc="10">
                <a:latin typeface="Times New Roman"/>
                <a:cs typeface="Times New Roman"/>
              </a:rPr>
              <a:t>m</a:t>
            </a:r>
            <a:r>
              <a:rPr dirty="0" sz="1650" spc="10">
                <a:latin typeface="Times New Roman"/>
                <a:cs typeface="Times New Roman"/>
              </a:rPr>
              <a:t>	</a:t>
            </a:r>
            <a:r>
              <a:rPr dirty="0" sz="1650" spc="10">
                <a:latin typeface="Times New Roman"/>
                <a:cs typeface="Times New Roman"/>
              </a:rPr>
              <a:t>m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26230" y="3974833"/>
            <a:ext cx="151257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16355" algn="l"/>
              </a:tabLst>
            </a:pPr>
            <a:r>
              <a:rPr dirty="0" sz="2850" spc="15">
                <a:latin typeface="Times New Roman"/>
                <a:cs typeface="Times New Roman"/>
              </a:rPr>
              <a:t>3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0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0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0443" y="3670990"/>
            <a:ext cx="4180840" cy="4864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73835" algn="l"/>
                <a:tab pos="2218055" algn="l"/>
                <a:tab pos="3100070" algn="l"/>
                <a:tab pos="3514725" algn="l"/>
              </a:tabLst>
            </a:pPr>
            <a:r>
              <a:rPr dirty="0" sz="3000" spc="-75" i="1">
                <a:latin typeface="Symbol"/>
                <a:cs typeface="Symbol"/>
              </a:rPr>
              <a:t></a:t>
            </a:r>
            <a:r>
              <a:rPr dirty="0" sz="3000" spc="90" i="1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220">
                <a:latin typeface="Times New Roman"/>
                <a:cs typeface="Times New Roman"/>
              </a:rPr>
              <a:t> </a:t>
            </a:r>
            <a:r>
              <a:rPr dirty="0" sz="3000" spc="-75" i="1">
                <a:latin typeface="Symbol"/>
                <a:cs typeface="Symbol"/>
              </a:rPr>
              <a:t></a:t>
            </a:r>
            <a:r>
              <a:rPr dirty="0" sz="3000" spc="-75">
                <a:latin typeface="Times New Roman"/>
                <a:cs typeface="Times New Roman"/>
              </a:rPr>
              <a:t>	</a:t>
            </a:r>
            <a:r>
              <a:rPr dirty="0" sz="2850" spc="10">
                <a:latin typeface="Times New Roman"/>
                <a:cs typeface="Times New Roman"/>
              </a:rPr>
              <a:t>c</a:t>
            </a:r>
            <a:r>
              <a:rPr dirty="0" sz="2850" spc="-30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o</a:t>
            </a:r>
            <a:r>
              <a:rPr dirty="0" sz="2850" spc="-215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s	</a:t>
            </a:r>
            <a:r>
              <a:rPr dirty="0" baseline="35087" sz="4275" spc="22">
                <a:latin typeface="Times New Roman"/>
                <a:cs typeface="Times New Roman"/>
              </a:rPr>
              <a:t>3</a:t>
            </a:r>
            <a:r>
              <a:rPr dirty="0" baseline="35087" sz="4275" spc="-330">
                <a:latin typeface="Times New Roman"/>
                <a:cs typeface="Times New Roman"/>
              </a:rPr>
              <a:t> </a:t>
            </a:r>
            <a:r>
              <a:rPr dirty="0" baseline="35087" sz="4275" spc="22">
                <a:latin typeface="Times New Roman"/>
                <a:cs typeface="Times New Roman"/>
              </a:rPr>
              <a:t>1</a:t>
            </a:r>
            <a:r>
              <a:rPr dirty="0" baseline="35087" sz="4275" spc="-330">
                <a:latin typeface="Times New Roman"/>
                <a:cs typeface="Times New Roman"/>
              </a:rPr>
              <a:t> </a:t>
            </a:r>
            <a:r>
              <a:rPr dirty="0" baseline="35087" sz="4275" spc="22">
                <a:latin typeface="Times New Roman"/>
                <a:cs typeface="Times New Roman"/>
              </a:rPr>
              <a:t>4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</a:t>
            </a:r>
            <a:r>
              <a:rPr dirty="0" baseline="35087" sz="4275" spc="22">
                <a:latin typeface="Times New Roman"/>
                <a:cs typeface="Times New Roman"/>
              </a:rPr>
              <a:t>1</a:t>
            </a:r>
            <a:r>
              <a:rPr dirty="0" baseline="35087" sz="4275" spc="120">
                <a:latin typeface="Times New Roman"/>
                <a:cs typeface="Times New Roman"/>
              </a:rPr>
              <a:t> </a:t>
            </a:r>
            <a:r>
              <a:rPr dirty="0" sz="3000" spc="-75" i="1">
                <a:latin typeface="Symbol"/>
                <a:cs typeface="Symbol"/>
              </a:rPr>
              <a:t>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36716" y="3689261"/>
            <a:ext cx="261810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7985" algn="l"/>
                <a:tab pos="1584960" algn="l"/>
              </a:tabLst>
            </a:pP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0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5">
                <a:latin typeface="Times New Roman"/>
                <a:cs typeface="Times New Roman"/>
              </a:rPr>
              <a:t>.</a:t>
            </a:r>
            <a:r>
              <a:rPr dirty="0" sz="2850" spc="-47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0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0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5	</a:t>
            </a:r>
            <a:r>
              <a:rPr dirty="0" sz="2850" spc="10">
                <a:latin typeface="Times New Roman"/>
                <a:cs typeface="Times New Roman"/>
              </a:rPr>
              <a:t>( </a:t>
            </a:r>
            <a:r>
              <a:rPr dirty="0" sz="2850" spc="25">
                <a:latin typeface="Times New Roman"/>
                <a:cs typeface="Times New Roman"/>
              </a:rPr>
              <a:t>W </a:t>
            </a:r>
            <a:r>
              <a:rPr dirty="0" sz="2850" spc="15">
                <a:latin typeface="Times New Roman"/>
                <a:cs typeface="Times New Roman"/>
              </a:rPr>
              <a:t>b</a:t>
            </a:r>
            <a:r>
              <a:rPr dirty="0" sz="2850" spc="-320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72131" y="4998910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 h="0">
                <a:moveTo>
                  <a:pt x="0" y="0"/>
                </a:moveTo>
                <a:lnTo>
                  <a:pt x="450494" y="0"/>
                </a:lnTo>
              </a:path>
            </a:pathLst>
          </a:custGeom>
          <a:ln w="17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6092" y="4753787"/>
            <a:ext cx="62230" cy="26670"/>
          </a:xfrm>
          <a:custGeom>
            <a:avLst/>
            <a:gdLst/>
            <a:ahLst/>
            <a:cxnLst/>
            <a:rect l="l" t="t" r="r" b="b"/>
            <a:pathLst>
              <a:path w="62229" h="26670">
                <a:moveTo>
                  <a:pt x="0" y="26200"/>
                </a:moveTo>
                <a:lnTo>
                  <a:pt x="61658" y="0"/>
                </a:lnTo>
              </a:path>
            </a:pathLst>
          </a:custGeom>
          <a:ln w="17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57751" y="4761268"/>
            <a:ext cx="89535" cy="121920"/>
          </a:xfrm>
          <a:custGeom>
            <a:avLst/>
            <a:gdLst/>
            <a:ahLst/>
            <a:cxnLst/>
            <a:rect l="l" t="t" r="r" b="b"/>
            <a:pathLst>
              <a:path w="89535" h="121920">
                <a:moveTo>
                  <a:pt x="0" y="0"/>
                </a:moveTo>
                <a:lnTo>
                  <a:pt x="89344" y="121627"/>
                </a:lnTo>
              </a:path>
            </a:pathLst>
          </a:custGeom>
          <a:ln w="3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57166" y="4519891"/>
            <a:ext cx="118745" cy="363220"/>
          </a:xfrm>
          <a:custGeom>
            <a:avLst/>
            <a:gdLst/>
            <a:ahLst/>
            <a:cxnLst/>
            <a:rect l="l" t="t" r="r" b="b"/>
            <a:pathLst>
              <a:path w="118745" h="363220">
                <a:moveTo>
                  <a:pt x="0" y="363004"/>
                </a:moveTo>
                <a:lnTo>
                  <a:pt x="118287" y="0"/>
                </a:lnTo>
              </a:path>
            </a:pathLst>
          </a:custGeom>
          <a:ln w="17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75454" y="4519891"/>
            <a:ext cx="259715" cy="0"/>
          </a:xfrm>
          <a:custGeom>
            <a:avLst/>
            <a:gdLst/>
            <a:ahLst/>
            <a:cxnLst/>
            <a:rect l="l" t="t" r="r" b="b"/>
            <a:pathLst>
              <a:path w="259714" h="0">
                <a:moveTo>
                  <a:pt x="0" y="0"/>
                </a:moveTo>
                <a:lnTo>
                  <a:pt x="259219" y="0"/>
                </a:lnTo>
              </a:path>
            </a:pathLst>
          </a:custGeom>
          <a:ln w="17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66236" y="4998910"/>
            <a:ext cx="1308735" cy="0"/>
          </a:xfrm>
          <a:custGeom>
            <a:avLst/>
            <a:gdLst/>
            <a:ahLst/>
            <a:cxnLst/>
            <a:rect l="l" t="t" r="r" b="b"/>
            <a:pathLst>
              <a:path w="1308735" h="0">
                <a:moveTo>
                  <a:pt x="0" y="0"/>
                </a:moveTo>
                <a:lnTo>
                  <a:pt x="1308709" y="0"/>
                </a:lnTo>
              </a:path>
            </a:pathLst>
          </a:custGeom>
          <a:ln w="175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37747" y="4716068"/>
            <a:ext cx="1352550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20470" algn="l"/>
              </a:tabLst>
            </a:pPr>
            <a:r>
              <a:rPr dirty="0" sz="2850" spc="-20">
                <a:latin typeface="Times New Roman"/>
                <a:cs typeface="Times New Roman"/>
              </a:rPr>
              <a:t>(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-30">
                <a:latin typeface="Times New Roman"/>
                <a:cs typeface="Times New Roman"/>
              </a:rPr>
              <a:t>Wb</a:t>
            </a:r>
            <a:r>
              <a:rPr dirty="0" sz="2850" spc="-20">
                <a:latin typeface="Times New Roman"/>
                <a:cs typeface="Times New Roman"/>
              </a:rPr>
              <a:t>/s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-20"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3384" y="4716068"/>
            <a:ext cx="220979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50" spc="-30"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4803" y="4996751"/>
            <a:ext cx="1799589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0315" algn="l"/>
              </a:tabLst>
            </a:pPr>
            <a:r>
              <a:rPr dirty="0" sz="2850" spc="-35" i="1">
                <a:latin typeface="Times New Roman"/>
                <a:cs typeface="Times New Roman"/>
              </a:rPr>
              <a:t>N</a:t>
            </a:r>
            <a:r>
              <a:rPr dirty="0" sz="2850" spc="-35" i="1">
                <a:latin typeface="Times New Roman"/>
                <a:cs typeface="Times New Roman"/>
              </a:rPr>
              <a:t>	</a:t>
            </a:r>
            <a:r>
              <a:rPr dirty="0" sz="2850" spc="-20">
                <a:latin typeface="Times New Roman"/>
                <a:cs typeface="Times New Roman"/>
              </a:rPr>
              <a:t>20</a:t>
            </a:r>
            <a:r>
              <a:rPr dirty="0" sz="2850" spc="-25">
                <a:latin typeface="Times New Roman"/>
                <a:cs typeface="Times New Roman"/>
              </a:rPr>
              <a:t>0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78976" y="4489665"/>
            <a:ext cx="210248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04240" algn="l"/>
                <a:tab pos="1911350" algn="l"/>
              </a:tabLst>
            </a:pPr>
            <a:r>
              <a:rPr dirty="0" sz="2850" spc="-25" i="1">
                <a:latin typeface="Times New Roman"/>
                <a:cs typeface="Times New Roman"/>
              </a:rPr>
              <a:t>e</a:t>
            </a:r>
            <a:r>
              <a:rPr dirty="0" sz="2850" spc="-25" i="1">
                <a:latin typeface="Times New Roman"/>
                <a:cs typeface="Times New Roman"/>
              </a:rPr>
              <a:t>	</a:t>
            </a:r>
            <a:r>
              <a:rPr dirty="0" sz="2850" spc="-20">
                <a:latin typeface="Times New Roman"/>
                <a:cs typeface="Times New Roman"/>
              </a:rPr>
              <a:t>31</a:t>
            </a:r>
            <a:r>
              <a:rPr dirty="0" sz="2850" spc="-25">
                <a:latin typeface="Times New Roman"/>
                <a:cs typeface="Times New Roman"/>
              </a:rPr>
              <a:t>1</a:t>
            </a:r>
            <a:r>
              <a:rPr dirty="0" sz="2850">
                <a:latin typeface="Times New Roman"/>
                <a:cs typeface="Times New Roman"/>
              </a:rPr>
              <a:t>	</a:t>
            </a:r>
            <a:r>
              <a:rPr dirty="0" sz="2850" spc="-25">
                <a:latin typeface="Times New Roman"/>
                <a:cs typeface="Times New Roman"/>
              </a:rPr>
              <a:t>3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81759" y="4716068"/>
            <a:ext cx="59880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9890" algn="l"/>
              </a:tabLst>
            </a:pPr>
            <a:r>
              <a:rPr dirty="0" sz="2850" spc="-25" i="1">
                <a:latin typeface="Times New Roman"/>
                <a:cs typeface="Times New Roman"/>
              </a:rPr>
              <a:t>k</a:t>
            </a:r>
            <a:r>
              <a:rPr dirty="0" sz="2850" spc="-25" i="1">
                <a:latin typeface="Times New Roman"/>
                <a:cs typeface="Times New Roman"/>
              </a:rPr>
              <a:t>	</a:t>
            </a:r>
            <a:r>
              <a:rPr dirty="0" sz="2850" spc="-30"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72711" y="5708067"/>
            <a:ext cx="1245870" cy="800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40"/>
              </a:lnSpc>
              <a:spcBef>
                <a:spcPts val="95"/>
              </a:spcBef>
              <a:tabLst>
                <a:tab pos="874394" algn="l"/>
              </a:tabLst>
            </a:pPr>
            <a:r>
              <a:rPr dirty="0" sz="3150" spc="-85" i="1">
                <a:latin typeface="Symbol"/>
                <a:cs typeface="Symbol"/>
              </a:rPr>
              <a:t></a:t>
            </a:r>
            <a:r>
              <a:rPr dirty="0" sz="3150" spc="225" i="1">
                <a:latin typeface="Times New Roman"/>
                <a:cs typeface="Times New Roman"/>
              </a:rPr>
              <a:t> </a:t>
            </a:r>
            <a:r>
              <a:rPr dirty="0" sz="3000" spc="-5">
                <a:latin typeface="Symbol"/>
                <a:cs typeface="Symbol"/>
              </a:rPr>
              <a:t></a:t>
            </a:r>
            <a:r>
              <a:rPr dirty="0" sz="3000" spc="-5">
                <a:latin typeface="Times New Roman"/>
                <a:cs typeface="Times New Roman"/>
              </a:rPr>
              <a:t>	</a:t>
            </a:r>
            <a:r>
              <a:rPr dirty="0" u="heavy" baseline="33509" sz="4725" spc="-127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endParaRPr baseline="33509" sz="4725">
              <a:latin typeface="Symbol"/>
              <a:cs typeface="Symbol"/>
            </a:endParaRPr>
          </a:p>
          <a:p>
            <a:pPr algn="r" marR="81915">
              <a:lnSpc>
                <a:spcPts val="2960"/>
              </a:lnSpc>
            </a:pPr>
            <a:r>
              <a:rPr dirty="0" sz="3000" spc="-5">
                <a:latin typeface="Times New Roman"/>
                <a:cs typeface="Times New Roman"/>
              </a:rPr>
              <a:t>6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5502" y="2511323"/>
            <a:ext cx="6827520" cy="943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4540"/>
              </a:lnSpc>
              <a:spcBef>
                <a:spcPts val="105"/>
              </a:spcBef>
              <a:tabLst>
                <a:tab pos="1173480" algn="l"/>
                <a:tab pos="1541780" algn="l"/>
                <a:tab pos="2968625" algn="l"/>
                <a:tab pos="3851275" algn="l"/>
                <a:tab pos="4242435" algn="l"/>
                <a:tab pos="4589780" algn="l"/>
                <a:tab pos="4942840" algn="l"/>
              </a:tabLst>
            </a:pPr>
            <a:r>
              <a:rPr dirty="0" baseline="-5050" sz="6600" spc="-7">
                <a:latin typeface="Times New Roman"/>
                <a:cs typeface="Times New Roman"/>
              </a:rPr>
              <a:t>(3)</a:t>
            </a:r>
            <a:r>
              <a:rPr dirty="0" baseline="-5050" sz="6600" spc="472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e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3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1</a:t>
            </a:r>
            <a:r>
              <a:rPr dirty="0" sz="2850" spc="-215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1</a:t>
            </a:r>
            <a:r>
              <a:rPr dirty="0" sz="2850" spc="-160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s</a:t>
            </a:r>
            <a:r>
              <a:rPr dirty="0" sz="2850" spc="-325">
                <a:latin typeface="Times New Roman"/>
                <a:cs typeface="Times New Roman"/>
              </a:rPr>
              <a:t> </a:t>
            </a:r>
            <a:r>
              <a:rPr dirty="0" sz="2850" spc="150">
                <a:latin typeface="Times New Roman"/>
                <a:cs typeface="Times New Roman"/>
              </a:rPr>
              <a:t>in	</a:t>
            </a:r>
            <a:r>
              <a:rPr dirty="0" u="heavy" baseline="35087" sz="4275" spc="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heavy" baseline="35087" sz="4275" spc="-3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35087" sz="4275" spc="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baseline="35087" sz="4275" spc="-3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35087" sz="4275" spc="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baseline="35087" sz="4275" spc="22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</a:t>
            </a:r>
            <a:r>
              <a:rPr dirty="0" u="heavy" baseline="35087" sz="4275" spc="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3</a:t>
            </a:r>
            <a:r>
              <a:rPr dirty="0" baseline="35087" sz="4275" spc="22">
                <a:latin typeface="Times New Roman"/>
                <a:cs typeface="Times New Roman"/>
              </a:rPr>
              <a:t>	</a:t>
            </a:r>
            <a:r>
              <a:rPr dirty="0" sz="2850" spc="15">
                <a:latin typeface="Symbol"/>
                <a:cs typeface="Symbol"/>
              </a:rPr>
              <a:t></a:t>
            </a:r>
            <a:r>
              <a:rPr dirty="0" sz="2850" spc="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3</a:t>
            </a:r>
            <a:r>
              <a:rPr dirty="0" sz="2850" spc="-229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1</a:t>
            </a:r>
            <a:r>
              <a:rPr dirty="0" sz="2850" spc="-229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1</a:t>
            </a:r>
            <a:r>
              <a:rPr dirty="0" sz="2850" spc="-114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(</a:t>
            </a:r>
            <a:r>
              <a:rPr dirty="0" sz="2850" spc="-295">
                <a:latin typeface="Times New Roman"/>
                <a:cs typeface="Times New Roman"/>
              </a:rPr>
              <a:t> </a:t>
            </a:r>
            <a:r>
              <a:rPr dirty="0" sz="2850" spc="20">
                <a:latin typeface="Times New Roman"/>
                <a:cs typeface="Times New Roman"/>
              </a:rPr>
              <a:t>V</a:t>
            </a:r>
            <a:r>
              <a:rPr dirty="0" sz="2850" spc="85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)</a:t>
            </a:r>
            <a:r>
              <a:rPr dirty="0" sz="2850" spc="-409">
                <a:latin typeface="Times New Roman"/>
                <a:cs typeface="Times New Roman"/>
              </a:rPr>
              <a:t> </a:t>
            </a:r>
            <a:r>
              <a:rPr dirty="0" sz="2850" spc="5">
                <a:latin typeface="Times New Roman"/>
                <a:cs typeface="Times New Roman"/>
              </a:rPr>
              <a:t>,</a:t>
            </a:r>
            <a:endParaRPr sz="2850">
              <a:latin typeface="Times New Roman"/>
              <a:cs typeface="Times New Roman"/>
            </a:endParaRPr>
          </a:p>
          <a:p>
            <a:pPr marL="2968625">
              <a:lnSpc>
                <a:spcPts val="2680"/>
              </a:lnSpc>
              <a:tabLst>
                <a:tab pos="4443095" algn="l"/>
              </a:tabLst>
            </a:pPr>
            <a:r>
              <a:rPr dirty="0" sz="2850" spc="15">
                <a:latin typeface="Times New Roman"/>
                <a:cs typeface="Times New Roman"/>
              </a:rPr>
              <a:t>3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0</a:t>
            </a:r>
            <a:r>
              <a:rPr dirty="0" sz="2850" spc="-220">
                <a:latin typeface="Times New Roman"/>
                <a:cs typeface="Times New Roman"/>
              </a:rPr>
              <a:t> </a:t>
            </a:r>
            <a:r>
              <a:rPr dirty="0" sz="2850" spc="15">
                <a:latin typeface="Times New Roman"/>
                <a:cs typeface="Times New Roman"/>
              </a:rPr>
              <a:t>0	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240" y="5568632"/>
            <a:ext cx="6775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>
                <a:latin typeface="Times New Roman"/>
                <a:cs typeface="Times New Roman"/>
              </a:rPr>
              <a:t>(4</a:t>
            </a:r>
            <a:r>
              <a:rPr dirty="0" sz="4400"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90890" y="2079942"/>
            <a:ext cx="302641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e=NBSω</a:t>
            </a:r>
            <a:r>
              <a:rPr dirty="0" sz="4000" spc="-5" b="1">
                <a:solidFill>
                  <a:srgbClr val="FF3300"/>
                </a:solidFill>
                <a:latin typeface="Times New Roman"/>
                <a:cs typeface="Times New Roman"/>
              </a:rPr>
              <a:t>sin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ωt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65490" y="2819717"/>
            <a:ext cx="264985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Φ</a:t>
            </a:r>
            <a:r>
              <a:rPr dirty="0" sz="4000" spc="-65" b="1" i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=BS</a:t>
            </a:r>
            <a:r>
              <a:rPr dirty="0" sz="4000" spc="-5" b="1">
                <a:solidFill>
                  <a:srgbClr val="FF3300"/>
                </a:solidFill>
                <a:latin typeface="Times New Roman"/>
                <a:cs typeface="Times New Roman"/>
              </a:rPr>
              <a:t>cos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ωt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235768" y="4305884"/>
            <a:ext cx="506730" cy="0"/>
          </a:xfrm>
          <a:custGeom>
            <a:avLst/>
            <a:gdLst/>
            <a:ahLst/>
            <a:cxnLst/>
            <a:rect l="l" t="t" r="r" b="b"/>
            <a:pathLst>
              <a:path w="506729" h="0">
                <a:moveTo>
                  <a:pt x="0" y="0"/>
                </a:moveTo>
                <a:lnTo>
                  <a:pt x="506564" y="0"/>
                </a:lnTo>
              </a:path>
            </a:pathLst>
          </a:custGeom>
          <a:ln w="2463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356151" y="3680904"/>
            <a:ext cx="270510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0" spc="370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283164" y="4310710"/>
            <a:ext cx="393065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0" spc="555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73044" y="3962108"/>
            <a:ext cx="740410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4180" algn="l"/>
              </a:tabLst>
            </a:pPr>
            <a:r>
              <a:rPr dirty="0" sz="3500" spc="370" i="1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dirty="0" sz="3500" spc="37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500" spc="459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3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415" y="451484"/>
            <a:ext cx="10720070" cy="96583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1300" marR="5080" indent="-228600">
              <a:lnSpc>
                <a:spcPct val="92200"/>
              </a:lnSpc>
              <a:spcBef>
                <a:spcPts val="434"/>
              </a:spcBef>
              <a:tabLst>
                <a:tab pos="1384935" algn="l"/>
              </a:tabLst>
            </a:pPr>
            <a:r>
              <a:rPr dirty="0" sz="3600" b="1" i="1">
                <a:solidFill>
                  <a:srgbClr val="C00000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C00000"/>
                </a:solidFill>
                <a:latin typeface="Times New Roman"/>
                <a:cs typeface="Times New Roman"/>
              </a:rPr>
              <a:t>7	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若某交流发电机产生的电动势瞬时值为</a:t>
            </a:r>
            <a:r>
              <a:rPr dirty="0" sz="2800" spc="-15" b="1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2800" spc="-15" b="1">
                <a:solidFill>
                  <a:srgbClr val="000099"/>
                </a:solidFill>
                <a:latin typeface="Times New Roman"/>
                <a:cs typeface="Times New Roman"/>
              </a:rPr>
              <a:t>=311sin314</a:t>
            </a:r>
            <a:r>
              <a:rPr dirty="0" sz="2800" spc="-1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1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15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800" spc="-1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线圈共有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100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匝。求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140"/>
              </a:spcBef>
            </a:pPr>
            <a:r>
              <a:rPr dirty="0"/>
              <a:t>均感应电动势</a:t>
            </a:r>
            <a:r>
              <a:rPr dirty="0" spc="-10"/>
              <a:t>。</a:t>
            </a:r>
          </a:p>
          <a:p>
            <a:pPr marL="241300" marR="5080" indent="-228600">
              <a:lnSpc>
                <a:spcPts val="3320"/>
              </a:lnSpc>
              <a:spcBef>
                <a:spcPts val="1185"/>
              </a:spcBef>
            </a:pPr>
            <a:r>
              <a:rPr dirty="0"/>
              <a:t>（</a:t>
            </a:r>
            <a:r>
              <a:rPr dirty="0" spc="-5" i="0">
                <a:latin typeface="Times New Roman"/>
                <a:cs typeface="Times New Roman"/>
              </a:rPr>
              <a:t>6</a:t>
            </a:r>
            <a:r>
              <a:rPr dirty="0"/>
              <a:t>）若线圈电阻为</a:t>
            </a:r>
            <a:r>
              <a:rPr dirty="0" spc="-5" i="0">
                <a:latin typeface="Times New Roman"/>
                <a:cs typeface="Times New Roman"/>
              </a:rPr>
              <a:t>10Ω</a:t>
            </a:r>
            <a:r>
              <a:rPr dirty="0"/>
              <a:t>，外接</a:t>
            </a:r>
            <a:r>
              <a:rPr dirty="0" spc="-5" i="0">
                <a:latin typeface="Times New Roman"/>
                <a:cs typeface="Times New Roman"/>
              </a:rPr>
              <a:t>40Ω</a:t>
            </a:r>
            <a:r>
              <a:rPr dirty="0"/>
              <a:t>的灯泡，求灯泡中电流的瞬时值</a:t>
            </a:r>
            <a:r>
              <a:rPr dirty="0" spc="-5"/>
              <a:t>、 </a:t>
            </a:r>
            <a:r>
              <a:rPr dirty="0"/>
              <a:t>最大值、有效值</a:t>
            </a:r>
            <a:r>
              <a:rPr dirty="0" spc="-10"/>
              <a:t>。</a:t>
            </a:r>
          </a:p>
        </p:txBody>
      </p:sp>
      <p:sp>
        <p:nvSpPr>
          <p:cNvPr id="5" name="object 5"/>
          <p:cNvSpPr/>
          <p:nvPr/>
        </p:nvSpPr>
        <p:spPr>
          <a:xfrm>
            <a:off x="1821675" y="4447565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4" h="0">
                <a:moveTo>
                  <a:pt x="0" y="0"/>
                </a:moveTo>
                <a:lnTo>
                  <a:pt x="589610" y="0"/>
                </a:lnTo>
              </a:path>
            </a:pathLst>
          </a:custGeom>
          <a:ln w="183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27434" y="4232618"/>
            <a:ext cx="271780" cy="0"/>
          </a:xfrm>
          <a:custGeom>
            <a:avLst/>
            <a:gdLst/>
            <a:ahLst/>
            <a:cxnLst/>
            <a:rect l="l" t="t" r="r" b="b"/>
            <a:pathLst>
              <a:path w="271779" h="0">
                <a:moveTo>
                  <a:pt x="0" y="0"/>
                </a:moveTo>
                <a:lnTo>
                  <a:pt x="271614" y="0"/>
                </a:lnTo>
              </a:path>
            </a:pathLst>
          </a:custGeom>
          <a:ln w="183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53645" y="4447565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5" h="0">
                <a:moveTo>
                  <a:pt x="0" y="0"/>
                </a:moveTo>
                <a:lnTo>
                  <a:pt x="589597" y="0"/>
                </a:lnTo>
              </a:path>
            </a:pathLst>
          </a:custGeom>
          <a:ln w="183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31248" y="3780675"/>
            <a:ext cx="1219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 i="1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5073" y="3451157"/>
            <a:ext cx="3033395" cy="42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92505" algn="l"/>
                <a:tab pos="2026285" algn="l"/>
              </a:tabLst>
            </a:pPr>
            <a:r>
              <a:rPr dirty="0" sz="2500" spc="-5">
                <a:latin typeface="Symbol"/>
                <a:cs typeface="Symbol"/>
              </a:rPr>
              <a:t>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600" spc="-65" i="1">
                <a:latin typeface="Symbol"/>
                <a:cs typeface="Symbol"/>
              </a:rPr>
              <a:t></a:t>
            </a:r>
            <a:r>
              <a:rPr dirty="0" sz="2600" spc="55" i="1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5">
                <a:latin typeface="Times New Roman"/>
                <a:cs typeface="Times New Roman"/>
              </a:rPr>
              <a:t>	0 </a:t>
            </a:r>
            <a:r>
              <a:rPr dirty="0" sz="2500" spc="100">
                <a:latin typeface="Times New Roman"/>
                <a:cs typeface="Times New Roman"/>
              </a:rPr>
              <a:t>.0</a:t>
            </a:r>
            <a:r>
              <a:rPr dirty="0" sz="2500" spc="-40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0</a:t>
            </a:r>
            <a:r>
              <a:rPr dirty="0" sz="2500" spc="-20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5	(</a:t>
            </a:r>
            <a:r>
              <a:rPr dirty="0" sz="2500" spc="-22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W</a:t>
            </a:r>
            <a:r>
              <a:rPr dirty="0" sz="2500" spc="114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b</a:t>
            </a:r>
            <a:r>
              <a:rPr dirty="0" sz="2500" spc="-17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)</a:t>
            </a:r>
            <a:r>
              <a:rPr dirty="0" sz="2500" spc="-37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,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5480" y="4181610"/>
            <a:ext cx="6716395" cy="42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582420" algn="l"/>
                <a:tab pos="3298190" algn="l"/>
                <a:tab pos="3676015" algn="l"/>
                <a:tab pos="4027170" algn="l"/>
                <a:tab pos="4444365" algn="l"/>
                <a:tab pos="6127115" algn="l"/>
              </a:tabLst>
            </a:pPr>
            <a:r>
              <a:rPr dirty="0" baseline="34444" sz="3750" spc="-7">
                <a:latin typeface="Symbol"/>
                <a:cs typeface="Symbol"/>
              </a:rPr>
              <a:t></a:t>
            </a:r>
            <a:r>
              <a:rPr dirty="0" baseline="34444" sz="3750" spc="-7">
                <a:latin typeface="Times New Roman"/>
                <a:cs typeface="Times New Roman"/>
              </a:rPr>
              <a:t> </a:t>
            </a:r>
            <a:r>
              <a:rPr dirty="0" baseline="33119" sz="3900" spc="-97" i="1">
                <a:latin typeface="Symbol"/>
                <a:cs typeface="Symbol"/>
              </a:rPr>
              <a:t></a:t>
            </a:r>
            <a:r>
              <a:rPr dirty="0" baseline="33119" sz="3900" spc="-97" i="1">
                <a:latin typeface="Times New Roman"/>
                <a:cs typeface="Times New Roman"/>
              </a:rPr>
              <a:t> 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24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1</a:t>
            </a:r>
            <a:r>
              <a:rPr dirty="0" sz="2500" spc="-204">
                <a:latin typeface="Times New Roman"/>
                <a:cs typeface="Times New Roman"/>
              </a:rPr>
              <a:t> </a:t>
            </a:r>
            <a:r>
              <a:rPr dirty="0" sz="2500" spc="100">
                <a:latin typeface="Times New Roman"/>
                <a:cs typeface="Times New Roman"/>
              </a:rPr>
              <a:t>.5	</a:t>
            </a:r>
            <a:r>
              <a:rPr dirty="0" sz="2500" spc="-5">
                <a:latin typeface="Times New Roman"/>
                <a:cs typeface="Times New Roman"/>
              </a:rPr>
              <a:t>(</a:t>
            </a:r>
            <a:r>
              <a:rPr dirty="0" sz="2500" spc="-20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W</a:t>
            </a:r>
            <a:r>
              <a:rPr dirty="0" sz="2500" spc="15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b</a:t>
            </a:r>
            <a:r>
              <a:rPr dirty="0" sz="2500" spc="-204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/</a:t>
            </a:r>
            <a:r>
              <a:rPr dirty="0" sz="2500" spc="-38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s</a:t>
            </a:r>
            <a:r>
              <a:rPr dirty="0" sz="2500" spc="-23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)</a:t>
            </a:r>
            <a:r>
              <a:rPr dirty="0" sz="2500" spc="-36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,	</a:t>
            </a:r>
            <a:r>
              <a:rPr dirty="0" sz="2500" spc="-5" i="1">
                <a:latin typeface="Times New Roman"/>
                <a:cs typeface="Times New Roman"/>
              </a:rPr>
              <a:t>E	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5">
                <a:latin typeface="Times New Roman"/>
                <a:cs typeface="Times New Roman"/>
              </a:rPr>
              <a:t>	</a:t>
            </a:r>
            <a:r>
              <a:rPr dirty="0" sz="2500" spc="-5" i="1">
                <a:latin typeface="Times New Roman"/>
                <a:cs typeface="Times New Roman"/>
              </a:rPr>
              <a:t>N	</a:t>
            </a:r>
            <a:r>
              <a:rPr dirty="0" baseline="34444" sz="3750" spc="-7">
                <a:latin typeface="Symbol"/>
                <a:cs typeface="Symbol"/>
              </a:rPr>
              <a:t></a:t>
            </a:r>
            <a:r>
              <a:rPr dirty="0" baseline="34444" sz="3750" spc="-7">
                <a:latin typeface="Times New Roman"/>
                <a:cs typeface="Times New Roman"/>
              </a:rPr>
              <a:t> </a:t>
            </a:r>
            <a:r>
              <a:rPr dirty="0" baseline="33119" sz="3900" spc="-97" i="1">
                <a:latin typeface="Symbol"/>
                <a:cs typeface="Symbol"/>
              </a:rPr>
              <a:t></a:t>
            </a:r>
            <a:r>
              <a:rPr dirty="0" baseline="33119" sz="3900" spc="-97" i="1">
                <a:latin typeface="Times New Roman"/>
                <a:cs typeface="Times New Roman"/>
              </a:rPr>
              <a:t> 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5">
                <a:latin typeface="Times New Roman"/>
                <a:cs typeface="Times New Roman"/>
              </a:rPr>
              <a:t> 1</a:t>
            </a:r>
            <a:r>
              <a:rPr dirty="0" sz="2500" spc="-434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5</a:t>
            </a:r>
            <a:r>
              <a:rPr dirty="0" sz="2500" spc="-204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0	( V</a:t>
            </a:r>
            <a:r>
              <a:rPr dirty="0" sz="2500" spc="-26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01709" y="5335790"/>
            <a:ext cx="356870" cy="0"/>
          </a:xfrm>
          <a:custGeom>
            <a:avLst/>
            <a:gdLst/>
            <a:ahLst/>
            <a:cxnLst/>
            <a:rect l="l" t="t" r="r" b="b"/>
            <a:pathLst>
              <a:path w="356869" h="0">
                <a:moveTo>
                  <a:pt x="0" y="0"/>
                </a:moveTo>
                <a:lnTo>
                  <a:pt x="356755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46894" y="5335790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 h="0">
                <a:moveTo>
                  <a:pt x="0" y="0"/>
                </a:moveTo>
                <a:lnTo>
                  <a:pt x="687158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59547" y="5335790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 h="0">
                <a:moveTo>
                  <a:pt x="0" y="0"/>
                </a:moveTo>
                <a:lnTo>
                  <a:pt x="687158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02673" y="6359245"/>
            <a:ext cx="59055" cy="21590"/>
          </a:xfrm>
          <a:custGeom>
            <a:avLst/>
            <a:gdLst/>
            <a:ahLst/>
            <a:cxnLst/>
            <a:rect l="l" t="t" r="r" b="b"/>
            <a:pathLst>
              <a:path w="59055" h="21589">
                <a:moveTo>
                  <a:pt x="0" y="21437"/>
                </a:moveTo>
                <a:lnTo>
                  <a:pt x="58661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61334" y="6365379"/>
            <a:ext cx="85090" cy="98425"/>
          </a:xfrm>
          <a:custGeom>
            <a:avLst/>
            <a:gdLst/>
            <a:ahLst/>
            <a:cxnLst/>
            <a:rect l="l" t="t" r="r" b="b"/>
            <a:pathLst>
              <a:path w="85089" h="98425">
                <a:moveTo>
                  <a:pt x="0" y="0"/>
                </a:moveTo>
                <a:lnTo>
                  <a:pt x="85001" y="97980"/>
                </a:lnTo>
              </a:path>
            </a:pathLst>
          </a:custGeom>
          <a:ln w="314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55911" y="6170942"/>
            <a:ext cx="113030" cy="292735"/>
          </a:xfrm>
          <a:custGeom>
            <a:avLst/>
            <a:gdLst/>
            <a:ahLst/>
            <a:cxnLst/>
            <a:rect l="l" t="t" r="r" b="b"/>
            <a:pathLst>
              <a:path w="113029" h="292735">
                <a:moveTo>
                  <a:pt x="0" y="292417"/>
                </a:moveTo>
                <a:lnTo>
                  <a:pt x="112534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68446" y="6170942"/>
            <a:ext cx="275590" cy="0"/>
          </a:xfrm>
          <a:custGeom>
            <a:avLst/>
            <a:gdLst/>
            <a:ahLst/>
            <a:cxnLst/>
            <a:rect l="l" t="t" r="r" b="b"/>
            <a:pathLst>
              <a:path w="275589" h="0">
                <a:moveTo>
                  <a:pt x="0" y="0"/>
                </a:moveTo>
                <a:lnTo>
                  <a:pt x="275335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54794" y="612806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7291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70527" y="6128067"/>
            <a:ext cx="737870" cy="0"/>
          </a:xfrm>
          <a:custGeom>
            <a:avLst/>
            <a:gdLst/>
            <a:ahLst/>
            <a:cxnLst/>
            <a:rect l="l" t="t" r="r" b="b"/>
            <a:pathLst>
              <a:path w="737870" h="0">
                <a:moveTo>
                  <a:pt x="0" y="0"/>
                </a:moveTo>
                <a:lnTo>
                  <a:pt x="737438" y="0"/>
                </a:lnTo>
              </a:path>
            </a:pathLst>
          </a:custGeom>
          <a:ln w="156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296689" y="6126657"/>
            <a:ext cx="31940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">
                <a:latin typeface="Times New Roman"/>
                <a:cs typeface="Times New Roman"/>
              </a:rPr>
              <a:t>5</a:t>
            </a:r>
            <a:r>
              <a:rPr dirty="0" sz="2300">
                <a:latin typeface="Times New Roman"/>
                <a:cs typeface="Times New Roman"/>
              </a:rPr>
              <a:t>0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88955" y="5711774"/>
            <a:ext cx="46672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">
                <a:latin typeface="Times New Roman"/>
                <a:cs typeface="Times New Roman"/>
              </a:rPr>
              <a:t>22</a:t>
            </a:r>
            <a:r>
              <a:rPr dirty="0" sz="2300">
                <a:latin typeface="Times New Roman"/>
                <a:cs typeface="Times New Roman"/>
              </a:rPr>
              <a:t>0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84473" y="6146571"/>
            <a:ext cx="17208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8928" y="5104739"/>
            <a:ext cx="70675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2605" algn="l"/>
              </a:tabLst>
            </a:pPr>
            <a:r>
              <a:rPr dirty="0" sz="2300">
                <a:latin typeface="Times New Roman"/>
                <a:cs typeface="Times New Roman"/>
              </a:rPr>
              <a:t>(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 spc="5">
                <a:latin typeface="Times New Roman"/>
                <a:cs typeface="Times New Roman"/>
              </a:rPr>
              <a:t>)</a:t>
            </a:r>
            <a:r>
              <a:rPr dirty="0" sz="2300">
                <a:latin typeface="Times New Roman"/>
                <a:cs typeface="Times New Roman"/>
              </a:rPr>
              <a:t>,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60576" y="5334380"/>
            <a:ext cx="31940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">
                <a:latin typeface="Times New Roman"/>
                <a:cs typeface="Times New Roman"/>
              </a:rPr>
              <a:t>5</a:t>
            </a:r>
            <a:r>
              <a:rPr dirty="0" sz="2300">
                <a:latin typeface="Times New Roman"/>
                <a:cs typeface="Times New Roman"/>
              </a:rPr>
              <a:t>0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63611" y="4919484"/>
            <a:ext cx="46672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">
                <a:latin typeface="Times New Roman"/>
                <a:cs typeface="Times New Roman"/>
              </a:rPr>
              <a:t>31</a:t>
            </a:r>
            <a:r>
              <a:rPr dirty="0" sz="2300"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7376" y="5897016"/>
            <a:ext cx="166052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  <a:tab pos="1039494" algn="l"/>
                <a:tab pos="1549400" algn="l"/>
              </a:tabLst>
            </a:pP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>
                <a:latin typeface="Times New Roman"/>
                <a:cs typeface="Times New Roman"/>
              </a:rPr>
              <a:t>4</a:t>
            </a:r>
            <a:r>
              <a:rPr dirty="0" sz="2300" spc="8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.</a:t>
            </a:r>
            <a:r>
              <a:rPr dirty="0" sz="2300" spc="-25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4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>
                <a:latin typeface="Times New Roman"/>
                <a:cs typeface="Times New Roman"/>
              </a:rPr>
              <a:t>(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7863" y="5104739"/>
            <a:ext cx="18605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30961" y="5300141"/>
            <a:ext cx="1492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" i="1">
                <a:latin typeface="Times New Roman"/>
                <a:cs typeface="Times New Roman"/>
              </a:rPr>
              <a:t>m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52228" y="5308892"/>
            <a:ext cx="614680" cy="77914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305"/>
              </a:spcBef>
            </a:pPr>
            <a:r>
              <a:rPr dirty="0" sz="2300" spc="5">
                <a:latin typeface="Times New Roman"/>
                <a:cs typeface="Times New Roman"/>
              </a:rPr>
              <a:t>5</a:t>
            </a:r>
            <a:r>
              <a:rPr dirty="0" sz="2300">
                <a:latin typeface="Times New Roman"/>
                <a:cs typeface="Times New Roman"/>
              </a:rPr>
              <a:t>0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2300" i="1">
                <a:latin typeface="Times New Roman"/>
                <a:cs typeface="Times New Roman"/>
              </a:rPr>
              <a:t>I</a:t>
            </a:r>
            <a:r>
              <a:rPr dirty="0" sz="2300" spc="100" i="1">
                <a:latin typeface="Times New Roman"/>
                <a:cs typeface="Times New Roman"/>
              </a:rPr>
              <a:t> </a:t>
            </a:r>
            <a:r>
              <a:rPr dirty="0" baseline="-24691" sz="2025" spc="-7" i="1">
                <a:latin typeface="Times New Roman"/>
                <a:cs typeface="Times New Roman"/>
              </a:rPr>
              <a:t>m</a:t>
            </a:r>
            <a:endParaRPr baseline="-24691" sz="202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85996" y="5104739"/>
            <a:ext cx="348107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5950" algn="l"/>
                <a:tab pos="1297940" algn="l"/>
                <a:tab pos="1549400" algn="l"/>
                <a:tab pos="2059305" algn="l"/>
                <a:tab pos="2770505" algn="l"/>
                <a:tab pos="3307079" algn="l"/>
              </a:tabLst>
            </a:pPr>
            <a:r>
              <a:rPr dirty="0" sz="2300" spc="5">
                <a:latin typeface="Times New Roman"/>
                <a:cs typeface="Times New Roman"/>
              </a:rPr>
              <a:t>s</a:t>
            </a:r>
            <a:r>
              <a:rPr dirty="0" sz="2300">
                <a:latin typeface="Times New Roman"/>
                <a:cs typeface="Times New Roman"/>
              </a:rPr>
              <a:t>in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 spc="5">
                <a:latin typeface="Times New Roman"/>
                <a:cs typeface="Times New Roman"/>
              </a:rPr>
              <a:t>31</a:t>
            </a:r>
            <a:r>
              <a:rPr dirty="0" sz="2300">
                <a:latin typeface="Times New Roman"/>
                <a:cs typeface="Times New Roman"/>
              </a:rPr>
              <a:t>4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 i="1">
                <a:latin typeface="Times New Roman"/>
                <a:cs typeface="Times New Roman"/>
              </a:rPr>
              <a:t>t</a:t>
            </a:r>
            <a:r>
              <a:rPr dirty="0" sz="2300" i="1">
                <a:latin typeface="Times New Roman"/>
                <a:cs typeface="Times New Roman"/>
              </a:rPr>
              <a:t>	</a:t>
            </a:r>
            <a:r>
              <a:rPr dirty="0" sz="2300">
                <a:latin typeface="Times New Roman"/>
                <a:cs typeface="Times New Roman"/>
              </a:rPr>
              <a:t>(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 spc="5">
                <a:latin typeface="Times New Roman"/>
                <a:cs typeface="Times New Roman"/>
              </a:rPr>
              <a:t>)</a:t>
            </a:r>
            <a:r>
              <a:rPr dirty="0" sz="2300">
                <a:latin typeface="Times New Roman"/>
                <a:cs typeface="Times New Roman"/>
              </a:rPr>
              <a:t>,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 i="1">
                <a:latin typeface="Times New Roman"/>
                <a:cs typeface="Times New Roman"/>
              </a:rPr>
              <a:t>I</a:t>
            </a:r>
            <a:r>
              <a:rPr dirty="0" sz="2300" i="1">
                <a:latin typeface="Times New Roman"/>
                <a:cs typeface="Times New Roman"/>
              </a:rPr>
              <a:t>	</a:t>
            </a:r>
            <a:r>
              <a:rPr dirty="0" sz="230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66898" y="5334380"/>
            <a:ext cx="1610995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100"/>
              </a:spcBef>
            </a:pPr>
            <a:r>
              <a:rPr dirty="0" sz="2300" i="1">
                <a:latin typeface="Times New Roman"/>
                <a:cs typeface="Times New Roman"/>
              </a:rPr>
              <a:t>R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  <a:tabLst>
                <a:tab pos="321310" algn="l"/>
                <a:tab pos="1437005" algn="l"/>
              </a:tabLst>
            </a:pPr>
            <a:r>
              <a:rPr dirty="0" sz="2300" i="1">
                <a:latin typeface="Times New Roman"/>
                <a:cs typeface="Times New Roman"/>
              </a:rPr>
              <a:t>I</a:t>
            </a:r>
            <a:r>
              <a:rPr dirty="0" sz="2300" i="1">
                <a:latin typeface="Times New Roman"/>
                <a:cs typeface="Times New Roman"/>
              </a:rPr>
              <a:t>	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66822" y="4919484"/>
            <a:ext cx="125095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6290" algn="l"/>
              </a:tabLst>
            </a:pPr>
            <a:r>
              <a:rPr dirty="0" sz="2300" i="1">
                <a:latin typeface="Times New Roman"/>
                <a:cs typeface="Times New Roman"/>
              </a:rPr>
              <a:t>e</a:t>
            </a:r>
            <a:r>
              <a:rPr dirty="0" sz="2300" i="1">
                <a:latin typeface="Times New Roman"/>
                <a:cs typeface="Times New Roman"/>
              </a:rPr>
              <a:t>	</a:t>
            </a:r>
            <a:r>
              <a:rPr dirty="0" sz="2300" spc="5">
                <a:latin typeface="Times New Roman"/>
                <a:cs typeface="Times New Roman"/>
              </a:rPr>
              <a:t>31</a:t>
            </a:r>
            <a:r>
              <a:rPr dirty="0" sz="2300"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78469" y="4444809"/>
            <a:ext cx="4834255" cy="1036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  <a:tabLst>
                <a:tab pos="4474210" algn="l"/>
              </a:tabLst>
            </a:pPr>
            <a:r>
              <a:rPr dirty="0" sz="2500" spc="-5">
                <a:latin typeface="Symbol"/>
                <a:cs typeface="Symbol"/>
              </a:rPr>
              <a:t></a:t>
            </a:r>
            <a:r>
              <a:rPr dirty="0" sz="2500" spc="-120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t	</a:t>
            </a:r>
            <a:r>
              <a:rPr dirty="0" sz="2500" spc="-5">
                <a:latin typeface="Symbol"/>
                <a:cs typeface="Symbol"/>
              </a:rPr>
              <a:t></a:t>
            </a:r>
            <a:r>
              <a:rPr dirty="0" sz="2500" spc="-200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  <a:tabLst>
                <a:tab pos="256540" algn="l"/>
              </a:tabLst>
            </a:pPr>
            <a:r>
              <a:rPr dirty="0" sz="2300" i="1">
                <a:latin typeface="Times New Roman"/>
                <a:cs typeface="Times New Roman"/>
              </a:rPr>
              <a:t>i	</a:t>
            </a:r>
            <a:r>
              <a:rPr dirty="0" sz="230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9164" y="3224847"/>
            <a:ext cx="212344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5665" algn="l"/>
              </a:tabLst>
            </a:pPr>
            <a:r>
              <a:rPr dirty="0" baseline="-23358" sz="6600" spc="-7">
                <a:latin typeface="Times New Roman"/>
                <a:cs typeface="Times New Roman"/>
              </a:rPr>
              <a:t>(5)	</a:t>
            </a:r>
            <a:r>
              <a:rPr dirty="0" sz="2500" spc="-5">
                <a:latin typeface="Symbol"/>
                <a:cs typeface="Symbol"/>
              </a:rPr>
              <a:t>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600" spc="-65" i="1">
                <a:latin typeface="Symbol"/>
                <a:cs typeface="Symbol"/>
              </a:rPr>
              <a:t></a:t>
            </a:r>
            <a:r>
              <a:rPr dirty="0" sz="2600" spc="-65" i="1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600" spc="-65" i="1">
                <a:latin typeface="Symbol"/>
                <a:cs typeface="Symbol"/>
              </a:rPr>
              <a:t>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7889" y="4912995"/>
            <a:ext cx="67754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>
                <a:latin typeface="Times New Roman"/>
                <a:cs typeface="Times New Roman"/>
              </a:rPr>
              <a:t>(6</a:t>
            </a:r>
            <a:r>
              <a:rPr dirty="0" sz="4400"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563279" y="1691106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 h="0">
                <a:moveTo>
                  <a:pt x="0" y="0"/>
                </a:moveTo>
                <a:lnTo>
                  <a:pt x="629069" y="0"/>
                </a:lnTo>
              </a:path>
            </a:pathLst>
          </a:custGeom>
          <a:ln w="17081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764472" y="1282026"/>
            <a:ext cx="22352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43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6415" y="1511935"/>
            <a:ext cx="108077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20035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b="1">
                <a:solidFill>
                  <a:srgbClr val="000099"/>
                </a:solidFill>
                <a:latin typeface="Times New Roman"/>
                <a:cs typeface="Times New Roman"/>
              </a:rPr>
              <a:t>5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）从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0s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到</a:t>
            </a:r>
            <a:r>
              <a:rPr dirty="0" sz="2800" spc="235" b="1" i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baseline="-20987" sz="3375" spc="667">
                <a:solidFill>
                  <a:srgbClr val="0000FF"/>
                </a:solidFill>
                <a:latin typeface="Times New Roman"/>
                <a:cs typeface="Times New Roman"/>
              </a:rPr>
              <a:t>300	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s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时间内磁通量的变化量、磁通量的平均变化率及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平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156700" y="3206762"/>
            <a:ext cx="2192655" cy="107950"/>
          </a:xfrm>
          <a:custGeom>
            <a:avLst/>
            <a:gdLst/>
            <a:ahLst/>
            <a:cxnLst/>
            <a:rect l="l" t="t" r="r" b="b"/>
            <a:pathLst>
              <a:path w="2192654" h="107950">
                <a:moveTo>
                  <a:pt x="2154531" y="53962"/>
                </a:moveTo>
                <a:lnTo>
                  <a:pt x="2092439" y="17741"/>
                </a:lnTo>
                <a:lnTo>
                  <a:pt x="2087740" y="10236"/>
                </a:lnTo>
                <a:lnTo>
                  <a:pt x="2087841" y="7937"/>
                </a:lnTo>
                <a:lnTo>
                  <a:pt x="2097658" y="0"/>
                </a:lnTo>
                <a:lnTo>
                  <a:pt x="2099919" y="381"/>
                </a:lnTo>
                <a:lnTo>
                  <a:pt x="2102027" y="1282"/>
                </a:lnTo>
                <a:lnTo>
                  <a:pt x="2176008" y="44437"/>
                </a:lnTo>
                <a:lnTo>
                  <a:pt x="2173439" y="44437"/>
                </a:lnTo>
                <a:lnTo>
                  <a:pt x="2173439" y="45732"/>
                </a:lnTo>
                <a:lnTo>
                  <a:pt x="2168639" y="45732"/>
                </a:lnTo>
                <a:lnTo>
                  <a:pt x="2154531" y="53962"/>
                </a:lnTo>
                <a:close/>
              </a:path>
              <a:path w="2192654" h="107950">
                <a:moveTo>
                  <a:pt x="2138202" y="63487"/>
                </a:moveTo>
                <a:lnTo>
                  <a:pt x="0" y="63487"/>
                </a:lnTo>
                <a:lnTo>
                  <a:pt x="0" y="44437"/>
                </a:lnTo>
                <a:lnTo>
                  <a:pt x="2138202" y="44437"/>
                </a:lnTo>
                <a:lnTo>
                  <a:pt x="2154531" y="53962"/>
                </a:lnTo>
                <a:lnTo>
                  <a:pt x="2138202" y="63487"/>
                </a:lnTo>
                <a:close/>
              </a:path>
              <a:path w="2192654" h="107950">
                <a:moveTo>
                  <a:pt x="2176008" y="63487"/>
                </a:moveTo>
                <a:lnTo>
                  <a:pt x="2173439" y="63487"/>
                </a:lnTo>
                <a:lnTo>
                  <a:pt x="2173439" y="44437"/>
                </a:lnTo>
                <a:lnTo>
                  <a:pt x="2176008" y="44437"/>
                </a:lnTo>
                <a:lnTo>
                  <a:pt x="2192337" y="53962"/>
                </a:lnTo>
                <a:lnTo>
                  <a:pt x="2176008" y="63487"/>
                </a:lnTo>
                <a:close/>
              </a:path>
              <a:path w="2192654" h="107950">
                <a:moveTo>
                  <a:pt x="2168639" y="62191"/>
                </a:moveTo>
                <a:lnTo>
                  <a:pt x="2154531" y="53962"/>
                </a:lnTo>
                <a:lnTo>
                  <a:pt x="2168639" y="45732"/>
                </a:lnTo>
                <a:lnTo>
                  <a:pt x="2168639" y="62191"/>
                </a:lnTo>
                <a:close/>
              </a:path>
              <a:path w="2192654" h="107950">
                <a:moveTo>
                  <a:pt x="2173439" y="62191"/>
                </a:moveTo>
                <a:lnTo>
                  <a:pt x="2168639" y="62191"/>
                </a:lnTo>
                <a:lnTo>
                  <a:pt x="2168639" y="45732"/>
                </a:lnTo>
                <a:lnTo>
                  <a:pt x="2173439" y="45732"/>
                </a:lnTo>
                <a:lnTo>
                  <a:pt x="2173439" y="62191"/>
                </a:lnTo>
                <a:close/>
              </a:path>
              <a:path w="2192654" h="107950">
                <a:moveTo>
                  <a:pt x="2097658" y="107924"/>
                </a:moveTo>
                <a:lnTo>
                  <a:pt x="2087740" y="97688"/>
                </a:lnTo>
                <a:lnTo>
                  <a:pt x="2088184" y="95440"/>
                </a:lnTo>
                <a:lnTo>
                  <a:pt x="2089162" y="93357"/>
                </a:lnTo>
                <a:lnTo>
                  <a:pt x="2090610" y="91567"/>
                </a:lnTo>
                <a:lnTo>
                  <a:pt x="2092439" y="90182"/>
                </a:lnTo>
                <a:lnTo>
                  <a:pt x="2154531" y="53962"/>
                </a:lnTo>
                <a:lnTo>
                  <a:pt x="2168639" y="62191"/>
                </a:lnTo>
                <a:lnTo>
                  <a:pt x="2173439" y="62191"/>
                </a:lnTo>
                <a:lnTo>
                  <a:pt x="2173439" y="63487"/>
                </a:lnTo>
                <a:lnTo>
                  <a:pt x="2176008" y="63487"/>
                </a:lnTo>
                <a:lnTo>
                  <a:pt x="2102027" y="106641"/>
                </a:lnTo>
                <a:lnTo>
                  <a:pt x="2099919" y="107543"/>
                </a:lnTo>
                <a:lnTo>
                  <a:pt x="2097658" y="10792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155112" y="3843350"/>
            <a:ext cx="2192655" cy="107950"/>
          </a:xfrm>
          <a:custGeom>
            <a:avLst/>
            <a:gdLst/>
            <a:ahLst/>
            <a:cxnLst/>
            <a:rect l="l" t="t" r="r" b="b"/>
            <a:pathLst>
              <a:path w="2192654" h="107950">
                <a:moveTo>
                  <a:pt x="2154531" y="53962"/>
                </a:moveTo>
                <a:lnTo>
                  <a:pt x="2092439" y="17741"/>
                </a:lnTo>
                <a:lnTo>
                  <a:pt x="2087740" y="10236"/>
                </a:lnTo>
                <a:lnTo>
                  <a:pt x="2087841" y="7937"/>
                </a:lnTo>
                <a:lnTo>
                  <a:pt x="2097658" y="0"/>
                </a:lnTo>
                <a:lnTo>
                  <a:pt x="2099919" y="381"/>
                </a:lnTo>
                <a:lnTo>
                  <a:pt x="2102027" y="1282"/>
                </a:lnTo>
                <a:lnTo>
                  <a:pt x="2176008" y="44437"/>
                </a:lnTo>
                <a:lnTo>
                  <a:pt x="2173427" y="44437"/>
                </a:lnTo>
                <a:lnTo>
                  <a:pt x="2173427" y="45732"/>
                </a:lnTo>
                <a:lnTo>
                  <a:pt x="2168639" y="45732"/>
                </a:lnTo>
                <a:lnTo>
                  <a:pt x="2154531" y="53962"/>
                </a:lnTo>
                <a:close/>
              </a:path>
              <a:path w="2192654" h="107950">
                <a:moveTo>
                  <a:pt x="2138202" y="63487"/>
                </a:moveTo>
                <a:lnTo>
                  <a:pt x="0" y="63487"/>
                </a:lnTo>
                <a:lnTo>
                  <a:pt x="0" y="44437"/>
                </a:lnTo>
                <a:lnTo>
                  <a:pt x="2138202" y="44437"/>
                </a:lnTo>
                <a:lnTo>
                  <a:pt x="2154531" y="53962"/>
                </a:lnTo>
                <a:lnTo>
                  <a:pt x="2138202" y="63487"/>
                </a:lnTo>
                <a:close/>
              </a:path>
              <a:path w="2192654" h="107950">
                <a:moveTo>
                  <a:pt x="2176008" y="63487"/>
                </a:moveTo>
                <a:lnTo>
                  <a:pt x="2173427" y="63487"/>
                </a:lnTo>
                <a:lnTo>
                  <a:pt x="2173427" y="44437"/>
                </a:lnTo>
                <a:lnTo>
                  <a:pt x="2176008" y="44437"/>
                </a:lnTo>
                <a:lnTo>
                  <a:pt x="2192337" y="53962"/>
                </a:lnTo>
                <a:lnTo>
                  <a:pt x="2176008" y="63487"/>
                </a:lnTo>
                <a:close/>
              </a:path>
              <a:path w="2192654" h="107950">
                <a:moveTo>
                  <a:pt x="2168639" y="62191"/>
                </a:moveTo>
                <a:lnTo>
                  <a:pt x="2154531" y="53962"/>
                </a:lnTo>
                <a:lnTo>
                  <a:pt x="2168639" y="45732"/>
                </a:lnTo>
                <a:lnTo>
                  <a:pt x="2168639" y="62191"/>
                </a:lnTo>
                <a:close/>
              </a:path>
              <a:path w="2192654" h="107950">
                <a:moveTo>
                  <a:pt x="2173427" y="62191"/>
                </a:moveTo>
                <a:lnTo>
                  <a:pt x="2168639" y="62191"/>
                </a:lnTo>
                <a:lnTo>
                  <a:pt x="2168639" y="45732"/>
                </a:lnTo>
                <a:lnTo>
                  <a:pt x="2173427" y="45732"/>
                </a:lnTo>
                <a:lnTo>
                  <a:pt x="2173427" y="62191"/>
                </a:lnTo>
                <a:close/>
              </a:path>
              <a:path w="2192654" h="107950">
                <a:moveTo>
                  <a:pt x="2097658" y="107924"/>
                </a:moveTo>
                <a:lnTo>
                  <a:pt x="2087740" y="97688"/>
                </a:lnTo>
                <a:lnTo>
                  <a:pt x="2088184" y="95440"/>
                </a:lnTo>
                <a:lnTo>
                  <a:pt x="2089162" y="93357"/>
                </a:lnTo>
                <a:lnTo>
                  <a:pt x="2090610" y="91567"/>
                </a:lnTo>
                <a:lnTo>
                  <a:pt x="2092439" y="90182"/>
                </a:lnTo>
                <a:lnTo>
                  <a:pt x="2154531" y="53962"/>
                </a:lnTo>
                <a:lnTo>
                  <a:pt x="2168639" y="62191"/>
                </a:lnTo>
                <a:lnTo>
                  <a:pt x="2173427" y="62191"/>
                </a:lnTo>
                <a:lnTo>
                  <a:pt x="2173427" y="63487"/>
                </a:lnTo>
                <a:lnTo>
                  <a:pt x="2176008" y="63487"/>
                </a:lnTo>
                <a:lnTo>
                  <a:pt x="2102027" y="106641"/>
                </a:lnTo>
                <a:lnTo>
                  <a:pt x="2099919" y="107543"/>
                </a:lnTo>
                <a:lnTo>
                  <a:pt x="2097658" y="10792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139237" y="4500575"/>
            <a:ext cx="2192655" cy="107950"/>
          </a:xfrm>
          <a:custGeom>
            <a:avLst/>
            <a:gdLst/>
            <a:ahLst/>
            <a:cxnLst/>
            <a:rect l="l" t="t" r="r" b="b"/>
            <a:pathLst>
              <a:path w="2192654" h="107950">
                <a:moveTo>
                  <a:pt x="2154531" y="53962"/>
                </a:moveTo>
                <a:lnTo>
                  <a:pt x="2092439" y="17741"/>
                </a:lnTo>
                <a:lnTo>
                  <a:pt x="2087740" y="10236"/>
                </a:lnTo>
                <a:lnTo>
                  <a:pt x="2087841" y="7937"/>
                </a:lnTo>
                <a:lnTo>
                  <a:pt x="2097658" y="0"/>
                </a:lnTo>
                <a:lnTo>
                  <a:pt x="2099919" y="381"/>
                </a:lnTo>
                <a:lnTo>
                  <a:pt x="2102027" y="1282"/>
                </a:lnTo>
                <a:lnTo>
                  <a:pt x="2176008" y="44437"/>
                </a:lnTo>
                <a:lnTo>
                  <a:pt x="2173439" y="44437"/>
                </a:lnTo>
                <a:lnTo>
                  <a:pt x="2173439" y="45732"/>
                </a:lnTo>
                <a:lnTo>
                  <a:pt x="2168639" y="45732"/>
                </a:lnTo>
                <a:lnTo>
                  <a:pt x="2154531" y="53962"/>
                </a:lnTo>
                <a:close/>
              </a:path>
              <a:path w="2192654" h="107950">
                <a:moveTo>
                  <a:pt x="2138202" y="63487"/>
                </a:moveTo>
                <a:lnTo>
                  <a:pt x="0" y="63487"/>
                </a:lnTo>
                <a:lnTo>
                  <a:pt x="0" y="44437"/>
                </a:lnTo>
                <a:lnTo>
                  <a:pt x="2138202" y="44437"/>
                </a:lnTo>
                <a:lnTo>
                  <a:pt x="2154531" y="53962"/>
                </a:lnTo>
                <a:lnTo>
                  <a:pt x="2138202" y="63487"/>
                </a:lnTo>
                <a:close/>
              </a:path>
              <a:path w="2192654" h="107950">
                <a:moveTo>
                  <a:pt x="2176008" y="63487"/>
                </a:moveTo>
                <a:lnTo>
                  <a:pt x="2173439" y="63487"/>
                </a:lnTo>
                <a:lnTo>
                  <a:pt x="2173439" y="44437"/>
                </a:lnTo>
                <a:lnTo>
                  <a:pt x="2176008" y="44437"/>
                </a:lnTo>
                <a:lnTo>
                  <a:pt x="2192337" y="53962"/>
                </a:lnTo>
                <a:lnTo>
                  <a:pt x="2176008" y="63487"/>
                </a:lnTo>
                <a:close/>
              </a:path>
              <a:path w="2192654" h="107950">
                <a:moveTo>
                  <a:pt x="2168639" y="62191"/>
                </a:moveTo>
                <a:lnTo>
                  <a:pt x="2154531" y="53962"/>
                </a:lnTo>
                <a:lnTo>
                  <a:pt x="2168639" y="45732"/>
                </a:lnTo>
                <a:lnTo>
                  <a:pt x="2168639" y="62191"/>
                </a:lnTo>
                <a:close/>
              </a:path>
              <a:path w="2192654" h="107950">
                <a:moveTo>
                  <a:pt x="2173439" y="62191"/>
                </a:moveTo>
                <a:lnTo>
                  <a:pt x="2168639" y="62191"/>
                </a:lnTo>
                <a:lnTo>
                  <a:pt x="2168639" y="45732"/>
                </a:lnTo>
                <a:lnTo>
                  <a:pt x="2173439" y="45732"/>
                </a:lnTo>
                <a:lnTo>
                  <a:pt x="2173439" y="62191"/>
                </a:lnTo>
                <a:close/>
              </a:path>
              <a:path w="2192654" h="107950">
                <a:moveTo>
                  <a:pt x="2097658" y="107924"/>
                </a:moveTo>
                <a:lnTo>
                  <a:pt x="2087740" y="97688"/>
                </a:lnTo>
                <a:lnTo>
                  <a:pt x="2088184" y="95440"/>
                </a:lnTo>
                <a:lnTo>
                  <a:pt x="2089162" y="93357"/>
                </a:lnTo>
                <a:lnTo>
                  <a:pt x="2090610" y="91567"/>
                </a:lnTo>
                <a:lnTo>
                  <a:pt x="2092439" y="90182"/>
                </a:lnTo>
                <a:lnTo>
                  <a:pt x="2154531" y="53962"/>
                </a:lnTo>
                <a:lnTo>
                  <a:pt x="2168639" y="62191"/>
                </a:lnTo>
                <a:lnTo>
                  <a:pt x="2173439" y="62191"/>
                </a:lnTo>
                <a:lnTo>
                  <a:pt x="2173439" y="63487"/>
                </a:lnTo>
                <a:lnTo>
                  <a:pt x="2176008" y="63487"/>
                </a:lnTo>
                <a:lnTo>
                  <a:pt x="2102027" y="106641"/>
                </a:lnTo>
                <a:lnTo>
                  <a:pt x="2099919" y="107543"/>
                </a:lnTo>
                <a:lnTo>
                  <a:pt x="2097658" y="10792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464764" y="3203575"/>
            <a:ext cx="1400081" cy="1545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2627" y="0"/>
            <a:ext cx="11024870" cy="126301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1594">
              <a:lnSpc>
                <a:spcPts val="4635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  <a:p>
            <a:pPr marL="12700">
              <a:lnSpc>
                <a:spcPts val="5115"/>
              </a:lnSpc>
              <a:tabLst>
                <a:tab pos="1689735" algn="l"/>
              </a:tabLst>
            </a:pPr>
            <a:r>
              <a:rPr dirty="0" sz="4400">
                <a:solidFill>
                  <a:srgbClr val="C00000"/>
                </a:solidFill>
              </a:rPr>
              <a:t>例题</a:t>
            </a:r>
            <a:r>
              <a:rPr dirty="0" sz="4400" i="0">
                <a:solidFill>
                  <a:srgbClr val="C00000"/>
                </a:solidFill>
                <a:latin typeface="Times New Roman"/>
                <a:cs typeface="Times New Roman"/>
              </a:rPr>
              <a:t>7	</a:t>
            </a:r>
            <a:r>
              <a:rPr dirty="0" sz="2800">
                <a:solidFill>
                  <a:srgbClr val="000099"/>
                </a:solidFill>
              </a:rPr>
              <a:t>若某交流发电机产生的电动势瞬时值为</a:t>
            </a:r>
            <a:r>
              <a:rPr dirty="0" sz="2800" spc="-15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2800" spc="-15" i="0">
                <a:solidFill>
                  <a:srgbClr val="000099"/>
                </a:solidFill>
                <a:latin typeface="Times New Roman"/>
                <a:cs typeface="Times New Roman"/>
              </a:rPr>
              <a:t>=311sin314</a:t>
            </a:r>
            <a:r>
              <a:rPr dirty="0" sz="2800" spc="-15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15">
                <a:solidFill>
                  <a:srgbClr val="000099"/>
                </a:solidFill>
              </a:rPr>
              <a:t>（</a:t>
            </a:r>
            <a:r>
              <a:rPr dirty="0" sz="2800" spc="-15" i="0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800" spc="-15">
                <a:solidFill>
                  <a:srgbClr val="000099"/>
                </a:solidFill>
              </a:rPr>
              <a:t>）</a:t>
            </a:r>
            <a:r>
              <a:rPr dirty="0" sz="2800" spc="-10">
                <a:solidFill>
                  <a:srgbClr val="000099"/>
                </a:solidFill>
              </a:rPr>
              <a:t>。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1227" y="1180464"/>
            <a:ext cx="31711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线圈共有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100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匝。求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56624" y="3126917"/>
            <a:ext cx="904240" cy="0"/>
          </a:xfrm>
          <a:custGeom>
            <a:avLst/>
            <a:gdLst/>
            <a:ahLst/>
            <a:cxnLst/>
            <a:rect l="l" t="t" r="r" b="b"/>
            <a:pathLst>
              <a:path w="904239" h="0">
                <a:moveTo>
                  <a:pt x="0" y="0"/>
                </a:moveTo>
                <a:lnTo>
                  <a:pt x="903986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98874" y="3126917"/>
            <a:ext cx="1778635" cy="0"/>
          </a:xfrm>
          <a:custGeom>
            <a:avLst/>
            <a:gdLst/>
            <a:ahLst/>
            <a:cxnLst/>
            <a:rect l="l" t="t" r="r" b="b"/>
            <a:pathLst>
              <a:path w="1778635" h="0">
                <a:moveTo>
                  <a:pt x="0" y="0"/>
                </a:moveTo>
                <a:lnTo>
                  <a:pt x="1778469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80673" y="3122256"/>
            <a:ext cx="32321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0">
                <a:latin typeface="Times New Roman"/>
                <a:cs typeface="Times New Roman"/>
              </a:rPr>
              <a:t>5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1433" y="3089211"/>
            <a:ext cx="11239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0569" y="2891383"/>
            <a:ext cx="157607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2580" algn="l"/>
                <a:tab pos="1066800" algn="l"/>
              </a:tabLst>
            </a:pPr>
            <a:r>
              <a:rPr dirty="0" sz="2350" spc="-5">
                <a:latin typeface="Symbol"/>
                <a:cs typeface="Symbol"/>
              </a:rPr>
              <a:t></a:t>
            </a:r>
            <a:r>
              <a:rPr dirty="0" sz="2350" spc="-5">
                <a:latin typeface="Times New Roman"/>
                <a:cs typeface="Times New Roman"/>
              </a:rPr>
              <a:t>	0</a:t>
            </a:r>
            <a:r>
              <a:rPr dirty="0" sz="2350" spc="-225">
                <a:latin typeface="Times New Roman"/>
                <a:cs typeface="Times New Roman"/>
              </a:rPr>
              <a:t> </a:t>
            </a:r>
            <a:r>
              <a:rPr dirty="0" sz="2350" spc="55">
                <a:latin typeface="Times New Roman"/>
                <a:cs typeface="Times New Roman"/>
              </a:rPr>
              <a:t>.01	</a:t>
            </a:r>
            <a:r>
              <a:rPr dirty="0" sz="2350" spc="-5">
                <a:latin typeface="Times New Roman"/>
                <a:cs typeface="Times New Roman"/>
              </a:rPr>
              <a:t>(</a:t>
            </a:r>
            <a:r>
              <a:rPr dirty="0" sz="2350" spc="-47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C </a:t>
            </a:r>
            <a:r>
              <a:rPr dirty="0" sz="2350" spc="-5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3394" y="2705150"/>
            <a:ext cx="103886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5">
                <a:latin typeface="Symbol"/>
                <a:cs typeface="Symbol"/>
              </a:rPr>
              <a:t></a:t>
            </a:r>
            <a:r>
              <a:rPr dirty="0" sz="2350" spc="-5">
                <a:latin typeface="Times New Roman"/>
                <a:cs typeface="Times New Roman"/>
              </a:rPr>
              <a:t> 0</a:t>
            </a:r>
            <a:r>
              <a:rPr dirty="0" sz="2350" spc="-10">
                <a:latin typeface="Times New Roman"/>
                <a:cs typeface="Times New Roman"/>
              </a:rPr>
              <a:t> </a:t>
            </a:r>
            <a:r>
              <a:rPr dirty="0" sz="2350" spc="35">
                <a:latin typeface="Times New Roman"/>
                <a:cs typeface="Times New Roman"/>
              </a:rPr>
              <a:t>.005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3822" y="2705150"/>
            <a:ext cx="77724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8135" algn="l"/>
              </a:tabLst>
            </a:pPr>
            <a:r>
              <a:rPr dirty="0" baseline="-34278" sz="3525" spc="-7">
                <a:latin typeface="Symbol"/>
                <a:cs typeface="Symbol"/>
              </a:rPr>
              <a:t></a:t>
            </a:r>
            <a:r>
              <a:rPr dirty="0" baseline="-34278" sz="3525" spc="-7">
                <a:latin typeface="Times New Roman"/>
                <a:cs typeface="Times New Roman"/>
              </a:rPr>
              <a:t>	</a:t>
            </a:r>
            <a:r>
              <a:rPr dirty="0" sz="2350" spc="-10">
                <a:latin typeface="Times New Roman"/>
                <a:cs typeface="Times New Roman"/>
              </a:rPr>
              <a:t>10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121" y="2891383"/>
            <a:ext cx="69913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2605" algn="l"/>
              </a:tabLst>
            </a:pPr>
            <a:r>
              <a:rPr dirty="0" sz="2350" spc="-10" i="1">
                <a:latin typeface="Times New Roman"/>
                <a:cs typeface="Times New Roman"/>
              </a:rPr>
              <a:t>Q</a:t>
            </a:r>
            <a:r>
              <a:rPr dirty="0" sz="2350" spc="-10" i="1">
                <a:latin typeface="Times New Roman"/>
                <a:cs typeface="Times New Roman"/>
              </a:rPr>
              <a:t>	</a:t>
            </a:r>
            <a:r>
              <a:rPr dirty="0" sz="2350" spc="-5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8666" y="2681873"/>
            <a:ext cx="805180" cy="4013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50" spc="-10" i="1">
                <a:latin typeface="Times New Roman"/>
                <a:cs typeface="Times New Roman"/>
              </a:rPr>
              <a:t>N </a:t>
            </a:r>
            <a:r>
              <a:rPr dirty="0" sz="2350" spc="-5">
                <a:latin typeface="Symbol"/>
                <a:cs typeface="Symbol"/>
              </a:rPr>
              <a:t></a:t>
            </a:r>
            <a:r>
              <a:rPr dirty="0" sz="2350" spc="-450">
                <a:latin typeface="Times New Roman"/>
                <a:cs typeface="Times New Roman"/>
              </a:rPr>
              <a:t> </a:t>
            </a:r>
            <a:r>
              <a:rPr dirty="0" sz="2450" spc="-260" i="1">
                <a:latin typeface="Symbol"/>
                <a:cs typeface="Symbol"/>
              </a:rPr>
              <a:t></a:t>
            </a:r>
            <a:r>
              <a:rPr dirty="0" baseline="-24691" sz="2025" spc="-390">
                <a:latin typeface="Times New Roman"/>
                <a:cs typeface="Times New Roman"/>
              </a:rPr>
              <a:t>1</a:t>
            </a:r>
            <a:endParaRPr baseline="-24691" sz="202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19298" y="4070591"/>
            <a:ext cx="967105" cy="0"/>
          </a:xfrm>
          <a:custGeom>
            <a:avLst/>
            <a:gdLst/>
            <a:ahLst/>
            <a:cxnLst/>
            <a:rect l="l" t="t" r="r" b="b"/>
            <a:pathLst>
              <a:path w="967104" h="0">
                <a:moveTo>
                  <a:pt x="0" y="0"/>
                </a:moveTo>
                <a:lnTo>
                  <a:pt x="966546" y="0"/>
                </a:lnTo>
              </a:path>
            </a:pathLst>
          </a:custGeom>
          <a:ln w="145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32897" y="4070591"/>
            <a:ext cx="1587500" cy="0"/>
          </a:xfrm>
          <a:custGeom>
            <a:avLst/>
            <a:gdLst/>
            <a:ahLst/>
            <a:cxnLst/>
            <a:rect l="l" t="t" r="r" b="b"/>
            <a:pathLst>
              <a:path w="1587500" h="0">
                <a:moveTo>
                  <a:pt x="0" y="0"/>
                </a:moveTo>
                <a:lnTo>
                  <a:pt x="1587449" y="0"/>
                </a:lnTo>
              </a:path>
            </a:pathLst>
          </a:custGeom>
          <a:ln w="145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715230" y="4065727"/>
            <a:ext cx="32766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0">
                <a:latin typeface="Times New Roman"/>
                <a:cs typeface="Times New Roman"/>
              </a:rPr>
              <a:t>5</a:t>
            </a:r>
            <a:r>
              <a:rPr dirty="0" sz="2350" spc="1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5367" y="4032313"/>
            <a:ext cx="113664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49381" y="3831323"/>
            <a:ext cx="271145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88390" algn="l"/>
                <a:tab pos="1405255" algn="l"/>
                <a:tab pos="2193925" algn="l"/>
              </a:tabLst>
            </a:pPr>
            <a:r>
              <a:rPr dirty="0" baseline="35460" sz="3525" spc="22">
                <a:latin typeface="Symbol"/>
                <a:cs typeface="Symbol"/>
              </a:rPr>
              <a:t></a:t>
            </a:r>
            <a:r>
              <a:rPr dirty="0" baseline="35460" sz="3525" spc="457">
                <a:latin typeface="Times New Roman"/>
                <a:cs typeface="Times New Roman"/>
              </a:rPr>
              <a:t> </a:t>
            </a:r>
            <a:r>
              <a:rPr dirty="0" baseline="35460" sz="3525" spc="22">
                <a:latin typeface="Times New Roman"/>
                <a:cs typeface="Times New Roman"/>
              </a:rPr>
              <a:t>0</a:t>
            </a:r>
            <a:r>
              <a:rPr dirty="0" baseline="35460" sz="3525" spc="-322">
                <a:latin typeface="Times New Roman"/>
                <a:cs typeface="Times New Roman"/>
              </a:rPr>
              <a:t> </a:t>
            </a:r>
            <a:r>
              <a:rPr dirty="0" baseline="35460" sz="3525" spc="104">
                <a:latin typeface="Times New Roman"/>
                <a:cs typeface="Times New Roman"/>
              </a:rPr>
              <a:t>.01	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15">
                <a:latin typeface="Times New Roman"/>
                <a:cs typeface="Times New Roman"/>
              </a:rPr>
              <a:t>	0</a:t>
            </a:r>
            <a:r>
              <a:rPr dirty="0" sz="2350" spc="-215">
                <a:latin typeface="Times New Roman"/>
                <a:cs typeface="Times New Roman"/>
              </a:rPr>
              <a:t> </a:t>
            </a:r>
            <a:r>
              <a:rPr dirty="0" sz="2350" spc="70">
                <a:latin typeface="Times New Roman"/>
                <a:cs typeface="Times New Roman"/>
              </a:rPr>
              <a:t>.02	</a:t>
            </a:r>
            <a:r>
              <a:rPr dirty="0" sz="2350" spc="10">
                <a:latin typeface="Times New Roman"/>
                <a:cs typeface="Times New Roman"/>
              </a:rPr>
              <a:t>(</a:t>
            </a:r>
            <a:r>
              <a:rPr dirty="0" sz="2350" spc="-484">
                <a:latin typeface="Times New Roman"/>
                <a:cs typeface="Times New Roman"/>
              </a:rPr>
              <a:t> </a:t>
            </a:r>
            <a:r>
              <a:rPr dirty="0" sz="2350" spc="20">
                <a:latin typeface="Times New Roman"/>
                <a:cs typeface="Times New Roman"/>
              </a:rPr>
              <a:t>C </a:t>
            </a:r>
            <a:r>
              <a:rPr dirty="0" sz="2350" spc="1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1115" y="3642233"/>
            <a:ext cx="79184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5120" algn="l"/>
              </a:tabLst>
            </a:pPr>
            <a:r>
              <a:rPr dirty="0" baseline="-35460" sz="3525" spc="22">
                <a:latin typeface="Symbol"/>
                <a:cs typeface="Symbol"/>
              </a:rPr>
              <a:t></a:t>
            </a:r>
            <a:r>
              <a:rPr dirty="0" baseline="-35460" sz="3525" spc="22">
                <a:latin typeface="Times New Roman"/>
                <a:cs typeface="Times New Roman"/>
              </a:rPr>
              <a:t>	</a:t>
            </a:r>
            <a:r>
              <a:rPr dirty="0" sz="2350" spc="10">
                <a:latin typeface="Times New Roman"/>
                <a:cs typeface="Times New Roman"/>
              </a:rPr>
              <a:t>10</a:t>
            </a:r>
            <a:r>
              <a:rPr dirty="0" sz="2350" spc="1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95600" y="4065727"/>
            <a:ext cx="77660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41630" algn="l"/>
                <a:tab pos="645795" algn="l"/>
              </a:tabLst>
            </a:pPr>
            <a:r>
              <a:rPr dirty="0" sz="2350" spc="15" i="1">
                <a:latin typeface="Times New Roman"/>
                <a:cs typeface="Times New Roman"/>
              </a:rPr>
              <a:t>R</a:t>
            </a:r>
            <a:r>
              <a:rPr dirty="0" sz="2350" spc="15" i="1">
                <a:latin typeface="Times New Roman"/>
                <a:cs typeface="Times New Roman"/>
              </a:rPr>
              <a:t>	</a:t>
            </a:r>
            <a:r>
              <a:rPr dirty="0" sz="2350" spc="15">
                <a:latin typeface="Symbol"/>
                <a:cs typeface="Symbol"/>
              </a:rPr>
              <a:t></a:t>
            </a:r>
            <a:r>
              <a:rPr dirty="0" sz="2350" spc="15">
                <a:latin typeface="Times New Roman"/>
                <a:cs typeface="Times New Roman"/>
              </a:rPr>
              <a:t>	</a:t>
            </a:r>
            <a:r>
              <a:rPr dirty="0" sz="2350" spc="10" i="1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3534" y="3831323"/>
            <a:ext cx="75565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76580" algn="l"/>
              </a:tabLst>
            </a:pPr>
            <a:r>
              <a:rPr dirty="0" sz="2350" spc="20" i="1">
                <a:latin typeface="Times New Roman"/>
                <a:cs typeface="Times New Roman"/>
              </a:rPr>
              <a:t>Q</a:t>
            </a:r>
            <a:r>
              <a:rPr dirty="0" sz="2350" spc="20" i="1">
                <a:latin typeface="Times New Roman"/>
                <a:cs typeface="Times New Roman"/>
              </a:rPr>
              <a:t>	</a:t>
            </a:r>
            <a:r>
              <a:rPr dirty="0" sz="2350" spc="15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08998" y="2991315"/>
            <a:ext cx="890905" cy="103441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  <a:tabLst>
                <a:tab pos="335915" algn="l"/>
                <a:tab pos="634365" algn="l"/>
              </a:tabLst>
            </a:pPr>
            <a:r>
              <a:rPr dirty="0" sz="2350" spc="-5" i="1">
                <a:latin typeface="Times New Roman"/>
                <a:cs typeface="Times New Roman"/>
              </a:rPr>
              <a:t>R	</a:t>
            </a:r>
            <a:r>
              <a:rPr dirty="0" sz="2350" spc="-5">
                <a:latin typeface="Symbol"/>
                <a:cs typeface="Symbol"/>
              </a:rPr>
              <a:t></a:t>
            </a:r>
            <a:r>
              <a:rPr dirty="0" sz="2350" spc="-5">
                <a:latin typeface="Times New Roman"/>
                <a:cs typeface="Times New Roman"/>
              </a:rPr>
              <a:t>	</a:t>
            </a:r>
            <a:r>
              <a:rPr dirty="0" sz="2350" spc="-5" i="1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  <a:spcBef>
                <a:spcPts val="1105"/>
              </a:spcBef>
            </a:pPr>
            <a:r>
              <a:rPr dirty="0" sz="2350" spc="20" i="1">
                <a:latin typeface="Times New Roman"/>
                <a:cs typeface="Times New Roman"/>
              </a:rPr>
              <a:t>N </a:t>
            </a:r>
            <a:r>
              <a:rPr dirty="0" sz="2350" spc="15">
                <a:latin typeface="Symbol"/>
                <a:cs typeface="Symbol"/>
              </a:rPr>
              <a:t></a:t>
            </a:r>
            <a:r>
              <a:rPr dirty="0" sz="2350" spc="-500">
                <a:latin typeface="Times New Roman"/>
                <a:cs typeface="Times New Roman"/>
              </a:rPr>
              <a:t> </a:t>
            </a:r>
            <a:r>
              <a:rPr dirty="0" sz="2500" spc="-145" i="1">
                <a:latin typeface="Symbol"/>
                <a:cs typeface="Symbol"/>
              </a:rPr>
              <a:t></a:t>
            </a:r>
            <a:r>
              <a:rPr dirty="0" baseline="-24691" sz="2025" spc="-217">
                <a:latin typeface="Times New Roman"/>
                <a:cs typeface="Times New Roman"/>
              </a:rPr>
              <a:t>2</a:t>
            </a:r>
            <a:endParaRPr baseline="-24691" sz="202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57284" y="4952390"/>
            <a:ext cx="991235" cy="0"/>
          </a:xfrm>
          <a:custGeom>
            <a:avLst/>
            <a:gdLst/>
            <a:ahLst/>
            <a:cxnLst/>
            <a:rect l="l" t="t" r="r" b="b"/>
            <a:pathLst>
              <a:path w="991235" h="0">
                <a:moveTo>
                  <a:pt x="0" y="0"/>
                </a:moveTo>
                <a:lnTo>
                  <a:pt x="991133" y="0"/>
                </a:lnTo>
              </a:path>
            </a:pathLst>
          </a:custGeom>
          <a:ln w="17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67479" y="4952390"/>
            <a:ext cx="2822575" cy="0"/>
          </a:xfrm>
          <a:custGeom>
            <a:avLst/>
            <a:gdLst/>
            <a:ahLst/>
            <a:cxnLst/>
            <a:rect l="l" t="t" r="r" b="b"/>
            <a:pathLst>
              <a:path w="2822575" h="0">
                <a:moveTo>
                  <a:pt x="0" y="0"/>
                </a:moveTo>
                <a:lnTo>
                  <a:pt x="2822448" y="0"/>
                </a:lnTo>
              </a:path>
            </a:pathLst>
          </a:custGeom>
          <a:ln w="17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193035" y="4919471"/>
            <a:ext cx="111760" cy="23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68797" y="4949609"/>
            <a:ext cx="37147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5">
                <a:latin typeface="Times New Roman"/>
                <a:cs typeface="Times New Roman"/>
              </a:rPr>
              <a:t>5</a:t>
            </a:r>
            <a:r>
              <a:rPr dirty="0" sz="2350" spc="-29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29066" y="4717313"/>
            <a:ext cx="24066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0" i="1">
                <a:latin typeface="Times New Roman"/>
                <a:cs typeface="Times New Roman"/>
              </a:rPr>
              <a:t>Q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30284" y="4511257"/>
            <a:ext cx="1254125" cy="4013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9570" algn="l"/>
              </a:tabLst>
            </a:pPr>
            <a:r>
              <a:rPr dirty="0" baseline="-35460" sz="3525" spc="-7">
                <a:latin typeface="Symbol"/>
                <a:cs typeface="Symbol"/>
              </a:rPr>
              <a:t></a:t>
            </a:r>
            <a:r>
              <a:rPr dirty="0" baseline="-35460" sz="3525" spc="-7">
                <a:latin typeface="Times New Roman"/>
                <a:cs typeface="Times New Roman"/>
              </a:rPr>
              <a:t>	</a:t>
            </a:r>
            <a:r>
              <a:rPr dirty="0" sz="2350" spc="-10" i="1">
                <a:latin typeface="Times New Roman"/>
                <a:cs typeface="Times New Roman"/>
              </a:rPr>
              <a:t>N </a:t>
            </a:r>
            <a:r>
              <a:rPr dirty="0" sz="2350" spc="-5">
                <a:latin typeface="Symbol"/>
                <a:cs typeface="Symbol"/>
              </a:rPr>
              <a:t></a:t>
            </a:r>
            <a:r>
              <a:rPr dirty="0" sz="2350" spc="-110">
                <a:latin typeface="Times New Roman"/>
                <a:cs typeface="Times New Roman"/>
              </a:rPr>
              <a:t> </a:t>
            </a:r>
            <a:r>
              <a:rPr dirty="0" sz="2450" spc="-175" i="1">
                <a:latin typeface="Symbol"/>
                <a:cs typeface="Symbol"/>
              </a:rPr>
              <a:t></a:t>
            </a:r>
            <a:r>
              <a:rPr dirty="0" baseline="-24691" sz="2025" spc="-262">
                <a:latin typeface="Times New Roman"/>
                <a:cs typeface="Times New Roman"/>
              </a:rPr>
              <a:t>3</a:t>
            </a:r>
            <a:endParaRPr baseline="-24691" sz="202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40479" y="4529937"/>
            <a:ext cx="494411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7975" algn="l"/>
                <a:tab pos="3253740" algn="l"/>
                <a:tab pos="3556000" algn="l"/>
                <a:tab pos="4326255" algn="l"/>
              </a:tabLst>
            </a:pPr>
            <a:r>
              <a:rPr dirty="0" baseline="-35460" sz="3525" spc="-7">
                <a:latin typeface="Symbol"/>
                <a:cs typeface="Symbol"/>
              </a:rPr>
              <a:t></a:t>
            </a:r>
            <a:r>
              <a:rPr dirty="0" baseline="-35460" sz="3525" spc="-7">
                <a:latin typeface="Times New Roman"/>
                <a:cs typeface="Times New Roman"/>
              </a:rPr>
              <a:t>	</a:t>
            </a:r>
            <a:r>
              <a:rPr dirty="0" sz="2350" spc="-5">
                <a:latin typeface="Times New Roman"/>
                <a:cs typeface="Times New Roman"/>
              </a:rPr>
              <a:t>1</a:t>
            </a:r>
            <a:r>
              <a:rPr dirty="0" sz="2350" spc="-21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r>
              <a:rPr dirty="0" sz="2350" spc="-21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r>
              <a:rPr dirty="0" sz="2350" spc="9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Symbol"/>
                <a:cs typeface="Symbol"/>
              </a:rPr>
              <a:t></a:t>
            </a:r>
            <a:r>
              <a:rPr dirty="0" sz="2350" spc="21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(</a:t>
            </a:r>
            <a:r>
              <a:rPr dirty="0" sz="2350" spc="-295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r>
              <a:rPr dirty="0" sz="2350" spc="-210">
                <a:latin typeface="Times New Roman"/>
                <a:cs typeface="Times New Roman"/>
              </a:rPr>
              <a:t> </a:t>
            </a:r>
            <a:r>
              <a:rPr dirty="0" sz="2350" spc="90">
                <a:latin typeface="Times New Roman"/>
                <a:cs typeface="Times New Roman"/>
              </a:rPr>
              <a:t>.0</a:t>
            </a:r>
            <a:r>
              <a:rPr dirty="0" sz="2350" spc="-21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1</a:t>
            </a:r>
            <a:r>
              <a:rPr dirty="0" sz="2350" spc="4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Symbol"/>
                <a:cs typeface="Symbol"/>
              </a:rPr>
              <a:t></a:t>
            </a:r>
            <a:r>
              <a:rPr dirty="0" sz="2350" spc="360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r>
              <a:rPr dirty="0" sz="2350" spc="-210">
                <a:latin typeface="Times New Roman"/>
                <a:cs typeface="Times New Roman"/>
              </a:rPr>
              <a:t> </a:t>
            </a:r>
            <a:r>
              <a:rPr dirty="0" sz="2350" spc="90">
                <a:latin typeface="Times New Roman"/>
                <a:cs typeface="Times New Roman"/>
              </a:rPr>
              <a:t>.0</a:t>
            </a:r>
            <a:r>
              <a:rPr dirty="0" sz="2350" spc="-204">
                <a:latin typeface="Times New Roman"/>
                <a:cs typeface="Times New Roman"/>
              </a:rPr>
              <a:t> </a:t>
            </a:r>
            <a:r>
              <a:rPr dirty="0" sz="2350" spc="60">
                <a:latin typeface="Times New Roman"/>
                <a:cs typeface="Times New Roman"/>
              </a:rPr>
              <a:t>1)	</a:t>
            </a:r>
            <a:r>
              <a:rPr dirty="0" baseline="-35460" sz="3525" spc="-7">
                <a:latin typeface="Symbol"/>
                <a:cs typeface="Symbol"/>
              </a:rPr>
              <a:t></a:t>
            </a:r>
            <a:r>
              <a:rPr dirty="0" baseline="-35460" sz="3525" spc="-7">
                <a:latin typeface="Times New Roman"/>
                <a:cs typeface="Times New Roman"/>
              </a:rPr>
              <a:t>	0</a:t>
            </a:r>
            <a:r>
              <a:rPr dirty="0" baseline="-35460" sz="3525" spc="-315">
                <a:latin typeface="Times New Roman"/>
                <a:cs typeface="Times New Roman"/>
              </a:rPr>
              <a:t> </a:t>
            </a:r>
            <a:r>
              <a:rPr dirty="0" baseline="-35460" sz="3525" spc="135">
                <a:latin typeface="Times New Roman"/>
                <a:cs typeface="Times New Roman"/>
              </a:rPr>
              <a:t>.0</a:t>
            </a:r>
            <a:r>
              <a:rPr dirty="0" baseline="-35460" sz="3525" spc="-315">
                <a:latin typeface="Times New Roman"/>
                <a:cs typeface="Times New Roman"/>
              </a:rPr>
              <a:t> </a:t>
            </a:r>
            <a:r>
              <a:rPr dirty="0" baseline="-35460" sz="3525" spc="-7">
                <a:latin typeface="Times New Roman"/>
                <a:cs typeface="Times New Roman"/>
              </a:rPr>
              <a:t>4	(</a:t>
            </a:r>
            <a:r>
              <a:rPr dirty="0" baseline="-35460" sz="3525" spc="-480">
                <a:latin typeface="Times New Roman"/>
                <a:cs typeface="Times New Roman"/>
              </a:rPr>
              <a:t> </a:t>
            </a:r>
            <a:r>
              <a:rPr dirty="0" baseline="-35460" sz="3525" spc="-15">
                <a:latin typeface="Times New Roman"/>
                <a:cs typeface="Times New Roman"/>
              </a:rPr>
              <a:t>C</a:t>
            </a:r>
            <a:r>
              <a:rPr dirty="0" baseline="-35460" sz="3525" spc="-157">
                <a:latin typeface="Times New Roman"/>
                <a:cs typeface="Times New Roman"/>
              </a:rPr>
              <a:t> </a:t>
            </a:r>
            <a:r>
              <a:rPr dirty="0" baseline="-35460" sz="3525" spc="-7">
                <a:latin typeface="Times New Roman"/>
                <a:cs typeface="Times New Roman"/>
              </a:rPr>
              <a:t>)</a:t>
            </a:r>
            <a:r>
              <a:rPr dirty="0" baseline="-35460" sz="3525" spc="-547">
                <a:latin typeface="Times New Roman"/>
                <a:cs typeface="Times New Roman"/>
              </a:rPr>
              <a:t> </a:t>
            </a:r>
            <a:r>
              <a:rPr dirty="0" baseline="-35460" sz="3525" spc="-7">
                <a:latin typeface="Times New Roman"/>
                <a:cs typeface="Times New Roman"/>
              </a:rPr>
              <a:t>,</a:t>
            </a:r>
            <a:endParaRPr baseline="-35460" sz="352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60636" y="4949609"/>
            <a:ext cx="74549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6390" algn="l"/>
              </a:tabLst>
            </a:pPr>
            <a:r>
              <a:rPr dirty="0" sz="2350" spc="-5" i="1">
                <a:latin typeface="Times New Roman"/>
                <a:cs typeface="Times New Roman"/>
              </a:rPr>
              <a:t>R	</a:t>
            </a:r>
            <a:r>
              <a:rPr dirty="0" sz="2350" spc="-5">
                <a:latin typeface="Symbol"/>
                <a:cs typeface="Symbol"/>
              </a:rPr>
              <a:t></a:t>
            </a:r>
            <a:r>
              <a:rPr dirty="0" sz="2350" spc="315">
                <a:latin typeface="Times New Roman"/>
                <a:cs typeface="Times New Roman"/>
              </a:rPr>
              <a:t> </a:t>
            </a:r>
            <a:r>
              <a:rPr dirty="0" sz="2350" spc="-5" i="1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29066" y="5330571"/>
            <a:ext cx="991869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7685" algn="l"/>
                <a:tab pos="829944" algn="l"/>
              </a:tabLst>
            </a:pPr>
            <a:r>
              <a:rPr dirty="0" sz="2350" spc="-10" i="1">
                <a:latin typeface="Times New Roman"/>
                <a:cs typeface="Times New Roman"/>
              </a:rPr>
              <a:t>Q</a:t>
            </a:r>
            <a:r>
              <a:rPr dirty="0" sz="2350" spc="-145" i="1">
                <a:latin typeface="Times New Roman"/>
                <a:cs typeface="Times New Roman"/>
              </a:rPr>
              <a:t> </a:t>
            </a:r>
            <a:r>
              <a:rPr dirty="0" baseline="-24691" sz="2025">
                <a:latin typeface="Times New Roman"/>
                <a:cs typeface="Times New Roman"/>
              </a:rPr>
              <a:t>4</a:t>
            </a:r>
            <a:r>
              <a:rPr dirty="0" baseline="-24691" sz="2025">
                <a:latin typeface="Times New Roman"/>
                <a:cs typeface="Times New Roman"/>
              </a:rPr>
              <a:t>	</a:t>
            </a:r>
            <a:r>
              <a:rPr dirty="0" sz="2350" spc="-5">
                <a:latin typeface="Symbol"/>
                <a:cs typeface="Symbol"/>
              </a:rPr>
              <a:t>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spc="-5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11284" y="1557934"/>
            <a:ext cx="436880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2250" spc="2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250" spc="2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250" spc="-2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250" spc="4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1227" y="2112010"/>
            <a:ext cx="28187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面的电荷量</a:t>
            </a:r>
            <a:r>
              <a:rPr dirty="0" sz="3200" spc="-197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r>
              <a:rPr dirty="0" baseline="51851" sz="3375" spc="682">
                <a:solidFill>
                  <a:srgbClr val="0000FF"/>
                </a:solidFill>
                <a:latin typeface="Times New Roman"/>
                <a:cs typeface="Times New Roman"/>
              </a:rPr>
              <a:t>30</a:t>
            </a:r>
            <a:r>
              <a:rPr dirty="0" baseline="51851" sz="3375" spc="644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baseline="51851" sz="3375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33227" y="1967014"/>
            <a:ext cx="640715" cy="0"/>
          </a:xfrm>
          <a:custGeom>
            <a:avLst/>
            <a:gdLst/>
            <a:ahLst/>
            <a:cxnLst/>
            <a:rect l="l" t="t" r="r" b="b"/>
            <a:pathLst>
              <a:path w="640714" h="0">
                <a:moveTo>
                  <a:pt x="0" y="0"/>
                </a:moveTo>
                <a:lnTo>
                  <a:pt x="640384" y="0"/>
                </a:lnTo>
              </a:path>
            </a:pathLst>
          </a:custGeom>
          <a:ln w="170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445647" y="1964054"/>
            <a:ext cx="62547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445">
                <a:solidFill>
                  <a:srgbClr val="0000FF"/>
                </a:solidFill>
                <a:latin typeface="Times New Roman"/>
                <a:cs typeface="Times New Roman"/>
              </a:rPr>
              <a:t>200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06122" y="1992731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 h="0">
                <a:moveTo>
                  <a:pt x="0" y="0"/>
                </a:moveTo>
                <a:lnTo>
                  <a:pt x="599592" y="0"/>
                </a:lnTo>
              </a:path>
            </a:pathLst>
          </a:custGeom>
          <a:ln w="1710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674486" y="1989772"/>
            <a:ext cx="63309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465">
                <a:solidFill>
                  <a:srgbClr val="0000FF"/>
                </a:solidFill>
                <a:latin typeface="Times New Roman"/>
                <a:cs typeface="Times New Roman"/>
              </a:rPr>
              <a:t>100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07606" y="2008289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0" y="0"/>
                </a:moveTo>
                <a:lnTo>
                  <a:pt x="433679" y="0"/>
                </a:lnTo>
              </a:path>
            </a:pathLst>
          </a:custGeom>
          <a:ln w="17221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02627" y="1679574"/>
            <a:ext cx="109867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20720" algn="l"/>
                <a:tab pos="3949700" algn="l"/>
                <a:tab pos="4497070" algn="l"/>
                <a:tab pos="5671820" algn="l"/>
                <a:tab pos="6744970" algn="l"/>
              </a:tabLst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7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）从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0s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到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	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、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	</a:t>
            </a:r>
            <a:r>
              <a:rPr dirty="0" baseline="46913" sz="3375" spc="667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46913" sz="337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、</a:t>
            </a:r>
            <a:r>
              <a:rPr dirty="0" sz="3200" spc="290" b="1" i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baseline="41975" sz="3375" spc="697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41975" sz="337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、</a:t>
            </a:r>
            <a:r>
              <a:rPr dirty="0" sz="3200" spc="-160" b="1" i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baseline="38271" sz="3375" spc="667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38271" sz="337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时间内通过灯丝某一截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07669" y="2005329"/>
            <a:ext cx="42989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475">
                <a:solidFill>
                  <a:srgbClr val="0000FF"/>
                </a:solidFill>
                <a:latin typeface="Times New Roman"/>
                <a:cs typeface="Times New Roman"/>
              </a:rPr>
              <a:t>5</a:t>
            </a:r>
            <a:r>
              <a:rPr dirty="0" sz="2250" spc="44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732840" y="3287699"/>
            <a:ext cx="1562072" cy="15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510587" y="2601925"/>
            <a:ext cx="2192655" cy="107950"/>
          </a:xfrm>
          <a:custGeom>
            <a:avLst/>
            <a:gdLst/>
            <a:ahLst/>
            <a:cxnLst/>
            <a:rect l="l" t="t" r="r" b="b"/>
            <a:pathLst>
              <a:path w="2192654" h="107950">
                <a:moveTo>
                  <a:pt x="2154531" y="53962"/>
                </a:moveTo>
                <a:lnTo>
                  <a:pt x="2092439" y="17741"/>
                </a:lnTo>
                <a:lnTo>
                  <a:pt x="2087740" y="10236"/>
                </a:lnTo>
                <a:lnTo>
                  <a:pt x="2087841" y="7937"/>
                </a:lnTo>
                <a:lnTo>
                  <a:pt x="2097658" y="0"/>
                </a:lnTo>
                <a:lnTo>
                  <a:pt x="2099919" y="381"/>
                </a:lnTo>
                <a:lnTo>
                  <a:pt x="2102027" y="1282"/>
                </a:lnTo>
                <a:lnTo>
                  <a:pt x="2176008" y="44437"/>
                </a:lnTo>
                <a:lnTo>
                  <a:pt x="2173439" y="44437"/>
                </a:lnTo>
                <a:lnTo>
                  <a:pt x="2173439" y="45732"/>
                </a:lnTo>
                <a:lnTo>
                  <a:pt x="2168639" y="45732"/>
                </a:lnTo>
                <a:lnTo>
                  <a:pt x="2154531" y="53962"/>
                </a:lnTo>
                <a:close/>
              </a:path>
              <a:path w="2192654" h="107950">
                <a:moveTo>
                  <a:pt x="2138202" y="63487"/>
                </a:moveTo>
                <a:lnTo>
                  <a:pt x="0" y="63487"/>
                </a:lnTo>
                <a:lnTo>
                  <a:pt x="0" y="44437"/>
                </a:lnTo>
                <a:lnTo>
                  <a:pt x="2138202" y="44437"/>
                </a:lnTo>
                <a:lnTo>
                  <a:pt x="2154531" y="53962"/>
                </a:lnTo>
                <a:lnTo>
                  <a:pt x="2138202" y="63487"/>
                </a:lnTo>
                <a:close/>
              </a:path>
              <a:path w="2192654" h="107950">
                <a:moveTo>
                  <a:pt x="2176008" y="63487"/>
                </a:moveTo>
                <a:lnTo>
                  <a:pt x="2173439" y="63487"/>
                </a:lnTo>
                <a:lnTo>
                  <a:pt x="2173439" y="44437"/>
                </a:lnTo>
                <a:lnTo>
                  <a:pt x="2176008" y="44437"/>
                </a:lnTo>
                <a:lnTo>
                  <a:pt x="2192337" y="53962"/>
                </a:lnTo>
                <a:lnTo>
                  <a:pt x="2176008" y="63487"/>
                </a:lnTo>
                <a:close/>
              </a:path>
              <a:path w="2192654" h="107950">
                <a:moveTo>
                  <a:pt x="2168639" y="62191"/>
                </a:moveTo>
                <a:lnTo>
                  <a:pt x="2154531" y="53962"/>
                </a:lnTo>
                <a:lnTo>
                  <a:pt x="2168639" y="45732"/>
                </a:lnTo>
                <a:lnTo>
                  <a:pt x="2168639" y="62191"/>
                </a:lnTo>
                <a:close/>
              </a:path>
              <a:path w="2192654" h="107950">
                <a:moveTo>
                  <a:pt x="2173439" y="62191"/>
                </a:moveTo>
                <a:lnTo>
                  <a:pt x="2168639" y="62191"/>
                </a:lnTo>
                <a:lnTo>
                  <a:pt x="2168639" y="45732"/>
                </a:lnTo>
                <a:lnTo>
                  <a:pt x="2173439" y="45732"/>
                </a:lnTo>
                <a:lnTo>
                  <a:pt x="2173439" y="62191"/>
                </a:lnTo>
                <a:close/>
              </a:path>
              <a:path w="2192654" h="107950">
                <a:moveTo>
                  <a:pt x="2097658" y="107924"/>
                </a:moveTo>
                <a:lnTo>
                  <a:pt x="2087740" y="97688"/>
                </a:lnTo>
                <a:lnTo>
                  <a:pt x="2088184" y="95440"/>
                </a:lnTo>
                <a:lnTo>
                  <a:pt x="2089162" y="93357"/>
                </a:lnTo>
                <a:lnTo>
                  <a:pt x="2090610" y="91567"/>
                </a:lnTo>
                <a:lnTo>
                  <a:pt x="2092439" y="90182"/>
                </a:lnTo>
                <a:lnTo>
                  <a:pt x="2154531" y="53962"/>
                </a:lnTo>
                <a:lnTo>
                  <a:pt x="2168639" y="62191"/>
                </a:lnTo>
                <a:lnTo>
                  <a:pt x="2173439" y="62191"/>
                </a:lnTo>
                <a:lnTo>
                  <a:pt x="2173439" y="63487"/>
                </a:lnTo>
                <a:lnTo>
                  <a:pt x="2176008" y="63487"/>
                </a:lnTo>
                <a:lnTo>
                  <a:pt x="2102027" y="106641"/>
                </a:lnTo>
                <a:lnTo>
                  <a:pt x="2099919" y="107543"/>
                </a:lnTo>
                <a:lnTo>
                  <a:pt x="2097658" y="10792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507412" y="3238512"/>
            <a:ext cx="2192655" cy="107950"/>
          </a:xfrm>
          <a:custGeom>
            <a:avLst/>
            <a:gdLst/>
            <a:ahLst/>
            <a:cxnLst/>
            <a:rect l="l" t="t" r="r" b="b"/>
            <a:pathLst>
              <a:path w="2192654" h="107950">
                <a:moveTo>
                  <a:pt x="2154531" y="53962"/>
                </a:moveTo>
                <a:lnTo>
                  <a:pt x="2092439" y="17741"/>
                </a:lnTo>
                <a:lnTo>
                  <a:pt x="2087740" y="10236"/>
                </a:lnTo>
                <a:lnTo>
                  <a:pt x="2087841" y="7937"/>
                </a:lnTo>
                <a:lnTo>
                  <a:pt x="2097658" y="0"/>
                </a:lnTo>
                <a:lnTo>
                  <a:pt x="2099919" y="381"/>
                </a:lnTo>
                <a:lnTo>
                  <a:pt x="2102027" y="1282"/>
                </a:lnTo>
                <a:lnTo>
                  <a:pt x="2176008" y="44437"/>
                </a:lnTo>
                <a:lnTo>
                  <a:pt x="2173427" y="44437"/>
                </a:lnTo>
                <a:lnTo>
                  <a:pt x="2173427" y="45732"/>
                </a:lnTo>
                <a:lnTo>
                  <a:pt x="2168639" y="45732"/>
                </a:lnTo>
                <a:lnTo>
                  <a:pt x="2154531" y="53962"/>
                </a:lnTo>
                <a:close/>
              </a:path>
              <a:path w="2192654" h="107950">
                <a:moveTo>
                  <a:pt x="2138202" y="63487"/>
                </a:moveTo>
                <a:lnTo>
                  <a:pt x="0" y="63487"/>
                </a:lnTo>
                <a:lnTo>
                  <a:pt x="0" y="44437"/>
                </a:lnTo>
                <a:lnTo>
                  <a:pt x="2138202" y="44437"/>
                </a:lnTo>
                <a:lnTo>
                  <a:pt x="2154531" y="53962"/>
                </a:lnTo>
                <a:lnTo>
                  <a:pt x="2138202" y="63487"/>
                </a:lnTo>
                <a:close/>
              </a:path>
              <a:path w="2192654" h="107950">
                <a:moveTo>
                  <a:pt x="2176008" y="63487"/>
                </a:moveTo>
                <a:lnTo>
                  <a:pt x="2173427" y="63487"/>
                </a:lnTo>
                <a:lnTo>
                  <a:pt x="2173427" y="44437"/>
                </a:lnTo>
                <a:lnTo>
                  <a:pt x="2176008" y="44437"/>
                </a:lnTo>
                <a:lnTo>
                  <a:pt x="2192337" y="53962"/>
                </a:lnTo>
                <a:lnTo>
                  <a:pt x="2176008" y="63487"/>
                </a:lnTo>
                <a:close/>
              </a:path>
              <a:path w="2192654" h="107950">
                <a:moveTo>
                  <a:pt x="2168639" y="62191"/>
                </a:moveTo>
                <a:lnTo>
                  <a:pt x="2154531" y="53962"/>
                </a:lnTo>
                <a:lnTo>
                  <a:pt x="2168639" y="45732"/>
                </a:lnTo>
                <a:lnTo>
                  <a:pt x="2168639" y="62191"/>
                </a:lnTo>
                <a:close/>
              </a:path>
              <a:path w="2192654" h="107950">
                <a:moveTo>
                  <a:pt x="2173427" y="62191"/>
                </a:moveTo>
                <a:lnTo>
                  <a:pt x="2168639" y="62191"/>
                </a:lnTo>
                <a:lnTo>
                  <a:pt x="2168639" y="45732"/>
                </a:lnTo>
                <a:lnTo>
                  <a:pt x="2173427" y="45732"/>
                </a:lnTo>
                <a:lnTo>
                  <a:pt x="2173427" y="62191"/>
                </a:lnTo>
                <a:close/>
              </a:path>
              <a:path w="2192654" h="107950">
                <a:moveTo>
                  <a:pt x="2097658" y="107924"/>
                </a:moveTo>
                <a:lnTo>
                  <a:pt x="2087740" y="97688"/>
                </a:lnTo>
                <a:lnTo>
                  <a:pt x="2088184" y="95440"/>
                </a:lnTo>
                <a:lnTo>
                  <a:pt x="2089162" y="93357"/>
                </a:lnTo>
                <a:lnTo>
                  <a:pt x="2090610" y="91567"/>
                </a:lnTo>
                <a:lnTo>
                  <a:pt x="2092439" y="90182"/>
                </a:lnTo>
                <a:lnTo>
                  <a:pt x="2154531" y="53962"/>
                </a:lnTo>
                <a:lnTo>
                  <a:pt x="2168639" y="62191"/>
                </a:lnTo>
                <a:lnTo>
                  <a:pt x="2173427" y="62191"/>
                </a:lnTo>
                <a:lnTo>
                  <a:pt x="2173427" y="63487"/>
                </a:lnTo>
                <a:lnTo>
                  <a:pt x="2176008" y="63487"/>
                </a:lnTo>
                <a:lnTo>
                  <a:pt x="2102027" y="106641"/>
                </a:lnTo>
                <a:lnTo>
                  <a:pt x="2099919" y="107543"/>
                </a:lnTo>
                <a:lnTo>
                  <a:pt x="2097658" y="10792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493125" y="3895737"/>
            <a:ext cx="2190750" cy="107950"/>
          </a:xfrm>
          <a:custGeom>
            <a:avLst/>
            <a:gdLst/>
            <a:ahLst/>
            <a:cxnLst/>
            <a:rect l="l" t="t" r="r" b="b"/>
            <a:pathLst>
              <a:path w="2190750" h="107950">
                <a:moveTo>
                  <a:pt x="2152943" y="53962"/>
                </a:moveTo>
                <a:lnTo>
                  <a:pt x="2090851" y="17741"/>
                </a:lnTo>
                <a:lnTo>
                  <a:pt x="2086152" y="10236"/>
                </a:lnTo>
                <a:lnTo>
                  <a:pt x="2086254" y="7937"/>
                </a:lnTo>
                <a:lnTo>
                  <a:pt x="2096071" y="0"/>
                </a:lnTo>
                <a:lnTo>
                  <a:pt x="2098332" y="381"/>
                </a:lnTo>
                <a:lnTo>
                  <a:pt x="2100440" y="1282"/>
                </a:lnTo>
                <a:lnTo>
                  <a:pt x="2174421" y="44437"/>
                </a:lnTo>
                <a:lnTo>
                  <a:pt x="2171839" y="44437"/>
                </a:lnTo>
                <a:lnTo>
                  <a:pt x="2171839" y="45732"/>
                </a:lnTo>
                <a:lnTo>
                  <a:pt x="2167051" y="45732"/>
                </a:lnTo>
                <a:lnTo>
                  <a:pt x="2152943" y="53962"/>
                </a:lnTo>
                <a:close/>
              </a:path>
              <a:path w="2190750" h="107950">
                <a:moveTo>
                  <a:pt x="2136615" y="63487"/>
                </a:moveTo>
                <a:lnTo>
                  <a:pt x="0" y="63487"/>
                </a:lnTo>
                <a:lnTo>
                  <a:pt x="0" y="44437"/>
                </a:lnTo>
                <a:lnTo>
                  <a:pt x="2136615" y="44437"/>
                </a:lnTo>
                <a:lnTo>
                  <a:pt x="2152943" y="53962"/>
                </a:lnTo>
                <a:lnTo>
                  <a:pt x="2136615" y="63487"/>
                </a:lnTo>
                <a:close/>
              </a:path>
              <a:path w="2190750" h="107950">
                <a:moveTo>
                  <a:pt x="2174421" y="63487"/>
                </a:moveTo>
                <a:lnTo>
                  <a:pt x="2171839" y="63487"/>
                </a:lnTo>
                <a:lnTo>
                  <a:pt x="2171839" y="44437"/>
                </a:lnTo>
                <a:lnTo>
                  <a:pt x="2174421" y="44437"/>
                </a:lnTo>
                <a:lnTo>
                  <a:pt x="2190750" y="53962"/>
                </a:lnTo>
                <a:lnTo>
                  <a:pt x="2174421" y="63487"/>
                </a:lnTo>
                <a:close/>
              </a:path>
              <a:path w="2190750" h="107950">
                <a:moveTo>
                  <a:pt x="2167051" y="62191"/>
                </a:moveTo>
                <a:lnTo>
                  <a:pt x="2152943" y="53962"/>
                </a:lnTo>
                <a:lnTo>
                  <a:pt x="2167051" y="45732"/>
                </a:lnTo>
                <a:lnTo>
                  <a:pt x="2167051" y="62191"/>
                </a:lnTo>
                <a:close/>
              </a:path>
              <a:path w="2190750" h="107950">
                <a:moveTo>
                  <a:pt x="2171839" y="62191"/>
                </a:moveTo>
                <a:lnTo>
                  <a:pt x="2167051" y="62191"/>
                </a:lnTo>
                <a:lnTo>
                  <a:pt x="2167051" y="45732"/>
                </a:lnTo>
                <a:lnTo>
                  <a:pt x="2171839" y="45732"/>
                </a:lnTo>
                <a:lnTo>
                  <a:pt x="2171839" y="62191"/>
                </a:lnTo>
                <a:close/>
              </a:path>
              <a:path w="2190750" h="107950">
                <a:moveTo>
                  <a:pt x="2096071" y="107924"/>
                </a:moveTo>
                <a:lnTo>
                  <a:pt x="2086152" y="97688"/>
                </a:lnTo>
                <a:lnTo>
                  <a:pt x="2086597" y="95440"/>
                </a:lnTo>
                <a:lnTo>
                  <a:pt x="2087575" y="93357"/>
                </a:lnTo>
                <a:lnTo>
                  <a:pt x="2089023" y="91567"/>
                </a:lnTo>
                <a:lnTo>
                  <a:pt x="2090851" y="90182"/>
                </a:lnTo>
                <a:lnTo>
                  <a:pt x="2152943" y="53962"/>
                </a:lnTo>
                <a:lnTo>
                  <a:pt x="2167051" y="62191"/>
                </a:lnTo>
                <a:lnTo>
                  <a:pt x="2171839" y="62191"/>
                </a:lnTo>
                <a:lnTo>
                  <a:pt x="2171839" y="63487"/>
                </a:lnTo>
                <a:lnTo>
                  <a:pt x="2174421" y="63487"/>
                </a:lnTo>
                <a:lnTo>
                  <a:pt x="2100440" y="106641"/>
                </a:lnTo>
                <a:lnTo>
                  <a:pt x="2098332" y="107543"/>
                </a:lnTo>
                <a:lnTo>
                  <a:pt x="2096071" y="107924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818651" y="2598737"/>
            <a:ext cx="1398485" cy="1545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4294632" y="679450"/>
            <a:ext cx="2618740" cy="1592580"/>
          </a:xfrm>
          <a:custGeom>
            <a:avLst/>
            <a:gdLst/>
            <a:ahLst/>
            <a:cxnLst/>
            <a:rect l="l" t="t" r="r" b="b"/>
            <a:pathLst>
              <a:path w="2618740" h="1592580">
                <a:moveTo>
                  <a:pt x="2618232" y="318452"/>
                </a:moveTo>
                <a:lnTo>
                  <a:pt x="654392" y="318452"/>
                </a:lnTo>
                <a:lnTo>
                  <a:pt x="725750" y="317518"/>
                </a:lnTo>
                <a:lnTo>
                  <a:pt x="794892" y="314778"/>
                </a:lnTo>
                <a:lnTo>
                  <a:pt x="861418" y="310331"/>
                </a:lnTo>
                <a:lnTo>
                  <a:pt x="924927" y="304271"/>
                </a:lnTo>
                <a:lnTo>
                  <a:pt x="985020" y="296696"/>
                </a:lnTo>
                <a:lnTo>
                  <a:pt x="1041141" y="287731"/>
                </a:lnTo>
                <a:lnTo>
                  <a:pt x="1093149" y="277430"/>
                </a:lnTo>
                <a:lnTo>
                  <a:pt x="1140534" y="265909"/>
                </a:lnTo>
                <a:lnTo>
                  <a:pt x="1182896" y="253263"/>
                </a:lnTo>
                <a:lnTo>
                  <a:pt x="1219838" y="239590"/>
                </a:lnTo>
                <a:lnTo>
                  <a:pt x="1275858" y="209551"/>
                </a:lnTo>
                <a:lnTo>
                  <a:pt x="1305400" y="176571"/>
                </a:lnTo>
                <a:lnTo>
                  <a:pt x="1313085" y="141871"/>
                </a:lnTo>
                <a:lnTo>
                  <a:pt x="1324346" y="125063"/>
                </a:lnTo>
                <a:lnTo>
                  <a:pt x="1367526" y="93460"/>
                </a:lnTo>
                <a:lnTo>
                  <a:pt x="1435588" y="65186"/>
                </a:lnTo>
                <a:lnTo>
                  <a:pt x="1477950" y="52541"/>
                </a:lnTo>
                <a:lnTo>
                  <a:pt x="1525334" y="41020"/>
                </a:lnTo>
                <a:lnTo>
                  <a:pt x="1577341" y="30720"/>
                </a:lnTo>
                <a:lnTo>
                  <a:pt x="1633570" y="21738"/>
                </a:lnTo>
                <a:lnTo>
                  <a:pt x="1693717" y="14162"/>
                </a:lnTo>
                <a:lnTo>
                  <a:pt x="1757156" y="8113"/>
                </a:lnTo>
                <a:lnTo>
                  <a:pt x="1823630" y="3671"/>
                </a:lnTo>
                <a:lnTo>
                  <a:pt x="1892739" y="934"/>
                </a:lnTo>
                <a:lnTo>
                  <a:pt x="1964080" y="0"/>
                </a:lnTo>
                <a:lnTo>
                  <a:pt x="2035438" y="934"/>
                </a:lnTo>
                <a:lnTo>
                  <a:pt x="2104578" y="3672"/>
                </a:lnTo>
                <a:lnTo>
                  <a:pt x="2171100" y="8117"/>
                </a:lnTo>
                <a:lnTo>
                  <a:pt x="2234602" y="14171"/>
                </a:lnTo>
                <a:lnTo>
                  <a:pt x="2294682" y="21738"/>
                </a:lnTo>
                <a:lnTo>
                  <a:pt x="2350784" y="30690"/>
                </a:lnTo>
                <a:lnTo>
                  <a:pt x="2402765" y="40972"/>
                </a:lnTo>
                <a:lnTo>
                  <a:pt x="2450115" y="52470"/>
                </a:lnTo>
                <a:lnTo>
                  <a:pt x="2492433" y="65085"/>
                </a:lnTo>
                <a:lnTo>
                  <a:pt x="2529318" y="78719"/>
                </a:lnTo>
                <a:lnTo>
                  <a:pt x="2585188" y="108653"/>
                </a:lnTo>
                <a:lnTo>
                  <a:pt x="2614520" y="141489"/>
                </a:lnTo>
                <a:lnTo>
                  <a:pt x="2618232" y="158750"/>
                </a:lnTo>
                <a:lnTo>
                  <a:pt x="2618232" y="318452"/>
                </a:lnTo>
                <a:close/>
              </a:path>
              <a:path w="2618740" h="1592580">
                <a:moveTo>
                  <a:pt x="654392" y="1592262"/>
                </a:moveTo>
                <a:lnTo>
                  <a:pt x="583041" y="1591328"/>
                </a:lnTo>
                <a:lnTo>
                  <a:pt x="513915" y="1588589"/>
                </a:lnTo>
                <a:lnTo>
                  <a:pt x="447416" y="1584143"/>
                </a:lnTo>
                <a:lnTo>
                  <a:pt x="383944" y="1578086"/>
                </a:lnTo>
                <a:lnTo>
                  <a:pt x="323899" y="1570515"/>
                </a:lnTo>
                <a:lnTo>
                  <a:pt x="267682" y="1561527"/>
                </a:lnTo>
                <a:lnTo>
                  <a:pt x="215692" y="1551218"/>
                </a:lnTo>
                <a:lnTo>
                  <a:pt x="168330" y="1539686"/>
                </a:lnTo>
                <a:lnTo>
                  <a:pt x="125996" y="1527026"/>
                </a:lnTo>
                <a:lnTo>
                  <a:pt x="89091" y="1513336"/>
                </a:lnTo>
                <a:lnTo>
                  <a:pt x="33167" y="1483251"/>
                </a:lnTo>
                <a:lnTo>
                  <a:pt x="3759" y="1450205"/>
                </a:lnTo>
                <a:lnTo>
                  <a:pt x="0" y="1432814"/>
                </a:lnTo>
                <a:lnTo>
                  <a:pt x="0" y="158750"/>
                </a:lnTo>
                <a:lnTo>
                  <a:pt x="3759" y="176189"/>
                </a:lnTo>
                <a:lnTo>
                  <a:pt x="14948" y="193074"/>
                </a:lnTo>
                <a:lnTo>
                  <a:pt x="58014" y="224802"/>
                </a:lnTo>
                <a:lnTo>
                  <a:pt x="125996" y="253161"/>
                </a:lnTo>
                <a:lnTo>
                  <a:pt x="168330" y="265837"/>
                </a:lnTo>
                <a:lnTo>
                  <a:pt x="215692" y="277383"/>
                </a:lnTo>
                <a:lnTo>
                  <a:pt x="267682" y="287701"/>
                </a:lnTo>
                <a:lnTo>
                  <a:pt x="323899" y="296696"/>
                </a:lnTo>
                <a:lnTo>
                  <a:pt x="384038" y="304280"/>
                </a:lnTo>
                <a:lnTo>
                  <a:pt x="447472" y="310335"/>
                </a:lnTo>
                <a:lnTo>
                  <a:pt x="513943" y="314780"/>
                </a:lnTo>
                <a:lnTo>
                  <a:pt x="583051" y="317518"/>
                </a:lnTo>
                <a:lnTo>
                  <a:pt x="654392" y="318452"/>
                </a:lnTo>
                <a:lnTo>
                  <a:pt x="2618232" y="318452"/>
                </a:lnTo>
                <a:lnTo>
                  <a:pt x="2618232" y="1273810"/>
                </a:lnTo>
                <a:lnTo>
                  <a:pt x="1964080" y="1273810"/>
                </a:lnTo>
                <a:lnTo>
                  <a:pt x="1892728" y="1274744"/>
                </a:lnTo>
                <a:lnTo>
                  <a:pt x="1823602" y="1277482"/>
                </a:lnTo>
                <a:lnTo>
                  <a:pt x="1757100" y="1281927"/>
                </a:lnTo>
                <a:lnTo>
                  <a:pt x="1693623" y="1287981"/>
                </a:lnTo>
                <a:lnTo>
                  <a:pt x="1633570" y="1295548"/>
                </a:lnTo>
                <a:lnTo>
                  <a:pt x="1577341" y="1304530"/>
                </a:lnTo>
                <a:lnTo>
                  <a:pt x="1525334" y="1314830"/>
                </a:lnTo>
                <a:lnTo>
                  <a:pt x="1477950" y="1326351"/>
                </a:lnTo>
                <a:lnTo>
                  <a:pt x="1435588" y="1338996"/>
                </a:lnTo>
                <a:lnTo>
                  <a:pt x="1398647" y="1352668"/>
                </a:lnTo>
                <a:lnTo>
                  <a:pt x="1342626" y="1382704"/>
                </a:lnTo>
                <a:lnTo>
                  <a:pt x="1313085" y="1415681"/>
                </a:lnTo>
                <a:lnTo>
                  <a:pt x="1305400" y="1450381"/>
                </a:lnTo>
                <a:lnTo>
                  <a:pt x="1294139" y="1467190"/>
                </a:lnTo>
                <a:lnTo>
                  <a:pt x="1250958" y="1498797"/>
                </a:lnTo>
                <a:lnTo>
                  <a:pt x="1182896" y="1527073"/>
                </a:lnTo>
                <a:lnTo>
                  <a:pt x="1140534" y="1539719"/>
                </a:lnTo>
                <a:lnTo>
                  <a:pt x="1093149" y="1551240"/>
                </a:lnTo>
                <a:lnTo>
                  <a:pt x="1041141" y="1561541"/>
                </a:lnTo>
                <a:lnTo>
                  <a:pt x="984911" y="1570523"/>
                </a:lnTo>
                <a:lnTo>
                  <a:pt x="924857" y="1578090"/>
                </a:lnTo>
                <a:lnTo>
                  <a:pt x="861378" y="1584145"/>
                </a:lnTo>
                <a:lnTo>
                  <a:pt x="794875" y="1588590"/>
                </a:lnTo>
                <a:lnTo>
                  <a:pt x="725747" y="1591328"/>
                </a:lnTo>
                <a:lnTo>
                  <a:pt x="654392" y="1592262"/>
                </a:lnTo>
                <a:close/>
              </a:path>
              <a:path w="2618740" h="1592580">
                <a:moveTo>
                  <a:pt x="2618232" y="1432814"/>
                </a:moveTo>
                <a:lnTo>
                  <a:pt x="2585188" y="1382593"/>
                </a:lnTo>
                <a:lnTo>
                  <a:pt x="2529318" y="1352604"/>
                </a:lnTo>
                <a:lnTo>
                  <a:pt x="2492433" y="1338950"/>
                </a:lnTo>
                <a:lnTo>
                  <a:pt x="2450115" y="1326318"/>
                </a:lnTo>
                <a:lnTo>
                  <a:pt x="2402765" y="1314808"/>
                </a:lnTo>
                <a:lnTo>
                  <a:pt x="2350784" y="1304516"/>
                </a:lnTo>
                <a:lnTo>
                  <a:pt x="2294572" y="1295540"/>
                </a:lnTo>
                <a:lnTo>
                  <a:pt x="2234531" y="1287977"/>
                </a:lnTo>
                <a:lnTo>
                  <a:pt x="2171060" y="1281925"/>
                </a:lnTo>
                <a:lnTo>
                  <a:pt x="2104561" y="1277481"/>
                </a:lnTo>
                <a:lnTo>
                  <a:pt x="2035434" y="1274744"/>
                </a:lnTo>
                <a:lnTo>
                  <a:pt x="1964080" y="1273810"/>
                </a:lnTo>
                <a:lnTo>
                  <a:pt x="2618232" y="1273810"/>
                </a:lnTo>
                <a:lnTo>
                  <a:pt x="2618232" y="1432814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7837" y="673100"/>
            <a:ext cx="2632075" cy="1600200"/>
          </a:xfrm>
          <a:custGeom>
            <a:avLst/>
            <a:gdLst/>
            <a:ahLst/>
            <a:cxnLst/>
            <a:rect l="l" t="t" r="r" b="b"/>
            <a:pathLst>
              <a:path w="2632075" h="1600200">
                <a:moveTo>
                  <a:pt x="2255520" y="12700"/>
                </a:moveTo>
                <a:lnTo>
                  <a:pt x="1686242" y="12700"/>
                </a:lnTo>
                <a:lnTo>
                  <a:pt x="1715338" y="0"/>
                </a:lnTo>
                <a:lnTo>
                  <a:pt x="2226424" y="0"/>
                </a:lnTo>
                <a:lnTo>
                  <a:pt x="2255520" y="12700"/>
                </a:lnTo>
                <a:close/>
              </a:path>
              <a:path w="2632075" h="1600200">
                <a:moveTo>
                  <a:pt x="1687677" y="25400"/>
                </a:moveTo>
                <a:lnTo>
                  <a:pt x="1603717" y="25400"/>
                </a:lnTo>
                <a:lnTo>
                  <a:pt x="1630387" y="12700"/>
                </a:lnTo>
                <a:lnTo>
                  <a:pt x="1716684" y="12700"/>
                </a:lnTo>
                <a:lnTo>
                  <a:pt x="1687677" y="25400"/>
                </a:lnTo>
                <a:close/>
              </a:path>
              <a:path w="2632075" h="1600200">
                <a:moveTo>
                  <a:pt x="2338044" y="25400"/>
                </a:moveTo>
                <a:lnTo>
                  <a:pt x="2254084" y="25400"/>
                </a:lnTo>
                <a:lnTo>
                  <a:pt x="2225078" y="12700"/>
                </a:lnTo>
                <a:lnTo>
                  <a:pt x="2311374" y="12700"/>
                </a:lnTo>
                <a:lnTo>
                  <a:pt x="2338044" y="25400"/>
                </a:lnTo>
                <a:close/>
              </a:path>
              <a:path w="2632075" h="1600200">
                <a:moveTo>
                  <a:pt x="1605724" y="38100"/>
                </a:moveTo>
                <a:lnTo>
                  <a:pt x="1529207" y="38100"/>
                </a:lnTo>
                <a:lnTo>
                  <a:pt x="1553083" y="25400"/>
                </a:lnTo>
                <a:lnTo>
                  <a:pt x="1632292" y="25400"/>
                </a:lnTo>
                <a:lnTo>
                  <a:pt x="1605724" y="38100"/>
                </a:lnTo>
                <a:close/>
              </a:path>
              <a:path w="2632075" h="1600200">
                <a:moveTo>
                  <a:pt x="2412555" y="38100"/>
                </a:moveTo>
                <a:lnTo>
                  <a:pt x="2336038" y="38100"/>
                </a:lnTo>
                <a:lnTo>
                  <a:pt x="2309456" y="25400"/>
                </a:lnTo>
                <a:lnTo>
                  <a:pt x="2388666" y="25400"/>
                </a:lnTo>
                <a:lnTo>
                  <a:pt x="2412555" y="38100"/>
                </a:lnTo>
                <a:close/>
              </a:path>
              <a:path w="2632075" h="1600200">
                <a:moveTo>
                  <a:pt x="1531886" y="50800"/>
                </a:moveTo>
                <a:lnTo>
                  <a:pt x="1484515" y="50800"/>
                </a:lnTo>
                <a:lnTo>
                  <a:pt x="1506334" y="38100"/>
                </a:lnTo>
                <a:lnTo>
                  <a:pt x="1555648" y="38100"/>
                </a:lnTo>
                <a:lnTo>
                  <a:pt x="1531886" y="50800"/>
                </a:lnTo>
                <a:close/>
              </a:path>
              <a:path w="2632075" h="1600200">
                <a:moveTo>
                  <a:pt x="2457246" y="50800"/>
                </a:moveTo>
                <a:lnTo>
                  <a:pt x="2409875" y="50800"/>
                </a:lnTo>
                <a:lnTo>
                  <a:pt x="2386114" y="38100"/>
                </a:lnTo>
                <a:lnTo>
                  <a:pt x="2435428" y="38100"/>
                </a:lnTo>
                <a:lnTo>
                  <a:pt x="2457246" y="50800"/>
                </a:lnTo>
                <a:close/>
              </a:path>
              <a:path w="2632075" h="1600200">
                <a:moveTo>
                  <a:pt x="1487728" y="63500"/>
                </a:moveTo>
                <a:lnTo>
                  <a:pt x="1444167" y="63500"/>
                </a:lnTo>
                <a:lnTo>
                  <a:pt x="1463776" y="50800"/>
                </a:lnTo>
                <a:lnTo>
                  <a:pt x="1509407" y="50800"/>
                </a:lnTo>
                <a:lnTo>
                  <a:pt x="1487728" y="63500"/>
                </a:lnTo>
                <a:close/>
              </a:path>
              <a:path w="2632075" h="1600200">
                <a:moveTo>
                  <a:pt x="2497594" y="63500"/>
                </a:moveTo>
                <a:lnTo>
                  <a:pt x="2454033" y="63500"/>
                </a:lnTo>
                <a:lnTo>
                  <a:pt x="2432354" y="50800"/>
                </a:lnTo>
                <a:lnTo>
                  <a:pt x="2477985" y="50800"/>
                </a:lnTo>
                <a:lnTo>
                  <a:pt x="2497594" y="63500"/>
                </a:lnTo>
                <a:close/>
              </a:path>
              <a:path w="2632075" h="1600200">
                <a:moveTo>
                  <a:pt x="1448003" y="76200"/>
                </a:moveTo>
                <a:lnTo>
                  <a:pt x="1408480" y="76200"/>
                </a:lnTo>
                <a:lnTo>
                  <a:pt x="1416951" y="63500"/>
                </a:lnTo>
                <a:lnTo>
                  <a:pt x="1467446" y="63500"/>
                </a:lnTo>
                <a:lnTo>
                  <a:pt x="1448003" y="76200"/>
                </a:lnTo>
                <a:close/>
              </a:path>
              <a:path w="2632075" h="1600200">
                <a:moveTo>
                  <a:pt x="2533281" y="76200"/>
                </a:moveTo>
                <a:lnTo>
                  <a:pt x="2493759" y="76200"/>
                </a:lnTo>
                <a:lnTo>
                  <a:pt x="2474315" y="63500"/>
                </a:lnTo>
                <a:lnTo>
                  <a:pt x="2524810" y="63500"/>
                </a:lnTo>
                <a:lnTo>
                  <a:pt x="2533281" y="76200"/>
                </a:lnTo>
                <a:close/>
              </a:path>
              <a:path w="2632075" h="1600200">
                <a:moveTo>
                  <a:pt x="1405216" y="88900"/>
                </a:moveTo>
                <a:lnTo>
                  <a:pt x="1377746" y="88900"/>
                </a:lnTo>
                <a:lnTo>
                  <a:pt x="1384947" y="76200"/>
                </a:lnTo>
                <a:lnTo>
                  <a:pt x="1413255" y="76200"/>
                </a:lnTo>
                <a:lnTo>
                  <a:pt x="1405216" y="88900"/>
                </a:lnTo>
                <a:close/>
              </a:path>
              <a:path w="2632075" h="1600200">
                <a:moveTo>
                  <a:pt x="1413141" y="88900"/>
                </a:moveTo>
                <a:lnTo>
                  <a:pt x="1413255" y="76200"/>
                </a:lnTo>
                <a:lnTo>
                  <a:pt x="1421511" y="76200"/>
                </a:lnTo>
                <a:lnTo>
                  <a:pt x="1413141" y="88900"/>
                </a:lnTo>
                <a:close/>
              </a:path>
              <a:path w="2632075" h="1600200">
                <a:moveTo>
                  <a:pt x="2528620" y="88900"/>
                </a:moveTo>
                <a:lnTo>
                  <a:pt x="2520251" y="76200"/>
                </a:lnTo>
                <a:lnTo>
                  <a:pt x="2528506" y="76200"/>
                </a:lnTo>
                <a:lnTo>
                  <a:pt x="2528620" y="88900"/>
                </a:lnTo>
                <a:close/>
              </a:path>
              <a:path w="2632075" h="1600200">
                <a:moveTo>
                  <a:pt x="2564015" y="88900"/>
                </a:moveTo>
                <a:lnTo>
                  <a:pt x="2536545" y="88900"/>
                </a:lnTo>
                <a:lnTo>
                  <a:pt x="2528506" y="76200"/>
                </a:lnTo>
                <a:lnTo>
                  <a:pt x="2556814" y="76200"/>
                </a:lnTo>
                <a:lnTo>
                  <a:pt x="2564015" y="88900"/>
                </a:lnTo>
                <a:close/>
              </a:path>
              <a:path w="2632075" h="1600200">
                <a:moveTo>
                  <a:pt x="1383398" y="101600"/>
                </a:moveTo>
                <a:lnTo>
                  <a:pt x="1358125" y="101600"/>
                </a:lnTo>
                <a:lnTo>
                  <a:pt x="1364335" y="88900"/>
                </a:lnTo>
                <a:lnTo>
                  <a:pt x="1390472" y="88900"/>
                </a:lnTo>
                <a:lnTo>
                  <a:pt x="1383398" y="101600"/>
                </a:lnTo>
                <a:close/>
              </a:path>
              <a:path w="2632075" h="1600200">
                <a:moveTo>
                  <a:pt x="2583637" y="101600"/>
                </a:moveTo>
                <a:lnTo>
                  <a:pt x="2558364" y="101600"/>
                </a:lnTo>
                <a:lnTo>
                  <a:pt x="2551290" y="88900"/>
                </a:lnTo>
                <a:lnTo>
                  <a:pt x="2577426" y="88900"/>
                </a:lnTo>
                <a:lnTo>
                  <a:pt x="2583637" y="101600"/>
                </a:lnTo>
                <a:close/>
              </a:path>
              <a:path w="2632075" h="1600200">
                <a:moveTo>
                  <a:pt x="1359192" y="114300"/>
                </a:moveTo>
                <a:lnTo>
                  <a:pt x="1336751" y="114300"/>
                </a:lnTo>
                <a:lnTo>
                  <a:pt x="1341564" y="101600"/>
                </a:lnTo>
                <a:lnTo>
                  <a:pt x="1364881" y="101600"/>
                </a:lnTo>
                <a:lnTo>
                  <a:pt x="1359192" y="114300"/>
                </a:lnTo>
                <a:close/>
              </a:path>
              <a:path w="2632075" h="1600200">
                <a:moveTo>
                  <a:pt x="2605011" y="114300"/>
                </a:moveTo>
                <a:lnTo>
                  <a:pt x="2582570" y="114300"/>
                </a:lnTo>
                <a:lnTo>
                  <a:pt x="2576880" y="101600"/>
                </a:lnTo>
                <a:lnTo>
                  <a:pt x="2600198" y="101600"/>
                </a:lnTo>
                <a:lnTo>
                  <a:pt x="2605011" y="114300"/>
                </a:lnTo>
                <a:close/>
              </a:path>
              <a:path w="2632075" h="1600200">
                <a:moveTo>
                  <a:pt x="12700" y="1435100"/>
                </a:moveTo>
                <a:lnTo>
                  <a:pt x="0" y="1435100"/>
                </a:lnTo>
                <a:lnTo>
                  <a:pt x="0" y="114300"/>
                </a:lnTo>
                <a:lnTo>
                  <a:pt x="10058" y="114300"/>
                </a:lnTo>
                <a:lnTo>
                  <a:pt x="12903" y="165100"/>
                </a:lnTo>
                <a:lnTo>
                  <a:pt x="977" y="165100"/>
                </a:lnTo>
                <a:lnTo>
                  <a:pt x="2184" y="177800"/>
                </a:lnTo>
                <a:lnTo>
                  <a:pt x="5981" y="177800"/>
                </a:lnTo>
                <a:lnTo>
                  <a:pt x="8509" y="190500"/>
                </a:lnTo>
                <a:lnTo>
                  <a:pt x="12700" y="190500"/>
                </a:lnTo>
                <a:lnTo>
                  <a:pt x="12700" y="1435100"/>
                </a:lnTo>
                <a:close/>
              </a:path>
              <a:path w="2632075" h="1600200">
                <a:moveTo>
                  <a:pt x="1340891" y="127000"/>
                </a:moveTo>
                <a:lnTo>
                  <a:pt x="1324483" y="127000"/>
                </a:lnTo>
                <a:lnTo>
                  <a:pt x="1328191" y="114300"/>
                </a:lnTo>
                <a:lnTo>
                  <a:pt x="1345120" y="114300"/>
                </a:lnTo>
                <a:lnTo>
                  <a:pt x="1340891" y="127000"/>
                </a:lnTo>
                <a:close/>
              </a:path>
              <a:path w="2632075" h="1600200">
                <a:moveTo>
                  <a:pt x="2617279" y="127000"/>
                </a:moveTo>
                <a:lnTo>
                  <a:pt x="2600858" y="127000"/>
                </a:lnTo>
                <a:lnTo>
                  <a:pt x="2596642" y="114300"/>
                </a:lnTo>
                <a:lnTo>
                  <a:pt x="2613571" y="114300"/>
                </a:lnTo>
                <a:lnTo>
                  <a:pt x="2617279" y="127000"/>
                </a:lnTo>
                <a:close/>
              </a:path>
              <a:path w="2632075" h="1600200">
                <a:moveTo>
                  <a:pt x="1331252" y="139700"/>
                </a:moveTo>
                <a:lnTo>
                  <a:pt x="1315669" y="139700"/>
                </a:lnTo>
                <a:lnTo>
                  <a:pt x="1318196" y="127000"/>
                </a:lnTo>
                <a:lnTo>
                  <a:pt x="1334325" y="127000"/>
                </a:lnTo>
                <a:lnTo>
                  <a:pt x="1331252" y="139700"/>
                </a:lnTo>
                <a:close/>
              </a:path>
              <a:path w="2632075" h="1600200">
                <a:moveTo>
                  <a:pt x="2626093" y="139700"/>
                </a:moveTo>
                <a:lnTo>
                  <a:pt x="2610510" y="139700"/>
                </a:lnTo>
                <a:lnTo>
                  <a:pt x="2607436" y="127000"/>
                </a:lnTo>
                <a:lnTo>
                  <a:pt x="2623566" y="127000"/>
                </a:lnTo>
                <a:lnTo>
                  <a:pt x="2626093" y="139700"/>
                </a:lnTo>
                <a:close/>
              </a:path>
              <a:path w="2632075" h="1600200">
                <a:moveTo>
                  <a:pt x="1323911" y="152400"/>
                </a:moveTo>
                <a:lnTo>
                  <a:pt x="1310665" y="152400"/>
                </a:lnTo>
                <a:lnTo>
                  <a:pt x="1311871" y="139700"/>
                </a:lnTo>
                <a:lnTo>
                  <a:pt x="1325384" y="139700"/>
                </a:lnTo>
                <a:lnTo>
                  <a:pt x="1323911" y="152400"/>
                </a:lnTo>
                <a:close/>
              </a:path>
              <a:path w="2632075" h="1600200">
                <a:moveTo>
                  <a:pt x="2631097" y="152400"/>
                </a:moveTo>
                <a:lnTo>
                  <a:pt x="2617851" y="152400"/>
                </a:lnTo>
                <a:lnTo>
                  <a:pt x="2616377" y="139700"/>
                </a:lnTo>
                <a:lnTo>
                  <a:pt x="2629877" y="139700"/>
                </a:lnTo>
                <a:lnTo>
                  <a:pt x="2631097" y="152400"/>
                </a:lnTo>
                <a:close/>
              </a:path>
              <a:path w="2632075" h="1600200">
                <a:moveTo>
                  <a:pt x="1322146" y="165100"/>
                </a:moveTo>
                <a:lnTo>
                  <a:pt x="1309484" y="165100"/>
                </a:lnTo>
                <a:lnTo>
                  <a:pt x="1309928" y="152400"/>
                </a:lnTo>
                <a:lnTo>
                  <a:pt x="1322590" y="152400"/>
                </a:lnTo>
                <a:lnTo>
                  <a:pt x="1322146" y="165100"/>
                </a:lnTo>
                <a:close/>
              </a:path>
              <a:path w="2632075" h="1600200">
                <a:moveTo>
                  <a:pt x="2632062" y="1435100"/>
                </a:moveTo>
                <a:lnTo>
                  <a:pt x="2619375" y="1435100"/>
                </a:lnTo>
                <a:lnTo>
                  <a:pt x="2619375" y="165100"/>
                </a:lnTo>
                <a:lnTo>
                  <a:pt x="2619171" y="152400"/>
                </a:lnTo>
                <a:lnTo>
                  <a:pt x="2631833" y="152400"/>
                </a:lnTo>
                <a:lnTo>
                  <a:pt x="2632075" y="165100"/>
                </a:lnTo>
                <a:lnTo>
                  <a:pt x="2632075" y="1397000"/>
                </a:lnTo>
                <a:lnTo>
                  <a:pt x="2620619" y="1397000"/>
                </a:lnTo>
                <a:lnTo>
                  <a:pt x="2623566" y="1409700"/>
                </a:lnTo>
                <a:lnTo>
                  <a:pt x="2628214" y="1409700"/>
                </a:lnTo>
                <a:lnTo>
                  <a:pt x="2629877" y="1422400"/>
                </a:lnTo>
                <a:lnTo>
                  <a:pt x="2631833" y="1422400"/>
                </a:lnTo>
                <a:lnTo>
                  <a:pt x="2632062" y="1435100"/>
                </a:lnTo>
                <a:close/>
              </a:path>
              <a:path w="2632075" h="1600200">
                <a:moveTo>
                  <a:pt x="12700" y="190500"/>
                </a:moveTo>
                <a:lnTo>
                  <a:pt x="8509" y="190500"/>
                </a:lnTo>
                <a:lnTo>
                  <a:pt x="5981" y="177800"/>
                </a:lnTo>
                <a:lnTo>
                  <a:pt x="2184" y="177800"/>
                </a:lnTo>
                <a:lnTo>
                  <a:pt x="977" y="165100"/>
                </a:lnTo>
                <a:lnTo>
                  <a:pt x="12700" y="165100"/>
                </a:lnTo>
                <a:lnTo>
                  <a:pt x="12700" y="190500"/>
                </a:lnTo>
                <a:close/>
              </a:path>
              <a:path w="2632075" h="1600200">
                <a:moveTo>
                  <a:pt x="24637" y="190500"/>
                </a:moveTo>
                <a:lnTo>
                  <a:pt x="12700" y="190500"/>
                </a:lnTo>
                <a:lnTo>
                  <a:pt x="12700" y="165100"/>
                </a:lnTo>
                <a:lnTo>
                  <a:pt x="14224" y="165100"/>
                </a:lnTo>
                <a:lnTo>
                  <a:pt x="15697" y="177800"/>
                </a:lnTo>
                <a:lnTo>
                  <a:pt x="21564" y="177800"/>
                </a:lnTo>
                <a:lnTo>
                  <a:pt x="24637" y="190500"/>
                </a:lnTo>
                <a:close/>
              </a:path>
              <a:path w="2632075" h="1600200">
                <a:moveTo>
                  <a:pt x="1320190" y="177800"/>
                </a:moveTo>
                <a:lnTo>
                  <a:pt x="1306690" y="177800"/>
                </a:lnTo>
                <a:lnTo>
                  <a:pt x="1308163" y="165100"/>
                </a:lnTo>
                <a:lnTo>
                  <a:pt x="1321409" y="165100"/>
                </a:lnTo>
                <a:lnTo>
                  <a:pt x="1320190" y="177800"/>
                </a:lnTo>
                <a:close/>
              </a:path>
              <a:path w="2632075" h="1600200">
                <a:moveTo>
                  <a:pt x="1313878" y="190500"/>
                </a:moveTo>
                <a:lnTo>
                  <a:pt x="1297749" y="190500"/>
                </a:lnTo>
                <a:lnTo>
                  <a:pt x="1300822" y="177800"/>
                </a:lnTo>
                <a:lnTo>
                  <a:pt x="1316405" y="177800"/>
                </a:lnTo>
                <a:lnTo>
                  <a:pt x="1313878" y="190500"/>
                </a:lnTo>
                <a:close/>
              </a:path>
              <a:path w="2632075" h="1600200">
                <a:moveTo>
                  <a:pt x="35433" y="203200"/>
                </a:moveTo>
                <a:lnTo>
                  <a:pt x="18503" y="203200"/>
                </a:lnTo>
                <a:lnTo>
                  <a:pt x="14795" y="190500"/>
                </a:lnTo>
                <a:lnTo>
                  <a:pt x="31203" y="190500"/>
                </a:lnTo>
                <a:lnTo>
                  <a:pt x="35433" y="203200"/>
                </a:lnTo>
                <a:close/>
              </a:path>
              <a:path w="2632075" h="1600200">
                <a:moveTo>
                  <a:pt x="1303883" y="203200"/>
                </a:moveTo>
                <a:lnTo>
                  <a:pt x="1286954" y="203200"/>
                </a:lnTo>
                <a:lnTo>
                  <a:pt x="1291170" y="190500"/>
                </a:lnTo>
                <a:lnTo>
                  <a:pt x="1307591" y="190500"/>
                </a:lnTo>
                <a:lnTo>
                  <a:pt x="1303883" y="203200"/>
                </a:lnTo>
                <a:close/>
              </a:path>
              <a:path w="2632075" h="1600200">
                <a:moveTo>
                  <a:pt x="55194" y="215900"/>
                </a:moveTo>
                <a:lnTo>
                  <a:pt x="31876" y="215900"/>
                </a:lnTo>
                <a:lnTo>
                  <a:pt x="27063" y="203200"/>
                </a:lnTo>
                <a:lnTo>
                  <a:pt x="49504" y="203200"/>
                </a:lnTo>
                <a:lnTo>
                  <a:pt x="55194" y="215900"/>
                </a:lnTo>
                <a:close/>
              </a:path>
              <a:path w="2632075" h="1600200">
                <a:moveTo>
                  <a:pt x="1290510" y="215900"/>
                </a:moveTo>
                <a:lnTo>
                  <a:pt x="1267193" y="215900"/>
                </a:lnTo>
                <a:lnTo>
                  <a:pt x="1272882" y="203200"/>
                </a:lnTo>
                <a:lnTo>
                  <a:pt x="1295323" y="203200"/>
                </a:lnTo>
                <a:lnTo>
                  <a:pt x="1290510" y="215900"/>
                </a:lnTo>
                <a:close/>
              </a:path>
              <a:path w="2632075" h="1600200">
                <a:moveTo>
                  <a:pt x="73863" y="228600"/>
                </a:moveTo>
                <a:lnTo>
                  <a:pt x="48437" y="228600"/>
                </a:lnTo>
                <a:lnTo>
                  <a:pt x="42570" y="215900"/>
                </a:lnTo>
                <a:lnTo>
                  <a:pt x="67132" y="215900"/>
                </a:lnTo>
                <a:lnTo>
                  <a:pt x="73863" y="228600"/>
                </a:lnTo>
                <a:close/>
              </a:path>
              <a:path w="2632075" h="1600200">
                <a:moveTo>
                  <a:pt x="1273949" y="228600"/>
                </a:moveTo>
                <a:lnTo>
                  <a:pt x="1248524" y="228600"/>
                </a:lnTo>
                <a:lnTo>
                  <a:pt x="1255255" y="215900"/>
                </a:lnTo>
                <a:lnTo>
                  <a:pt x="1279817" y="215900"/>
                </a:lnTo>
                <a:lnTo>
                  <a:pt x="1273949" y="228600"/>
                </a:lnTo>
                <a:close/>
              </a:path>
              <a:path w="2632075" h="1600200">
                <a:moveTo>
                  <a:pt x="103568" y="241300"/>
                </a:moveTo>
                <a:lnTo>
                  <a:pt x="75260" y="241300"/>
                </a:lnTo>
                <a:lnTo>
                  <a:pt x="68059" y="228600"/>
                </a:lnTo>
                <a:lnTo>
                  <a:pt x="95529" y="228600"/>
                </a:lnTo>
                <a:lnTo>
                  <a:pt x="103568" y="241300"/>
                </a:lnTo>
                <a:close/>
              </a:path>
              <a:path w="2632075" h="1600200">
                <a:moveTo>
                  <a:pt x="1247127" y="241300"/>
                </a:moveTo>
                <a:lnTo>
                  <a:pt x="1218819" y="241300"/>
                </a:lnTo>
                <a:lnTo>
                  <a:pt x="1226858" y="228600"/>
                </a:lnTo>
                <a:lnTo>
                  <a:pt x="1254328" y="228600"/>
                </a:lnTo>
                <a:lnTo>
                  <a:pt x="1247127" y="241300"/>
                </a:lnTo>
                <a:close/>
              </a:path>
              <a:path w="2632075" h="1600200">
                <a:moveTo>
                  <a:pt x="138493" y="254000"/>
                </a:moveTo>
                <a:lnTo>
                  <a:pt x="98793" y="254000"/>
                </a:lnTo>
                <a:lnTo>
                  <a:pt x="90639" y="241300"/>
                </a:lnTo>
                <a:lnTo>
                  <a:pt x="120243" y="241300"/>
                </a:lnTo>
                <a:lnTo>
                  <a:pt x="138493" y="254000"/>
                </a:lnTo>
                <a:close/>
              </a:path>
              <a:path w="2632075" h="1600200">
                <a:moveTo>
                  <a:pt x="1223594" y="254000"/>
                </a:moveTo>
                <a:lnTo>
                  <a:pt x="1183894" y="254000"/>
                </a:lnTo>
                <a:lnTo>
                  <a:pt x="1202143" y="241300"/>
                </a:lnTo>
                <a:lnTo>
                  <a:pt x="1231747" y="241300"/>
                </a:lnTo>
                <a:lnTo>
                  <a:pt x="1223594" y="254000"/>
                </a:lnTo>
                <a:close/>
              </a:path>
              <a:path w="2632075" h="1600200">
                <a:moveTo>
                  <a:pt x="199720" y="266700"/>
                </a:moveTo>
                <a:lnTo>
                  <a:pt x="134480" y="266700"/>
                </a:lnTo>
                <a:lnTo>
                  <a:pt x="116052" y="254000"/>
                </a:lnTo>
                <a:lnTo>
                  <a:pt x="178041" y="254000"/>
                </a:lnTo>
                <a:lnTo>
                  <a:pt x="199720" y="266700"/>
                </a:lnTo>
                <a:close/>
              </a:path>
              <a:path w="2632075" h="1600200">
                <a:moveTo>
                  <a:pt x="1187907" y="266700"/>
                </a:moveTo>
                <a:lnTo>
                  <a:pt x="1122667" y="266700"/>
                </a:lnTo>
                <a:lnTo>
                  <a:pt x="1144346" y="254000"/>
                </a:lnTo>
                <a:lnTo>
                  <a:pt x="1206322" y="254000"/>
                </a:lnTo>
                <a:lnTo>
                  <a:pt x="1187907" y="266700"/>
                </a:lnTo>
                <a:close/>
              </a:path>
              <a:path w="2632075" h="1600200">
                <a:moveTo>
                  <a:pt x="245960" y="279400"/>
                </a:moveTo>
                <a:lnTo>
                  <a:pt x="196646" y="279400"/>
                </a:lnTo>
                <a:lnTo>
                  <a:pt x="174828" y="266700"/>
                </a:lnTo>
                <a:lnTo>
                  <a:pt x="222199" y="266700"/>
                </a:lnTo>
                <a:lnTo>
                  <a:pt x="245960" y="279400"/>
                </a:lnTo>
                <a:close/>
              </a:path>
              <a:path w="2632075" h="1600200">
                <a:moveTo>
                  <a:pt x="1125740" y="279400"/>
                </a:moveTo>
                <a:lnTo>
                  <a:pt x="1076426" y="279400"/>
                </a:lnTo>
                <a:lnTo>
                  <a:pt x="1100188" y="266700"/>
                </a:lnTo>
                <a:lnTo>
                  <a:pt x="1147559" y="266700"/>
                </a:lnTo>
                <a:lnTo>
                  <a:pt x="1125740" y="279400"/>
                </a:lnTo>
                <a:close/>
              </a:path>
              <a:path w="2632075" h="1600200">
                <a:moveTo>
                  <a:pt x="322605" y="292100"/>
                </a:moveTo>
                <a:lnTo>
                  <a:pt x="243395" y="292100"/>
                </a:lnTo>
                <a:lnTo>
                  <a:pt x="219519" y="279400"/>
                </a:lnTo>
                <a:lnTo>
                  <a:pt x="296037" y="279400"/>
                </a:lnTo>
                <a:lnTo>
                  <a:pt x="322605" y="292100"/>
                </a:lnTo>
                <a:close/>
              </a:path>
              <a:path w="2632075" h="1600200">
                <a:moveTo>
                  <a:pt x="1078979" y="292100"/>
                </a:moveTo>
                <a:lnTo>
                  <a:pt x="999769" y="292100"/>
                </a:lnTo>
                <a:lnTo>
                  <a:pt x="1026350" y="279400"/>
                </a:lnTo>
                <a:lnTo>
                  <a:pt x="1102867" y="279400"/>
                </a:lnTo>
                <a:lnTo>
                  <a:pt x="1078979" y="292100"/>
                </a:lnTo>
                <a:close/>
              </a:path>
              <a:path w="2632075" h="1600200">
                <a:moveTo>
                  <a:pt x="406996" y="304800"/>
                </a:moveTo>
                <a:lnTo>
                  <a:pt x="320700" y="304800"/>
                </a:lnTo>
                <a:lnTo>
                  <a:pt x="294030" y="292100"/>
                </a:lnTo>
                <a:lnTo>
                  <a:pt x="377990" y="292100"/>
                </a:lnTo>
                <a:lnTo>
                  <a:pt x="406996" y="304800"/>
                </a:lnTo>
                <a:close/>
              </a:path>
              <a:path w="2632075" h="1600200">
                <a:moveTo>
                  <a:pt x="1001687" y="304800"/>
                </a:moveTo>
                <a:lnTo>
                  <a:pt x="915390" y="304800"/>
                </a:lnTo>
                <a:lnTo>
                  <a:pt x="944397" y="292100"/>
                </a:lnTo>
                <a:lnTo>
                  <a:pt x="1028357" y="292100"/>
                </a:lnTo>
                <a:lnTo>
                  <a:pt x="1001687" y="304800"/>
                </a:lnTo>
                <a:close/>
              </a:path>
              <a:path w="2632075" h="1600200">
                <a:moveTo>
                  <a:pt x="594436" y="317500"/>
                </a:moveTo>
                <a:lnTo>
                  <a:pt x="405650" y="317500"/>
                </a:lnTo>
                <a:lnTo>
                  <a:pt x="376554" y="304800"/>
                </a:lnTo>
                <a:lnTo>
                  <a:pt x="561657" y="304800"/>
                </a:lnTo>
                <a:lnTo>
                  <a:pt x="594436" y="317500"/>
                </a:lnTo>
                <a:close/>
              </a:path>
              <a:path w="2632075" h="1600200">
                <a:moveTo>
                  <a:pt x="916736" y="317500"/>
                </a:moveTo>
                <a:lnTo>
                  <a:pt x="727951" y="317500"/>
                </a:lnTo>
                <a:lnTo>
                  <a:pt x="760717" y="304800"/>
                </a:lnTo>
                <a:lnTo>
                  <a:pt x="945832" y="304800"/>
                </a:lnTo>
                <a:lnTo>
                  <a:pt x="916736" y="317500"/>
                </a:lnTo>
                <a:close/>
              </a:path>
              <a:path w="2632075" h="1600200">
                <a:moveTo>
                  <a:pt x="728306" y="330200"/>
                </a:moveTo>
                <a:lnTo>
                  <a:pt x="594080" y="330200"/>
                </a:lnTo>
                <a:lnTo>
                  <a:pt x="561225" y="317500"/>
                </a:lnTo>
                <a:lnTo>
                  <a:pt x="761161" y="317500"/>
                </a:lnTo>
                <a:lnTo>
                  <a:pt x="728306" y="330200"/>
                </a:lnTo>
                <a:close/>
              </a:path>
              <a:path w="2632075" h="1600200">
                <a:moveTo>
                  <a:pt x="2196604" y="1282700"/>
                </a:moveTo>
                <a:lnTo>
                  <a:pt x="1745157" y="1282700"/>
                </a:lnTo>
                <a:lnTo>
                  <a:pt x="1775675" y="1270000"/>
                </a:lnTo>
                <a:lnTo>
                  <a:pt x="2166086" y="1270000"/>
                </a:lnTo>
                <a:lnTo>
                  <a:pt x="2196604" y="1282700"/>
                </a:lnTo>
                <a:close/>
              </a:path>
              <a:path w="2632075" h="1600200">
                <a:moveTo>
                  <a:pt x="1746250" y="1295400"/>
                </a:moveTo>
                <a:lnTo>
                  <a:pt x="1630387" y="1295400"/>
                </a:lnTo>
                <a:lnTo>
                  <a:pt x="1657908" y="1282700"/>
                </a:lnTo>
                <a:lnTo>
                  <a:pt x="1776666" y="1282700"/>
                </a:lnTo>
                <a:lnTo>
                  <a:pt x="1746250" y="1295400"/>
                </a:lnTo>
                <a:close/>
              </a:path>
              <a:path w="2632075" h="1600200">
                <a:moveTo>
                  <a:pt x="2311374" y="1295400"/>
                </a:moveTo>
                <a:lnTo>
                  <a:pt x="2195512" y="1295400"/>
                </a:lnTo>
                <a:lnTo>
                  <a:pt x="2165096" y="1282700"/>
                </a:lnTo>
                <a:lnTo>
                  <a:pt x="2283853" y="1282700"/>
                </a:lnTo>
                <a:lnTo>
                  <a:pt x="2311374" y="1295400"/>
                </a:lnTo>
                <a:close/>
              </a:path>
              <a:path w="2632075" h="1600200">
                <a:moveTo>
                  <a:pt x="1632203" y="1308100"/>
                </a:moveTo>
                <a:lnTo>
                  <a:pt x="1553083" y="1308100"/>
                </a:lnTo>
                <a:lnTo>
                  <a:pt x="1577936" y="1295400"/>
                </a:lnTo>
                <a:lnTo>
                  <a:pt x="1659623" y="1295400"/>
                </a:lnTo>
                <a:lnTo>
                  <a:pt x="1632203" y="1308100"/>
                </a:lnTo>
                <a:close/>
              </a:path>
              <a:path w="2632075" h="1600200">
                <a:moveTo>
                  <a:pt x="2388666" y="1308100"/>
                </a:moveTo>
                <a:lnTo>
                  <a:pt x="2309558" y="1308100"/>
                </a:lnTo>
                <a:lnTo>
                  <a:pt x="2282139" y="1295400"/>
                </a:lnTo>
                <a:lnTo>
                  <a:pt x="2363825" y="1295400"/>
                </a:lnTo>
                <a:lnTo>
                  <a:pt x="2388666" y="1308100"/>
                </a:lnTo>
                <a:close/>
              </a:path>
              <a:path w="2632075" h="1600200">
                <a:moveTo>
                  <a:pt x="1555534" y="1320800"/>
                </a:moveTo>
                <a:lnTo>
                  <a:pt x="1484515" y="1320800"/>
                </a:lnTo>
                <a:lnTo>
                  <a:pt x="1506334" y="1308100"/>
                </a:lnTo>
                <a:lnTo>
                  <a:pt x="1580273" y="1308100"/>
                </a:lnTo>
                <a:lnTo>
                  <a:pt x="1555534" y="1320800"/>
                </a:lnTo>
                <a:close/>
              </a:path>
              <a:path w="2632075" h="1600200">
                <a:moveTo>
                  <a:pt x="2457246" y="1320800"/>
                </a:moveTo>
                <a:lnTo>
                  <a:pt x="2386228" y="1320800"/>
                </a:lnTo>
                <a:lnTo>
                  <a:pt x="2361488" y="1308100"/>
                </a:lnTo>
                <a:lnTo>
                  <a:pt x="2435428" y="1308100"/>
                </a:lnTo>
                <a:lnTo>
                  <a:pt x="2457246" y="1320800"/>
                </a:lnTo>
                <a:close/>
              </a:path>
              <a:path w="2632075" h="1600200">
                <a:moveTo>
                  <a:pt x="1487728" y="1333500"/>
                </a:moveTo>
                <a:lnTo>
                  <a:pt x="1444167" y="1333500"/>
                </a:lnTo>
                <a:lnTo>
                  <a:pt x="1463776" y="1320800"/>
                </a:lnTo>
                <a:lnTo>
                  <a:pt x="1509407" y="1320800"/>
                </a:lnTo>
                <a:lnTo>
                  <a:pt x="1487728" y="1333500"/>
                </a:lnTo>
                <a:close/>
              </a:path>
              <a:path w="2632075" h="1600200">
                <a:moveTo>
                  <a:pt x="2497594" y="1333500"/>
                </a:moveTo>
                <a:lnTo>
                  <a:pt x="2454033" y="1333500"/>
                </a:lnTo>
                <a:lnTo>
                  <a:pt x="2432354" y="1320800"/>
                </a:lnTo>
                <a:lnTo>
                  <a:pt x="2477985" y="1320800"/>
                </a:lnTo>
                <a:lnTo>
                  <a:pt x="2497594" y="1333500"/>
                </a:lnTo>
                <a:close/>
              </a:path>
              <a:path w="2632075" h="1600200">
                <a:moveTo>
                  <a:pt x="1448003" y="1346200"/>
                </a:moveTo>
                <a:lnTo>
                  <a:pt x="1416951" y="1346200"/>
                </a:lnTo>
                <a:lnTo>
                  <a:pt x="1425740" y="1333500"/>
                </a:lnTo>
                <a:lnTo>
                  <a:pt x="1467446" y="1333500"/>
                </a:lnTo>
                <a:lnTo>
                  <a:pt x="1448003" y="1346200"/>
                </a:lnTo>
                <a:close/>
              </a:path>
              <a:path w="2632075" h="1600200">
                <a:moveTo>
                  <a:pt x="2524810" y="1346200"/>
                </a:moveTo>
                <a:lnTo>
                  <a:pt x="2493759" y="1346200"/>
                </a:lnTo>
                <a:lnTo>
                  <a:pt x="2474315" y="1333500"/>
                </a:lnTo>
                <a:lnTo>
                  <a:pt x="2516009" y="1333500"/>
                </a:lnTo>
                <a:lnTo>
                  <a:pt x="2524810" y="1346200"/>
                </a:lnTo>
                <a:close/>
              </a:path>
              <a:path w="2632075" h="1600200">
                <a:moveTo>
                  <a:pt x="1421396" y="1358900"/>
                </a:moveTo>
                <a:lnTo>
                  <a:pt x="1384947" y="1358900"/>
                </a:lnTo>
                <a:lnTo>
                  <a:pt x="1392478" y="1346200"/>
                </a:lnTo>
                <a:lnTo>
                  <a:pt x="1430070" y="1346200"/>
                </a:lnTo>
                <a:lnTo>
                  <a:pt x="1421396" y="1358900"/>
                </a:lnTo>
                <a:close/>
              </a:path>
              <a:path w="2632075" h="1600200">
                <a:moveTo>
                  <a:pt x="2556814" y="1358900"/>
                </a:moveTo>
                <a:lnTo>
                  <a:pt x="2520353" y="1358900"/>
                </a:lnTo>
                <a:lnTo>
                  <a:pt x="2511691" y="1346200"/>
                </a:lnTo>
                <a:lnTo>
                  <a:pt x="2549283" y="1346200"/>
                </a:lnTo>
                <a:lnTo>
                  <a:pt x="2556814" y="1358900"/>
                </a:lnTo>
                <a:close/>
              </a:path>
              <a:path w="2632075" h="1600200">
                <a:moveTo>
                  <a:pt x="1390332" y="1371600"/>
                </a:moveTo>
                <a:lnTo>
                  <a:pt x="1364335" y="1371600"/>
                </a:lnTo>
                <a:lnTo>
                  <a:pt x="1370876" y="1358900"/>
                </a:lnTo>
                <a:lnTo>
                  <a:pt x="1397736" y="1358900"/>
                </a:lnTo>
                <a:lnTo>
                  <a:pt x="1390332" y="1371600"/>
                </a:lnTo>
                <a:close/>
              </a:path>
              <a:path w="2632075" h="1600200">
                <a:moveTo>
                  <a:pt x="2577426" y="1371600"/>
                </a:moveTo>
                <a:lnTo>
                  <a:pt x="2551429" y="1371600"/>
                </a:lnTo>
                <a:lnTo>
                  <a:pt x="2544025" y="1358900"/>
                </a:lnTo>
                <a:lnTo>
                  <a:pt x="2570886" y="1358900"/>
                </a:lnTo>
                <a:lnTo>
                  <a:pt x="2577426" y="1371600"/>
                </a:lnTo>
                <a:close/>
              </a:path>
              <a:path w="2632075" h="1600200">
                <a:moveTo>
                  <a:pt x="1364703" y="1384300"/>
                </a:moveTo>
                <a:lnTo>
                  <a:pt x="1341564" y="1384300"/>
                </a:lnTo>
                <a:lnTo>
                  <a:pt x="1346733" y="1371600"/>
                </a:lnTo>
                <a:lnTo>
                  <a:pt x="1370749" y="1371600"/>
                </a:lnTo>
                <a:lnTo>
                  <a:pt x="1364703" y="1384300"/>
                </a:lnTo>
                <a:close/>
              </a:path>
              <a:path w="2632075" h="1600200">
                <a:moveTo>
                  <a:pt x="2600198" y="1384300"/>
                </a:moveTo>
                <a:lnTo>
                  <a:pt x="2577058" y="1384300"/>
                </a:lnTo>
                <a:lnTo>
                  <a:pt x="2571013" y="1371600"/>
                </a:lnTo>
                <a:lnTo>
                  <a:pt x="2595029" y="1371600"/>
                </a:lnTo>
                <a:lnTo>
                  <a:pt x="2600198" y="1384300"/>
                </a:lnTo>
                <a:close/>
              </a:path>
              <a:path w="2632075" h="1600200">
                <a:moveTo>
                  <a:pt x="1344891" y="1397000"/>
                </a:moveTo>
                <a:lnTo>
                  <a:pt x="1328191" y="1397000"/>
                </a:lnTo>
                <a:lnTo>
                  <a:pt x="1332293" y="1384300"/>
                </a:lnTo>
                <a:lnTo>
                  <a:pt x="1349502" y="1384300"/>
                </a:lnTo>
                <a:lnTo>
                  <a:pt x="1344891" y="1397000"/>
                </a:lnTo>
                <a:close/>
              </a:path>
              <a:path w="2632075" h="1600200">
                <a:moveTo>
                  <a:pt x="1349286" y="1397000"/>
                </a:moveTo>
                <a:lnTo>
                  <a:pt x="1349502" y="1384300"/>
                </a:lnTo>
                <a:lnTo>
                  <a:pt x="1354251" y="1384300"/>
                </a:lnTo>
                <a:lnTo>
                  <a:pt x="1349286" y="1397000"/>
                </a:lnTo>
                <a:close/>
              </a:path>
              <a:path w="2632075" h="1600200">
                <a:moveTo>
                  <a:pt x="2592476" y="1397000"/>
                </a:moveTo>
                <a:lnTo>
                  <a:pt x="2587510" y="1384300"/>
                </a:lnTo>
                <a:lnTo>
                  <a:pt x="2592260" y="1384300"/>
                </a:lnTo>
                <a:lnTo>
                  <a:pt x="2592476" y="1397000"/>
                </a:lnTo>
                <a:close/>
              </a:path>
              <a:path w="2632075" h="1600200">
                <a:moveTo>
                  <a:pt x="2613571" y="1397000"/>
                </a:moveTo>
                <a:lnTo>
                  <a:pt x="2596857" y="1397000"/>
                </a:lnTo>
                <a:lnTo>
                  <a:pt x="2592260" y="1384300"/>
                </a:lnTo>
                <a:lnTo>
                  <a:pt x="2609469" y="1384300"/>
                </a:lnTo>
                <a:lnTo>
                  <a:pt x="2613571" y="1397000"/>
                </a:lnTo>
                <a:close/>
              </a:path>
              <a:path w="2632075" h="1600200">
                <a:moveTo>
                  <a:pt x="1334071" y="1409700"/>
                </a:moveTo>
                <a:lnTo>
                  <a:pt x="1318196" y="1409700"/>
                </a:lnTo>
                <a:lnTo>
                  <a:pt x="1321142" y="1397000"/>
                </a:lnTo>
                <a:lnTo>
                  <a:pt x="1337538" y="1397000"/>
                </a:lnTo>
                <a:lnTo>
                  <a:pt x="1334071" y="1409700"/>
                </a:lnTo>
                <a:close/>
              </a:path>
              <a:path w="2632075" h="1600200">
                <a:moveTo>
                  <a:pt x="2619375" y="1435100"/>
                </a:moveTo>
                <a:lnTo>
                  <a:pt x="2619235" y="1435100"/>
                </a:lnTo>
                <a:lnTo>
                  <a:pt x="2618600" y="1422400"/>
                </a:lnTo>
                <a:lnTo>
                  <a:pt x="2616593" y="1422400"/>
                </a:lnTo>
                <a:lnTo>
                  <a:pt x="2614714" y="1409700"/>
                </a:lnTo>
                <a:lnTo>
                  <a:pt x="2607691" y="1409700"/>
                </a:lnTo>
                <a:lnTo>
                  <a:pt x="2604223" y="1397000"/>
                </a:lnTo>
                <a:lnTo>
                  <a:pt x="2619375" y="1397000"/>
                </a:lnTo>
                <a:lnTo>
                  <a:pt x="2619375" y="1435100"/>
                </a:lnTo>
                <a:close/>
              </a:path>
              <a:path w="2632075" h="1600200">
                <a:moveTo>
                  <a:pt x="2632075" y="1485900"/>
                </a:moveTo>
                <a:lnTo>
                  <a:pt x="2622016" y="1485900"/>
                </a:lnTo>
                <a:lnTo>
                  <a:pt x="2619171" y="1435100"/>
                </a:lnTo>
                <a:lnTo>
                  <a:pt x="2632062" y="1435100"/>
                </a:lnTo>
                <a:lnTo>
                  <a:pt x="2631833" y="1422400"/>
                </a:lnTo>
                <a:lnTo>
                  <a:pt x="2629877" y="1422400"/>
                </a:lnTo>
                <a:lnTo>
                  <a:pt x="2628214" y="1409700"/>
                </a:lnTo>
                <a:lnTo>
                  <a:pt x="2623566" y="1409700"/>
                </a:lnTo>
                <a:lnTo>
                  <a:pt x="2620619" y="1397000"/>
                </a:lnTo>
                <a:lnTo>
                  <a:pt x="2632075" y="1397000"/>
                </a:lnTo>
                <a:lnTo>
                  <a:pt x="2632075" y="1485900"/>
                </a:lnTo>
                <a:close/>
              </a:path>
              <a:path w="2632075" h="1600200">
                <a:moveTo>
                  <a:pt x="1325168" y="1422400"/>
                </a:moveTo>
                <a:lnTo>
                  <a:pt x="1311871" y="1422400"/>
                </a:lnTo>
                <a:lnTo>
                  <a:pt x="1313548" y="1409700"/>
                </a:lnTo>
                <a:lnTo>
                  <a:pt x="1327048" y="1409700"/>
                </a:lnTo>
                <a:lnTo>
                  <a:pt x="1325168" y="1422400"/>
                </a:lnTo>
                <a:close/>
              </a:path>
              <a:path w="2632075" h="1600200">
                <a:moveTo>
                  <a:pt x="1322527" y="1435100"/>
                </a:moveTo>
                <a:lnTo>
                  <a:pt x="1309484" y="1435100"/>
                </a:lnTo>
                <a:lnTo>
                  <a:pt x="1309928" y="1422400"/>
                </a:lnTo>
                <a:lnTo>
                  <a:pt x="1323162" y="1422400"/>
                </a:lnTo>
                <a:lnTo>
                  <a:pt x="1322527" y="1435100"/>
                </a:lnTo>
                <a:close/>
              </a:path>
              <a:path w="2632075" h="1600200">
                <a:moveTo>
                  <a:pt x="14401" y="1447800"/>
                </a:moveTo>
                <a:lnTo>
                  <a:pt x="977" y="1447800"/>
                </a:lnTo>
                <a:lnTo>
                  <a:pt x="241" y="1435100"/>
                </a:lnTo>
                <a:lnTo>
                  <a:pt x="13347" y="1435100"/>
                </a:lnTo>
                <a:lnTo>
                  <a:pt x="14401" y="1447800"/>
                </a:lnTo>
                <a:close/>
              </a:path>
              <a:path w="2632075" h="1600200">
                <a:moveTo>
                  <a:pt x="1321409" y="1447800"/>
                </a:moveTo>
                <a:lnTo>
                  <a:pt x="1307985" y="1447800"/>
                </a:lnTo>
                <a:lnTo>
                  <a:pt x="1309039" y="1435100"/>
                </a:lnTo>
                <a:lnTo>
                  <a:pt x="1322146" y="1435100"/>
                </a:lnTo>
                <a:lnTo>
                  <a:pt x="1321409" y="1447800"/>
                </a:lnTo>
                <a:close/>
              </a:path>
              <a:path w="2632075" h="1600200">
                <a:moveTo>
                  <a:pt x="21831" y="1460500"/>
                </a:moveTo>
                <a:lnTo>
                  <a:pt x="5981" y="1460500"/>
                </a:lnTo>
                <a:lnTo>
                  <a:pt x="3860" y="1447800"/>
                </a:lnTo>
                <a:lnTo>
                  <a:pt x="19138" y="1447800"/>
                </a:lnTo>
                <a:lnTo>
                  <a:pt x="21831" y="1460500"/>
                </a:lnTo>
                <a:close/>
              </a:path>
              <a:path w="2632075" h="1600200">
                <a:moveTo>
                  <a:pt x="1316405" y="1460500"/>
                </a:moveTo>
                <a:lnTo>
                  <a:pt x="1300556" y="1460500"/>
                </a:lnTo>
                <a:lnTo>
                  <a:pt x="1303248" y="1447800"/>
                </a:lnTo>
                <a:lnTo>
                  <a:pt x="1318526" y="1447800"/>
                </a:lnTo>
                <a:lnTo>
                  <a:pt x="1316405" y="1460500"/>
                </a:lnTo>
                <a:close/>
              </a:path>
              <a:path w="2632075" h="1600200">
                <a:moveTo>
                  <a:pt x="31445" y="1473200"/>
                </a:moveTo>
                <a:lnTo>
                  <a:pt x="14795" y="1473200"/>
                </a:lnTo>
                <a:lnTo>
                  <a:pt x="11455" y="1460500"/>
                </a:lnTo>
                <a:lnTo>
                  <a:pt x="27597" y="1460500"/>
                </a:lnTo>
                <a:lnTo>
                  <a:pt x="31445" y="1473200"/>
                </a:lnTo>
                <a:close/>
              </a:path>
              <a:path w="2632075" h="1600200">
                <a:moveTo>
                  <a:pt x="1307591" y="1473200"/>
                </a:moveTo>
                <a:lnTo>
                  <a:pt x="1290942" y="1473200"/>
                </a:lnTo>
                <a:lnTo>
                  <a:pt x="1294790" y="1460500"/>
                </a:lnTo>
                <a:lnTo>
                  <a:pt x="1310932" y="1460500"/>
                </a:lnTo>
                <a:lnTo>
                  <a:pt x="1307591" y="1473200"/>
                </a:lnTo>
                <a:close/>
              </a:path>
              <a:path w="2632075" h="1600200">
                <a:moveTo>
                  <a:pt x="49695" y="1485900"/>
                </a:moveTo>
                <a:lnTo>
                  <a:pt x="27063" y="1485900"/>
                </a:lnTo>
                <a:lnTo>
                  <a:pt x="22605" y="1473200"/>
                </a:lnTo>
                <a:lnTo>
                  <a:pt x="44361" y="1473200"/>
                </a:lnTo>
                <a:lnTo>
                  <a:pt x="49695" y="1485900"/>
                </a:lnTo>
                <a:close/>
              </a:path>
              <a:path w="2632075" h="1600200">
                <a:moveTo>
                  <a:pt x="1295323" y="1485900"/>
                </a:moveTo>
                <a:lnTo>
                  <a:pt x="1272692" y="1485900"/>
                </a:lnTo>
                <a:lnTo>
                  <a:pt x="1278026" y="1473200"/>
                </a:lnTo>
                <a:lnTo>
                  <a:pt x="1299781" y="1473200"/>
                </a:lnTo>
                <a:lnTo>
                  <a:pt x="1295323" y="1485900"/>
                </a:lnTo>
                <a:close/>
              </a:path>
              <a:path w="2632075" h="1600200">
                <a:moveTo>
                  <a:pt x="67284" y="1498600"/>
                </a:moveTo>
                <a:lnTo>
                  <a:pt x="42570" y="1498600"/>
                </a:lnTo>
                <a:lnTo>
                  <a:pt x="37045" y="1485900"/>
                </a:lnTo>
                <a:lnTo>
                  <a:pt x="60896" y="1485900"/>
                </a:lnTo>
                <a:lnTo>
                  <a:pt x="67284" y="1498600"/>
                </a:lnTo>
                <a:close/>
              </a:path>
              <a:path w="2632075" h="1600200">
                <a:moveTo>
                  <a:pt x="1279817" y="1498600"/>
                </a:moveTo>
                <a:lnTo>
                  <a:pt x="1255102" y="1498600"/>
                </a:lnTo>
                <a:lnTo>
                  <a:pt x="1261490" y="1485900"/>
                </a:lnTo>
                <a:lnTo>
                  <a:pt x="1285341" y="1485900"/>
                </a:lnTo>
                <a:lnTo>
                  <a:pt x="1279817" y="1498600"/>
                </a:lnTo>
                <a:close/>
              </a:path>
              <a:path w="2632075" h="1600200">
                <a:moveTo>
                  <a:pt x="95643" y="1511300"/>
                </a:moveTo>
                <a:lnTo>
                  <a:pt x="68059" y="1511300"/>
                </a:lnTo>
                <a:lnTo>
                  <a:pt x="61188" y="1498600"/>
                </a:lnTo>
                <a:lnTo>
                  <a:pt x="87922" y="1498600"/>
                </a:lnTo>
                <a:lnTo>
                  <a:pt x="95643" y="1511300"/>
                </a:lnTo>
                <a:close/>
              </a:path>
              <a:path w="2632075" h="1600200">
                <a:moveTo>
                  <a:pt x="1254328" y="1511300"/>
                </a:moveTo>
                <a:lnTo>
                  <a:pt x="1226743" y="1511300"/>
                </a:lnTo>
                <a:lnTo>
                  <a:pt x="1234465" y="1498600"/>
                </a:lnTo>
                <a:lnTo>
                  <a:pt x="1261198" y="1498600"/>
                </a:lnTo>
                <a:lnTo>
                  <a:pt x="1254328" y="1511300"/>
                </a:lnTo>
                <a:close/>
              </a:path>
              <a:path w="2632075" h="1600200">
                <a:moveTo>
                  <a:pt x="138493" y="1524000"/>
                </a:moveTo>
                <a:lnTo>
                  <a:pt x="90639" y="1524000"/>
                </a:lnTo>
                <a:lnTo>
                  <a:pt x="82791" y="1511300"/>
                </a:lnTo>
                <a:lnTo>
                  <a:pt x="120243" y="1511300"/>
                </a:lnTo>
                <a:lnTo>
                  <a:pt x="138493" y="1524000"/>
                </a:lnTo>
                <a:close/>
              </a:path>
              <a:path w="2632075" h="1600200">
                <a:moveTo>
                  <a:pt x="1231747" y="1524000"/>
                </a:moveTo>
                <a:lnTo>
                  <a:pt x="1183894" y="1524000"/>
                </a:lnTo>
                <a:lnTo>
                  <a:pt x="1202143" y="1511300"/>
                </a:lnTo>
                <a:lnTo>
                  <a:pt x="1239596" y="1511300"/>
                </a:lnTo>
                <a:lnTo>
                  <a:pt x="1231747" y="1524000"/>
                </a:lnTo>
                <a:close/>
              </a:path>
              <a:path w="2632075" h="1600200">
                <a:moveTo>
                  <a:pt x="178180" y="1536700"/>
                </a:moveTo>
                <a:lnTo>
                  <a:pt x="134480" y="1536700"/>
                </a:lnTo>
                <a:lnTo>
                  <a:pt x="116052" y="1524000"/>
                </a:lnTo>
                <a:lnTo>
                  <a:pt x="157594" y="1524000"/>
                </a:lnTo>
                <a:lnTo>
                  <a:pt x="178180" y="1536700"/>
                </a:lnTo>
                <a:close/>
              </a:path>
              <a:path w="2632075" h="1600200">
                <a:moveTo>
                  <a:pt x="1187907" y="1536700"/>
                </a:moveTo>
                <a:lnTo>
                  <a:pt x="1144206" y="1536700"/>
                </a:lnTo>
                <a:lnTo>
                  <a:pt x="1164780" y="1524000"/>
                </a:lnTo>
                <a:lnTo>
                  <a:pt x="1206322" y="1524000"/>
                </a:lnTo>
                <a:lnTo>
                  <a:pt x="1187907" y="1536700"/>
                </a:lnTo>
                <a:close/>
              </a:path>
              <a:path w="2632075" h="1600200">
                <a:moveTo>
                  <a:pt x="222326" y="1549400"/>
                </a:moveTo>
                <a:lnTo>
                  <a:pt x="174828" y="1549400"/>
                </a:lnTo>
                <a:lnTo>
                  <a:pt x="154089" y="1536700"/>
                </a:lnTo>
                <a:lnTo>
                  <a:pt x="199580" y="1536700"/>
                </a:lnTo>
                <a:lnTo>
                  <a:pt x="222326" y="1549400"/>
                </a:lnTo>
                <a:close/>
              </a:path>
              <a:path w="2632075" h="1600200">
                <a:moveTo>
                  <a:pt x="1147559" y="1549400"/>
                </a:moveTo>
                <a:lnTo>
                  <a:pt x="1100061" y="1549400"/>
                </a:lnTo>
                <a:lnTo>
                  <a:pt x="1122807" y="1536700"/>
                </a:lnTo>
                <a:lnTo>
                  <a:pt x="1168298" y="1536700"/>
                </a:lnTo>
                <a:lnTo>
                  <a:pt x="1147559" y="1549400"/>
                </a:lnTo>
                <a:close/>
              </a:path>
              <a:path w="2632075" h="1600200">
                <a:moveTo>
                  <a:pt x="296151" y="1562100"/>
                </a:moveTo>
                <a:lnTo>
                  <a:pt x="219519" y="1562100"/>
                </a:lnTo>
                <a:lnTo>
                  <a:pt x="196646" y="1549400"/>
                </a:lnTo>
                <a:lnTo>
                  <a:pt x="270471" y="1549400"/>
                </a:lnTo>
                <a:lnTo>
                  <a:pt x="296151" y="1562100"/>
                </a:lnTo>
                <a:close/>
              </a:path>
              <a:path w="2632075" h="1600200">
                <a:moveTo>
                  <a:pt x="1102867" y="1562100"/>
                </a:moveTo>
                <a:lnTo>
                  <a:pt x="1026236" y="1562100"/>
                </a:lnTo>
                <a:lnTo>
                  <a:pt x="1051915" y="1549400"/>
                </a:lnTo>
                <a:lnTo>
                  <a:pt x="1125740" y="1549400"/>
                </a:lnTo>
                <a:lnTo>
                  <a:pt x="1102867" y="1562100"/>
                </a:lnTo>
                <a:close/>
              </a:path>
              <a:path w="2632075" h="1600200">
                <a:moveTo>
                  <a:pt x="378078" y="1574800"/>
                </a:moveTo>
                <a:lnTo>
                  <a:pt x="294030" y="1574800"/>
                </a:lnTo>
                <a:lnTo>
                  <a:pt x="268249" y="1562100"/>
                </a:lnTo>
                <a:lnTo>
                  <a:pt x="349846" y="1562100"/>
                </a:lnTo>
                <a:lnTo>
                  <a:pt x="378078" y="1574800"/>
                </a:lnTo>
                <a:close/>
              </a:path>
              <a:path w="2632075" h="1600200">
                <a:moveTo>
                  <a:pt x="1028357" y="1574800"/>
                </a:moveTo>
                <a:lnTo>
                  <a:pt x="944308" y="1574800"/>
                </a:lnTo>
                <a:lnTo>
                  <a:pt x="972540" y="1562100"/>
                </a:lnTo>
                <a:lnTo>
                  <a:pt x="1054138" y="1562100"/>
                </a:lnTo>
                <a:lnTo>
                  <a:pt x="1028357" y="1574800"/>
                </a:lnTo>
                <a:close/>
              </a:path>
              <a:path w="2632075" h="1600200">
                <a:moveTo>
                  <a:pt x="529577" y="1587500"/>
                </a:moveTo>
                <a:lnTo>
                  <a:pt x="376554" y="1587500"/>
                </a:lnTo>
                <a:lnTo>
                  <a:pt x="348221" y="1574800"/>
                </a:lnTo>
                <a:lnTo>
                  <a:pt x="497890" y="1574800"/>
                </a:lnTo>
                <a:lnTo>
                  <a:pt x="529577" y="1587500"/>
                </a:lnTo>
                <a:close/>
              </a:path>
              <a:path w="2632075" h="1600200">
                <a:moveTo>
                  <a:pt x="945832" y="1587500"/>
                </a:moveTo>
                <a:lnTo>
                  <a:pt x="792810" y="1587500"/>
                </a:lnTo>
                <a:lnTo>
                  <a:pt x="824496" y="1574800"/>
                </a:lnTo>
                <a:lnTo>
                  <a:pt x="974166" y="1574800"/>
                </a:lnTo>
                <a:lnTo>
                  <a:pt x="945832" y="1587500"/>
                </a:lnTo>
                <a:close/>
              </a:path>
              <a:path w="2632075" h="1600200">
                <a:moveTo>
                  <a:pt x="793483" y="1600200"/>
                </a:moveTo>
                <a:lnTo>
                  <a:pt x="528904" y="1600200"/>
                </a:lnTo>
                <a:lnTo>
                  <a:pt x="497141" y="1587500"/>
                </a:lnTo>
                <a:lnTo>
                  <a:pt x="825246" y="1587500"/>
                </a:lnTo>
                <a:lnTo>
                  <a:pt x="793483" y="16002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00206" y="1291564"/>
            <a:ext cx="576351" cy="50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28385" y="1200480"/>
            <a:ext cx="570229" cy="6345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50427" y="2436939"/>
            <a:ext cx="8418830" cy="2853055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7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基本应用：表达式推导、基本量分析、等效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法</a:t>
            </a:r>
            <a:endParaRPr sz="3200">
              <a:latin typeface="隶书"/>
              <a:cs typeface="隶书"/>
            </a:endParaRPr>
          </a:p>
          <a:p>
            <a:pPr lvl="1" marL="1029969" indent="-228600">
              <a:lnSpc>
                <a:spcPct val="100000"/>
              </a:lnSpc>
              <a:spcBef>
                <a:spcPts val="1625"/>
              </a:spcBef>
              <a:buFont typeface="Arial"/>
              <a:buChar char="•"/>
              <a:tabLst>
                <a:tab pos="1030605" algn="l"/>
              </a:tabLst>
            </a:pP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典型应用一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：</a:t>
            </a: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 “四值”的应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用</a:t>
            </a:r>
            <a:endParaRPr sz="3200">
              <a:latin typeface="隶书"/>
              <a:cs typeface="隶书"/>
            </a:endParaRPr>
          </a:p>
          <a:p>
            <a:pPr lvl="1" marL="10160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1016000" algn="l"/>
              </a:tabLst>
            </a:pP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典型应用二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：</a:t>
            </a: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 图象的应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用</a:t>
            </a:r>
            <a:endParaRPr sz="3200">
              <a:latin typeface="隶书"/>
              <a:cs typeface="隶书"/>
            </a:endParaRPr>
          </a:p>
          <a:p>
            <a:pPr lvl="1" marL="1016000" indent="-228600">
              <a:lnSpc>
                <a:spcPct val="100000"/>
              </a:lnSpc>
              <a:spcBef>
                <a:spcPts val="2045"/>
              </a:spcBef>
              <a:buFont typeface="Arial"/>
              <a:buChar char="•"/>
              <a:tabLst>
                <a:tab pos="1016000" algn="l"/>
              </a:tabLst>
            </a:pP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典型应用三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：</a:t>
            </a:r>
            <a:r>
              <a:rPr dirty="0" sz="3200" b="1">
                <a:solidFill>
                  <a:srgbClr val="660066"/>
                </a:solidFill>
                <a:latin typeface="隶书"/>
                <a:cs typeface="隶书"/>
              </a:rPr>
              <a:t> 表达式的应</a:t>
            </a:r>
            <a:r>
              <a:rPr dirty="0" sz="3200" spc="-10" b="1">
                <a:solidFill>
                  <a:srgbClr val="660066"/>
                </a:solidFill>
                <a:latin typeface="隶书"/>
                <a:cs typeface="隶书"/>
              </a:rPr>
              <a:t>用</a:t>
            </a:r>
            <a:endParaRPr sz="32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 i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 i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 i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 i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 i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 i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 i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 i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 i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2025-04-20T10:41:10Z</dcterms:created>
  <dcterms:modified xsi:type="dcterms:W3CDTF">2025-04-20T10:41:10Z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