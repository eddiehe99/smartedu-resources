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399" y="2080672"/>
            <a:ext cx="11075201" cy="521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7990" y="2088388"/>
            <a:ext cx="3716019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485" y="1510664"/>
            <a:ext cx="11797029" cy="365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jpg"/><Relationship Id="rId3" Type="http://schemas.openxmlformats.org/officeDocument/2006/relationships/image" Target="../media/image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jp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77.jpg"/><Relationship Id="rId4" Type="http://schemas.openxmlformats.org/officeDocument/2006/relationships/image" Target="../media/image7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73.jp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Relationship Id="rId4" Type="http://schemas.openxmlformats.org/officeDocument/2006/relationships/image" Target="../media/image97.jpg"/><Relationship Id="rId5" Type="http://schemas.openxmlformats.org/officeDocument/2006/relationships/image" Target="../media/image98.jp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110.png"/><Relationship Id="rId18" Type="http://schemas.openxmlformats.org/officeDocument/2006/relationships/image" Target="../media/image111.png"/><Relationship Id="rId19" Type="http://schemas.openxmlformats.org/officeDocument/2006/relationships/image" Target="../media/image112.png"/><Relationship Id="rId20" Type="http://schemas.openxmlformats.org/officeDocument/2006/relationships/image" Target="../media/image113.png"/><Relationship Id="rId21" Type="http://schemas.openxmlformats.org/officeDocument/2006/relationships/image" Target="../media/image114.png"/><Relationship Id="rId22" Type="http://schemas.openxmlformats.org/officeDocument/2006/relationships/image" Target="../media/image115.png"/><Relationship Id="rId23" Type="http://schemas.openxmlformats.org/officeDocument/2006/relationships/image" Target="../media/image116.png"/><Relationship Id="rId24" Type="http://schemas.openxmlformats.org/officeDocument/2006/relationships/image" Target="../media/image117.png"/><Relationship Id="rId25" Type="http://schemas.openxmlformats.org/officeDocument/2006/relationships/image" Target="../media/image118.png"/><Relationship Id="rId26" Type="http://schemas.openxmlformats.org/officeDocument/2006/relationships/image" Target="../media/image119.png"/><Relationship Id="rId27" Type="http://schemas.openxmlformats.org/officeDocument/2006/relationships/image" Target="../media/image120.png"/><Relationship Id="rId28" Type="http://schemas.openxmlformats.org/officeDocument/2006/relationships/image" Target="../media/image121.png"/><Relationship Id="rId29" Type="http://schemas.openxmlformats.org/officeDocument/2006/relationships/image" Target="../media/image122.png"/><Relationship Id="rId30" Type="http://schemas.openxmlformats.org/officeDocument/2006/relationships/image" Target="../media/image123.png"/><Relationship Id="rId31" Type="http://schemas.openxmlformats.org/officeDocument/2006/relationships/image" Target="../media/image124.png"/><Relationship Id="rId32" Type="http://schemas.openxmlformats.org/officeDocument/2006/relationships/image" Target="../media/image125.png"/><Relationship Id="rId33" Type="http://schemas.openxmlformats.org/officeDocument/2006/relationships/image" Target="../media/image126.png"/><Relationship Id="rId34" Type="http://schemas.openxmlformats.org/officeDocument/2006/relationships/image" Target="../media/image127.png"/><Relationship Id="rId35" Type="http://schemas.openxmlformats.org/officeDocument/2006/relationships/image" Target="../media/image128.png"/><Relationship Id="rId36" Type="http://schemas.openxmlformats.org/officeDocument/2006/relationships/image" Target="../media/image129.png"/><Relationship Id="rId37" Type="http://schemas.openxmlformats.org/officeDocument/2006/relationships/image" Target="../media/image130.png"/><Relationship Id="rId38" Type="http://schemas.openxmlformats.org/officeDocument/2006/relationships/image" Target="../media/image131.png"/><Relationship Id="rId39" Type="http://schemas.openxmlformats.org/officeDocument/2006/relationships/image" Target="../media/image13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image" Target="../media/image146.png"/><Relationship Id="rId16" Type="http://schemas.openxmlformats.org/officeDocument/2006/relationships/image" Target="../media/image147.png"/><Relationship Id="rId17" Type="http://schemas.openxmlformats.org/officeDocument/2006/relationships/image" Target="../media/image148.png"/><Relationship Id="rId18" Type="http://schemas.openxmlformats.org/officeDocument/2006/relationships/image" Target="../media/image149.png"/><Relationship Id="rId19" Type="http://schemas.openxmlformats.org/officeDocument/2006/relationships/image" Target="../media/image150.png"/><Relationship Id="rId20" Type="http://schemas.openxmlformats.org/officeDocument/2006/relationships/image" Target="../media/image151.jpg"/><Relationship Id="rId21" Type="http://schemas.openxmlformats.org/officeDocument/2006/relationships/image" Target="../media/image152.png"/><Relationship Id="rId22" Type="http://schemas.openxmlformats.org/officeDocument/2006/relationships/image" Target="../media/image153.png"/><Relationship Id="rId23" Type="http://schemas.openxmlformats.org/officeDocument/2006/relationships/image" Target="../media/image15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5.jpg"/><Relationship Id="rId3" Type="http://schemas.openxmlformats.org/officeDocument/2006/relationships/image" Target="../media/image15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Relationship Id="rId12" Type="http://schemas.openxmlformats.org/officeDocument/2006/relationships/image" Target="../media/image167.png"/><Relationship Id="rId13" Type="http://schemas.openxmlformats.org/officeDocument/2006/relationships/image" Target="../media/image168.png"/><Relationship Id="rId14" Type="http://schemas.openxmlformats.org/officeDocument/2006/relationships/image" Target="../media/image169.png"/><Relationship Id="rId15" Type="http://schemas.openxmlformats.org/officeDocument/2006/relationships/image" Target="../media/image170.png"/><Relationship Id="rId16" Type="http://schemas.openxmlformats.org/officeDocument/2006/relationships/image" Target="../media/image171.png"/><Relationship Id="rId17" Type="http://schemas.openxmlformats.org/officeDocument/2006/relationships/image" Target="../media/image172.png"/><Relationship Id="rId18" Type="http://schemas.openxmlformats.org/officeDocument/2006/relationships/image" Target="../media/image173.png"/><Relationship Id="rId19" Type="http://schemas.openxmlformats.org/officeDocument/2006/relationships/image" Target="../media/image174.png"/><Relationship Id="rId20" Type="http://schemas.openxmlformats.org/officeDocument/2006/relationships/image" Target="../media/image175.png"/><Relationship Id="rId21" Type="http://schemas.openxmlformats.org/officeDocument/2006/relationships/image" Target="../media/image176.png"/><Relationship Id="rId22" Type="http://schemas.openxmlformats.org/officeDocument/2006/relationships/image" Target="../media/image177.png"/><Relationship Id="rId23" Type="http://schemas.openxmlformats.org/officeDocument/2006/relationships/image" Target="../media/image178.png"/><Relationship Id="rId24" Type="http://schemas.openxmlformats.org/officeDocument/2006/relationships/image" Target="../media/image179.png"/><Relationship Id="rId25" Type="http://schemas.openxmlformats.org/officeDocument/2006/relationships/image" Target="../media/image180.png"/><Relationship Id="rId26" Type="http://schemas.openxmlformats.org/officeDocument/2006/relationships/image" Target="../media/image181.png"/><Relationship Id="rId27" Type="http://schemas.openxmlformats.org/officeDocument/2006/relationships/image" Target="../media/image182.png"/><Relationship Id="rId28" Type="http://schemas.openxmlformats.org/officeDocument/2006/relationships/image" Target="../media/image183.png"/><Relationship Id="rId29" Type="http://schemas.openxmlformats.org/officeDocument/2006/relationships/image" Target="../media/image184.png"/><Relationship Id="rId30" Type="http://schemas.openxmlformats.org/officeDocument/2006/relationships/image" Target="../media/image185.png"/><Relationship Id="rId31" Type="http://schemas.openxmlformats.org/officeDocument/2006/relationships/image" Target="../media/image186.jpg"/><Relationship Id="rId32" Type="http://schemas.openxmlformats.org/officeDocument/2006/relationships/image" Target="../media/image187.jpg"/><Relationship Id="rId33" Type="http://schemas.openxmlformats.org/officeDocument/2006/relationships/image" Target="../media/image188.jpg"/><Relationship Id="rId34" Type="http://schemas.openxmlformats.org/officeDocument/2006/relationships/image" Target="../media/image18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Relationship Id="rId11" Type="http://schemas.openxmlformats.org/officeDocument/2006/relationships/image" Target="../media/image199.png"/><Relationship Id="rId12" Type="http://schemas.openxmlformats.org/officeDocument/2006/relationships/image" Target="../media/image200.png"/><Relationship Id="rId13" Type="http://schemas.openxmlformats.org/officeDocument/2006/relationships/image" Target="../media/image201.png"/><Relationship Id="rId14" Type="http://schemas.openxmlformats.org/officeDocument/2006/relationships/image" Target="../media/image202.png"/><Relationship Id="rId15" Type="http://schemas.openxmlformats.org/officeDocument/2006/relationships/image" Target="../media/image203.png"/><Relationship Id="rId16" Type="http://schemas.openxmlformats.org/officeDocument/2006/relationships/image" Target="../media/image204.png"/><Relationship Id="rId17" Type="http://schemas.openxmlformats.org/officeDocument/2006/relationships/image" Target="../media/image205.png"/><Relationship Id="rId18" Type="http://schemas.openxmlformats.org/officeDocument/2006/relationships/image" Target="../media/image206.png"/><Relationship Id="rId19" Type="http://schemas.openxmlformats.org/officeDocument/2006/relationships/image" Target="../media/image207.png"/><Relationship Id="rId20" Type="http://schemas.openxmlformats.org/officeDocument/2006/relationships/image" Target="../media/image208.png"/><Relationship Id="rId21" Type="http://schemas.openxmlformats.org/officeDocument/2006/relationships/image" Target="../media/image209.jpg"/><Relationship Id="rId22" Type="http://schemas.openxmlformats.org/officeDocument/2006/relationships/image" Target="../media/image210.png"/><Relationship Id="rId23" Type="http://schemas.openxmlformats.org/officeDocument/2006/relationships/image" Target="../media/image21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2.jpg"/><Relationship Id="rId3" Type="http://schemas.openxmlformats.org/officeDocument/2006/relationships/image" Target="../media/image213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214.png"/><Relationship Id="rId5" Type="http://schemas.openxmlformats.org/officeDocument/2006/relationships/image" Target="../media/image215.png"/><Relationship Id="rId6" Type="http://schemas.openxmlformats.org/officeDocument/2006/relationships/image" Target="../media/image216.png"/><Relationship Id="rId7" Type="http://schemas.openxmlformats.org/officeDocument/2006/relationships/image" Target="../media/image162.png"/><Relationship Id="rId8" Type="http://schemas.openxmlformats.org/officeDocument/2006/relationships/image" Target="../media/image217.png"/><Relationship Id="rId9" Type="http://schemas.openxmlformats.org/officeDocument/2006/relationships/image" Target="../media/image218.png"/><Relationship Id="rId10" Type="http://schemas.openxmlformats.org/officeDocument/2006/relationships/image" Target="../media/image219.png"/><Relationship Id="rId11" Type="http://schemas.openxmlformats.org/officeDocument/2006/relationships/image" Target="../media/image220.png"/><Relationship Id="rId12" Type="http://schemas.openxmlformats.org/officeDocument/2006/relationships/image" Target="../media/image221.png"/><Relationship Id="rId13" Type="http://schemas.openxmlformats.org/officeDocument/2006/relationships/image" Target="../media/image222.png"/><Relationship Id="rId14" Type="http://schemas.openxmlformats.org/officeDocument/2006/relationships/image" Target="../media/image223.png"/><Relationship Id="rId15" Type="http://schemas.openxmlformats.org/officeDocument/2006/relationships/image" Target="../media/image224.png"/><Relationship Id="rId16" Type="http://schemas.openxmlformats.org/officeDocument/2006/relationships/image" Target="../media/image225.png"/><Relationship Id="rId17" Type="http://schemas.openxmlformats.org/officeDocument/2006/relationships/image" Target="../media/image226.png"/><Relationship Id="rId18" Type="http://schemas.openxmlformats.org/officeDocument/2006/relationships/image" Target="../media/image227.png"/><Relationship Id="rId19" Type="http://schemas.openxmlformats.org/officeDocument/2006/relationships/image" Target="../media/image228.png"/><Relationship Id="rId20" Type="http://schemas.openxmlformats.org/officeDocument/2006/relationships/image" Target="../media/image229.png"/><Relationship Id="rId21" Type="http://schemas.openxmlformats.org/officeDocument/2006/relationships/image" Target="../media/image178.png"/><Relationship Id="rId22" Type="http://schemas.openxmlformats.org/officeDocument/2006/relationships/image" Target="../media/image230.png"/><Relationship Id="rId23" Type="http://schemas.openxmlformats.org/officeDocument/2006/relationships/image" Target="../media/image231.png"/><Relationship Id="rId24" Type="http://schemas.openxmlformats.org/officeDocument/2006/relationships/image" Target="../media/image232.png"/><Relationship Id="rId25" Type="http://schemas.openxmlformats.org/officeDocument/2006/relationships/image" Target="../media/image233.png"/><Relationship Id="rId26" Type="http://schemas.openxmlformats.org/officeDocument/2006/relationships/image" Target="../media/image234.png"/><Relationship Id="rId27" Type="http://schemas.openxmlformats.org/officeDocument/2006/relationships/image" Target="../media/image235.png"/><Relationship Id="rId28" Type="http://schemas.openxmlformats.org/officeDocument/2006/relationships/image" Target="../media/image236.png"/><Relationship Id="rId29" Type="http://schemas.openxmlformats.org/officeDocument/2006/relationships/image" Target="../media/image237.jpg"/><Relationship Id="rId30" Type="http://schemas.openxmlformats.org/officeDocument/2006/relationships/image" Target="../media/image238.jpg"/><Relationship Id="rId31" Type="http://schemas.openxmlformats.org/officeDocument/2006/relationships/image" Target="../media/image239.jpg"/><Relationship Id="rId32" Type="http://schemas.openxmlformats.org/officeDocument/2006/relationships/image" Target="../media/image24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Relationship Id="rId14" Type="http://schemas.openxmlformats.org/officeDocument/2006/relationships/image" Target="../media/image255.png"/><Relationship Id="rId15" Type="http://schemas.openxmlformats.org/officeDocument/2006/relationships/image" Target="../media/image256.png"/><Relationship Id="rId16" Type="http://schemas.openxmlformats.org/officeDocument/2006/relationships/image" Target="../media/image257.png"/><Relationship Id="rId17" Type="http://schemas.openxmlformats.org/officeDocument/2006/relationships/image" Target="../media/image258.png"/><Relationship Id="rId18" Type="http://schemas.openxmlformats.org/officeDocument/2006/relationships/image" Target="../media/image259.png"/><Relationship Id="rId19" Type="http://schemas.openxmlformats.org/officeDocument/2006/relationships/image" Target="../media/image260.png"/><Relationship Id="rId20" Type="http://schemas.openxmlformats.org/officeDocument/2006/relationships/image" Target="../media/image261.png"/><Relationship Id="rId21" Type="http://schemas.openxmlformats.org/officeDocument/2006/relationships/image" Target="../media/image262.png"/><Relationship Id="rId22" Type="http://schemas.openxmlformats.org/officeDocument/2006/relationships/image" Target="../media/image263.png"/><Relationship Id="rId23" Type="http://schemas.openxmlformats.org/officeDocument/2006/relationships/image" Target="../media/image264.png"/><Relationship Id="rId24" Type="http://schemas.openxmlformats.org/officeDocument/2006/relationships/image" Target="../media/image265.png"/><Relationship Id="rId25" Type="http://schemas.openxmlformats.org/officeDocument/2006/relationships/image" Target="../media/image266.png"/><Relationship Id="rId26" Type="http://schemas.openxmlformats.org/officeDocument/2006/relationships/image" Target="../media/image267.png"/><Relationship Id="rId27" Type="http://schemas.openxmlformats.org/officeDocument/2006/relationships/image" Target="../media/image268.png"/><Relationship Id="rId28" Type="http://schemas.openxmlformats.org/officeDocument/2006/relationships/image" Target="../media/image269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Relationship Id="rId4" Type="http://schemas.openxmlformats.org/officeDocument/2006/relationships/image" Target="../media/image272.png"/><Relationship Id="rId5" Type="http://schemas.openxmlformats.org/officeDocument/2006/relationships/image" Target="../media/image273.png"/><Relationship Id="rId6" Type="http://schemas.openxmlformats.org/officeDocument/2006/relationships/image" Target="../media/image274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77.png"/><Relationship Id="rId10" Type="http://schemas.openxmlformats.org/officeDocument/2006/relationships/image" Target="../media/image278.png"/><Relationship Id="rId11" Type="http://schemas.openxmlformats.org/officeDocument/2006/relationships/image" Target="../media/image279.png"/><Relationship Id="rId12" Type="http://schemas.openxmlformats.org/officeDocument/2006/relationships/image" Target="../media/image280.png"/><Relationship Id="rId13" Type="http://schemas.openxmlformats.org/officeDocument/2006/relationships/image" Target="../media/image281.png"/><Relationship Id="rId14" Type="http://schemas.openxmlformats.org/officeDocument/2006/relationships/image" Target="../media/image282.png"/><Relationship Id="rId15" Type="http://schemas.openxmlformats.org/officeDocument/2006/relationships/image" Target="../media/image283.png"/><Relationship Id="rId16" Type="http://schemas.openxmlformats.org/officeDocument/2006/relationships/image" Target="../media/image284.png"/><Relationship Id="rId17" Type="http://schemas.openxmlformats.org/officeDocument/2006/relationships/image" Target="../media/image285.png"/><Relationship Id="rId18" Type="http://schemas.openxmlformats.org/officeDocument/2006/relationships/image" Target="../media/image286.png"/><Relationship Id="rId19" Type="http://schemas.openxmlformats.org/officeDocument/2006/relationships/image" Target="../media/image287.png"/><Relationship Id="rId20" Type="http://schemas.openxmlformats.org/officeDocument/2006/relationships/image" Target="../media/image288.png"/><Relationship Id="rId21" Type="http://schemas.openxmlformats.org/officeDocument/2006/relationships/image" Target="../media/image289.png"/><Relationship Id="rId22" Type="http://schemas.openxmlformats.org/officeDocument/2006/relationships/image" Target="../media/image290.png"/><Relationship Id="rId23" Type="http://schemas.openxmlformats.org/officeDocument/2006/relationships/image" Target="../media/image291.png"/><Relationship Id="rId24" Type="http://schemas.openxmlformats.org/officeDocument/2006/relationships/image" Target="../media/image292.png"/><Relationship Id="rId25" Type="http://schemas.openxmlformats.org/officeDocument/2006/relationships/image" Target="../media/image293.png"/><Relationship Id="rId26" Type="http://schemas.openxmlformats.org/officeDocument/2006/relationships/image" Target="../media/image294.png"/><Relationship Id="rId27" Type="http://schemas.openxmlformats.org/officeDocument/2006/relationships/image" Target="../media/image295.png"/><Relationship Id="rId28" Type="http://schemas.openxmlformats.org/officeDocument/2006/relationships/image" Target="../media/image296.png"/><Relationship Id="rId29" Type="http://schemas.openxmlformats.org/officeDocument/2006/relationships/image" Target="../media/image297.png"/><Relationship Id="rId30" Type="http://schemas.openxmlformats.org/officeDocument/2006/relationships/image" Target="../media/image298.png"/><Relationship Id="rId31" Type="http://schemas.openxmlformats.org/officeDocument/2006/relationships/image" Target="../media/image299.png"/><Relationship Id="rId32" Type="http://schemas.openxmlformats.org/officeDocument/2006/relationships/image" Target="../media/image300.png"/><Relationship Id="rId33" Type="http://schemas.openxmlformats.org/officeDocument/2006/relationships/image" Target="../media/image301.png"/><Relationship Id="rId34" Type="http://schemas.openxmlformats.org/officeDocument/2006/relationships/image" Target="../media/image302.png"/><Relationship Id="rId35" Type="http://schemas.openxmlformats.org/officeDocument/2006/relationships/image" Target="../media/image303.png"/><Relationship Id="rId36" Type="http://schemas.openxmlformats.org/officeDocument/2006/relationships/image" Target="../media/image304.png"/><Relationship Id="rId37" Type="http://schemas.openxmlformats.org/officeDocument/2006/relationships/image" Target="../media/image305.png"/><Relationship Id="rId38" Type="http://schemas.openxmlformats.org/officeDocument/2006/relationships/image" Target="../media/image30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7.jpg"/><Relationship Id="rId3" Type="http://schemas.openxmlformats.org/officeDocument/2006/relationships/image" Target="../media/image308.png"/><Relationship Id="rId4" Type="http://schemas.openxmlformats.org/officeDocument/2006/relationships/image" Target="../media/image309.png"/><Relationship Id="rId5" Type="http://schemas.openxmlformats.org/officeDocument/2006/relationships/image" Target="../media/image310.png"/><Relationship Id="rId6" Type="http://schemas.openxmlformats.org/officeDocument/2006/relationships/image" Target="../media/image311.png"/><Relationship Id="rId7" Type="http://schemas.openxmlformats.org/officeDocument/2006/relationships/image" Target="../media/image312.png"/><Relationship Id="rId8" Type="http://schemas.openxmlformats.org/officeDocument/2006/relationships/image" Target="../media/image313.png"/><Relationship Id="rId9" Type="http://schemas.openxmlformats.org/officeDocument/2006/relationships/image" Target="../media/image314.png"/><Relationship Id="rId10" Type="http://schemas.openxmlformats.org/officeDocument/2006/relationships/image" Target="../media/image315.png"/><Relationship Id="rId11" Type="http://schemas.openxmlformats.org/officeDocument/2006/relationships/image" Target="../media/image316.png"/><Relationship Id="rId12" Type="http://schemas.openxmlformats.org/officeDocument/2006/relationships/image" Target="../media/image317.png"/><Relationship Id="rId13" Type="http://schemas.openxmlformats.org/officeDocument/2006/relationships/image" Target="../media/image318.png"/><Relationship Id="rId14" Type="http://schemas.openxmlformats.org/officeDocument/2006/relationships/image" Target="../media/image319.png"/><Relationship Id="rId15" Type="http://schemas.openxmlformats.org/officeDocument/2006/relationships/image" Target="../media/image320.png"/><Relationship Id="rId16" Type="http://schemas.openxmlformats.org/officeDocument/2006/relationships/image" Target="../media/image321.png"/><Relationship Id="rId17" Type="http://schemas.openxmlformats.org/officeDocument/2006/relationships/image" Target="../media/image322.png"/><Relationship Id="rId18" Type="http://schemas.openxmlformats.org/officeDocument/2006/relationships/image" Target="../media/image323.png"/><Relationship Id="rId19" Type="http://schemas.openxmlformats.org/officeDocument/2006/relationships/image" Target="../media/image324.png"/><Relationship Id="rId20" Type="http://schemas.openxmlformats.org/officeDocument/2006/relationships/image" Target="../media/image325.png"/><Relationship Id="rId21" Type="http://schemas.openxmlformats.org/officeDocument/2006/relationships/image" Target="../media/image326.png"/><Relationship Id="rId22" Type="http://schemas.openxmlformats.org/officeDocument/2006/relationships/image" Target="../media/image327.png"/><Relationship Id="rId23" Type="http://schemas.openxmlformats.org/officeDocument/2006/relationships/image" Target="../media/image328.jpg"/><Relationship Id="rId24" Type="http://schemas.openxmlformats.org/officeDocument/2006/relationships/image" Target="../media/image329.png"/><Relationship Id="rId25" Type="http://schemas.openxmlformats.org/officeDocument/2006/relationships/image" Target="../media/image330.png"/><Relationship Id="rId26" Type="http://schemas.openxmlformats.org/officeDocument/2006/relationships/image" Target="../media/image331.png"/><Relationship Id="rId27" Type="http://schemas.openxmlformats.org/officeDocument/2006/relationships/image" Target="../media/image33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0.png"/><Relationship Id="rId3" Type="http://schemas.openxmlformats.org/officeDocument/2006/relationships/image" Target="../media/image331.png"/><Relationship Id="rId4" Type="http://schemas.openxmlformats.org/officeDocument/2006/relationships/image" Target="../media/image332.png"/><Relationship Id="rId5" Type="http://schemas.openxmlformats.org/officeDocument/2006/relationships/image" Target="../media/image333.jpg"/><Relationship Id="rId6" Type="http://schemas.openxmlformats.org/officeDocument/2006/relationships/image" Target="../media/image334.png"/><Relationship Id="rId7" Type="http://schemas.openxmlformats.org/officeDocument/2006/relationships/image" Target="../media/image335.png"/><Relationship Id="rId8" Type="http://schemas.openxmlformats.org/officeDocument/2006/relationships/image" Target="../media/image336.png"/><Relationship Id="rId9" Type="http://schemas.openxmlformats.org/officeDocument/2006/relationships/image" Target="../media/image337.png"/><Relationship Id="rId10" Type="http://schemas.openxmlformats.org/officeDocument/2006/relationships/image" Target="../media/image338.png"/><Relationship Id="rId11" Type="http://schemas.openxmlformats.org/officeDocument/2006/relationships/image" Target="../media/image339.png"/><Relationship Id="rId12" Type="http://schemas.openxmlformats.org/officeDocument/2006/relationships/image" Target="../media/image340.png"/><Relationship Id="rId13" Type="http://schemas.openxmlformats.org/officeDocument/2006/relationships/image" Target="../media/image341.png"/><Relationship Id="rId14" Type="http://schemas.openxmlformats.org/officeDocument/2006/relationships/image" Target="../media/image342.png"/><Relationship Id="rId15" Type="http://schemas.openxmlformats.org/officeDocument/2006/relationships/image" Target="../media/image343.png"/><Relationship Id="rId16" Type="http://schemas.openxmlformats.org/officeDocument/2006/relationships/image" Target="../media/image344.png"/><Relationship Id="rId17" Type="http://schemas.openxmlformats.org/officeDocument/2006/relationships/image" Target="../media/image34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6.png"/><Relationship Id="rId3" Type="http://schemas.openxmlformats.org/officeDocument/2006/relationships/image" Target="../media/image347.png"/><Relationship Id="rId4" Type="http://schemas.openxmlformats.org/officeDocument/2006/relationships/image" Target="../media/image348.png"/><Relationship Id="rId5" Type="http://schemas.openxmlformats.org/officeDocument/2006/relationships/image" Target="../media/image349.png"/><Relationship Id="rId6" Type="http://schemas.openxmlformats.org/officeDocument/2006/relationships/image" Target="../media/image350.png"/><Relationship Id="rId7" Type="http://schemas.openxmlformats.org/officeDocument/2006/relationships/image" Target="../media/image351.png"/><Relationship Id="rId8" Type="http://schemas.openxmlformats.org/officeDocument/2006/relationships/image" Target="../media/image352.jpg"/><Relationship Id="rId9" Type="http://schemas.openxmlformats.org/officeDocument/2006/relationships/image" Target="../media/image330.png"/><Relationship Id="rId10" Type="http://schemas.openxmlformats.org/officeDocument/2006/relationships/image" Target="../media/image331.png"/><Relationship Id="rId11" Type="http://schemas.openxmlformats.org/officeDocument/2006/relationships/image" Target="../media/image33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5.png"/><Relationship Id="rId3" Type="http://schemas.openxmlformats.org/officeDocument/2006/relationships/image" Target="../media/image356.png"/><Relationship Id="rId4" Type="http://schemas.openxmlformats.org/officeDocument/2006/relationships/image" Target="../media/image357.png"/><Relationship Id="rId5" Type="http://schemas.openxmlformats.org/officeDocument/2006/relationships/image" Target="../media/image358.png"/><Relationship Id="rId6" Type="http://schemas.openxmlformats.org/officeDocument/2006/relationships/image" Target="../media/image359.png"/><Relationship Id="rId7" Type="http://schemas.openxmlformats.org/officeDocument/2006/relationships/image" Target="../media/image360.png"/><Relationship Id="rId8" Type="http://schemas.openxmlformats.org/officeDocument/2006/relationships/image" Target="../media/image361.png"/><Relationship Id="rId9" Type="http://schemas.openxmlformats.org/officeDocument/2006/relationships/image" Target="../media/image362.png"/><Relationship Id="rId10" Type="http://schemas.openxmlformats.org/officeDocument/2006/relationships/image" Target="../media/image363.png"/><Relationship Id="rId11" Type="http://schemas.openxmlformats.org/officeDocument/2006/relationships/image" Target="../media/image364.png"/><Relationship Id="rId12" Type="http://schemas.openxmlformats.org/officeDocument/2006/relationships/image" Target="../media/image365.png"/><Relationship Id="rId13" Type="http://schemas.openxmlformats.org/officeDocument/2006/relationships/image" Target="../media/image307.jpg"/><Relationship Id="rId14" Type="http://schemas.openxmlformats.org/officeDocument/2006/relationships/image" Target="../media/image366.jpg"/><Relationship Id="rId15" Type="http://schemas.openxmlformats.org/officeDocument/2006/relationships/image" Target="../media/image367.png"/><Relationship Id="rId16" Type="http://schemas.openxmlformats.org/officeDocument/2006/relationships/image" Target="../media/image368.png"/><Relationship Id="rId17" Type="http://schemas.openxmlformats.org/officeDocument/2006/relationships/image" Target="../media/image369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0.png"/><Relationship Id="rId3" Type="http://schemas.openxmlformats.org/officeDocument/2006/relationships/image" Target="../media/image7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Relationship Id="rId6" Type="http://schemas.openxmlformats.org/officeDocument/2006/relationships/image" Target="../media/image375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65082" y="2001062"/>
            <a:ext cx="77038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4085" algn="l"/>
              </a:tabLst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第二节	法拉第电磁感应定律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28406" y="3745348"/>
          <a:ext cx="808609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6540"/>
                <a:gridCol w="1162050"/>
                <a:gridCol w="412813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主讲人：杨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敏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校：甘肃省兰州第一中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294" y="1761490"/>
            <a:ext cx="770382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4085" algn="l"/>
              </a:tabLst>
            </a:pPr>
            <a:r>
              <a:rPr dirty="0" sz="4800">
                <a:latin typeface="微软雅黑"/>
                <a:cs typeface="微软雅黑"/>
              </a:rPr>
              <a:t>第二节	法拉第电磁感应定律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0203" y="3119627"/>
            <a:ext cx="2001012" cy="2694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66388" y="3165348"/>
            <a:ext cx="3326891" cy="2432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46" y="1285489"/>
            <a:ext cx="6651284" cy="40763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BF6EF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3773" y="4984728"/>
            <a:ext cx="4648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254">
                <a:solidFill>
                  <a:srgbClr val="3F4B4F"/>
                </a:solidFill>
                <a:latin typeface="宋体"/>
                <a:cs typeface="宋体"/>
              </a:rPr>
              <a:t>霞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0800" y="1052194"/>
            <a:ext cx="490982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华文楷体"/>
                <a:cs typeface="华文楷体"/>
              </a:rPr>
              <a:t>试比较甲、乙两电路的异同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9409" y="2284348"/>
            <a:ext cx="0" cy="467995"/>
          </a:xfrm>
          <a:custGeom>
            <a:avLst/>
            <a:gdLst/>
            <a:ahLst/>
            <a:cxnLst/>
            <a:rect l="l" t="t" r="r" b="b"/>
            <a:pathLst>
              <a:path w="0" h="467994">
                <a:moveTo>
                  <a:pt x="0" y="0"/>
                </a:moveTo>
                <a:lnTo>
                  <a:pt x="0" y="46799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9409" y="3313176"/>
            <a:ext cx="0" cy="657225"/>
          </a:xfrm>
          <a:custGeom>
            <a:avLst/>
            <a:gdLst/>
            <a:ahLst/>
            <a:cxnLst/>
            <a:rect l="l" t="t" r="r" b="b"/>
            <a:pathLst>
              <a:path w="0" h="657225">
                <a:moveTo>
                  <a:pt x="0" y="0"/>
                </a:moveTo>
                <a:lnTo>
                  <a:pt x="0" y="65669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9597" y="3032201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 h="0">
                <a:moveTo>
                  <a:pt x="0" y="0"/>
                </a:moveTo>
                <a:lnTo>
                  <a:pt x="62298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3651" y="3219945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5" h="0">
                <a:moveTo>
                  <a:pt x="0" y="0"/>
                </a:moveTo>
                <a:lnTo>
                  <a:pt x="374891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91090" y="3220910"/>
            <a:ext cx="0" cy="751205"/>
          </a:xfrm>
          <a:custGeom>
            <a:avLst/>
            <a:gdLst/>
            <a:ahLst/>
            <a:cxnLst/>
            <a:rect l="l" t="t" r="r" b="b"/>
            <a:pathLst>
              <a:path w="0" h="751204">
                <a:moveTo>
                  <a:pt x="0" y="0"/>
                </a:moveTo>
                <a:lnTo>
                  <a:pt x="0" y="751077"/>
                </a:lnTo>
              </a:path>
            </a:pathLst>
          </a:custGeom>
          <a:ln w="288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9409" y="2284348"/>
            <a:ext cx="1256665" cy="0"/>
          </a:xfrm>
          <a:custGeom>
            <a:avLst/>
            <a:gdLst/>
            <a:ahLst/>
            <a:cxnLst/>
            <a:rect l="l" t="t" r="r" b="b"/>
            <a:pathLst>
              <a:path w="1256664" h="0">
                <a:moveTo>
                  <a:pt x="0" y="0"/>
                </a:moveTo>
                <a:lnTo>
                  <a:pt x="125636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91090" y="2286355"/>
            <a:ext cx="0" cy="749300"/>
          </a:xfrm>
          <a:custGeom>
            <a:avLst/>
            <a:gdLst/>
            <a:ahLst/>
            <a:cxnLst/>
            <a:rect l="l" t="t" r="r" b="b"/>
            <a:pathLst>
              <a:path w="0" h="749300">
                <a:moveTo>
                  <a:pt x="0" y="0"/>
                </a:moveTo>
                <a:lnTo>
                  <a:pt x="0" y="749007"/>
                </a:lnTo>
              </a:path>
            </a:pathLst>
          </a:custGeom>
          <a:ln w="288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0520" y="2752344"/>
            <a:ext cx="314325" cy="561340"/>
          </a:xfrm>
          <a:custGeom>
            <a:avLst/>
            <a:gdLst/>
            <a:ahLst/>
            <a:cxnLst/>
            <a:rect l="l" t="t" r="r" b="b"/>
            <a:pathLst>
              <a:path w="314325" h="561339">
                <a:moveTo>
                  <a:pt x="0" y="0"/>
                </a:moveTo>
                <a:lnTo>
                  <a:pt x="313944" y="0"/>
                </a:lnTo>
                <a:lnTo>
                  <a:pt x="313944" y="560831"/>
                </a:lnTo>
                <a:lnTo>
                  <a:pt x="0" y="5608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7502" y="2739961"/>
            <a:ext cx="340360" cy="586740"/>
          </a:xfrm>
          <a:custGeom>
            <a:avLst/>
            <a:gdLst/>
            <a:ahLst/>
            <a:cxnLst/>
            <a:rect l="l" t="t" r="r" b="b"/>
            <a:pathLst>
              <a:path w="340359" h="586739">
                <a:moveTo>
                  <a:pt x="340360" y="586549"/>
                </a:moveTo>
                <a:lnTo>
                  <a:pt x="0" y="586549"/>
                </a:lnTo>
                <a:lnTo>
                  <a:pt x="0" y="0"/>
                </a:lnTo>
                <a:lnTo>
                  <a:pt x="340360" y="0"/>
                </a:lnTo>
                <a:lnTo>
                  <a:pt x="34036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61149"/>
                </a:lnTo>
                <a:lnTo>
                  <a:pt x="12700" y="561149"/>
                </a:lnTo>
                <a:lnTo>
                  <a:pt x="25400" y="573849"/>
                </a:lnTo>
                <a:lnTo>
                  <a:pt x="340360" y="573849"/>
                </a:lnTo>
                <a:lnTo>
                  <a:pt x="340360" y="586549"/>
                </a:lnTo>
                <a:close/>
              </a:path>
              <a:path w="340359" h="58673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40359" h="586739">
                <a:moveTo>
                  <a:pt x="31496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14960" y="12700"/>
                </a:lnTo>
                <a:lnTo>
                  <a:pt x="314960" y="25400"/>
                </a:lnTo>
                <a:close/>
              </a:path>
              <a:path w="340359" h="586739">
                <a:moveTo>
                  <a:pt x="314960" y="573849"/>
                </a:moveTo>
                <a:lnTo>
                  <a:pt x="314960" y="12700"/>
                </a:lnTo>
                <a:lnTo>
                  <a:pt x="327660" y="25400"/>
                </a:lnTo>
                <a:lnTo>
                  <a:pt x="340360" y="25400"/>
                </a:lnTo>
                <a:lnTo>
                  <a:pt x="340360" y="561149"/>
                </a:lnTo>
                <a:lnTo>
                  <a:pt x="327660" y="561149"/>
                </a:lnTo>
                <a:lnTo>
                  <a:pt x="314960" y="573849"/>
                </a:lnTo>
                <a:close/>
              </a:path>
              <a:path w="340359" h="586739">
                <a:moveTo>
                  <a:pt x="340360" y="25400"/>
                </a:moveTo>
                <a:lnTo>
                  <a:pt x="327660" y="25400"/>
                </a:lnTo>
                <a:lnTo>
                  <a:pt x="314960" y="12700"/>
                </a:lnTo>
                <a:lnTo>
                  <a:pt x="340360" y="12700"/>
                </a:lnTo>
                <a:lnTo>
                  <a:pt x="340360" y="25400"/>
                </a:lnTo>
                <a:close/>
              </a:path>
              <a:path w="340359" h="586739">
                <a:moveTo>
                  <a:pt x="25400" y="573849"/>
                </a:moveTo>
                <a:lnTo>
                  <a:pt x="12700" y="561149"/>
                </a:lnTo>
                <a:lnTo>
                  <a:pt x="25400" y="561149"/>
                </a:lnTo>
                <a:lnTo>
                  <a:pt x="25400" y="573849"/>
                </a:lnTo>
                <a:close/>
              </a:path>
              <a:path w="340359" h="586739">
                <a:moveTo>
                  <a:pt x="314960" y="573849"/>
                </a:moveTo>
                <a:lnTo>
                  <a:pt x="25400" y="573849"/>
                </a:lnTo>
                <a:lnTo>
                  <a:pt x="25400" y="561149"/>
                </a:lnTo>
                <a:lnTo>
                  <a:pt x="314960" y="561149"/>
                </a:lnTo>
                <a:lnTo>
                  <a:pt x="314960" y="573849"/>
                </a:lnTo>
                <a:close/>
              </a:path>
              <a:path w="340359" h="586739">
                <a:moveTo>
                  <a:pt x="340360" y="573849"/>
                </a:moveTo>
                <a:lnTo>
                  <a:pt x="314960" y="573849"/>
                </a:lnTo>
                <a:lnTo>
                  <a:pt x="327660" y="561149"/>
                </a:lnTo>
                <a:lnTo>
                  <a:pt x="340360" y="561149"/>
                </a:lnTo>
                <a:lnTo>
                  <a:pt x="340360" y="57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9409" y="3969867"/>
            <a:ext cx="2983865" cy="0"/>
          </a:xfrm>
          <a:custGeom>
            <a:avLst/>
            <a:gdLst/>
            <a:ahLst/>
            <a:cxnLst/>
            <a:rect l="l" t="t" r="r" b="b"/>
            <a:pathLst>
              <a:path w="2983865" h="0">
                <a:moveTo>
                  <a:pt x="0" y="0"/>
                </a:moveTo>
                <a:lnTo>
                  <a:pt x="2983407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92210" y="2284348"/>
            <a:ext cx="1101090" cy="0"/>
          </a:xfrm>
          <a:custGeom>
            <a:avLst/>
            <a:gdLst/>
            <a:ahLst/>
            <a:cxnLst/>
            <a:rect l="l" t="t" r="r" b="b"/>
            <a:pathLst>
              <a:path w="1101089" h="0">
                <a:moveTo>
                  <a:pt x="0" y="0"/>
                </a:moveTo>
                <a:lnTo>
                  <a:pt x="1100607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27894" y="2086495"/>
            <a:ext cx="668020" cy="236220"/>
          </a:xfrm>
          <a:custGeom>
            <a:avLst/>
            <a:gdLst/>
            <a:ahLst/>
            <a:cxnLst/>
            <a:rect l="l" t="t" r="r" b="b"/>
            <a:pathLst>
              <a:path w="668019" h="236219">
                <a:moveTo>
                  <a:pt x="75552" y="199934"/>
                </a:moveTo>
                <a:lnTo>
                  <a:pt x="74400" y="187032"/>
                </a:lnTo>
                <a:lnTo>
                  <a:pt x="68331" y="175578"/>
                </a:lnTo>
                <a:lnTo>
                  <a:pt x="660709" y="0"/>
                </a:lnTo>
                <a:lnTo>
                  <a:pt x="667935" y="24358"/>
                </a:lnTo>
                <a:lnTo>
                  <a:pt x="75552" y="199934"/>
                </a:lnTo>
                <a:close/>
              </a:path>
              <a:path w="668019" h="236219">
                <a:moveTo>
                  <a:pt x="33629" y="235723"/>
                </a:moveTo>
                <a:lnTo>
                  <a:pt x="19697" y="231338"/>
                </a:lnTo>
                <a:lnTo>
                  <a:pt x="8425" y="222050"/>
                </a:lnTo>
                <a:lnTo>
                  <a:pt x="1337" y="208686"/>
                </a:lnTo>
                <a:lnTo>
                  <a:pt x="0" y="193614"/>
                </a:lnTo>
                <a:lnTo>
                  <a:pt x="4389" y="179682"/>
                </a:lnTo>
                <a:lnTo>
                  <a:pt x="13678" y="168413"/>
                </a:lnTo>
                <a:lnTo>
                  <a:pt x="27042" y="161328"/>
                </a:lnTo>
                <a:lnTo>
                  <a:pt x="42114" y="159983"/>
                </a:lnTo>
                <a:lnTo>
                  <a:pt x="56046" y="164369"/>
                </a:lnTo>
                <a:lnTo>
                  <a:pt x="67315" y="173661"/>
                </a:lnTo>
                <a:lnTo>
                  <a:pt x="68331" y="175578"/>
                </a:lnTo>
                <a:lnTo>
                  <a:pt x="34268" y="185674"/>
                </a:lnTo>
                <a:lnTo>
                  <a:pt x="41482" y="210032"/>
                </a:lnTo>
                <a:lnTo>
                  <a:pt x="73247" y="210032"/>
                </a:lnTo>
                <a:lnTo>
                  <a:pt x="71359" y="216030"/>
                </a:lnTo>
                <a:lnTo>
                  <a:pt x="62067" y="227298"/>
                </a:lnTo>
                <a:lnTo>
                  <a:pt x="48696" y="234378"/>
                </a:lnTo>
                <a:lnTo>
                  <a:pt x="33629" y="235723"/>
                </a:lnTo>
                <a:close/>
              </a:path>
              <a:path w="668019" h="236219">
                <a:moveTo>
                  <a:pt x="41482" y="210032"/>
                </a:moveTo>
                <a:lnTo>
                  <a:pt x="34268" y="185674"/>
                </a:lnTo>
                <a:lnTo>
                  <a:pt x="68331" y="175578"/>
                </a:lnTo>
                <a:lnTo>
                  <a:pt x="74400" y="187032"/>
                </a:lnTo>
                <a:lnTo>
                  <a:pt x="75552" y="199934"/>
                </a:lnTo>
                <a:lnTo>
                  <a:pt x="41482" y="210032"/>
                </a:lnTo>
                <a:close/>
              </a:path>
              <a:path w="668019" h="236219">
                <a:moveTo>
                  <a:pt x="73247" y="210032"/>
                </a:moveTo>
                <a:lnTo>
                  <a:pt x="41482" y="210032"/>
                </a:lnTo>
                <a:lnTo>
                  <a:pt x="75552" y="199934"/>
                </a:lnTo>
                <a:lnTo>
                  <a:pt x="75745" y="202099"/>
                </a:lnTo>
                <a:lnTo>
                  <a:pt x="73247" y="210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70342" y="2845028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latin typeface="黑体"/>
                <a:cs typeface="黑体"/>
              </a:rPr>
              <a:t>甲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63156" y="2822448"/>
            <a:ext cx="521334" cy="807720"/>
          </a:xfrm>
          <a:custGeom>
            <a:avLst/>
            <a:gdLst/>
            <a:ahLst/>
            <a:cxnLst/>
            <a:rect l="l" t="t" r="r" b="b"/>
            <a:pathLst>
              <a:path w="521334" h="807720">
                <a:moveTo>
                  <a:pt x="0" y="807719"/>
                </a:moveTo>
                <a:lnTo>
                  <a:pt x="521208" y="807719"/>
                </a:lnTo>
                <a:lnTo>
                  <a:pt x="521208" y="0"/>
                </a:lnTo>
                <a:lnTo>
                  <a:pt x="0" y="0"/>
                </a:lnTo>
                <a:lnTo>
                  <a:pt x="0" y="8077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70192" y="2442972"/>
            <a:ext cx="96011" cy="1190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70192" y="2442972"/>
            <a:ext cx="617220" cy="96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67791" y="2441244"/>
            <a:ext cx="621665" cy="1194435"/>
          </a:xfrm>
          <a:custGeom>
            <a:avLst/>
            <a:gdLst/>
            <a:ahLst/>
            <a:cxnLst/>
            <a:rect l="l" t="t" r="r" b="b"/>
            <a:pathLst>
              <a:path w="621665" h="1194435">
                <a:moveTo>
                  <a:pt x="621144" y="1194231"/>
                </a:moveTo>
                <a:lnTo>
                  <a:pt x="92722" y="1194231"/>
                </a:lnTo>
                <a:lnTo>
                  <a:pt x="0" y="1101509"/>
                </a:lnTo>
                <a:lnTo>
                  <a:pt x="0" y="0"/>
                </a:lnTo>
                <a:lnTo>
                  <a:pt x="528421" y="0"/>
                </a:lnTo>
                <a:lnTo>
                  <a:pt x="529818" y="1397"/>
                </a:lnTo>
                <a:lnTo>
                  <a:pt x="8127" y="1397"/>
                </a:lnTo>
                <a:lnTo>
                  <a:pt x="1397" y="8128"/>
                </a:lnTo>
                <a:lnTo>
                  <a:pt x="9525" y="16256"/>
                </a:lnTo>
                <a:lnTo>
                  <a:pt x="9525" y="1096162"/>
                </a:lnTo>
                <a:lnTo>
                  <a:pt x="8127" y="1096162"/>
                </a:lnTo>
                <a:lnTo>
                  <a:pt x="9525" y="1099540"/>
                </a:lnTo>
                <a:lnTo>
                  <a:pt x="11506" y="1099540"/>
                </a:lnTo>
                <a:lnTo>
                  <a:pt x="89941" y="1177975"/>
                </a:lnTo>
                <a:lnTo>
                  <a:pt x="89941" y="1189469"/>
                </a:lnTo>
                <a:lnTo>
                  <a:pt x="621144" y="1189469"/>
                </a:lnTo>
                <a:lnTo>
                  <a:pt x="621144" y="1194231"/>
                </a:lnTo>
                <a:close/>
              </a:path>
              <a:path w="621665" h="1194435">
                <a:moveTo>
                  <a:pt x="9525" y="16256"/>
                </a:moveTo>
                <a:lnTo>
                  <a:pt x="1397" y="8128"/>
                </a:lnTo>
                <a:lnTo>
                  <a:pt x="8127" y="1397"/>
                </a:lnTo>
                <a:lnTo>
                  <a:pt x="1149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256"/>
                </a:lnTo>
                <a:close/>
              </a:path>
              <a:path w="621665" h="1194435">
                <a:moveTo>
                  <a:pt x="524471" y="9525"/>
                </a:moveTo>
                <a:lnTo>
                  <a:pt x="16257" y="9525"/>
                </a:lnTo>
                <a:lnTo>
                  <a:pt x="8127" y="1397"/>
                </a:lnTo>
                <a:lnTo>
                  <a:pt x="529818" y="1397"/>
                </a:lnTo>
                <a:lnTo>
                  <a:pt x="536549" y="8128"/>
                </a:lnTo>
                <a:lnTo>
                  <a:pt x="523074" y="8128"/>
                </a:lnTo>
                <a:lnTo>
                  <a:pt x="524471" y="9525"/>
                </a:lnTo>
                <a:close/>
              </a:path>
              <a:path w="621665" h="119443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21665" h="1194435">
                <a:moveTo>
                  <a:pt x="89941" y="96672"/>
                </a:moveTo>
                <a:lnTo>
                  <a:pt x="9525" y="16256"/>
                </a:lnTo>
                <a:lnTo>
                  <a:pt x="9525" y="4762"/>
                </a:lnTo>
                <a:lnTo>
                  <a:pt x="11493" y="4762"/>
                </a:lnTo>
                <a:lnTo>
                  <a:pt x="96672" y="89928"/>
                </a:lnTo>
                <a:lnTo>
                  <a:pt x="94703" y="89928"/>
                </a:lnTo>
                <a:lnTo>
                  <a:pt x="98069" y="91325"/>
                </a:lnTo>
                <a:lnTo>
                  <a:pt x="606272" y="91325"/>
                </a:lnTo>
                <a:lnTo>
                  <a:pt x="609638" y="94691"/>
                </a:lnTo>
                <a:lnTo>
                  <a:pt x="89941" y="94691"/>
                </a:lnTo>
                <a:lnTo>
                  <a:pt x="89941" y="96672"/>
                </a:lnTo>
                <a:close/>
              </a:path>
              <a:path w="621665" h="1194435">
                <a:moveTo>
                  <a:pt x="611619" y="96672"/>
                </a:moveTo>
                <a:lnTo>
                  <a:pt x="523074" y="8128"/>
                </a:lnTo>
                <a:lnTo>
                  <a:pt x="526453" y="9525"/>
                </a:lnTo>
                <a:lnTo>
                  <a:pt x="537946" y="9525"/>
                </a:lnTo>
                <a:lnTo>
                  <a:pt x="618350" y="89928"/>
                </a:lnTo>
                <a:lnTo>
                  <a:pt x="616381" y="89928"/>
                </a:lnTo>
                <a:lnTo>
                  <a:pt x="616381" y="94691"/>
                </a:lnTo>
                <a:lnTo>
                  <a:pt x="611619" y="94691"/>
                </a:lnTo>
                <a:lnTo>
                  <a:pt x="611619" y="96672"/>
                </a:lnTo>
                <a:close/>
              </a:path>
              <a:path w="621665" h="1194435">
                <a:moveTo>
                  <a:pt x="537946" y="9525"/>
                </a:moveTo>
                <a:lnTo>
                  <a:pt x="526453" y="9525"/>
                </a:lnTo>
                <a:lnTo>
                  <a:pt x="523074" y="8128"/>
                </a:lnTo>
                <a:lnTo>
                  <a:pt x="536549" y="8128"/>
                </a:lnTo>
                <a:lnTo>
                  <a:pt x="537946" y="9525"/>
                </a:lnTo>
                <a:close/>
              </a:path>
              <a:path w="621665" h="1194435">
                <a:moveTo>
                  <a:pt x="98069" y="91325"/>
                </a:moveTo>
                <a:lnTo>
                  <a:pt x="94703" y="89928"/>
                </a:lnTo>
                <a:lnTo>
                  <a:pt x="96672" y="89928"/>
                </a:lnTo>
                <a:lnTo>
                  <a:pt x="98069" y="91325"/>
                </a:lnTo>
                <a:close/>
              </a:path>
              <a:path w="621665" h="1194435">
                <a:moveTo>
                  <a:pt x="606272" y="91325"/>
                </a:moveTo>
                <a:lnTo>
                  <a:pt x="98069" y="91325"/>
                </a:lnTo>
                <a:lnTo>
                  <a:pt x="96672" y="89928"/>
                </a:lnTo>
                <a:lnTo>
                  <a:pt x="604875" y="89928"/>
                </a:lnTo>
                <a:lnTo>
                  <a:pt x="606272" y="91325"/>
                </a:lnTo>
                <a:close/>
              </a:path>
              <a:path w="621665" h="1194435">
                <a:moveTo>
                  <a:pt x="621144" y="99453"/>
                </a:moveTo>
                <a:lnTo>
                  <a:pt x="616381" y="99453"/>
                </a:lnTo>
                <a:lnTo>
                  <a:pt x="616381" y="89928"/>
                </a:lnTo>
                <a:lnTo>
                  <a:pt x="618350" y="89928"/>
                </a:lnTo>
                <a:lnTo>
                  <a:pt x="621144" y="92722"/>
                </a:lnTo>
                <a:lnTo>
                  <a:pt x="621144" y="99453"/>
                </a:lnTo>
                <a:close/>
              </a:path>
              <a:path w="621665" h="1194435">
                <a:moveTo>
                  <a:pt x="99466" y="99453"/>
                </a:moveTo>
                <a:lnTo>
                  <a:pt x="92722" y="99453"/>
                </a:lnTo>
                <a:lnTo>
                  <a:pt x="89941" y="96672"/>
                </a:lnTo>
                <a:lnTo>
                  <a:pt x="89941" y="94691"/>
                </a:lnTo>
                <a:lnTo>
                  <a:pt x="99466" y="94691"/>
                </a:lnTo>
                <a:lnTo>
                  <a:pt x="99466" y="99453"/>
                </a:lnTo>
                <a:close/>
              </a:path>
              <a:path w="621665" h="1194435">
                <a:moveTo>
                  <a:pt x="611619" y="99453"/>
                </a:moveTo>
                <a:lnTo>
                  <a:pt x="99466" y="99453"/>
                </a:lnTo>
                <a:lnTo>
                  <a:pt x="99466" y="94691"/>
                </a:lnTo>
                <a:lnTo>
                  <a:pt x="609638" y="94691"/>
                </a:lnTo>
                <a:lnTo>
                  <a:pt x="611619" y="96672"/>
                </a:lnTo>
                <a:lnTo>
                  <a:pt x="611619" y="99453"/>
                </a:lnTo>
                <a:close/>
              </a:path>
              <a:path w="621665" h="1194435">
                <a:moveTo>
                  <a:pt x="613016" y="98069"/>
                </a:moveTo>
                <a:lnTo>
                  <a:pt x="611619" y="96672"/>
                </a:lnTo>
                <a:lnTo>
                  <a:pt x="611619" y="94691"/>
                </a:lnTo>
                <a:lnTo>
                  <a:pt x="613016" y="98069"/>
                </a:lnTo>
                <a:close/>
              </a:path>
              <a:path w="621665" h="1194435">
                <a:moveTo>
                  <a:pt x="616381" y="98069"/>
                </a:moveTo>
                <a:lnTo>
                  <a:pt x="613016" y="98069"/>
                </a:lnTo>
                <a:lnTo>
                  <a:pt x="611619" y="94691"/>
                </a:lnTo>
                <a:lnTo>
                  <a:pt x="616381" y="94691"/>
                </a:lnTo>
                <a:lnTo>
                  <a:pt x="616381" y="98069"/>
                </a:lnTo>
                <a:close/>
              </a:path>
              <a:path w="621665" h="1194435">
                <a:moveTo>
                  <a:pt x="99466" y="1186103"/>
                </a:moveTo>
                <a:lnTo>
                  <a:pt x="98069" y="1186103"/>
                </a:lnTo>
                <a:lnTo>
                  <a:pt x="89941" y="1177975"/>
                </a:lnTo>
                <a:lnTo>
                  <a:pt x="89941" y="96672"/>
                </a:lnTo>
                <a:lnTo>
                  <a:pt x="92722" y="99453"/>
                </a:lnTo>
                <a:lnTo>
                  <a:pt x="99466" y="99453"/>
                </a:lnTo>
                <a:lnTo>
                  <a:pt x="99466" y="1186103"/>
                </a:lnTo>
                <a:close/>
              </a:path>
              <a:path w="621665" h="1194435">
                <a:moveTo>
                  <a:pt x="611619" y="1189469"/>
                </a:moveTo>
                <a:lnTo>
                  <a:pt x="611619" y="96672"/>
                </a:lnTo>
                <a:lnTo>
                  <a:pt x="613016" y="98069"/>
                </a:lnTo>
                <a:lnTo>
                  <a:pt x="616381" y="98069"/>
                </a:lnTo>
                <a:lnTo>
                  <a:pt x="616381" y="99453"/>
                </a:lnTo>
                <a:lnTo>
                  <a:pt x="621144" y="99453"/>
                </a:lnTo>
                <a:lnTo>
                  <a:pt x="621144" y="1184706"/>
                </a:lnTo>
                <a:lnTo>
                  <a:pt x="616381" y="1184706"/>
                </a:lnTo>
                <a:lnTo>
                  <a:pt x="611619" y="1189469"/>
                </a:lnTo>
                <a:close/>
              </a:path>
              <a:path w="621665" h="1194435">
                <a:moveTo>
                  <a:pt x="9525" y="1099540"/>
                </a:moveTo>
                <a:lnTo>
                  <a:pt x="8127" y="1096162"/>
                </a:lnTo>
                <a:lnTo>
                  <a:pt x="9525" y="1097559"/>
                </a:lnTo>
                <a:lnTo>
                  <a:pt x="9525" y="1099540"/>
                </a:lnTo>
                <a:close/>
              </a:path>
              <a:path w="621665" h="1194435">
                <a:moveTo>
                  <a:pt x="9525" y="1097559"/>
                </a:moveTo>
                <a:lnTo>
                  <a:pt x="8127" y="1096162"/>
                </a:lnTo>
                <a:lnTo>
                  <a:pt x="9525" y="1096162"/>
                </a:lnTo>
                <a:lnTo>
                  <a:pt x="9525" y="1097559"/>
                </a:lnTo>
                <a:close/>
              </a:path>
              <a:path w="621665" h="1194435">
                <a:moveTo>
                  <a:pt x="11506" y="1099540"/>
                </a:moveTo>
                <a:lnTo>
                  <a:pt x="9525" y="1099540"/>
                </a:lnTo>
                <a:lnTo>
                  <a:pt x="9525" y="1097559"/>
                </a:lnTo>
                <a:lnTo>
                  <a:pt x="11506" y="1099540"/>
                </a:lnTo>
                <a:close/>
              </a:path>
              <a:path w="621665" h="1194435">
                <a:moveTo>
                  <a:pt x="99466" y="1189469"/>
                </a:moveTo>
                <a:lnTo>
                  <a:pt x="89941" y="1189469"/>
                </a:lnTo>
                <a:lnTo>
                  <a:pt x="89941" y="1177975"/>
                </a:lnTo>
                <a:lnTo>
                  <a:pt x="96672" y="1184706"/>
                </a:lnTo>
                <a:lnTo>
                  <a:pt x="94703" y="1184706"/>
                </a:lnTo>
                <a:lnTo>
                  <a:pt x="98069" y="1186103"/>
                </a:lnTo>
                <a:lnTo>
                  <a:pt x="99466" y="1186103"/>
                </a:lnTo>
                <a:lnTo>
                  <a:pt x="99466" y="1189469"/>
                </a:lnTo>
                <a:close/>
              </a:path>
              <a:path w="621665" h="1194435">
                <a:moveTo>
                  <a:pt x="98069" y="1186103"/>
                </a:moveTo>
                <a:lnTo>
                  <a:pt x="94703" y="1184706"/>
                </a:lnTo>
                <a:lnTo>
                  <a:pt x="96672" y="1184706"/>
                </a:lnTo>
                <a:lnTo>
                  <a:pt x="98069" y="1186103"/>
                </a:lnTo>
                <a:close/>
              </a:path>
              <a:path w="621665" h="1194435">
                <a:moveTo>
                  <a:pt x="611619" y="1189469"/>
                </a:moveTo>
                <a:lnTo>
                  <a:pt x="99466" y="1189469"/>
                </a:lnTo>
                <a:lnTo>
                  <a:pt x="99466" y="1184706"/>
                </a:lnTo>
                <a:lnTo>
                  <a:pt x="611619" y="1184706"/>
                </a:lnTo>
                <a:lnTo>
                  <a:pt x="611619" y="1189469"/>
                </a:lnTo>
                <a:close/>
              </a:path>
              <a:path w="621665" h="1194435">
                <a:moveTo>
                  <a:pt x="621144" y="1189469"/>
                </a:moveTo>
                <a:lnTo>
                  <a:pt x="611619" y="1189469"/>
                </a:lnTo>
                <a:lnTo>
                  <a:pt x="616381" y="1184706"/>
                </a:lnTo>
                <a:lnTo>
                  <a:pt x="621144" y="1184706"/>
                </a:lnTo>
                <a:lnTo>
                  <a:pt x="621144" y="11894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63156" y="1997964"/>
            <a:ext cx="521334" cy="824865"/>
          </a:xfrm>
          <a:custGeom>
            <a:avLst/>
            <a:gdLst/>
            <a:ahLst/>
            <a:cxnLst/>
            <a:rect l="l" t="t" r="r" b="b"/>
            <a:pathLst>
              <a:path w="521334" h="824864">
                <a:moveTo>
                  <a:pt x="521208" y="0"/>
                </a:moveTo>
                <a:lnTo>
                  <a:pt x="0" y="0"/>
                </a:lnTo>
                <a:lnTo>
                  <a:pt x="0" y="824484"/>
                </a:lnTo>
                <a:lnTo>
                  <a:pt x="521208" y="824484"/>
                </a:lnTo>
                <a:lnTo>
                  <a:pt x="521208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70192" y="1905000"/>
            <a:ext cx="96011" cy="9204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870192" y="1905000"/>
            <a:ext cx="617220" cy="960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67791" y="1903323"/>
            <a:ext cx="621665" cy="924560"/>
          </a:xfrm>
          <a:custGeom>
            <a:avLst/>
            <a:gdLst/>
            <a:ahLst/>
            <a:cxnLst/>
            <a:rect l="l" t="t" r="r" b="b"/>
            <a:pathLst>
              <a:path w="621665" h="924560">
                <a:moveTo>
                  <a:pt x="621144" y="924204"/>
                </a:moveTo>
                <a:lnTo>
                  <a:pt x="92722" y="924204"/>
                </a:lnTo>
                <a:lnTo>
                  <a:pt x="0" y="831494"/>
                </a:lnTo>
                <a:lnTo>
                  <a:pt x="0" y="0"/>
                </a:lnTo>
                <a:lnTo>
                  <a:pt x="528421" y="0"/>
                </a:lnTo>
                <a:lnTo>
                  <a:pt x="529806" y="1384"/>
                </a:lnTo>
                <a:lnTo>
                  <a:pt x="8127" y="1384"/>
                </a:lnTo>
                <a:lnTo>
                  <a:pt x="1397" y="8128"/>
                </a:lnTo>
                <a:lnTo>
                  <a:pt x="9525" y="16256"/>
                </a:lnTo>
                <a:lnTo>
                  <a:pt x="9525" y="826147"/>
                </a:lnTo>
                <a:lnTo>
                  <a:pt x="8127" y="826147"/>
                </a:lnTo>
                <a:lnTo>
                  <a:pt x="9525" y="829513"/>
                </a:lnTo>
                <a:lnTo>
                  <a:pt x="11493" y="829513"/>
                </a:lnTo>
                <a:lnTo>
                  <a:pt x="89941" y="907949"/>
                </a:lnTo>
                <a:lnTo>
                  <a:pt x="89941" y="919441"/>
                </a:lnTo>
                <a:lnTo>
                  <a:pt x="621144" y="919441"/>
                </a:lnTo>
                <a:lnTo>
                  <a:pt x="621144" y="924204"/>
                </a:lnTo>
                <a:close/>
              </a:path>
              <a:path w="621665" h="924560">
                <a:moveTo>
                  <a:pt x="9525" y="16256"/>
                </a:moveTo>
                <a:lnTo>
                  <a:pt x="1397" y="8128"/>
                </a:lnTo>
                <a:lnTo>
                  <a:pt x="8127" y="1384"/>
                </a:lnTo>
                <a:lnTo>
                  <a:pt x="1150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256"/>
                </a:lnTo>
                <a:close/>
              </a:path>
              <a:path w="621665" h="924560">
                <a:moveTo>
                  <a:pt x="524472" y="9525"/>
                </a:moveTo>
                <a:lnTo>
                  <a:pt x="16268" y="9525"/>
                </a:lnTo>
                <a:lnTo>
                  <a:pt x="8127" y="1384"/>
                </a:lnTo>
                <a:lnTo>
                  <a:pt x="529806" y="1384"/>
                </a:lnTo>
                <a:lnTo>
                  <a:pt x="536550" y="8128"/>
                </a:lnTo>
                <a:lnTo>
                  <a:pt x="523074" y="8128"/>
                </a:lnTo>
                <a:lnTo>
                  <a:pt x="524472" y="9525"/>
                </a:lnTo>
                <a:close/>
              </a:path>
              <a:path w="621665" h="92456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21665" h="924560">
                <a:moveTo>
                  <a:pt x="89941" y="96672"/>
                </a:moveTo>
                <a:lnTo>
                  <a:pt x="9525" y="16256"/>
                </a:lnTo>
                <a:lnTo>
                  <a:pt x="9525" y="4762"/>
                </a:lnTo>
                <a:lnTo>
                  <a:pt x="11506" y="4762"/>
                </a:lnTo>
                <a:lnTo>
                  <a:pt x="96672" y="89928"/>
                </a:lnTo>
                <a:lnTo>
                  <a:pt x="94703" y="89928"/>
                </a:lnTo>
                <a:lnTo>
                  <a:pt x="98069" y="91325"/>
                </a:lnTo>
                <a:lnTo>
                  <a:pt x="606284" y="91325"/>
                </a:lnTo>
                <a:lnTo>
                  <a:pt x="609650" y="94691"/>
                </a:lnTo>
                <a:lnTo>
                  <a:pt x="89941" y="94691"/>
                </a:lnTo>
                <a:lnTo>
                  <a:pt x="89941" y="96672"/>
                </a:lnTo>
                <a:close/>
              </a:path>
              <a:path w="621665" h="924560">
                <a:moveTo>
                  <a:pt x="611619" y="96659"/>
                </a:moveTo>
                <a:lnTo>
                  <a:pt x="523074" y="8128"/>
                </a:lnTo>
                <a:lnTo>
                  <a:pt x="526453" y="9525"/>
                </a:lnTo>
                <a:lnTo>
                  <a:pt x="537947" y="9525"/>
                </a:lnTo>
                <a:lnTo>
                  <a:pt x="618362" y="89928"/>
                </a:lnTo>
                <a:lnTo>
                  <a:pt x="616381" y="89928"/>
                </a:lnTo>
                <a:lnTo>
                  <a:pt x="616381" y="94691"/>
                </a:lnTo>
                <a:lnTo>
                  <a:pt x="611619" y="94691"/>
                </a:lnTo>
                <a:lnTo>
                  <a:pt x="611619" y="96659"/>
                </a:lnTo>
                <a:close/>
              </a:path>
              <a:path w="621665" h="924560">
                <a:moveTo>
                  <a:pt x="537947" y="9525"/>
                </a:moveTo>
                <a:lnTo>
                  <a:pt x="526453" y="9525"/>
                </a:lnTo>
                <a:lnTo>
                  <a:pt x="523074" y="8128"/>
                </a:lnTo>
                <a:lnTo>
                  <a:pt x="536550" y="8128"/>
                </a:lnTo>
                <a:lnTo>
                  <a:pt x="537947" y="9525"/>
                </a:lnTo>
                <a:close/>
              </a:path>
              <a:path w="621665" h="924560">
                <a:moveTo>
                  <a:pt x="98069" y="91325"/>
                </a:moveTo>
                <a:lnTo>
                  <a:pt x="94703" y="89928"/>
                </a:lnTo>
                <a:lnTo>
                  <a:pt x="96672" y="89928"/>
                </a:lnTo>
                <a:lnTo>
                  <a:pt x="98069" y="91325"/>
                </a:lnTo>
                <a:close/>
              </a:path>
              <a:path w="621665" h="924560">
                <a:moveTo>
                  <a:pt x="606284" y="91325"/>
                </a:moveTo>
                <a:lnTo>
                  <a:pt x="98069" y="91325"/>
                </a:lnTo>
                <a:lnTo>
                  <a:pt x="96672" y="89928"/>
                </a:lnTo>
                <a:lnTo>
                  <a:pt x="604887" y="89928"/>
                </a:lnTo>
                <a:lnTo>
                  <a:pt x="606284" y="91325"/>
                </a:lnTo>
                <a:close/>
              </a:path>
              <a:path w="621665" h="924560">
                <a:moveTo>
                  <a:pt x="621144" y="99453"/>
                </a:moveTo>
                <a:lnTo>
                  <a:pt x="616381" y="99453"/>
                </a:lnTo>
                <a:lnTo>
                  <a:pt x="616381" y="89928"/>
                </a:lnTo>
                <a:lnTo>
                  <a:pt x="618362" y="89928"/>
                </a:lnTo>
                <a:lnTo>
                  <a:pt x="621144" y="92710"/>
                </a:lnTo>
                <a:lnTo>
                  <a:pt x="621144" y="99453"/>
                </a:lnTo>
                <a:close/>
              </a:path>
              <a:path w="621665" h="924560">
                <a:moveTo>
                  <a:pt x="99466" y="99453"/>
                </a:moveTo>
                <a:lnTo>
                  <a:pt x="92722" y="99453"/>
                </a:lnTo>
                <a:lnTo>
                  <a:pt x="89941" y="96672"/>
                </a:lnTo>
                <a:lnTo>
                  <a:pt x="89941" y="94691"/>
                </a:lnTo>
                <a:lnTo>
                  <a:pt x="99466" y="94691"/>
                </a:lnTo>
                <a:lnTo>
                  <a:pt x="99466" y="99453"/>
                </a:lnTo>
                <a:close/>
              </a:path>
              <a:path w="621665" h="924560">
                <a:moveTo>
                  <a:pt x="611619" y="99453"/>
                </a:moveTo>
                <a:lnTo>
                  <a:pt x="99466" y="99453"/>
                </a:lnTo>
                <a:lnTo>
                  <a:pt x="99466" y="94691"/>
                </a:lnTo>
                <a:lnTo>
                  <a:pt x="609650" y="94691"/>
                </a:lnTo>
                <a:lnTo>
                  <a:pt x="611619" y="96659"/>
                </a:lnTo>
                <a:lnTo>
                  <a:pt x="611619" y="99453"/>
                </a:lnTo>
                <a:close/>
              </a:path>
              <a:path w="621665" h="924560">
                <a:moveTo>
                  <a:pt x="613016" y="98056"/>
                </a:moveTo>
                <a:lnTo>
                  <a:pt x="611631" y="96672"/>
                </a:lnTo>
                <a:lnTo>
                  <a:pt x="611619" y="94691"/>
                </a:lnTo>
                <a:lnTo>
                  <a:pt x="613016" y="98056"/>
                </a:lnTo>
                <a:close/>
              </a:path>
              <a:path w="621665" h="924560">
                <a:moveTo>
                  <a:pt x="616381" y="98056"/>
                </a:moveTo>
                <a:lnTo>
                  <a:pt x="613016" y="98056"/>
                </a:lnTo>
                <a:lnTo>
                  <a:pt x="611619" y="94691"/>
                </a:lnTo>
                <a:lnTo>
                  <a:pt x="616381" y="94691"/>
                </a:lnTo>
                <a:lnTo>
                  <a:pt x="616381" y="98056"/>
                </a:lnTo>
                <a:close/>
              </a:path>
              <a:path w="621665" h="924560">
                <a:moveTo>
                  <a:pt x="611619" y="919441"/>
                </a:moveTo>
                <a:lnTo>
                  <a:pt x="611619" y="96659"/>
                </a:lnTo>
                <a:lnTo>
                  <a:pt x="613016" y="98056"/>
                </a:lnTo>
                <a:lnTo>
                  <a:pt x="616381" y="98056"/>
                </a:lnTo>
                <a:lnTo>
                  <a:pt x="616381" y="99453"/>
                </a:lnTo>
                <a:lnTo>
                  <a:pt x="621144" y="99453"/>
                </a:lnTo>
                <a:lnTo>
                  <a:pt x="621144" y="914679"/>
                </a:lnTo>
                <a:lnTo>
                  <a:pt x="616381" y="914679"/>
                </a:lnTo>
                <a:lnTo>
                  <a:pt x="611619" y="919441"/>
                </a:lnTo>
                <a:close/>
              </a:path>
              <a:path w="621665" h="924560">
                <a:moveTo>
                  <a:pt x="99466" y="916076"/>
                </a:moveTo>
                <a:lnTo>
                  <a:pt x="98069" y="916076"/>
                </a:lnTo>
                <a:lnTo>
                  <a:pt x="89941" y="907949"/>
                </a:lnTo>
                <a:lnTo>
                  <a:pt x="89941" y="96672"/>
                </a:lnTo>
                <a:lnTo>
                  <a:pt x="92722" y="99453"/>
                </a:lnTo>
                <a:lnTo>
                  <a:pt x="99466" y="99453"/>
                </a:lnTo>
                <a:lnTo>
                  <a:pt x="99466" y="916076"/>
                </a:lnTo>
                <a:close/>
              </a:path>
              <a:path w="621665" h="924560">
                <a:moveTo>
                  <a:pt x="9525" y="829513"/>
                </a:moveTo>
                <a:lnTo>
                  <a:pt x="8127" y="826147"/>
                </a:lnTo>
                <a:lnTo>
                  <a:pt x="9525" y="827544"/>
                </a:lnTo>
                <a:lnTo>
                  <a:pt x="9525" y="829513"/>
                </a:lnTo>
                <a:close/>
              </a:path>
              <a:path w="621665" h="924560">
                <a:moveTo>
                  <a:pt x="9525" y="827544"/>
                </a:moveTo>
                <a:lnTo>
                  <a:pt x="8127" y="826147"/>
                </a:lnTo>
                <a:lnTo>
                  <a:pt x="9525" y="826147"/>
                </a:lnTo>
                <a:lnTo>
                  <a:pt x="9525" y="827544"/>
                </a:lnTo>
                <a:close/>
              </a:path>
              <a:path w="621665" h="924560">
                <a:moveTo>
                  <a:pt x="11493" y="829513"/>
                </a:moveTo>
                <a:lnTo>
                  <a:pt x="9525" y="829513"/>
                </a:lnTo>
                <a:lnTo>
                  <a:pt x="9525" y="827544"/>
                </a:lnTo>
                <a:lnTo>
                  <a:pt x="11493" y="829513"/>
                </a:lnTo>
                <a:close/>
              </a:path>
              <a:path w="621665" h="924560">
                <a:moveTo>
                  <a:pt x="99466" y="919441"/>
                </a:moveTo>
                <a:lnTo>
                  <a:pt x="89941" y="919441"/>
                </a:lnTo>
                <a:lnTo>
                  <a:pt x="89941" y="907949"/>
                </a:lnTo>
                <a:lnTo>
                  <a:pt x="96672" y="914679"/>
                </a:lnTo>
                <a:lnTo>
                  <a:pt x="94703" y="914679"/>
                </a:lnTo>
                <a:lnTo>
                  <a:pt x="98069" y="916076"/>
                </a:lnTo>
                <a:lnTo>
                  <a:pt x="99466" y="916076"/>
                </a:lnTo>
                <a:lnTo>
                  <a:pt x="99466" y="919441"/>
                </a:lnTo>
                <a:close/>
              </a:path>
              <a:path w="621665" h="924560">
                <a:moveTo>
                  <a:pt x="98069" y="916076"/>
                </a:moveTo>
                <a:lnTo>
                  <a:pt x="94703" y="914679"/>
                </a:lnTo>
                <a:lnTo>
                  <a:pt x="96672" y="914679"/>
                </a:lnTo>
                <a:lnTo>
                  <a:pt x="98069" y="916076"/>
                </a:lnTo>
                <a:close/>
              </a:path>
              <a:path w="621665" h="924560">
                <a:moveTo>
                  <a:pt x="611619" y="919441"/>
                </a:moveTo>
                <a:lnTo>
                  <a:pt x="99466" y="919441"/>
                </a:lnTo>
                <a:lnTo>
                  <a:pt x="99466" y="914679"/>
                </a:lnTo>
                <a:lnTo>
                  <a:pt x="611619" y="914679"/>
                </a:lnTo>
                <a:lnTo>
                  <a:pt x="611619" y="919441"/>
                </a:lnTo>
                <a:close/>
              </a:path>
              <a:path w="621665" h="924560">
                <a:moveTo>
                  <a:pt x="621144" y="919441"/>
                </a:moveTo>
                <a:lnTo>
                  <a:pt x="611619" y="919441"/>
                </a:lnTo>
                <a:lnTo>
                  <a:pt x="616381" y="914679"/>
                </a:lnTo>
                <a:lnTo>
                  <a:pt x="621144" y="914679"/>
                </a:lnTo>
                <a:lnTo>
                  <a:pt x="621144" y="919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064285" y="3035592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N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4285" y="1894839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S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34179" y="2286939"/>
            <a:ext cx="0" cy="1710689"/>
          </a:xfrm>
          <a:custGeom>
            <a:avLst/>
            <a:gdLst/>
            <a:ahLst/>
            <a:cxnLst/>
            <a:rect l="l" t="t" r="r" b="b"/>
            <a:pathLst>
              <a:path w="0" h="1710689">
                <a:moveTo>
                  <a:pt x="0" y="0"/>
                </a:moveTo>
                <a:lnTo>
                  <a:pt x="0" y="171006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34179" y="2286939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 h="0">
                <a:moveTo>
                  <a:pt x="0" y="0"/>
                </a:moveTo>
                <a:lnTo>
                  <a:pt x="89162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34179" y="3997007"/>
            <a:ext cx="2117725" cy="0"/>
          </a:xfrm>
          <a:custGeom>
            <a:avLst/>
            <a:gdLst/>
            <a:ahLst/>
            <a:cxnLst/>
            <a:rect l="l" t="t" r="r" b="b"/>
            <a:pathLst>
              <a:path w="2117725" h="0">
                <a:moveTo>
                  <a:pt x="0" y="0"/>
                </a:moveTo>
                <a:lnTo>
                  <a:pt x="21173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387698" y="2086864"/>
            <a:ext cx="2275481" cy="19228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17009" y="2845650"/>
            <a:ext cx="663903" cy="679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370755" y="2956204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5">
                <a:latin typeface="宋体"/>
                <a:cs typeface="宋体"/>
              </a:rPr>
              <a:t>×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91556" y="2853486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latin typeface="黑体"/>
                <a:cs typeface="黑体"/>
              </a:rPr>
              <a:t>乙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78835" y="1935479"/>
            <a:ext cx="1073150" cy="2062480"/>
          </a:xfrm>
          <a:custGeom>
            <a:avLst/>
            <a:gdLst/>
            <a:ahLst/>
            <a:cxnLst/>
            <a:rect l="l" t="t" r="r" b="b"/>
            <a:pathLst>
              <a:path w="1073150" h="2062479">
                <a:moveTo>
                  <a:pt x="894588" y="2061972"/>
                </a:moveTo>
                <a:lnTo>
                  <a:pt x="179831" y="2061972"/>
                </a:lnTo>
                <a:lnTo>
                  <a:pt x="131978" y="2055532"/>
                </a:lnTo>
                <a:lnTo>
                  <a:pt x="89041" y="2037489"/>
                </a:lnTo>
                <a:lnTo>
                  <a:pt x="52697" y="2009560"/>
                </a:lnTo>
                <a:lnTo>
                  <a:pt x="24623" y="1973467"/>
                </a:lnTo>
                <a:lnTo>
                  <a:pt x="6499" y="1930928"/>
                </a:lnTo>
                <a:lnTo>
                  <a:pt x="0" y="1883664"/>
                </a:lnTo>
                <a:lnTo>
                  <a:pt x="0" y="178308"/>
                </a:lnTo>
                <a:lnTo>
                  <a:pt x="6499" y="130990"/>
                </a:lnTo>
                <a:lnTo>
                  <a:pt x="24623" y="88420"/>
                </a:lnTo>
                <a:lnTo>
                  <a:pt x="52697" y="52316"/>
                </a:lnTo>
                <a:lnTo>
                  <a:pt x="89041" y="24398"/>
                </a:lnTo>
                <a:lnTo>
                  <a:pt x="131978" y="6386"/>
                </a:lnTo>
                <a:lnTo>
                  <a:pt x="179831" y="0"/>
                </a:lnTo>
                <a:lnTo>
                  <a:pt x="894588" y="0"/>
                </a:lnTo>
                <a:lnTo>
                  <a:pt x="942116" y="6386"/>
                </a:lnTo>
                <a:lnTo>
                  <a:pt x="984814" y="24398"/>
                </a:lnTo>
                <a:lnTo>
                  <a:pt x="1020960" y="52316"/>
                </a:lnTo>
                <a:lnTo>
                  <a:pt x="1048836" y="88420"/>
                </a:lnTo>
                <a:lnTo>
                  <a:pt x="1066721" y="130990"/>
                </a:lnTo>
                <a:lnTo>
                  <a:pt x="1072896" y="178308"/>
                </a:lnTo>
                <a:lnTo>
                  <a:pt x="1072896" y="1883664"/>
                </a:lnTo>
                <a:lnTo>
                  <a:pt x="1066721" y="1930928"/>
                </a:lnTo>
                <a:lnTo>
                  <a:pt x="1048836" y="1973467"/>
                </a:lnTo>
                <a:lnTo>
                  <a:pt x="1020960" y="2009560"/>
                </a:lnTo>
                <a:lnTo>
                  <a:pt x="984814" y="2037489"/>
                </a:lnTo>
                <a:lnTo>
                  <a:pt x="942116" y="2055532"/>
                </a:lnTo>
                <a:lnTo>
                  <a:pt x="894588" y="2061972"/>
                </a:lnTo>
                <a:close/>
              </a:path>
            </a:pathLst>
          </a:custGeom>
          <a:solidFill>
            <a:srgbClr val="FFD2FB">
              <a:alpha val="38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66389" y="1922779"/>
            <a:ext cx="1098550" cy="2082800"/>
          </a:xfrm>
          <a:custGeom>
            <a:avLst/>
            <a:gdLst/>
            <a:ahLst/>
            <a:cxnLst/>
            <a:rect l="l" t="t" r="r" b="b"/>
            <a:pathLst>
              <a:path w="1098550" h="2082800">
                <a:moveTo>
                  <a:pt x="981265" y="12700"/>
                </a:moveTo>
                <a:lnTo>
                  <a:pt x="117284" y="12700"/>
                </a:lnTo>
                <a:lnTo>
                  <a:pt x="125399" y="0"/>
                </a:lnTo>
                <a:lnTo>
                  <a:pt x="973150" y="0"/>
                </a:lnTo>
                <a:lnTo>
                  <a:pt x="981265" y="12700"/>
                </a:lnTo>
                <a:close/>
              </a:path>
              <a:path w="1098550" h="2082800">
                <a:moveTo>
                  <a:pt x="1006068" y="25400"/>
                </a:moveTo>
                <a:lnTo>
                  <a:pt x="92481" y="25400"/>
                </a:lnTo>
                <a:lnTo>
                  <a:pt x="99974" y="12700"/>
                </a:lnTo>
                <a:lnTo>
                  <a:pt x="998575" y="12700"/>
                </a:lnTo>
                <a:lnTo>
                  <a:pt x="1006068" y="25400"/>
                </a:lnTo>
                <a:close/>
              </a:path>
              <a:path w="1098550" h="2082800">
                <a:moveTo>
                  <a:pt x="126593" y="38100"/>
                </a:moveTo>
                <a:lnTo>
                  <a:pt x="76695" y="38100"/>
                </a:lnTo>
                <a:lnTo>
                  <a:pt x="84201" y="25400"/>
                </a:lnTo>
                <a:lnTo>
                  <a:pt x="134721" y="25400"/>
                </a:lnTo>
                <a:lnTo>
                  <a:pt x="126593" y="38100"/>
                </a:lnTo>
                <a:close/>
              </a:path>
              <a:path w="1098550" h="2082800">
                <a:moveTo>
                  <a:pt x="1021854" y="38100"/>
                </a:moveTo>
                <a:lnTo>
                  <a:pt x="971956" y="38100"/>
                </a:lnTo>
                <a:lnTo>
                  <a:pt x="963828" y="25400"/>
                </a:lnTo>
                <a:lnTo>
                  <a:pt x="1014349" y="25400"/>
                </a:lnTo>
                <a:lnTo>
                  <a:pt x="1021854" y="38100"/>
                </a:lnTo>
                <a:close/>
              </a:path>
              <a:path w="1098550" h="2082800">
                <a:moveTo>
                  <a:pt x="98412" y="50800"/>
                </a:moveTo>
                <a:lnTo>
                  <a:pt x="56324" y="50800"/>
                </a:lnTo>
                <a:lnTo>
                  <a:pt x="62979" y="38100"/>
                </a:lnTo>
                <a:lnTo>
                  <a:pt x="105664" y="38100"/>
                </a:lnTo>
                <a:lnTo>
                  <a:pt x="98412" y="50800"/>
                </a:lnTo>
                <a:close/>
              </a:path>
              <a:path w="1098550" h="2082800">
                <a:moveTo>
                  <a:pt x="1042225" y="50800"/>
                </a:moveTo>
                <a:lnTo>
                  <a:pt x="1000137" y="50800"/>
                </a:lnTo>
                <a:lnTo>
                  <a:pt x="992886" y="38100"/>
                </a:lnTo>
                <a:lnTo>
                  <a:pt x="1035570" y="38100"/>
                </a:lnTo>
                <a:lnTo>
                  <a:pt x="1042225" y="50800"/>
                </a:lnTo>
                <a:close/>
              </a:path>
              <a:path w="1098550" h="2082800">
                <a:moveTo>
                  <a:pt x="68351" y="76200"/>
                </a:moveTo>
                <a:lnTo>
                  <a:pt x="38252" y="76200"/>
                </a:lnTo>
                <a:lnTo>
                  <a:pt x="43942" y="63500"/>
                </a:lnTo>
                <a:lnTo>
                  <a:pt x="49568" y="50800"/>
                </a:lnTo>
                <a:lnTo>
                  <a:pt x="86106" y="50800"/>
                </a:lnTo>
                <a:lnTo>
                  <a:pt x="79616" y="63500"/>
                </a:lnTo>
                <a:lnTo>
                  <a:pt x="74282" y="63500"/>
                </a:lnTo>
                <a:lnTo>
                  <a:pt x="68351" y="76200"/>
                </a:lnTo>
                <a:close/>
              </a:path>
              <a:path w="1098550" h="2082800">
                <a:moveTo>
                  <a:pt x="85636" y="63500"/>
                </a:moveTo>
                <a:lnTo>
                  <a:pt x="86106" y="50800"/>
                </a:lnTo>
                <a:lnTo>
                  <a:pt x="92392" y="50800"/>
                </a:lnTo>
                <a:lnTo>
                  <a:pt x="85636" y="63500"/>
                </a:lnTo>
                <a:close/>
              </a:path>
              <a:path w="1098550" h="2082800">
                <a:moveTo>
                  <a:pt x="1012913" y="63500"/>
                </a:moveTo>
                <a:lnTo>
                  <a:pt x="1006157" y="50800"/>
                </a:lnTo>
                <a:lnTo>
                  <a:pt x="1012444" y="50800"/>
                </a:lnTo>
                <a:lnTo>
                  <a:pt x="1012913" y="63500"/>
                </a:lnTo>
                <a:close/>
              </a:path>
              <a:path w="1098550" h="2082800">
                <a:moveTo>
                  <a:pt x="1060297" y="76200"/>
                </a:moveTo>
                <a:lnTo>
                  <a:pt x="1030198" y="76200"/>
                </a:lnTo>
                <a:lnTo>
                  <a:pt x="1024267" y="63500"/>
                </a:lnTo>
                <a:lnTo>
                  <a:pt x="1018933" y="63500"/>
                </a:lnTo>
                <a:lnTo>
                  <a:pt x="1012444" y="50800"/>
                </a:lnTo>
                <a:lnTo>
                  <a:pt x="1048981" y="50800"/>
                </a:lnTo>
                <a:lnTo>
                  <a:pt x="1054608" y="63500"/>
                </a:lnTo>
                <a:lnTo>
                  <a:pt x="1060297" y="76200"/>
                </a:lnTo>
                <a:close/>
              </a:path>
              <a:path w="1098550" h="2082800">
                <a:moveTo>
                  <a:pt x="58216" y="88900"/>
                </a:moveTo>
                <a:lnTo>
                  <a:pt x="27901" y="88900"/>
                </a:lnTo>
                <a:lnTo>
                  <a:pt x="32550" y="76200"/>
                </a:lnTo>
                <a:lnTo>
                  <a:pt x="63525" y="76200"/>
                </a:lnTo>
                <a:lnTo>
                  <a:pt x="58216" y="88900"/>
                </a:lnTo>
                <a:close/>
              </a:path>
              <a:path w="1098550" h="2082800">
                <a:moveTo>
                  <a:pt x="1070648" y="88900"/>
                </a:moveTo>
                <a:lnTo>
                  <a:pt x="1040333" y="88900"/>
                </a:lnTo>
                <a:lnTo>
                  <a:pt x="1035024" y="76200"/>
                </a:lnTo>
                <a:lnTo>
                  <a:pt x="1065999" y="76200"/>
                </a:lnTo>
                <a:lnTo>
                  <a:pt x="1070648" y="88900"/>
                </a:lnTo>
                <a:close/>
              </a:path>
              <a:path w="1098550" h="2082800">
                <a:moveTo>
                  <a:pt x="41643" y="114300"/>
                </a:moveTo>
                <a:lnTo>
                  <a:pt x="14935" y="114300"/>
                </a:lnTo>
                <a:lnTo>
                  <a:pt x="19037" y="101600"/>
                </a:lnTo>
                <a:lnTo>
                  <a:pt x="23279" y="88900"/>
                </a:lnTo>
                <a:lnTo>
                  <a:pt x="53936" y="88900"/>
                </a:lnTo>
                <a:lnTo>
                  <a:pt x="49288" y="101600"/>
                </a:lnTo>
                <a:lnTo>
                  <a:pt x="45593" y="101600"/>
                </a:lnTo>
                <a:lnTo>
                  <a:pt x="41643" y="114300"/>
                </a:lnTo>
                <a:close/>
              </a:path>
              <a:path w="1098550" h="2082800">
                <a:moveTo>
                  <a:pt x="1083614" y="114300"/>
                </a:moveTo>
                <a:lnTo>
                  <a:pt x="1056906" y="114300"/>
                </a:lnTo>
                <a:lnTo>
                  <a:pt x="1052957" y="101600"/>
                </a:lnTo>
                <a:lnTo>
                  <a:pt x="1049261" y="101600"/>
                </a:lnTo>
                <a:lnTo>
                  <a:pt x="1044613" y="88900"/>
                </a:lnTo>
                <a:lnTo>
                  <a:pt x="1075270" y="88900"/>
                </a:lnTo>
                <a:lnTo>
                  <a:pt x="1079512" y="101600"/>
                </a:lnTo>
                <a:lnTo>
                  <a:pt x="1083614" y="114300"/>
                </a:lnTo>
                <a:close/>
              </a:path>
              <a:path w="1098550" h="2082800">
                <a:moveTo>
                  <a:pt x="28714" y="152400"/>
                </a:moveTo>
                <a:lnTo>
                  <a:pt x="3962" y="152400"/>
                </a:lnTo>
                <a:lnTo>
                  <a:pt x="6108" y="139700"/>
                </a:lnTo>
                <a:lnTo>
                  <a:pt x="8521" y="127000"/>
                </a:lnTo>
                <a:lnTo>
                  <a:pt x="11518" y="114300"/>
                </a:lnTo>
                <a:lnTo>
                  <a:pt x="38569" y="114300"/>
                </a:lnTo>
                <a:lnTo>
                  <a:pt x="35369" y="127000"/>
                </a:lnTo>
                <a:lnTo>
                  <a:pt x="35585" y="127000"/>
                </a:lnTo>
                <a:lnTo>
                  <a:pt x="32766" y="139700"/>
                </a:lnTo>
                <a:lnTo>
                  <a:pt x="30708" y="139700"/>
                </a:lnTo>
                <a:lnTo>
                  <a:pt x="28714" y="152400"/>
                </a:lnTo>
                <a:close/>
              </a:path>
              <a:path w="1098550" h="2082800">
                <a:moveTo>
                  <a:pt x="38328" y="127000"/>
                </a:moveTo>
                <a:lnTo>
                  <a:pt x="38569" y="114300"/>
                </a:lnTo>
                <a:lnTo>
                  <a:pt x="41910" y="114300"/>
                </a:lnTo>
                <a:lnTo>
                  <a:pt x="38328" y="127000"/>
                </a:lnTo>
                <a:close/>
              </a:path>
              <a:path w="1098550" h="2082800">
                <a:moveTo>
                  <a:pt x="1060221" y="127000"/>
                </a:moveTo>
                <a:lnTo>
                  <a:pt x="1056639" y="114300"/>
                </a:lnTo>
                <a:lnTo>
                  <a:pt x="1059980" y="114300"/>
                </a:lnTo>
                <a:lnTo>
                  <a:pt x="1060221" y="127000"/>
                </a:lnTo>
                <a:close/>
              </a:path>
              <a:path w="1098550" h="2082800">
                <a:moveTo>
                  <a:pt x="1094587" y="152400"/>
                </a:moveTo>
                <a:lnTo>
                  <a:pt x="1069835" y="152400"/>
                </a:lnTo>
                <a:lnTo>
                  <a:pt x="1067841" y="139700"/>
                </a:lnTo>
                <a:lnTo>
                  <a:pt x="1065784" y="139700"/>
                </a:lnTo>
                <a:lnTo>
                  <a:pt x="1062964" y="127000"/>
                </a:lnTo>
                <a:lnTo>
                  <a:pt x="1063180" y="127000"/>
                </a:lnTo>
                <a:lnTo>
                  <a:pt x="1059980" y="114300"/>
                </a:lnTo>
                <a:lnTo>
                  <a:pt x="1086815" y="114300"/>
                </a:lnTo>
                <a:lnTo>
                  <a:pt x="1090028" y="127000"/>
                </a:lnTo>
                <a:lnTo>
                  <a:pt x="1092441" y="139700"/>
                </a:lnTo>
                <a:lnTo>
                  <a:pt x="1094587" y="152400"/>
                </a:lnTo>
                <a:close/>
              </a:path>
              <a:path w="1098550" h="2082800">
                <a:moveTo>
                  <a:pt x="27266" y="165100"/>
                </a:moveTo>
                <a:lnTo>
                  <a:pt x="1028" y="165100"/>
                </a:lnTo>
                <a:lnTo>
                  <a:pt x="2159" y="152400"/>
                </a:lnTo>
                <a:lnTo>
                  <a:pt x="28841" y="152400"/>
                </a:lnTo>
                <a:lnTo>
                  <a:pt x="27266" y="165100"/>
                </a:lnTo>
                <a:close/>
              </a:path>
              <a:path w="1098550" h="2082800">
                <a:moveTo>
                  <a:pt x="1097521" y="165100"/>
                </a:moveTo>
                <a:lnTo>
                  <a:pt x="1071283" y="165100"/>
                </a:lnTo>
                <a:lnTo>
                  <a:pt x="1069708" y="152400"/>
                </a:lnTo>
                <a:lnTo>
                  <a:pt x="1096390" y="152400"/>
                </a:lnTo>
                <a:lnTo>
                  <a:pt x="1097521" y="165100"/>
                </a:lnTo>
                <a:close/>
              </a:path>
              <a:path w="1098550" h="2082800">
                <a:moveTo>
                  <a:pt x="25590" y="177800"/>
                </a:moveTo>
                <a:lnTo>
                  <a:pt x="266" y="177800"/>
                </a:lnTo>
                <a:lnTo>
                  <a:pt x="965" y="165100"/>
                </a:lnTo>
                <a:lnTo>
                  <a:pt x="26289" y="165100"/>
                </a:lnTo>
                <a:lnTo>
                  <a:pt x="25590" y="177800"/>
                </a:lnTo>
                <a:close/>
              </a:path>
              <a:path w="1098550" h="2082800">
                <a:moveTo>
                  <a:pt x="1098283" y="1905000"/>
                </a:moveTo>
                <a:lnTo>
                  <a:pt x="1072261" y="1905000"/>
                </a:lnTo>
                <a:lnTo>
                  <a:pt x="1072959" y="1892300"/>
                </a:lnTo>
                <a:lnTo>
                  <a:pt x="1073150" y="1892300"/>
                </a:lnTo>
                <a:lnTo>
                  <a:pt x="1073150" y="190500"/>
                </a:lnTo>
                <a:lnTo>
                  <a:pt x="1072921" y="177800"/>
                </a:lnTo>
                <a:lnTo>
                  <a:pt x="1072261" y="165100"/>
                </a:lnTo>
                <a:lnTo>
                  <a:pt x="1097584" y="165100"/>
                </a:lnTo>
                <a:lnTo>
                  <a:pt x="1098283" y="177800"/>
                </a:lnTo>
                <a:lnTo>
                  <a:pt x="1098550" y="190500"/>
                </a:lnTo>
                <a:lnTo>
                  <a:pt x="1098550" y="1892300"/>
                </a:lnTo>
                <a:lnTo>
                  <a:pt x="1098283" y="1905000"/>
                </a:lnTo>
                <a:close/>
              </a:path>
              <a:path w="1098550" h="2082800">
                <a:moveTo>
                  <a:pt x="26289" y="1905000"/>
                </a:moveTo>
                <a:lnTo>
                  <a:pt x="266" y="1905000"/>
                </a:lnTo>
                <a:lnTo>
                  <a:pt x="0" y="1892300"/>
                </a:lnTo>
                <a:lnTo>
                  <a:pt x="0" y="190500"/>
                </a:lnTo>
                <a:lnTo>
                  <a:pt x="241" y="177800"/>
                </a:lnTo>
                <a:lnTo>
                  <a:pt x="25628" y="177800"/>
                </a:lnTo>
                <a:lnTo>
                  <a:pt x="25400" y="190500"/>
                </a:lnTo>
                <a:lnTo>
                  <a:pt x="25400" y="1892300"/>
                </a:lnTo>
                <a:lnTo>
                  <a:pt x="25590" y="1892300"/>
                </a:lnTo>
                <a:lnTo>
                  <a:pt x="26289" y="1905000"/>
                </a:lnTo>
                <a:close/>
              </a:path>
              <a:path w="1098550" h="2082800">
                <a:moveTo>
                  <a:pt x="30708" y="1930400"/>
                </a:moveTo>
                <a:lnTo>
                  <a:pt x="3835" y="1930400"/>
                </a:lnTo>
                <a:lnTo>
                  <a:pt x="2159" y="1917700"/>
                </a:lnTo>
                <a:lnTo>
                  <a:pt x="1028" y="1905000"/>
                </a:lnTo>
                <a:lnTo>
                  <a:pt x="26225" y="1905000"/>
                </a:lnTo>
                <a:lnTo>
                  <a:pt x="27355" y="1917700"/>
                </a:lnTo>
                <a:lnTo>
                  <a:pt x="28714" y="1917700"/>
                </a:lnTo>
                <a:lnTo>
                  <a:pt x="30708" y="1930400"/>
                </a:lnTo>
                <a:close/>
              </a:path>
              <a:path w="1098550" h="2082800">
                <a:moveTo>
                  <a:pt x="1094714" y="1930400"/>
                </a:moveTo>
                <a:lnTo>
                  <a:pt x="1067841" y="1930400"/>
                </a:lnTo>
                <a:lnTo>
                  <a:pt x="1069835" y="1917700"/>
                </a:lnTo>
                <a:lnTo>
                  <a:pt x="1071194" y="1917700"/>
                </a:lnTo>
                <a:lnTo>
                  <a:pt x="1072324" y="1905000"/>
                </a:lnTo>
                <a:lnTo>
                  <a:pt x="1097521" y="1905000"/>
                </a:lnTo>
                <a:lnTo>
                  <a:pt x="1096390" y="1917700"/>
                </a:lnTo>
                <a:lnTo>
                  <a:pt x="1094714" y="1930400"/>
                </a:lnTo>
                <a:close/>
              </a:path>
              <a:path w="1098550" h="2082800">
                <a:moveTo>
                  <a:pt x="32956" y="1943100"/>
                </a:moveTo>
                <a:lnTo>
                  <a:pt x="6108" y="1943100"/>
                </a:lnTo>
                <a:lnTo>
                  <a:pt x="3962" y="1930400"/>
                </a:lnTo>
                <a:lnTo>
                  <a:pt x="30543" y="1930400"/>
                </a:lnTo>
                <a:lnTo>
                  <a:pt x="32956" y="1943100"/>
                </a:lnTo>
                <a:close/>
              </a:path>
              <a:path w="1098550" h="2082800">
                <a:moveTo>
                  <a:pt x="1092441" y="1943100"/>
                </a:moveTo>
                <a:lnTo>
                  <a:pt x="1065593" y="1943100"/>
                </a:lnTo>
                <a:lnTo>
                  <a:pt x="1068006" y="1930400"/>
                </a:lnTo>
                <a:lnTo>
                  <a:pt x="1094587" y="1930400"/>
                </a:lnTo>
                <a:lnTo>
                  <a:pt x="1092441" y="1943100"/>
                </a:lnTo>
                <a:close/>
              </a:path>
              <a:path w="1098550" h="2082800">
                <a:moveTo>
                  <a:pt x="45593" y="1968500"/>
                </a:moveTo>
                <a:lnTo>
                  <a:pt x="14935" y="1968500"/>
                </a:lnTo>
                <a:lnTo>
                  <a:pt x="8521" y="1943100"/>
                </a:lnTo>
                <a:lnTo>
                  <a:pt x="35369" y="1943100"/>
                </a:lnTo>
                <a:lnTo>
                  <a:pt x="38569" y="1955800"/>
                </a:lnTo>
                <a:lnTo>
                  <a:pt x="41643" y="1955800"/>
                </a:lnTo>
                <a:lnTo>
                  <a:pt x="45593" y="1968500"/>
                </a:lnTo>
                <a:close/>
              </a:path>
              <a:path w="1098550" h="2082800">
                <a:moveTo>
                  <a:pt x="1087031" y="1955800"/>
                </a:moveTo>
                <a:lnTo>
                  <a:pt x="1059980" y="1955800"/>
                </a:lnTo>
                <a:lnTo>
                  <a:pt x="1063180" y="1943100"/>
                </a:lnTo>
                <a:lnTo>
                  <a:pt x="1090028" y="1943100"/>
                </a:lnTo>
                <a:lnTo>
                  <a:pt x="1087031" y="1955800"/>
                </a:lnTo>
                <a:close/>
              </a:path>
              <a:path w="1098550" h="2082800">
                <a:moveTo>
                  <a:pt x="1083614" y="1968500"/>
                </a:moveTo>
                <a:lnTo>
                  <a:pt x="1052957" y="1968500"/>
                </a:lnTo>
                <a:lnTo>
                  <a:pt x="1056906" y="1955800"/>
                </a:lnTo>
                <a:lnTo>
                  <a:pt x="1086815" y="1955800"/>
                </a:lnTo>
                <a:lnTo>
                  <a:pt x="1083614" y="1968500"/>
                </a:lnTo>
                <a:close/>
              </a:path>
              <a:path w="1098550" h="2082800">
                <a:moveTo>
                  <a:pt x="58585" y="1993900"/>
                </a:moveTo>
                <a:lnTo>
                  <a:pt x="27584" y="1993900"/>
                </a:lnTo>
                <a:lnTo>
                  <a:pt x="23279" y="1981200"/>
                </a:lnTo>
                <a:lnTo>
                  <a:pt x="19037" y="1968500"/>
                </a:lnTo>
                <a:lnTo>
                  <a:pt x="45300" y="1968500"/>
                </a:lnTo>
                <a:lnTo>
                  <a:pt x="49606" y="1981200"/>
                </a:lnTo>
                <a:lnTo>
                  <a:pt x="53593" y="1981200"/>
                </a:lnTo>
                <a:lnTo>
                  <a:pt x="58585" y="1993900"/>
                </a:lnTo>
                <a:close/>
              </a:path>
              <a:path w="1098550" h="2082800">
                <a:moveTo>
                  <a:pt x="1070965" y="1993900"/>
                </a:moveTo>
                <a:lnTo>
                  <a:pt x="1039964" y="1993900"/>
                </a:lnTo>
                <a:lnTo>
                  <a:pt x="1044956" y="1981200"/>
                </a:lnTo>
                <a:lnTo>
                  <a:pt x="1048943" y="1981200"/>
                </a:lnTo>
                <a:lnTo>
                  <a:pt x="1053249" y="1968500"/>
                </a:lnTo>
                <a:lnTo>
                  <a:pt x="1079512" y="1968500"/>
                </a:lnTo>
                <a:lnTo>
                  <a:pt x="1075270" y="1981200"/>
                </a:lnTo>
                <a:lnTo>
                  <a:pt x="1070965" y="1993900"/>
                </a:lnTo>
                <a:close/>
              </a:path>
              <a:path w="1098550" h="2082800">
                <a:moveTo>
                  <a:pt x="68770" y="2006600"/>
                </a:moveTo>
                <a:lnTo>
                  <a:pt x="38252" y="2006600"/>
                </a:lnTo>
                <a:lnTo>
                  <a:pt x="32893" y="1993900"/>
                </a:lnTo>
                <a:lnTo>
                  <a:pt x="63144" y="1993900"/>
                </a:lnTo>
                <a:lnTo>
                  <a:pt x="68770" y="2006600"/>
                </a:lnTo>
                <a:close/>
              </a:path>
              <a:path w="1098550" h="2082800">
                <a:moveTo>
                  <a:pt x="1060297" y="2006600"/>
                </a:moveTo>
                <a:lnTo>
                  <a:pt x="1029779" y="2006600"/>
                </a:lnTo>
                <a:lnTo>
                  <a:pt x="1035405" y="1993900"/>
                </a:lnTo>
                <a:lnTo>
                  <a:pt x="1065657" y="1993900"/>
                </a:lnTo>
                <a:lnTo>
                  <a:pt x="1060297" y="2006600"/>
                </a:lnTo>
                <a:close/>
              </a:path>
              <a:path w="1098550" h="2082800">
                <a:moveTo>
                  <a:pt x="86106" y="2019300"/>
                </a:moveTo>
                <a:lnTo>
                  <a:pt x="49568" y="2019300"/>
                </a:lnTo>
                <a:lnTo>
                  <a:pt x="43942" y="2006600"/>
                </a:lnTo>
                <a:lnTo>
                  <a:pt x="79616" y="2006600"/>
                </a:lnTo>
                <a:lnTo>
                  <a:pt x="86106" y="2019300"/>
                </a:lnTo>
                <a:close/>
              </a:path>
              <a:path w="1098550" h="2082800">
                <a:moveTo>
                  <a:pt x="1048981" y="2019300"/>
                </a:moveTo>
                <a:lnTo>
                  <a:pt x="1012444" y="2019300"/>
                </a:lnTo>
                <a:lnTo>
                  <a:pt x="1018933" y="2006600"/>
                </a:lnTo>
                <a:lnTo>
                  <a:pt x="1054608" y="2006600"/>
                </a:lnTo>
                <a:lnTo>
                  <a:pt x="1048981" y="2019300"/>
                </a:lnTo>
                <a:close/>
              </a:path>
              <a:path w="1098550" h="2082800">
                <a:moveTo>
                  <a:pt x="98920" y="2032000"/>
                </a:moveTo>
                <a:lnTo>
                  <a:pt x="62979" y="2032000"/>
                </a:lnTo>
                <a:lnTo>
                  <a:pt x="56324" y="2019300"/>
                </a:lnTo>
                <a:lnTo>
                  <a:pt x="91909" y="2019300"/>
                </a:lnTo>
                <a:lnTo>
                  <a:pt x="98920" y="2032000"/>
                </a:lnTo>
                <a:close/>
              </a:path>
              <a:path w="1098550" h="2082800">
                <a:moveTo>
                  <a:pt x="1035570" y="2032000"/>
                </a:moveTo>
                <a:lnTo>
                  <a:pt x="999629" y="2032000"/>
                </a:lnTo>
                <a:lnTo>
                  <a:pt x="1006640" y="2019300"/>
                </a:lnTo>
                <a:lnTo>
                  <a:pt x="1042225" y="2019300"/>
                </a:lnTo>
                <a:lnTo>
                  <a:pt x="1035570" y="2032000"/>
                </a:lnTo>
                <a:close/>
              </a:path>
              <a:path w="1098550" h="2082800">
                <a:moveTo>
                  <a:pt x="119811" y="2044700"/>
                </a:moveTo>
                <a:lnTo>
                  <a:pt x="76695" y="2044700"/>
                </a:lnTo>
                <a:lnTo>
                  <a:pt x="69468" y="2032000"/>
                </a:lnTo>
                <a:lnTo>
                  <a:pt x="112090" y="2032000"/>
                </a:lnTo>
                <a:lnTo>
                  <a:pt x="119811" y="2044700"/>
                </a:lnTo>
                <a:close/>
              </a:path>
              <a:path w="1098550" h="2082800">
                <a:moveTo>
                  <a:pt x="1021854" y="2044700"/>
                </a:moveTo>
                <a:lnTo>
                  <a:pt x="978738" y="2044700"/>
                </a:lnTo>
                <a:lnTo>
                  <a:pt x="986459" y="2032000"/>
                </a:lnTo>
                <a:lnTo>
                  <a:pt x="1029081" y="2032000"/>
                </a:lnTo>
                <a:lnTo>
                  <a:pt x="1021854" y="2044700"/>
                </a:lnTo>
                <a:close/>
              </a:path>
              <a:path w="1098550" h="2082800">
                <a:moveTo>
                  <a:pt x="158369" y="2057400"/>
                </a:moveTo>
                <a:lnTo>
                  <a:pt x="91960" y="2057400"/>
                </a:lnTo>
                <a:lnTo>
                  <a:pt x="84709" y="2044700"/>
                </a:lnTo>
                <a:lnTo>
                  <a:pt x="149720" y="2044700"/>
                </a:lnTo>
                <a:lnTo>
                  <a:pt x="158369" y="2057400"/>
                </a:lnTo>
                <a:close/>
              </a:path>
              <a:path w="1098550" h="2082800">
                <a:moveTo>
                  <a:pt x="1006589" y="2057400"/>
                </a:moveTo>
                <a:lnTo>
                  <a:pt x="940181" y="2057400"/>
                </a:lnTo>
                <a:lnTo>
                  <a:pt x="948829" y="2044700"/>
                </a:lnTo>
                <a:lnTo>
                  <a:pt x="1013840" y="2044700"/>
                </a:lnTo>
                <a:lnTo>
                  <a:pt x="1006589" y="2057400"/>
                </a:lnTo>
                <a:close/>
              </a:path>
              <a:path w="1098550" h="2082800">
                <a:moveTo>
                  <a:pt x="981265" y="2070100"/>
                </a:moveTo>
                <a:lnTo>
                  <a:pt x="117284" y="2070100"/>
                </a:lnTo>
                <a:lnTo>
                  <a:pt x="108229" y="2057400"/>
                </a:lnTo>
                <a:lnTo>
                  <a:pt x="990320" y="2057400"/>
                </a:lnTo>
                <a:lnTo>
                  <a:pt x="981265" y="2070100"/>
                </a:lnTo>
                <a:close/>
              </a:path>
              <a:path w="1098550" h="2082800">
                <a:moveTo>
                  <a:pt x="945896" y="2082800"/>
                </a:moveTo>
                <a:lnTo>
                  <a:pt x="152654" y="2082800"/>
                </a:lnTo>
                <a:lnTo>
                  <a:pt x="143395" y="2070100"/>
                </a:lnTo>
                <a:lnTo>
                  <a:pt x="955154" y="2070100"/>
                </a:lnTo>
                <a:lnTo>
                  <a:pt x="945896" y="20828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48271" y="1953767"/>
            <a:ext cx="1073150" cy="2062480"/>
          </a:xfrm>
          <a:custGeom>
            <a:avLst/>
            <a:gdLst/>
            <a:ahLst/>
            <a:cxnLst/>
            <a:rect l="l" t="t" r="r" b="b"/>
            <a:pathLst>
              <a:path w="1073150" h="2062479">
                <a:moveTo>
                  <a:pt x="894587" y="2061971"/>
                </a:moveTo>
                <a:lnTo>
                  <a:pt x="178307" y="2061971"/>
                </a:lnTo>
                <a:lnTo>
                  <a:pt x="130937" y="2055585"/>
                </a:lnTo>
                <a:lnTo>
                  <a:pt x="88335" y="2037573"/>
                </a:lnTo>
                <a:lnTo>
                  <a:pt x="52220" y="2009655"/>
                </a:lnTo>
                <a:lnTo>
                  <a:pt x="24313" y="1973551"/>
                </a:lnTo>
                <a:lnTo>
                  <a:pt x="6333" y="1930981"/>
                </a:lnTo>
                <a:lnTo>
                  <a:pt x="0" y="1883664"/>
                </a:lnTo>
                <a:lnTo>
                  <a:pt x="0" y="178307"/>
                </a:lnTo>
                <a:lnTo>
                  <a:pt x="6333" y="131043"/>
                </a:lnTo>
                <a:lnTo>
                  <a:pt x="24313" y="88504"/>
                </a:lnTo>
                <a:lnTo>
                  <a:pt x="52220" y="52411"/>
                </a:lnTo>
                <a:lnTo>
                  <a:pt x="88335" y="24482"/>
                </a:lnTo>
                <a:lnTo>
                  <a:pt x="130937" y="6439"/>
                </a:lnTo>
                <a:lnTo>
                  <a:pt x="178307" y="0"/>
                </a:lnTo>
                <a:lnTo>
                  <a:pt x="894587" y="0"/>
                </a:lnTo>
                <a:lnTo>
                  <a:pt x="941953" y="6439"/>
                </a:lnTo>
                <a:lnTo>
                  <a:pt x="984554" y="24482"/>
                </a:lnTo>
                <a:lnTo>
                  <a:pt x="1020670" y="52411"/>
                </a:lnTo>
                <a:lnTo>
                  <a:pt x="1048579" y="88504"/>
                </a:lnTo>
                <a:lnTo>
                  <a:pt x="1066561" y="131043"/>
                </a:lnTo>
                <a:lnTo>
                  <a:pt x="1072896" y="178307"/>
                </a:lnTo>
                <a:lnTo>
                  <a:pt x="1072896" y="1883664"/>
                </a:lnTo>
                <a:lnTo>
                  <a:pt x="1066561" y="1930981"/>
                </a:lnTo>
                <a:lnTo>
                  <a:pt x="1048579" y="1973551"/>
                </a:lnTo>
                <a:lnTo>
                  <a:pt x="1020670" y="2009655"/>
                </a:lnTo>
                <a:lnTo>
                  <a:pt x="984554" y="2037573"/>
                </a:lnTo>
                <a:lnTo>
                  <a:pt x="941953" y="2055585"/>
                </a:lnTo>
                <a:lnTo>
                  <a:pt x="894587" y="2061971"/>
                </a:lnTo>
                <a:close/>
              </a:path>
            </a:pathLst>
          </a:custGeom>
          <a:solidFill>
            <a:srgbClr val="FFD2FB">
              <a:alpha val="38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35444" y="1941195"/>
            <a:ext cx="1098550" cy="2082800"/>
          </a:xfrm>
          <a:custGeom>
            <a:avLst/>
            <a:gdLst/>
            <a:ahLst/>
            <a:cxnLst/>
            <a:rect l="l" t="t" r="r" b="b"/>
            <a:pathLst>
              <a:path w="1098550" h="2082800">
                <a:moveTo>
                  <a:pt x="981265" y="12699"/>
                </a:moveTo>
                <a:lnTo>
                  <a:pt x="117284" y="12699"/>
                </a:lnTo>
                <a:lnTo>
                  <a:pt x="125399" y="0"/>
                </a:lnTo>
                <a:lnTo>
                  <a:pt x="973150" y="0"/>
                </a:lnTo>
                <a:lnTo>
                  <a:pt x="981265" y="12699"/>
                </a:lnTo>
                <a:close/>
              </a:path>
              <a:path w="1098550" h="2082800">
                <a:moveTo>
                  <a:pt x="1006068" y="25399"/>
                </a:moveTo>
                <a:lnTo>
                  <a:pt x="92481" y="25399"/>
                </a:lnTo>
                <a:lnTo>
                  <a:pt x="99974" y="12699"/>
                </a:lnTo>
                <a:lnTo>
                  <a:pt x="998575" y="12699"/>
                </a:lnTo>
                <a:lnTo>
                  <a:pt x="1006068" y="25399"/>
                </a:lnTo>
                <a:close/>
              </a:path>
              <a:path w="1098550" h="2082800">
                <a:moveTo>
                  <a:pt x="126593" y="38099"/>
                </a:moveTo>
                <a:lnTo>
                  <a:pt x="76695" y="38099"/>
                </a:lnTo>
                <a:lnTo>
                  <a:pt x="84200" y="25399"/>
                </a:lnTo>
                <a:lnTo>
                  <a:pt x="134721" y="25399"/>
                </a:lnTo>
                <a:lnTo>
                  <a:pt x="126593" y="38099"/>
                </a:lnTo>
                <a:close/>
              </a:path>
              <a:path w="1098550" h="2082800">
                <a:moveTo>
                  <a:pt x="1021854" y="38099"/>
                </a:moveTo>
                <a:lnTo>
                  <a:pt x="971956" y="38099"/>
                </a:lnTo>
                <a:lnTo>
                  <a:pt x="963828" y="25399"/>
                </a:lnTo>
                <a:lnTo>
                  <a:pt x="1014349" y="25399"/>
                </a:lnTo>
                <a:lnTo>
                  <a:pt x="1021854" y="38099"/>
                </a:lnTo>
                <a:close/>
              </a:path>
              <a:path w="1098550" h="2082800">
                <a:moveTo>
                  <a:pt x="98412" y="50799"/>
                </a:moveTo>
                <a:lnTo>
                  <a:pt x="56324" y="50799"/>
                </a:lnTo>
                <a:lnTo>
                  <a:pt x="62979" y="38099"/>
                </a:lnTo>
                <a:lnTo>
                  <a:pt x="105663" y="38099"/>
                </a:lnTo>
                <a:lnTo>
                  <a:pt x="98412" y="50799"/>
                </a:lnTo>
                <a:close/>
              </a:path>
              <a:path w="1098550" h="2082800">
                <a:moveTo>
                  <a:pt x="1042225" y="50799"/>
                </a:moveTo>
                <a:lnTo>
                  <a:pt x="1000137" y="50799"/>
                </a:lnTo>
                <a:lnTo>
                  <a:pt x="992885" y="38099"/>
                </a:lnTo>
                <a:lnTo>
                  <a:pt x="1035570" y="38099"/>
                </a:lnTo>
                <a:lnTo>
                  <a:pt x="1042225" y="50799"/>
                </a:lnTo>
                <a:close/>
              </a:path>
              <a:path w="1098550" h="2082800">
                <a:moveTo>
                  <a:pt x="68351" y="76199"/>
                </a:moveTo>
                <a:lnTo>
                  <a:pt x="38252" y="76199"/>
                </a:lnTo>
                <a:lnTo>
                  <a:pt x="43941" y="63499"/>
                </a:lnTo>
                <a:lnTo>
                  <a:pt x="49568" y="50799"/>
                </a:lnTo>
                <a:lnTo>
                  <a:pt x="86105" y="50799"/>
                </a:lnTo>
                <a:lnTo>
                  <a:pt x="79616" y="63499"/>
                </a:lnTo>
                <a:lnTo>
                  <a:pt x="74282" y="63499"/>
                </a:lnTo>
                <a:lnTo>
                  <a:pt x="68351" y="76199"/>
                </a:lnTo>
                <a:close/>
              </a:path>
              <a:path w="1098550" h="2082800">
                <a:moveTo>
                  <a:pt x="85636" y="63499"/>
                </a:moveTo>
                <a:lnTo>
                  <a:pt x="86105" y="50799"/>
                </a:lnTo>
                <a:lnTo>
                  <a:pt x="92392" y="50799"/>
                </a:lnTo>
                <a:lnTo>
                  <a:pt x="85636" y="63499"/>
                </a:lnTo>
                <a:close/>
              </a:path>
              <a:path w="1098550" h="2082800">
                <a:moveTo>
                  <a:pt x="1012913" y="63499"/>
                </a:moveTo>
                <a:lnTo>
                  <a:pt x="1006157" y="50799"/>
                </a:lnTo>
                <a:lnTo>
                  <a:pt x="1012444" y="50799"/>
                </a:lnTo>
                <a:lnTo>
                  <a:pt x="1012913" y="63499"/>
                </a:lnTo>
                <a:close/>
              </a:path>
              <a:path w="1098550" h="2082800">
                <a:moveTo>
                  <a:pt x="1060297" y="76199"/>
                </a:moveTo>
                <a:lnTo>
                  <a:pt x="1030198" y="76199"/>
                </a:lnTo>
                <a:lnTo>
                  <a:pt x="1024267" y="63499"/>
                </a:lnTo>
                <a:lnTo>
                  <a:pt x="1018933" y="63499"/>
                </a:lnTo>
                <a:lnTo>
                  <a:pt x="1012444" y="50799"/>
                </a:lnTo>
                <a:lnTo>
                  <a:pt x="1048981" y="50799"/>
                </a:lnTo>
                <a:lnTo>
                  <a:pt x="1054607" y="63499"/>
                </a:lnTo>
                <a:lnTo>
                  <a:pt x="1060297" y="76199"/>
                </a:lnTo>
                <a:close/>
              </a:path>
              <a:path w="1098550" h="2082800">
                <a:moveTo>
                  <a:pt x="58216" y="88899"/>
                </a:moveTo>
                <a:lnTo>
                  <a:pt x="27901" y="88899"/>
                </a:lnTo>
                <a:lnTo>
                  <a:pt x="32550" y="76199"/>
                </a:lnTo>
                <a:lnTo>
                  <a:pt x="63525" y="76199"/>
                </a:lnTo>
                <a:lnTo>
                  <a:pt x="58216" y="88899"/>
                </a:lnTo>
                <a:close/>
              </a:path>
              <a:path w="1098550" h="2082800">
                <a:moveTo>
                  <a:pt x="1070648" y="88899"/>
                </a:moveTo>
                <a:lnTo>
                  <a:pt x="1040333" y="88899"/>
                </a:lnTo>
                <a:lnTo>
                  <a:pt x="1035024" y="76199"/>
                </a:lnTo>
                <a:lnTo>
                  <a:pt x="1065999" y="76199"/>
                </a:lnTo>
                <a:lnTo>
                  <a:pt x="1070648" y="88899"/>
                </a:lnTo>
                <a:close/>
              </a:path>
              <a:path w="1098550" h="2082800">
                <a:moveTo>
                  <a:pt x="41643" y="114299"/>
                </a:moveTo>
                <a:lnTo>
                  <a:pt x="14935" y="114299"/>
                </a:lnTo>
                <a:lnTo>
                  <a:pt x="19037" y="101599"/>
                </a:lnTo>
                <a:lnTo>
                  <a:pt x="23279" y="88899"/>
                </a:lnTo>
                <a:lnTo>
                  <a:pt x="53936" y="88899"/>
                </a:lnTo>
                <a:lnTo>
                  <a:pt x="49288" y="101599"/>
                </a:lnTo>
                <a:lnTo>
                  <a:pt x="45593" y="101599"/>
                </a:lnTo>
                <a:lnTo>
                  <a:pt x="41643" y="114299"/>
                </a:lnTo>
                <a:close/>
              </a:path>
              <a:path w="1098550" h="2082800">
                <a:moveTo>
                  <a:pt x="1083614" y="114299"/>
                </a:moveTo>
                <a:lnTo>
                  <a:pt x="1056906" y="114299"/>
                </a:lnTo>
                <a:lnTo>
                  <a:pt x="1052956" y="101599"/>
                </a:lnTo>
                <a:lnTo>
                  <a:pt x="1049261" y="101599"/>
                </a:lnTo>
                <a:lnTo>
                  <a:pt x="1044613" y="88899"/>
                </a:lnTo>
                <a:lnTo>
                  <a:pt x="1075270" y="88899"/>
                </a:lnTo>
                <a:lnTo>
                  <a:pt x="1079512" y="101599"/>
                </a:lnTo>
                <a:lnTo>
                  <a:pt x="1083614" y="114299"/>
                </a:lnTo>
                <a:close/>
              </a:path>
              <a:path w="1098550" h="2082800">
                <a:moveTo>
                  <a:pt x="28701" y="152399"/>
                </a:moveTo>
                <a:lnTo>
                  <a:pt x="3962" y="152399"/>
                </a:lnTo>
                <a:lnTo>
                  <a:pt x="6108" y="139699"/>
                </a:lnTo>
                <a:lnTo>
                  <a:pt x="8521" y="126999"/>
                </a:lnTo>
                <a:lnTo>
                  <a:pt x="11518" y="114299"/>
                </a:lnTo>
                <a:lnTo>
                  <a:pt x="38569" y="114299"/>
                </a:lnTo>
                <a:lnTo>
                  <a:pt x="35369" y="126999"/>
                </a:lnTo>
                <a:lnTo>
                  <a:pt x="35585" y="126999"/>
                </a:lnTo>
                <a:lnTo>
                  <a:pt x="32765" y="139699"/>
                </a:lnTo>
                <a:lnTo>
                  <a:pt x="30708" y="139699"/>
                </a:lnTo>
                <a:lnTo>
                  <a:pt x="28701" y="152399"/>
                </a:lnTo>
                <a:close/>
              </a:path>
              <a:path w="1098550" h="2082800">
                <a:moveTo>
                  <a:pt x="38328" y="126999"/>
                </a:moveTo>
                <a:lnTo>
                  <a:pt x="38569" y="114299"/>
                </a:lnTo>
                <a:lnTo>
                  <a:pt x="41909" y="114299"/>
                </a:lnTo>
                <a:lnTo>
                  <a:pt x="38328" y="126999"/>
                </a:lnTo>
                <a:close/>
              </a:path>
              <a:path w="1098550" h="2082800">
                <a:moveTo>
                  <a:pt x="1060221" y="126999"/>
                </a:moveTo>
                <a:lnTo>
                  <a:pt x="1056639" y="114299"/>
                </a:lnTo>
                <a:lnTo>
                  <a:pt x="1059980" y="114299"/>
                </a:lnTo>
                <a:lnTo>
                  <a:pt x="1060221" y="126999"/>
                </a:lnTo>
                <a:close/>
              </a:path>
              <a:path w="1098550" h="2082800">
                <a:moveTo>
                  <a:pt x="1094587" y="152399"/>
                </a:moveTo>
                <a:lnTo>
                  <a:pt x="1069835" y="152399"/>
                </a:lnTo>
                <a:lnTo>
                  <a:pt x="1067841" y="139699"/>
                </a:lnTo>
                <a:lnTo>
                  <a:pt x="1065783" y="139699"/>
                </a:lnTo>
                <a:lnTo>
                  <a:pt x="1062964" y="126999"/>
                </a:lnTo>
                <a:lnTo>
                  <a:pt x="1063180" y="126999"/>
                </a:lnTo>
                <a:lnTo>
                  <a:pt x="1059980" y="114299"/>
                </a:lnTo>
                <a:lnTo>
                  <a:pt x="1086815" y="114299"/>
                </a:lnTo>
                <a:lnTo>
                  <a:pt x="1090028" y="126999"/>
                </a:lnTo>
                <a:lnTo>
                  <a:pt x="1092441" y="139699"/>
                </a:lnTo>
                <a:lnTo>
                  <a:pt x="1094587" y="152399"/>
                </a:lnTo>
                <a:close/>
              </a:path>
              <a:path w="1098550" h="2082800">
                <a:moveTo>
                  <a:pt x="27266" y="165099"/>
                </a:moveTo>
                <a:lnTo>
                  <a:pt x="1028" y="165099"/>
                </a:lnTo>
                <a:lnTo>
                  <a:pt x="2158" y="152399"/>
                </a:lnTo>
                <a:lnTo>
                  <a:pt x="28841" y="152399"/>
                </a:lnTo>
                <a:lnTo>
                  <a:pt x="27266" y="165099"/>
                </a:lnTo>
                <a:close/>
              </a:path>
              <a:path w="1098550" h="2082800">
                <a:moveTo>
                  <a:pt x="1097521" y="165099"/>
                </a:moveTo>
                <a:lnTo>
                  <a:pt x="1071283" y="165099"/>
                </a:lnTo>
                <a:lnTo>
                  <a:pt x="1069708" y="152399"/>
                </a:lnTo>
                <a:lnTo>
                  <a:pt x="1096390" y="152399"/>
                </a:lnTo>
                <a:lnTo>
                  <a:pt x="1097521" y="165099"/>
                </a:lnTo>
                <a:close/>
              </a:path>
              <a:path w="1098550" h="2082800">
                <a:moveTo>
                  <a:pt x="25590" y="177799"/>
                </a:moveTo>
                <a:lnTo>
                  <a:pt x="266" y="177799"/>
                </a:lnTo>
                <a:lnTo>
                  <a:pt x="965" y="165099"/>
                </a:lnTo>
                <a:lnTo>
                  <a:pt x="26288" y="165099"/>
                </a:lnTo>
                <a:lnTo>
                  <a:pt x="25590" y="177799"/>
                </a:lnTo>
                <a:close/>
              </a:path>
              <a:path w="1098550" h="2082800">
                <a:moveTo>
                  <a:pt x="1098283" y="1905000"/>
                </a:moveTo>
                <a:lnTo>
                  <a:pt x="1072260" y="1905000"/>
                </a:lnTo>
                <a:lnTo>
                  <a:pt x="1072959" y="1892300"/>
                </a:lnTo>
                <a:lnTo>
                  <a:pt x="1073150" y="1892300"/>
                </a:lnTo>
                <a:lnTo>
                  <a:pt x="1073150" y="190499"/>
                </a:lnTo>
                <a:lnTo>
                  <a:pt x="1072921" y="177799"/>
                </a:lnTo>
                <a:lnTo>
                  <a:pt x="1072260" y="165099"/>
                </a:lnTo>
                <a:lnTo>
                  <a:pt x="1097584" y="165099"/>
                </a:lnTo>
                <a:lnTo>
                  <a:pt x="1098283" y="177799"/>
                </a:lnTo>
                <a:lnTo>
                  <a:pt x="1098550" y="190499"/>
                </a:lnTo>
                <a:lnTo>
                  <a:pt x="1098550" y="1892300"/>
                </a:lnTo>
                <a:lnTo>
                  <a:pt x="1098283" y="1905000"/>
                </a:lnTo>
                <a:close/>
              </a:path>
              <a:path w="1098550" h="2082800">
                <a:moveTo>
                  <a:pt x="26288" y="1905000"/>
                </a:moveTo>
                <a:lnTo>
                  <a:pt x="266" y="1905000"/>
                </a:lnTo>
                <a:lnTo>
                  <a:pt x="0" y="1892300"/>
                </a:lnTo>
                <a:lnTo>
                  <a:pt x="0" y="190499"/>
                </a:lnTo>
                <a:lnTo>
                  <a:pt x="241" y="177799"/>
                </a:lnTo>
                <a:lnTo>
                  <a:pt x="25628" y="177799"/>
                </a:lnTo>
                <a:lnTo>
                  <a:pt x="25400" y="190499"/>
                </a:lnTo>
                <a:lnTo>
                  <a:pt x="25400" y="1892300"/>
                </a:lnTo>
                <a:lnTo>
                  <a:pt x="25590" y="1892300"/>
                </a:lnTo>
                <a:lnTo>
                  <a:pt x="26288" y="1905000"/>
                </a:lnTo>
                <a:close/>
              </a:path>
              <a:path w="1098550" h="2082800">
                <a:moveTo>
                  <a:pt x="30708" y="1930400"/>
                </a:moveTo>
                <a:lnTo>
                  <a:pt x="3835" y="1930400"/>
                </a:lnTo>
                <a:lnTo>
                  <a:pt x="2158" y="1917700"/>
                </a:lnTo>
                <a:lnTo>
                  <a:pt x="1028" y="1905000"/>
                </a:lnTo>
                <a:lnTo>
                  <a:pt x="26225" y="1905000"/>
                </a:lnTo>
                <a:lnTo>
                  <a:pt x="27355" y="1917700"/>
                </a:lnTo>
                <a:lnTo>
                  <a:pt x="28701" y="1917700"/>
                </a:lnTo>
                <a:lnTo>
                  <a:pt x="30708" y="1930400"/>
                </a:lnTo>
                <a:close/>
              </a:path>
              <a:path w="1098550" h="2082800">
                <a:moveTo>
                  <a:pt x="1094714" y="1930400"/>
                </a:moveTo>
                <a:lnTo>
                  <a:pt x="1067841" y="1930400"/>
                </a:lnTo>
                <a:lnTo>
                  <a:pt x="1069835" y="1917700"/>
                </a:lnTo>
                <a:lnTo>
                  <a:pt x="1071194" y="1917700"/>
                </a:lnTo>
                <a:lnTo>
                  <a:pt x="1072324" y="1905000"/>
                </a:lnTo>
                <a:lnTo>
                  <a:pt x="1097521" y="1905000"/>
                </a:lnTo>
                <a:lnTo>
                  <a:pt x="1096390" y="1917700"/>
                </a:lnTo>
                <a:lnTo>
                  <a:pt x="1094714" y="1930400"/>
                </a:lnTo>
                <a:close/>
              </a:path>
              <a:path w="1098550" h="2082800">
                <a:moveTo>
                  <a:pt x="32956" y="1943100"/>
                </a:moveTo>
                <a:lnTo>
                  <a:pt x="6108" y="1943100"/>
                </a:lnTo>
                <a:lnTo>
                  <a:pt x="3962" y="1930400"/>
                </a:lnTo>
                <a:lnTo>
                  <a:pt x="30543" y="1930400"/>
                </a:lnTo>
                <a:lnTo>
                  <a:pt x="32956" y="1943100"/>
                </a:lnTo>
                <a:close/>
              </a:path>
              <a:path w="1098550" h="2082800">
                <a:moveTo>
                  <a:pt x="1092441" y="1943100"/>
                </a:moveTo>
                <a:lnTo>
                  <a:pt x="1065593" y="1943100"/>
                </a:lnTo>
                <a:lnTo>
                  <a:pt x="1068006" y="1930400"/>
                </a:lnTo>
                <a:lnTo>
                  <a:pt x="1094587" y="1930400"/>
                </a:lnTo>
                <a:lnTo>
                  <a:pt x="1092441" y="1943100"/>
                </a:lnTo>
                <a:close/>
              </a:path>
              <a:path w="1098550" h="2082800">
                <a:moveTo>
                  <a:pt x="45593" y="1968500"/>
                </a:moveTo>
                <a:lnTo>
                  <a:pt x="14935" y="1968500"/>
                </a:lnTo>
                <a:lnTo>
                  <a:pt x="8521" y="1943100"/>
                </a:lnTo>
                <a:lnTo>
                  <a:pt x="35369" y="1943100"/>
                </a:lnTo>
                <a:lnTo>
                  <a:pt x="38569" y="1955800"/>
                </a:lnTo>
                <a:lnTo>
                  <a:pt x="41643" y="1955800"/>
                </a:lnTo>
                <a:lnTo>
                  <a:pt x="45593" y="1968500"/>
                </a:lnTo>
                <a:close/>
              </a:path>
              <a:path w="1098550" h="2082800">
                <a:moveTo>
                  <a:pt x="1087031" y="1955800"/>
                </a:moveTo>
                <a:lnTo>
                  <a:pt x="1059980" y="1955800"/>
                </a:lnTo>
                <a:lnTo>
                  <a:pt x="1063180" y="1943100"/>
                </a:lnTo>
                <a:lnTo>
                  <a:pt x="1090028" y="1943100"/>
                </a:lnTo>
                <a:lnTo>
                  <a:pt x="1087031" y="1955800"/>
                </a:lnTo>
                <a:close/>
              </a:path>
              <a:path w="1098550" h="2082800">
                <a:moveTo>
                  <a:pt x="1083614" y="1968500"/>
                </a:moveTo>
                <a:lnTo>
                  <a:pt x="1052956" y="1968500"/>
                </a:lnTo>
                <a:lnTo>
                  <a:pt x="1056906" y="1955800"/>
                </a:lnTo>
                <a:lnTo>
                  <a:pt x="1086815" y="1955800"/>
                </a:lnTo>
                <a:lnTo>
                  <a:pt x="1083614" y="1968500"/>
                </a:lnTo>
                <a:close/>
              </a:path>
              <a:path w="1098550" h="2082800">
                <a:moveTo>
                  <a:pt x="58585" y="1993900"/>
                </a:moveTo>
                <a:lnTo>
                  <a:pt x="27584" y="1993900"/>
                </a:lnTo>
                <a:lnTo>
                  <a:pt x="23279" y="1981200"/>
                </a:lnTo>
                <a:lnTo>
                  <a:pt x="19037" y="1968500"/>
                </a:lnTo>
                <a:lnTo>
                  <a:pt x="45300" y="1968500"/>
                </a:lnTo>
                <a:lnTo>
                  <a:pt x="49606" y="1981200"/>
                </a:lnTo>
                <a:lnTo>
                  <a:pt x="53594" y="1981200"/>
                </a:lnTo>
                <a:lnTo>
                  <a:pt x="58585" y="1993900"/>
                </a:lnTo>
                <a:close/>
              </a:path>
              <a:path w="1098550" h="2082800">
                <a:moveTo>
                  <a:pt x="1070965" y="1993900"/>
                </a:moveTo>
                <a:lnTo>
                  <a:pt x="1039964" y="1993900"/>
                </a:lnTo>
                <a:lnTo>
                  <a:pt x="1044955" y="1981200"/>
                </a:lnTo>
                <a:lnTo>
                  <a:pt x="1048943" y="1981200"/>
                </a:lnTo>
                <a:lnTo>
                  <a:pt x="1053249" y="1968500"/>
                </a:lnTo>
                <a:lnTo>
                  <a:pt x="1079512" y="1968500"/>
                </a:lnTo>
                <a:lnTo>
                  <a:pt x="1075270" y="1981200"/>
                </a:lnTo>
                <a:lnTo>
                  <a:pt x="1070965" y="1993900"/>
                </a:lnTo>
                <a:close/>
              </a:path>
              <a:path w="1098550" h="2082800">
                <a:moveTo>
                  <a:pt x="68770" y="2006600"/>
                </a:moveTo>
                <a:lnTo>
                  <a:pt x="38252" y="2006600"/>
                </a:lnTo>
                <a:lnTo>
                  <a:pt x="32893" y="1993900"/>
                </a:lnTo>
                <a:lnTo>
                  <a:pt x="63144" y="1993900"/>
                </a:lnTo>
                <a:lnTo>
                  <a:pt x="68770" y="2006600"/>
                </a:lnTo>
                <a:close/>
              </a:path>
              <a:path w="1098550" h="2082800">
                <a:moveTo>
                  <a:pt x="1060297" y="2006600"/>
                </a:moveTo>
                <a:lnTo>
                  <a:pt x="1029779" y="2006600"/>
                </a:lnTo>
                <a:lnTo>
                  <a:pt x="1035405" y="1993900"/>
                </a:lnTo>
                <a:lnTo>
                  <a:pt x="1065656" y="1993900"/>
                </a:lnTo>
                <a:lnTo>
                  <a:pt x="1060297" y="2006600"/>
                </a:lnTo>
                <a:close/>
              </a:path>
              <a:path w="1098550" h="2082800">
                <a:moveTo>
                  <a:pt x="86105" y="2019300"/>
                </a:moveTo>
                <a:lnTo>
                  <a:pt x="49568" y="2019300"/>
                </a:lnTo>
                <a:lnTo>
                  <a:pt x="43941" y="2006600"/>
                </a:lnTo>
                <a:lnTo>
                  <a:pt x="79616" y="2006600"/>
                </a:lnTo>
                <a:lnTo>
                  <a:pt x="86105" y="2019300"/>
                </a:lnTo>
                <a:close/>
              </a:path>
              <a:path w="1098550" h="2082800">
                <a:moveTo>
                  <a:pt x="1048981" y="2019300"/>
                </a:moveTo>
                <a:lnTo>
                  <a:pt x="1012444" y="2019300"/>
                </a:lnTo>
                <a:lnTo>
                  <a:pt x="1018933" y="2006600"/>
                </a:lnTo>
                <a:lnTo>
                  <a:pt x="1054607" y="2006600"/>
                </a:lnTo>
                <a:lnTo>
                  <a:pt x="1048981" y="2019300"/>
                </a:lnTo>
                <a:close/>
              </a:path>
              <a:path w="1098550" h="2082800">
                <a:moveTo>
                  <a:pt x="98920" y="2032000"/>
                </a:moveTo>
                <a:lnTo>
                  <a:pt x="62979" y="2032000"/>
                </a:lnTo>
                <a:lnTo>
                  <a:pt x="56324" y="2019300"/>
                </a:lnTo>
                <a:lnTo>
                  <a:pt x="91909" y="2019300"/>
                </a:lnTo>
                <a:lnTo>
                  <a:pt x="98920" y="2032000"/>
                </a:lnTo>
                <a:close/>
              </a:path>
              <a:path w="1098550" h="2082800">
                <a:moveTo>
                  <a:pt x="1035570" y="2032000"/>
                </a:moveTo>
                <a:lnTo>
                  <a:pt x="999629" y="2032000"/>
                </a:lnTo>
                <a:lnTo>
                  <a:pt x="1006640" y="2019300"/>
                </a:lnTo>
                <a:lnTo>
                  <a:pt x="1042225" y="2019300"/>
                </a:lnTo>
                <a:lnTo>
                  <a:pt x="1035570" y="2032000"/>
                </a:lnTo>
                <a:close/>
              </a:path>
              <a:path w="1098550" h="2082800">
                <a:moveTo>
                  <a:pt x="119811" y="2044700"/>
                </a:moveTo>
                <a:lnTo>
                  <a:pt x="76695" y="2044700"/>
                </a:lnTo>
                <a:lnTo>
                  <a:pt x="69469" y="2032000"/>
                </a:lnTo>
                <a:lnTo>
                  <a:pt x="112090" y="2032000"/>
                </a:lnTo>
                <a:lnTo>
                  <a:pt x="119811" y="2044700"/>
                </a:lnTo>
                <a:close/>
              </a:path>
              <a:path w="1098550" h="2082800">
                <a:moveTo>
                  <a:pt x="1021854" y="2044700"/>
                </a:moveTo>
                <a:lnTo>
                  <a:pt x="978738" y="2044700"/>
                </a:lnTo>
                <a:lnTo>
                  <a:pt x="986459" y="2032000"/>
                </a:lnTo>
                <a:lnTo>
                  <a:pt x="1029080" y="2032000"/>
                </a:lnTo>
                <a:lnTo>
                  <a:pt x="1021854" y="2044700"/>
                </a:lnTo>
                <a:close/>
              </a:path>
              <a:path w="1098550" h="2082800">
                <a:moveTo>
                  <a:pt x="158369" y="2057400"/>
                </a:moveTo>
                <a:lnTo>
                  <a:pt x="91960" y="2057400"/>
                </a:lnTo>
                <a:lnTo>
                  <a:pt x="84708" y="2044700"/>
                </a:lnTo>
                <a:lnTo>
                  <a:pt x="149720" y="2044700"/>
                </a:lnTo>
                <a:lnTo>
                  <a:pt x="158369" y="2057400"/>
                </a:lnTo>
                <a:close/>
              </a:path>
              <a:path w="1098550" h="2082800">
                <a:moveTo>
                  <a:pt x="1006589" y="2057400"/>
                </a:moveTo>
                <a:lnTo>
                  <a:pt x="940180" y="2057400"/>
                </a:lnTo>
                <a:lnTo>
                  <a:pt x="948829" y="2044700"/>
                </a:lnTo>
                <a:lnTo>
                  <a:pt x="1013840" y="2044700"/>
                </a:lnTo>
                <a:lnTo>
                  <a:pt x="1006589" y="2057400"/>
                </a:lnTo>
                <a:close/>
              </a:path>
              <a:path w="1098550" h="2082800">
                <a:moveTo>
                  <a:pt x="981265" y="2070100"/>
                </a:moveTo>
                <a:lnTo>
                  <a:pt x="117284" y="2070100"/>
                </a:lnTo>
                <a:lnTo>
                  <a:pt x="108229" y="2057400"/>
                </a:lnTo>
                <a:lnTo>
                  <a:pt x="990320" y="2057400"/>
                </a:lnTo>
                <a:lnTo>
                  <a:pt x="981265" y="2070100"/>
                </a:lnTo>
                <a:close/>
              </a:path>
              <a:path w="1098550" h="2082800">
                <a:moveTo>
                  <a:pt x="945896" y="2082800"/>
                </a:moveTo>
                <a:lnTo>
                  <a:pt x="152653" y="2082800"/>
                </a:lnTo>
                <a:lnTo>
                  <a:pt x="143395" y="2070100"/>
                </a:lnTo>
                <a:lnTo>
                  <a:pt x="955154" y="2070100"/>
                </a:lnTo>
                <a:lnTo>
                  <a:pt x="945896" y="208280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63991" y="4901425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 h="0">
                <a:moveTo>
                  <a:pt x="0" y="0"/>
                </a:moveTo>
                <a:lnTo>
                  <a:pt x="862495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258567" y="4230827"/>
            <a:ext cx="317500" cy="599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50" spc="5" i="1">
                <a:latin typeface="Times New Roman"/>
                <a:cs typeface="Times New Roman"/>
              </a:rPr>
              <a:t>E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91563" y="4903546"/>
            <a:ext cx="835025" cy="599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50" spc="254" i="1">
                <a:latin typeface="Times New Roman"/>
                <a:cs typeface="Times New Roman"/>
              </a:rPr>
              <a:t>R</a:t>
            </a:r>
            <a:r>
              <a:rPr dirty="0" sz="3750" spc="290">
                <a:latin typeface="Symbol"/>
                <a:cs typeface="Symbol"/>
              </a:rPr>
              <a:t></a:t>
            </a:r>
            <a:r>
              <a:rPr dirty="0" sz="3750" spc="5" i="1">
                <a:latin typeface="Times New Roman"/>
                <a:cs typeface="Times New Roman"/>
              </a:rPr>
              <a:t>r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3692" y="4531195"/>
            <a:ext cx="561340" cy="599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50" i="1">
                <a:latin typeface="Times New Roman"/>
                <a:cs typeface="Times New Roman"/>
              </a:rPr>
              <a:t>I</a:t>
            </a:r>
            <a:r>
              <a:rPr dirty="0" sz="3750" spc="-125" i="1">
                <a:latin typeface="Times New Roman"/>
                <a:cs typeface="Times New Roman"/>
              </a:rPr>
              <a:t> </a:t>
            </a:r>
            <a:r>
              <a:rPr dirty="0" sz="3750" spc="5">
                <a:latin typeface="Symbol"/>
                <a:cs typeface="Symbol"/>
              </a:rPr>
              <a:t></a:t>
            </a:r>
            <a:endParaRPr sz="37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2413" y="1819837"/>
            <a:ext cx="5198986" cy="3908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BF6EF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5562" y="1126479"/>
            <a:ext cx="201358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180">
                <a:solidFill>
                  <a:srgbClr val="010101"/>
                </a:solidFill>
                <a:latin typeface="宋体"/>
                <a:cs typeface="宋体"/>
              </a:rPr>
              <a:t>测量电动势</a:t>
            </a:r>
            <a:endParaRPr sz="29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267" y="1673272"/>
            <a:ext cx="6626876" cy="244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73968" y="4045780"/>
            <a:ext cx="317308" cy="8152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98613" y="2503803"/>
            <a:ext cx="1891649" cy="1697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00101" y="2345025"/>
            <a:ext cx="109837" cy="32732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0419" y="5706839"/>
            <a:ext cx="2025896" cy="338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91277" y="4815242"/>
            <a:ext cx="5309235" cy="0"/>
          </a:xfrm>
          <a:custGeom>
            <a:avLst/>
            <a:gdLst/>
            <a:ahLst/>
            <a:cxnLst/>
            <a:rect l="l" t="t" r="r" b="b"/>
            <a:pathLst>
              <a:path w="5309234" h="0">
                <a:moveTo>
                  <a:pt x="0" y="0"/>
                </a:moveTo>
                <a:lnTo>
                  <a:pt x="5308823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3573" y="5999969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10" h="0">
                <a:moveTo>
                  <a:pt x="0" y="0"/>
                </a:moveTo>
                <a:lnTo>
                  <a:pt x="1006845" y="0"/>
                </a:lnTo>
              </a:path>
            </a:pathLst>
          </a:custGeom>
          <a:ln w="91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8EBE8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5562" y="1126479"/>
            <a:ext cx="201358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180">
                <a:solidFill>
                  <a:srgbClr val="030303"/>
                </a:solidFill>
                <a:latin typeface="宋体"/>
                <a:cs typeface="宋体"/>
              </a:rPr>
              <a:t>测量电动势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654" y="1885253"/>
            <a:ext cx="96139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">
                <a:solidFill>
                  <a:srgbClr val="46507B"/>
                </a:solidFill>
                <a:latin typeface="宋体"/>
                <a:cs typeface="宋体"/>
              </a:rPr>
              <a:t>爸</a:t>
            </a:r>
            <a:r>
              <a:rPr dirty="0" sz="650" spc="-135">
                <a:solidFill>
                  <a:srgbClr val="626062"/>
                </a:solidFill>
                <a:latin typeface="Times New Roman"/>
                <a:cs typeface="Times New Roman"/>
              </a:rPr>
              <a:t>Lia</a:t>
            </a:r>
            <a:r>
              <a:rPr dirty="0" sz="650" spc="-130">
                <a:solidFill>
                  <a:srgbClr val="626062"/>
                </a:solidFill>
                <a:latin typeface="Times New Roman"/>
                <a:cs typeface="Times New Roman"/>
              </a:rPr>
              <a:t> </a:t>
            </a:r>
            <a:r>
              <a:rPr dirty="0" sz="650" spc="-85">
                <a:solidFill>
                  <a:srgbClr val="626062"/>
                </a:solidFill>
                <a:latin typeface="Times New Roman"/>
                <a:cs typeface="Times New Roman"/>
              </a:rPr>
              <a:t>ng</a:t>
            </a:r>
            <a:r>
              <a:rPr dirty="0" sz="500" spc="75">
                <a:solidFill>
                  <a:srgbClr val="8A8A8A"/>
                </a:solidFill>
                <a:latin typeface="宋体"/>
                <a:cs typeface="宋体"/>
              </a:rPr>
              <a:t>咄</a:t>
            </a:r>
            <a:r>
              <a:rPr dirty="0" sz="650" spc="-10">
                <a:solidFill>
                  <a:srgbClr val="626062"/>
                </a:solidFill>
                <a:latin typeface="Arial"/>
                <a:cs typeface="Arial"/>
              </a:rPr>
              <a:t>I</a:t>
            </a:r>
            <a:r>
              <a:rPr dirty="0" sz="650" spc="-55">
                <a:solidFill>
                  <a:srgbClr val="626062"/>
                </a:solidFill>
                <a:latin typeface="Arial"/>
                <a:cs typeface="Arial"/>
              </a:rPr>
              <a:t> </a:t>
            </a:r>
            <a:r>
              <a:rPr dirty="0" sz="650" spc="-45">
                <a:solidFill>
                  <a:srgbClr val="8A8A8A"/>
                </a:solidFill>
                <a:latin typeface="Times New Roman"/>
                <a:cs typeface="Times New Roman"/>
              </a:rPr>
              <a:t>S</a:t>
            </a:r>
            <a:r>
              <a:rPr dirty="0" sz="650" spc="-45">
                <a:solidFill>
                  <a:srgbClr val="727272"/>
                </a:solidFill>
                <a:latin typeface="Times New Roman"/>
                <a:cs typeface="Times New Roman"/>
              </a:rPr>
              <a:t>tud</a:t>
            </a:r>
            <a:r>
              <a:rPr dirty="0" sz="650" spc="-45">
                <a:solidFill>
                  <a:srgbClr val="4F4D4F"/>
                </a:solidFill>
                <a:latin typeface="Times New Roman"/>
                <a:cs typeface="Times New Roman"/>
              </a:rPr>
              <a:t>i</a:t>
            </a:r>
            <a:r>
              <a:rPr dirty="0" sz="650" spc="-45">
                <a:solidFill>
                  <a:srgbClr val="8A8A8A"/>
                </a:solidFill>
                <a:latin typeface="Times New Roman"/>
                <a:cs typeface="Times New Roman"/>
              </a:rPr>
              <a:t>o</a:t>
            </a:r>
            <a:r>
              <a:rPr dirty="0" sz="650" spc="-95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dirty="0" sz="650" spc="15">
                <a:solidFill>
                  <a:srgbClr val="727272"/>
                </a:solidFill>
                <a:latin typeface="Times New Roman"/>
                <a:cs typeface="Times New Roman"/>
              </a:rPr>
              <a:t>·</a:t>
            </a:r>
            <a:r>
              <a:rPr dirty="0" sz="650" spc="-10">
                <a:solidFill>
                  <a:srgbClr val="727272"/>
                </a:solidFill>
                <a:latin typeface="Times New Roman"/>
                <a:cs typeface="Times New Roman"/>
              </a:rPr>
              <a:t> </a:t>
            </a:r>
            <a:r>
              <a:rPr dirty="0" sz="650" spc="-114">
                <a:solidFill>
                  <a:srgbClr val="8A8A8A"/>
                </a:solidFill>
                <a:latin typeface="Times New Roman"/>
                <a:cs typeface="Times New Roman"/>
              </a:rPr>
              <a:t>I</a:t>
            </a:r>
            <a:r>
              <a:rPr dirty="0" sz="600" spc="-85">
                <a:solidFill>
                  <a:srgbClr val="727272"/>
                </a:solidFill>
                <a:latin typeface="宋体"/>
                <a:cs typeface="宋体"/>
              </a:rPr>
              <a:t>组合缅</a:t>
            </a:r>
            <a:r>
              <a:rPr dirty="0" sz="600" spc="-20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650" spc="-40">
                <a:solidFill>
                  <a:srgbClr val="727272"/>
                </a:solidFill>
                <a:latin typeface="Times New Roman"/>
                <a:cs typeface="Times New Roman"/>
              </a:rPr>
              <a:t>l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0538" y="2039197"/>
            <a:ext cx="5676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325" algn="l"/>
              </a:tabLst>
            </a:pPr>
            <a:r>
              <a:rPr dirty="0" sz="600" spc="-130">
                <a:solidFill>
                  <a:srgbClr val="727272"/>
                </a:solidFill>
                <a:latin typeface="宋体"/>
                <a:cs typeface="宋体"/>
              </a:rPr>
              <a:t>区 </a:t>
            </a:r>
            <a:r>
              <a:rPr dirty="0" sz="600" spc="-65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600" spc="-130">
                <a:solidFill>
                  <a:srgbClr val="727272"/>
                </a:solidFill>
                <a:latin typeface="宋体"/>
                <a:cs typeface="宋体"/>
              </a:rPr>
              <a:t>动	衄</a:t>
            </a:r>
            <a:r>
              <a:rPr dirty="0" sz="600" spc="-120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600" spc="-130">
                <a:solidFill>
                  <a:srgbClr val="727272"/>
                </a:solidFill>
                <a:latin typeface="宋体"/>
                <a:cs typeface="宋体"/>
              </a:rPr>
              <a:t>司</a:t>
            </a:r>
            <a:endParaRPr sz="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1924" y="2039197"/>
            <a:ext cx="5168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30">
                <a:solidFill>
                  <a:srgbClr val="727272"/>
                </a:solidFill>
                <a:latin typeface="宋体"/>
                <a:cs typeface="宋体"/>
              </a:rPr>
              <a:t>但</a:t>
            </a:r>
            <a:r>
              <a:rPr dirty="0" sz="600" spc="10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600" spc="-85">
                <a:solidFill>
                  <a:srgbClr val="727272"/>
                </a:solidFill>
                <a:latin typeface="宋体"/>
                <a:cs typeface="宋体"/>
              </a:rPr>
              <a:t>罔 </a:t>
            </a:r>
            <a:r>
              <a:rPr dirty="0" sz="600" spc="-5">
                <a:solidFill>
                  <a:srgbClr val="727272"/>
                </a:solidFill>
                <a:latin typeface="Arial"/>
                <a:cs typeface="Arial"/>
              </a:rPr>
              <a:t>D </a:t>
            </a:r>
            <a:r>
              <a:rPr dirty="0" sz="600" spc="-110">
                <a:solidFill>
                  <a:srgbClr val="727272"/>
                </a:solidFill>
                <a:latin typeface="宋体"/>
                <a:cs typeface="宋体"/>
              </a:rPr>
              <a:t>琶 助</a:t>
            </a:r>
            <a:endParaRPr sz="6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9098" y="2132384"/>
            <a:ext cx="0" cy="243204"/>
          </a:xfrm>
          <a:custGeom>
            <a:avLst/>
            <a:gdLst/>
            <a:ahLst/>
            <a:cxnLst/>
            <a:rect l="l" t="t" r="r" b="b"/>
            <a:pathLst>
              <a:path w="0" h="243205">
                <a:moveTo>
                  <a:pt x="0" y="0"/>
                </a:moveTo>
                <a:lnTo>
                  <a:pt x="0" y="242996"/>
                </a:lnTo>
              </a:path>
            </a:pathLst>
          </a:custGeom>
          <a:ln w="6102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2699" y="2050392"/>
            <a:ext cx="56305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415" algn="l"/>
                <a:tab pos="851535" algn="l"/>
                <a:tab pos="1125855" algn="l"/>
                <a:tab pos="1865630" algn="l"/>
                <a:tab pos="5617210" algn="l"/>
              </a:tabLst>
            </a:pPr>
            <a:r>
              <a:rPr dirty="0" sz="1450" spc="-250">
                <a:solidFill>
                  <a:srgbClr val="444695"/>
                </a:solidFill>
                <a:latin typeface="宋体"/>
                <a:cs typeface="宋体"/>
              </a:rPr>
              <a:t>在	</a:t>
            </a:r>
            <a:r>
              <a:rPr dirty="0" sz="1100" spc="-235">
                <a:solidFill>
                  <a:srgbClr val="8A8A8A"/>
                </a:solidFill>
                <a:latin typeface="Arial"/>
                <a:cs typeface="Arial"/>
              </a:rPr>
              <a:t>_!J </a:t>
            </a:r>
            <a:r>
              <a:rPr dirty="0" sz="1100" spc="-22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dirty="0" sz="1400" spc="-229">
                <a:solidFill>
                  <a:srgbClr val="8A8A8A"/>
                </a:solidFill>
                <a:latin typeface="Arial"/>
                <a:cs typeface="Arial"/>
              </a:rPr>
              <a:t>1J</a:t>
            </a:r>
            <a:r>
              <a:rPr dirty="0" sz="1400" spc="-229">
                <a:solidFill>
                  <a:srgbClr val="BFBDBF"/>
                </a:solidFill>
                <a:latin typeface="Arial"/>
                <a:cs typeface="Arial"/>
              </a:rPr>
              <a:t>I	</a:t>
            </a:r>
            <a:r>
              <a:rPr dirty="0" sz="1200" spc="-75">
                <a:solidFill>
                  <a:srgbClr val="6D628E"/>
                </a:solidFill>
                <a:latin typeface="宋体"/>
                <a:cs typeface="宋体"/>
              </a:rPr>
              <a:t>叶</a:t>
            </a:r>
            <a:r>
              <a:rPr dirty="0" u="heavy" sz="1200" spc="-75">
                <a:solidFill>
                  <a:srgbClr val="626062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	</a:t>
            </a:r>
            <a:r>
              <a:rPr dirty="0" u="heavy" sz="1150" spc="-25">
                <a:solidFill>
                  <a:srgbClr val="62606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</a:t>
            </a:r>
            <a:r>
              <a:rPr dirty="0" u="heavy" sz="1150" spc="-160">
                <a:solidFill>
                  <a:srgbClr val="62606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50" spc="-100">
                <a:solidFill>
                  <a:srgbClr val="6D628E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匣</a:t>
            </a:r>
            <a:r>
              <a:rPr dirty="0" u="heavy" sz="1250" spc="-165">
                <a:solidFill>
                  <a:srgbClr val="362D90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巴</a:t>
            </a:r>
            <a:r>
              <a:rPr dirty="0" u="heavy" sz="1250" spc="-415">
                <a:solidFill>
                  <a:srgbClr val="362D90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1450" spc="55">
                <a:solidFill>
                  <a:srgbClr val="44469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	</a:t>
            </a:r>
            <a:r>
              <a:rPr dirty="0" u="heavy" sz="2000" spc="15">
                <a:solidFill>
                  <a:srgbClr val="8985B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</a:t>
            </a:r>
            <a:r>
              <a:rPr dirty="0" u="heavy" sz="2000" spc="-225">
                <a:solidFill>
                  <a:srgbClr val="8985B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550" spc="-60">
                <a:solidFill>
                  <a:srgbClr val="1D13B1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眉  </a:t>
            </a:r>
            <a:r>
              <a:rPr dirty="0" sz="550" spc="25">
                <a:solidFill>
                  <a:srgbClr val="1D13B1"/>
                </a:solidFill>
                <a:latin typeface="宋体"/>
                <a:cs typeface="宋体"/>
              </a:rPr>
              <a:t> </a:t>
            </a:r>
            <a:r>
              <a:rPr dirty="0" u="heavy" sz="1100" spc="25">
                <a:solidFill>
                  <a:srgbClr val="2B2167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l!I</a:t>
            </a:r>
            <a:r>
              <a:rPr dirty="0" u="heavy" sz="1100" spc="210">
                <a:solidFill>
                  <a:srgbClr val="2B2167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00" spc="100">
                <a:solidFill>
                  <a:srgbClr val="626062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沁</a:t>
            </a:r>
            <a:r>
              <a:rPr dirty="0" u="heavy" sz="1100" spc="-145">
                <a:solidFill>
                  <a:srgbClr val="3F3664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生</a:t>
            </a:r>
            <a:r>
              <a:rPr dirty="0" u="heavy" sz="1100" spc="-85">
                <a:solidFill>
                  <a:srgbClr val="3F3664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dirty="0" u="heavy" sz="1100" spc="-265">
                <a:solidFill>
                  <a:srgbClr val="0F1A97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兄	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1730" y="1898231"/>
            <a:ext cx="4826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8A8A8A"/>
                </a:solidFill>
                <a:latin typeface="Arial"/>
                <a:cs typeface="Arial"/>
              </a:rPr>
              <a:t>-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27312" y="1898231"/>
            <a:ext cx="889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90">
                <a:solidFill>
                  <a:srgbClr val="4F4D4F"/>
                </a:solidFill>
                <a:latin typeface="Arial"/>
                <a:cs typeface="Arial"/>
              </a:rPr>
              <a:t>Di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69254" y="1930885"/>
            <a:ext cx="52069" cy="85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5"/>
              </a:lnSpc>
            </a:pPr>
            <a:r>
              <a:rPr dirty="0" sz="600" spc="5">
                <a:solidFill>
                  <a:srgbClr val="8A8A8A"/>
                </a:solidFill>
                <a:latin typeface="Arial"/>
                <a:cs typeface="Arial"/>
              </a:rPr>
              <a:t>X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67851" y="1956297"/>
            <a:ext cx="0" cy="222885"/>
          </a:xfrm>
          <a:custGeom>
            <a:avLst/>
            <a:gdLst/>
            <a:ahLst/>
            <a:cxnLst/>
            <a:rect l="l" t="t" r="r" b="b"/>
            <a:pathLst>
              <a:path w="0" h="222885">
                <a:moveTo>
                  <a:pt x="0" y="0"/>
                </a:moveTo>
                <a:lnTo>
                  <a:pt x="0" y="222651"/>
                </a:lnTo>
              </a:path>
            </a:pathLst>
          </a:custGeom>
          <a:ln w="27459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7386" y="1724847"/>
            <a:ext cx="128270" cy="529590"/>
          </a:xfrm>
          <a:custGeom>
            <a:avLst/>
            <a:gdLst/>
            <a:ahLst/>
            <a:cxnLst/>
            <a:rect l="l" t="t" r="r" b="b"/>
            <a:pathLst>
              <a:path w="128270" h="529589">
                <a:moveTo>
                  <a:pt x="0" y="0"/>
                </a:moveTo>
                <a:lnTo>
                  <a:pt x="128144" y="0"/>
                </a:lnTo>
                <a:lnTo>
                  <a:pt x="128144" y="529384"/>
                </a:lnTo>
                <a:lnTo>
                  <a:pt x="0" y="529384"/>
                </a:lnTo>
                <a:lnTo>
                  <a:pt x="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541421" y="1727494"/>
            <a:ext cx="27940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500" algn="l"/>
              </a:tabLst>
            </a:pPr>
            <a:r>
              <a:rPr dirty="0" sz="1300" spc="5">
                <a:solidFill>
                  <a:srgbClr val="A1A1A1"/>
                </a:solidFill>
                <a:latin typeface="Times New Roman"/>
                <a:cs typeface="Times New Roman"/>
              </a:rPr>
              <a:t>.</a:t>
            </a:r>
            <a:r>
              <a:rPr dirty="0" sz="1300" spc="5">
                <a:solidFill>
                  <a:srgbClr val="A1A1A1"/>
                </a:solidFill>
                <a:latin typeface="Times New Roman"/>
                <a:cs typeface="Times New Roman"/>
              </a:rPr>
              <a:t>	</a:t>
            </a:r>
            <a:r>
              <a:rPr dirty="0" sz="3050" spc="-254">
                <a:solidFill>
                  <a:srgbClr val="A1A1A1"/>
                </a:solidFill>
                <a:latin typeface="Arial"/>
                <a:cs typeface="Arial"/>
              </a:rPr>
              <a:t>.</a:t>
            </a:r>
            <a:endParaRPr sz="3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6166" y="2376854"/>
            <a:ext cx="875665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25"/>
              </a:lnSpc>
              <a:spcBef>
                <a:spcPts val="100"/>
              </a:spcBef>
            </a:pPr>
            <a:r>
              <a:rPr dirty="0" sz="700" spc="-210">
                <a:solidFill>
                  <a:srgbClr val="5970A5"/>
                </a:solidFill>
                <a:latin typeface="宋体"/>
                <a:cs typeface="宋体"/>
              </a:rPr>
              <a:t>国</a:t>
            </a:r>
            <a:r>
              <a:rPr dirty="0" sz="700" spc="-125">
                <a:solidFill>
                  <a:srgbClr val="5970A5"/>
                </a:solidFill>
                <a:latin typeface="宋体"/>
                <a:cs typeface="宋体"/>
              </a:rPr>
              <a:t> </a:t>
            </a:r>
            <a:r>
              <a:rPr dirty="0" sz="750" spc="-114">
                <a:solidFill>
                  <a:srgbClr val="626062"/>
                </a:solidFill>
                <a:latin typeface="Arial"/>
                <a:cs typeface="Arial"/>
              </a:rPr>
              <a:t>!U</a:t>
            </a:r>
            <a:r>
              <a:rPr dirty="0" sz="750" spc="-55">
                <a:solidFill>
                  <a:srgbClr val="626062"/>
                </a:solidFill>
                <a:latin typeface="Arial"/>
                <a:cs typeface="Arial"/>
              </a:rPr>
              <a:t> </a:t>
            </a:r>
            <a:r>
              <a:rPr dirty="0" sz="750" spc="-15">
                <a:solidFill>
                  <a:srgbClr val="626062"/>
                </a:solidFill>
                <a:latin typeface="Arial"/>
                <a:cs typeface="Arial"/>
              </a:rPr>
              <a:t>liii</a:t>
            </a:r>
            <a:r>
              <a:rPr dirty="0" sz="1050" spc="-345">
                <a:solidFill>
                  <a:srgbClr val="626062"/>
                </a:solidFill>
                <a:latin typeface="宋体"/>
                <a:cs typeface="宋体"/>
              </a:rPr>
              <a:t>低</a:t>
            </a:r>
            <a:r>
              <a:rPr dirty="0" sz="1050" spc="-100">
                <a:solidFill>
                  <a:srgbClr val="626062"/>
                </a:solidFill>
                <a:latin typeface="宋体"/>
                <a:cs typeface="宋体"/>
              </a:rPr>
              <a:t>忙</a:t>
            </a:r>
            <a:r>
              <a:rPr dirty="0" sz="1050" spc="-50">
                <a:solidFill>
                  <a:srgbClr val="383A3B"/>
                </a:solidFill>
                <a:latin typeface="Times New Roman"/>
                <a:cs typeface="Times New Roman"/>
              </a:rPr>
              <a:t>l</a:t>
            </a:r>
            <a:r>
              <a:rPr dirty="0" sz="700" spc="-225">
                <a:solidFill>
                  <a:srgbClr val="626062"/>
                </a:solidFill>
                <a:latin typeface="宋体"/>
                <a:cs typeface="宋体"/>
              </a:rPr>
              <a:t>斡</a:t>
            </a:r>
            <a:r>
              <a:rPr dirty="0" sz="700" spc="-170">
                <a:solidFill>
                  <a:srgbClr val="626062"/>
                </a:solidFill>
                <a:latin typeface="宋体"/>
                <a:cs typeface="宋体"/>
              </a:rPr>
              <a:t> </a:t>
            </a:r>
            <a:r>
              <a:rPr dirty="0" sz="700" spc="-225">
                <a:solidFill>
                  <a:srgbClr val="626062"/>
                </a:solidFill>
                <a:latin typeface="宋体"/>
                <a:cs typeface="宋体"/>
              </a:rPr>
              <a:t>酗</a:t>
            </a:r>
            <a:r>
              <a:rPr dirty="0" sz="700" spc="-200">
                <a:solidFill>
                  <a:srgbClr val="626062"/>
                </a:solidFill>
                <a:latin typeface="宋体"/>
                <a:cs typeface="宋体"/>
              </a:rPr>
              <a:t> </a:t>
            </a:r>
            <a:r>
              <a:rPr dirty="0" sz="600" spc="-130">
                <a:solidFill>
                  <a:srgbClr val="626062"/>
                </a:solidFill>
                <a:latin typeface="Times New Roman"/>
                <a:cs typeface="Times New Roman"/>
              </a:rPr>
              <a:t>I </a:t>
            </a:r>
            <a:r>
              <a:rPr dirty="0" sz="1450" spc="-65">
                <a:solidFill>
                  <a:srgbClr val="262328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  <a:p>
            <a:pPr marL="56515">
              <a:lnSpc>
                <a:spcPts val="765"/>
              </a:lnSpc>
            </a:pPr>
            <a:r>
              <a:rPr dirty="0" sz="650" spc="-100">
                <a:solidFill>
                  <a:srgbClr val="626062"/>
                </a:solidFill>
                <a:latin typeface="宋体"/>
                <a:cs typeface="宋体"/>
              </a:rPr>
              <a:t>黜睬</a:t>
            </a:r>
            <a:endParaRPr sz="6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4007" y="2607387"/>
            <a:ext cx="19367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14">
                <a:solidFill>
                  <a:srgbClr val="626062"/>
                </a:solidFill>
                <a:latin typeface="宋体"/>
                <a:cs typeface="宋体"/>
              </a:rPr>
              <a:t>＇，＿</a:t>
            </a:r>
            <a:endParaRPr sz="55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7328" y="2502553"/>
            <a:ext cx="260350" cy="7816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950" spc="-615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dirty="0" sz="4950" spc="-715">
                <a:solidFill>
                  <a:srgbClr val="626062"/>
                </a:solidFill>
                <a:latin typeface="Arial"/>
                <a:cs typeface="Arial"/>
              </a:rPr>
              <a:t>'</a:t>
            </a:r>
            <a:r>
              <a:rPr dirty="0" sz="4950" spc="-915">
                <a:solidFill>
                  <a:srgbClr val="8A8A8A"/>
                </a:solidFill>
                <a:latin typeface="Arial"/>
                <a:cs typeface="Arial"/>
              </a:rPr>
              <a:t>"</a:t>
            </a:r>
            <a:endParaRPr sz="4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4793" y="3017563"/>
            <a:ext cx="781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65">
                <a:solidFill>
                  <a:srgbClr val="626062"/>
                </a:solidFill>
                <a:latin typeface="Arial"/>
                <a:cs typeface="Arial"/>
              </a:rPr>
              <a:t>II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4911" y="3298987"/>
            <a:ext cx="123189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85">
                <a:solidFill>
                  <a:srgbClr val="727272"/>
                </a:solidFill>
                <a:latin typeface="宋体"/>
                <a:cs typeface="宋体"/>
              </a:rPr>
              <a:t>叩</a:t>
            </a:r>
            <a:endParaRPr sz="85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23959" y="3269470"/>
            <a:ext cx="12700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35">
                <a:solidFill>
                  <a:srgbClr val="626062"/>
                </a:solidFill>
                <a:latin typeface="Times New Roman"/>
                <a:cs typeface="Times New Roman"/>
              </a:rPr>
              <a:t>I</a:t>
            </a:r>
            <a:r>
              <a:rPr dirty="0" sz="650" spc="-114">
                <a:solidFill>
                  <a:srgbClr val="626062"/>
                </a:solidFill>
                <a:latin typeface="Times New Roman"/>
                <a:cs typeface="Times New Roman"/>
              </a:rPr>
              <a:t> </a:t>
            </a:r>
            <a:r>
              <a:rPr dirty="0" sz="650" spc="-55">
                <a:solidFill>
                  <a:srgbClr val="626062"/>
                </a:solidFill>
                <a:latin typeface="Times New Roman"/>
                <a:cs typeface="Times New Roman"/>
              </a:rPr>
              <a:t>I</a:t>
            </a:r>
            <a:r>
              <a:rPr dirty="0" sz="650" spc="-55">
                <a:solidFill>
                  <a:srgbClr val="8A8A8A"/>
                </a:solidFill>
                <a:latin typeface="Times New Roman"/>
                <a:cs typeface="Times New Roman"/>
              </a:rPr>
              <a:t>"!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6658" y="3542809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 h="0">
                <a:moveTo>
                  <a:pt x="0" y="0"/>
                </a:moveTo>
                <a:lnTo>
                  <a:pt x="96693" y="0"/>
                </a:lnTo>
              </a:path>
            </a:pathLst>
          </a:custGeom>
          <a:ln w="7208">
            <a:solidFill>
              <a:srgbClr val="8989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37758" y="2998479"/>
            <a:ext cx="695325" cy="561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ts val="1190"/>
              </a:lnSpc>
              <a:spcBef>
                <a:spcPts val="100"/>
              </a:spcBef>
              <a:tabLst>
                <a:tab pos="235585" algn="l"/>
                <a:tab pos="407034" algn="l"/>
              </a:tabLst>
            </a:pPr>
            <a:r>
              <a:rPr dirty="0" sz="650" spc="-340">
                <a:solidFill>
                  <a:srgbClr val="727272"/>
                </a:solidFill>
                <a:latin typeface="宋体"/>
                <a:cs typeface="宋体"/>
              </a:rPr>
              <a:t>扭	</a:t>
            </a:r>
            <a:r>
              <a:rPr dirty="0" sz="1100" spc="-35">
                <a:solidFill>
                  <a:srgbClr val="727272"/>
                </a:solidFill>
                <a:latin typeface="Arial"/>
                <a:cs typeface="Arial"/>
              </a:rPr>
              <a:t>I	</a:t>
            </a:r>
            <a:r>
              <a:rPr dirty="0" sz="650" spc="-145">
                <a:solidFill>
                  <a:srgbClr val="626062"/>
                </a:solidFill>
                <a:latin typeface="宋体"/>
                <a:cs typeface="宋体"/>
              </a:rPr>
              <a:t>锁 定  </a:t>
            </a:r>
            <a:r>
              <a:rPr dirty="0" sz="650" spc="-85">
                <a:solidFill>
                  <a:srgbClr val="626062"/>
                </a:solidFill>
                <a:latin typeface="宋体"/>
                <a:cs typeface="宋体"/>
              </a:rPr>
              <a:t> </a:t>
            </a:r>
            <a:r>
              <a:rPr dirty="0" sz="1100" spc="-70">
                <a:solidFill>
                  <a:srgbClr val="8A8A8A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190"/>
              </a:lnSpc>
              <a:tabLst>
                <a:tab pos="235585" algn="l"/>
                <a:tab pos="398780" algn="l"/>
                <a:tab pos="647065" algn="l"/>
              </a:tabLst>
            </a:pPr>
            <a:r>
              <a:rPr dirty="0" sz="600" spc="-135">
                <a:solidFill>
                  <a:srgbClr val="626062"/>
                </a:solidFill>
                <a:latin typeface="宋体"/>
                <a:cs typeface="宋体"/>
              </a:rPr>
              <a:t>邸</a:t>
            </a:r>
            <a:r>
              <a:rPr dirty="0" sz="600" spc="-135">
                <a:solidFill>
                  <a:srgbClr val="626062"/>
                </a:solidFill>
                <a:latin typeface="宋体"/>
                <a:cs typeface="宋体"/>
              </a:rPr>
              <a:t>	</a:t>
            </a:r>
            <a:r>
              <a:rPr dirty="0" sz="1100" spc="-35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dirty="0" sz="1100" spc="-35">
                <a:solidFill>
                  <a:srgbClr val="8A8A8A"/>
                </a:solidFill>
                <a:latin typeface="Arial"/>
                <a:cs typeface="Arial"/>
              </a:rPr>
              <a:t>	</a:t>
            </a:r>
            <a:r>
              <a:rPr dirty="0" sz="1100" spc="-80">
                <a:solidFill>
                  <a:srgbClr val="626062"/>
                </a:solidFill>
                <a:latin typeface="Arial"/>
                <a:cs typeface="Arial"/>
              </a:rPr>
              <a:t>H</a:t>
            </a:r>
            <a:r>
              <a:rPr dirty="0" sz="1100" spc="-80">
                <a:solidFill>
                  <a:srgbClr val="626062"/>
                </a:solidFill>
                <a:latin typeface="Arial"/>
                <a:cs typeface="Arial"/>
              </a:rPr>
              <a:t>	</a:t>
            </a:r>
            <a:r>
              <a:rPr dirty="0" sz="1100" spc="-35">
                <a:solidFill>
                  <a:srgbClr val="8A8A8A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755"/>
              </a:spcBef>
              <a:tabLst>
                <a:tab pos="323215" algn="l"/>
              </a:tabLst>
            </a:pPr>
            <a:r>
              <a:rPr dirty="0" sz="900" spc="-110">
                <a:solidFill>
                  <a:srgbClr val="8A8A8A"/>
                </a:solidFill>
                <a:latin typeface="Arial"/>
                <a:cs typeface="Arial"/>
              </a:rPr>
              <a:t>J	</a:t>
            </a:r>
            <a:r>
              <a:rPr dirty="0" sz="850" spc="-114">
                <a:solidFill>
                  <a:srgbClr val="8A8A8A"/>
                </a:solidFill>
                <a:latin typeface="宋体"/>
                <a:cs typeface="宋体"/>
              </a:rPr>
              <a:t>广</a:t>
            </a:r>
            <a:r>
              <a:rPr dirty="0" sz="850" spc="-10">
                <a:solidFill>
                  <a:srgbClr val="727272"/>
                </a:solidFill>
                <a:latin typeface="宋体"/>
                <a:cs typeface="宋体"/>
              </a:rPr>
              <a:t>亡</a:t>
            </a:r>
            <a:endParaRPr sz="85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8680" y="3360922"/>
            <a:ext cx="0" cy="382270"/>
          </a:xfrm>
          <a:custGeom>
            <a:avLst/>
            <a:gdLst/>
            <a:ahLst/>
            <a:cxnLst/>
            <a:rect l="l" t="t" r="r" b="b"/>
            <a:pathLst>
              <a:path w="0" h="382270">
                <a:moveTo>
                  <a:pt x="0" y="0"/>
                </a:moveTo>
                <a:lnTo>
                  <a:pt x="0" y="381851"/>
                </a:lnTo>
              </a:path>
            </a:pathLst>
          </a:custGeom>
          <a:ln w="27459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62250" y="3359291"/>
            <a:ext cx="25082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345" algn="l"/>
              </a:tabLst>
            </a:pPr>
            <a:r>
              <a:rPr dirty="0" sz="2200" spc="-520">
                <a:solidFill>
                  <a:srgbClr val="BFBDBF"/>
                </a:solidFill>
                <a:latin typeface="Arial"/>
                <a:cs typeface="Arial"/>
              </a:rPr>
              <a:t>I</a:t>
            </a:r>
            <a:r>
              <a:rPr dirty="0" sz="2200" spc="-520">
                <a:solidFill>
                  <a:srgbClr val="BFBDBF"/>
                </a:solidFill>
                <a:latin typeface="Arial"/>
                <a:cs typeface="Arial"/>
              </a:rPr>
              <a:t>	</a:t>
            </a:r>
            <a:r>
              <a:rPr dirty="0" sz="900" spc="-765">
                <a:solidFill>
                  <a:srgbClr val="727272"/>
                </a:solidFill>
                <a:latin typeface="宋体"/>
                <a:cs typeface="宋体"/>
              </a:rPr>
              <a:t>叩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1520" y="3524685"/>
            <a:ext cx="431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765">
                <a:solidFill>
                  <a:srgbClr val="8A8A8A"/>
                </a:solidFill>
                <a:latin typeface="宋体"/>
                <a:cs typeface="宋体"/>
              </a:rPr>
              <a:t>广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1659" y="3524685"/>
            <a:ext cx="34099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0195" algn="l"/>
              </a:tabLst>
            </a:pPr>
            <a:r>
              <a:rPr dirty="0" sz="900" spc="-765">
                <a:solidFill>
                  <a:srgbClr val="8A8A8A"/>
                </a:solidFill>
                <a:latin typeface="宋体"/>
                <a:cs typeface="宋体"/>
              </a:rPr>
              <a:t>可	</a:t>
            </a:r>
            <a:r>
              <a:rPr dirty="0" sz="650" spc="-155">
                <a:solidFill>
                  <a:srgbClr val="626062"/>
                </a:solidFill>
                <a:latin typeface="Arial"/>
                <a:cs typeface="Arial"/>
              </a:rPr>
              <a:t>I</a:t>
            </a:r>
            <a:r>
              <a:rPr dirty="0" sz="650" spc="-140">
                <a:solidFill>
                  <a:srgbClr val="626062"/>
                </a:solidFill>
                <a:latin typeface="Arial"/>
                <a:cs typeface="Arial"/>
              </a:rPr>
              <a:t> </a:t>
            </a:r>
            <a:r>
              <a:rPr dirty="0" sz="650" spc="-125">
                <a:solidFill>
                  <a:srgbClr val="626062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5435" y="3627483"/>
            <a:ext cx="44513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dirty="0" sz="650">
                <a:solidFill>
                  <a:srgbClr val="626062"/>
                </a:solidFill>
                <a:latin typeface="宋体"/>
                <a:cs typeface="宋体"/>
              </a:rPr>
              <a:t>吓</a:t>
            </a:r>
            <a:r>
              <a:rPr dirty="0" sz="650">
                <a:solidFill>
                  <a:srgbClr val="626062"/>
                </a:solidFill>
                <a:latin typeface="宋体"/>
                <a:cs typeface="宋体"/>
              </a:rPr>
              <a:t>	</a:t>
            </a:r>
            <a:r>
              <a:rPr dirty="0" sz="1100">
                <a:solidFill>
                  <a:srgbClr val="8A8A8A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7247" y="3897965"/>
            <a:ext cx="1127125" cy="415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1175">
                <a:solidFill>
                  <a:srgbClr val="727272"/>
                </a:solidFill>
                <a:latin typeface="宋体"/>
                <a:cs typeface="宋体"/>
              </a:rPr>
              <a:t>厂 乏 ？？ 忖</a:t>
            </a:r>
            <a:r>
              <a:rPr dirty="0" sz="2400" spc="-1165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2550" spc="-330">
                <a:solidFill>
                  <a:srgbClr val="8A8A8A"/>
                </a:solidFill>
                <a:latin typeface="Times New Roman"/>
                <a:cs typeface="Times New Roman"/>
              </a:rPr>
              <a:t>I''°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3264" y="4036061"/>
            <a:ext cx="795655" cy="46164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  <a:tabLst>
                <a:tab pos="492125" algn="l"/>
              </a:tabLst>
            </a:pPr>
            <a:r>
              <a:rPr dirty="0" sz="1350" spc="-635">
                <a:solidFill>
                  <a:srgbClr val="727272"/>
                </a:solidFill>
                <a:latin typeface="宋体"/>
                <a:cs typeface="宋体"/>
              </a:rPr>
              <a:t>呻</a:t>
            </a:r>
            <a:r>
              <a:rPr dirty="0" sz="1350" spc="210">
                <a:solidFill>
                  <a:srgbClr val="727272"/>
                </a:solidFill>
                <a:latin typeface="宋体"/>
                <a:cs typeface="宋体"/>
              </a:rPr>
              <a:t> </a:t>
            </a:r>
            <a:r>
              <a:rPr dirty="0" sz="1350" spc="-635">
                <a:solidFill>
                  <a:srgbClr val="727272"/>
                </a:solidFill>
                <a:latin typeface="宋体"/>
                <a:cs typeface="宋体"/>
              </a:rPr>
              <a:t>皿</a:t>
            </a:r>
            <a:r>
              <a:rPr dirty="0" sz="1350">
                <a:solidFill>
                  <a:srgbClr val="727272"/>
                </a:solidFill>
                <a:latin typeface="宋体"/>
                <a:cs typeface="宋体"/>
              </a:rPr>
              <a:t>	</a:t>
            </a:r>
            <a:r>
              <a:rPr dirty="0" sz="600" spc="-195">
                <a:solidFill>
                  <a:srgbClr val="727272"/>
                </a:solidFill>
                <a:latin typeface="Arial"/>
                <a:cs typeface="Arial"/>
              </a:rPr>
              <a:t>Y</a:t>
            </a:r>
            <a:r>
              <a:rPr dirty="0" sz="1700" spc="-665">
                <a:solidFill>
                  <a:srgbClr val="727272"/>
                </a:solidFill>
                <a:latin typeface="宋体"/>
                <a:cs typeface="宋体"/>
              </a:rPr>
              <a:t>雌甘</a:t>
            </a:r>
            <a:endParaRPr sz="1700">
              <a:latin typeface="宋体"/>
              <a:cs typeface="宋体"/>
            </a:endParaRPr>
          </a:p>
          <a:p>
            <a:pPr marL="208915">
              <a:lnSpc>
                <a:spcPct val="100000"/>
              </a:lnSpc>
              <a:spcBef>
                <a:spcPts val="165"/>
              </a:spcBef>
            </a:pPr>
            <a:r>
              <a:rPr dirty="0" sz="650" spc="-170">
                <a:solidFill>
                  <a:srgbClr val="626062"/>
                </a:solidFill>
                <a:latin typeface="宋体"/>
                <a:cs typeface="宋体"/>
              </a:rPr>
              <a:t>还匣初</a:t>
            </a:r>
            <a:r>
              <a:rPr dirty="0" sz="650" spc="-155">
                <a:solidFill>
                  <a:srgbClr val="626062"/>
                </a:solidFill>
                <a:latin typeface="宋体"/>
                <a:cs typeface="宋体"/>
              </a:rPr>
              <a:t>始</a:t>
            </a:r>
            <a:r>
              <a:rPr dirty="0" sz="700" spc="-204">
                <a:solidFill>
                  <a:srgbClr val="626062"/>
                </a:solidFill>
                <a:latin typeface="Arial"/>
                <a:cs typeface="Arial"/>
              </a:rPr>
              <a:t>1</a:t>
            </a:r>
            <a:r>
              <a:rPr dirty="0" sz="650" spc="-315">
                <a:solidFill>
                  <a:srgbClr val="626062"/>
                </a:solidFill>
                <a:latin typeface="宋体"/>
                <a:cs typeface="宋体"/>
              </a:rPr>
              <a:t>刊</a:t>
            </a:r>
            <a:r>
              <a:rPr dirty="0" sz="650" spc="-150">
                <a:solidFill>
                  <a:srgbClr val="626062"/>
                </a:solidFill>
                <a:latin typeface="宋体"/>
                <a:cs typeface="宋体"/>
              </a:rPr>
              <a:t>剒状恋</a:t>
            </a:r>
            <a:endParaRPr sz="65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71306" y="4569930"/>
            <a:ext cx="0" cy="172085"/>
          </a:xfrm>
          <a:custGeom>
            <a:avLst/>
            <a:gdLst/>
            <a:ahLst/>
            <a:cxnLst/>
            <a:rect l="l" t="t" r="r" b="b"/>
            <a:pathLst>
              <a:path w="0" h="172085">
                <a:moveTo>
                  <a:pt x="0" y="0"/>
                </a:moveTo>
                <a:lnTo>
                  <a:pt x="0" y="171754"/>
                </a:lnTo>
              </a:path>
            </a:pathLst>
          </a:custGeom>
          <a:ln w="27459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91129" y="4497198"/>
            <a:ext cx="2755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10">
                <a:solidFill>
                  <a:srgbClr val="626062"/>
                </a:solidFill>
                <a:latin typeface="宋体"/>
                <a:cs typeface="宋体"/>
              </a:rPr>
              <a:t>图线分析</a:t>
            </a:r>
            <a:endParaRPr sz="6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4877" y="4533076"/>
            <a:ext cx="85153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85">
                <a:solidFill>
                  <a:srgbClr val="BFBDBF"/>
                </a:solidFill>
                <a:latin typeface="宋体"/>
                <a:cs typeface="宋体"/>
              </a:rPr>
              <a:t>［</a:t>
            </a:r>
            <a:r>
              <a:rPr dirty="0" baseline="5847" sz="1425" spc="-262">
                <a:solidFill>
                  <a:srgbClr val="626062"/>
                </a:solidFill>
                <a:latin typeface="宋体"/>
                <a:cs typeface="宋体"/>
              </a:rPr>
              <a:t>」</a:t>
            </a:r>
            <a:r>
              <a:rPr dirty="0" baseline="5847" sz="1425" spc="-209">
                <a:solidFill>
                  <a:srgbClr val="626062"/>
                </a:solidFill>
                <a:latin typeface="宋体"/>
                <a:cs typeface="宋体"/>
              </a:rPr>
              <a:t>心</a:t>
            </a:r>
            <a:r>
              <a:rPr dirty="0" baseline="5847" sz="1425" spc="-120">
                <a:solidFill>
                  <a:srgbClr val="626062"/>
                </a:solidFill>
                <a:latin typeface="宋体"/>
                <a:cs typeface="宋体"/>
              </a:rPr>
              <a:t>旦</a:t>
            </a:r>
            <a:r>
              <a:rPr dirty="0" baseline="4444" sz="1875" spc="-697">
                <a:solidFill>
                  <a:srgbClr val="727272"/>
                </a:solidFill>
                <a:latin typeface="Times New Roman"/>
                <a:cs typeface="Times New Roman"/>
              </a:rPr>
              <a:t>y</a:t>
            </a:r>
            <a:r>
              <a:rPr dirty="0" baseline="5847" sz="1425" spc="97">
                <a:solidFill>
                  <a:srgbClr val="8A8A8A"/>
                </a:solidFill>
                <a:latin typeface="宋体"/>
                <a:cs typeface="宋体"/>
              </a:rPr>
              <a:t>」</a:t>
            </a:r>
            <a:r>
              <a:rPr dirty="0" baseline="5847" sz="1425" spc="-7">
                <a:solidFill>
                  <a:srgbClr val="8A8A8A"/>
                </a:solidFill>
                <a:latin typeface="宋体"/>
                <a:cs typeface="宋体"/>
              </a:rPr>
              <a:t> </a:t>
            </a:r>
            <a:r>
              <a:rPr dirty="0" baseline="4830" sz="1725" spc="120">
                <a:solidFill>
                  <a:srgbClr val="727272"/>
                </a:solidFill>
                <a:latin typeface="宋体"/>
                <a:cs typeface="宋体"/>
              </a:rPr>
              <a:t>皿</a:t>
            </a:r>
            <a:endParaRPr baseline="4830" sz="1725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66924" y="4480480"/>
            <a:ext cx="0" cy="295275"/>
          </a:xfrm>
          <a:custGeom>
            <a:avLst/>
            <a:gdLst/>
            <a:ahLst/>
            <a:cxnLst/>
            <a:rect l="l" t="t" r="r" b="b"/>
            <a:pathLst>
              <a:path w="0" h="295275">
                <a:moveTo>
                  <a:pt x="0" y="0"/>
                </a:moveTo>
                <a:lnTo>
                  <a:pt x="0" y="295066"/>
                </a:lnTo>
              </a:path>
            </a:pathLst>
          </a:custGeom>
          <a:ln w="18306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45070" y="4476334"/>
            <a:ext cx="787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35">
                <a:solidFill>
                  <a:srgbClr val="BFBDBF"/>
                </a:solidFill>
                <a:latin typeface="Arial"/>
                <a:cs typeface="Arial"/>
              </a:rPr>
              <a:t>l</a:t>
            </a:r>
            <a:endParaRPr sz="1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17075" y="4473280"/>
            <a:ext cx="1314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0">
                <a:solidFill>
                  <a:srgbClr val="4F4D4F"/>
                </a:solidFill>
                <a:latin typeface="Arial"/>
                <a:cs typeface="Arial"/>
              </a:rPr>
              <a:t>l</a:t>
            </a:r>
            <a:r>
              <a:rPr dirty="0" sz="1100" spc="-125">
                <a:solidFill>
                  <a:srgbClr val="8A8A8A"/>
                </a:solidFill>
                <a:latin typeface="Arial"/>
                <a:cs typeface="Arial"/>
              </a:rPr>
              <a:t>ld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600" y="4465901"/>
            <a:ext cx="979169" cy="598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 spc="-975">
                <a:solidFill>
                  <a:srgbClr val="8A8A8A"/>
                </a:solidFill>
                <a:latin typeface="宋体"/>
                <a:cs typeface="宋体"/>
              </a:rPr>
              <a:t>二</a:t>
            </a:r>
            <a:r>
              <a:rPr dirty="0" sz="3750" spc="-1340">
                <a:solidFill>
                  <a:srgbClr val="727272"/>
                </a:solidFill>
                <a:latin typeface="宋体"/>
                <a:cs typeface="宋体"/>
              </a:rPr>
              <a:t>立</a:t>
            </a:r>
            <a:r>
              <a:rPr dirty="0" sz="1700" spc="-445">
                <a:solidFill>
                  <a:srgbClr val="8A8A8A"/>
                </a:solidFill>
                <a:latin typeface="Times New Roman"/>
                <a:cs typeface="Times New Roman"/>
              </a:rPr>
              <a:t>_</a:t>
            </a:r>
            <a:r>
              <a:rPr dirty="0" sz="1700" spc="-235">
                <a:solidFill>
                  <a:srgbClr val="8A8A8A"/>
                </a:solidFill>
                <a:latin typeface="Times New Roman"/>
                <a:cs typeface="Times New Roman"/>
              </a:rPr>
              <a:t>J</a:t>
            </a:r>
            <a:r>
              <a:rPr dirty="0" sz="1700" spc="-340">
                <a:solidFill>
                  <a:srgbClr val="8A8A8A"/>
                </a:solidFill>
                <a:latin typeface="Times New Roman"/>
                <a:cs typeface="Times New Roman"/>
              </a:rPr>
              <a:t>_;_J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6971" y="4964117"/>
            <a:ext cx="400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5">
                <a:solidFill>
                  <a:srgbClr val="727272"/>
                </a:solidFill>
                <a:latin typeface="Arial"/>
                <a:cs typeface="Arial"/>
              </a:rPr>
              <a:t>-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1762" y="4933871"/>
            <a:ext cx="0" cy="163195"/>
          </a:xfrm>
          <a:custGeom>
            <a:avLst/>
            <a:gdLst/>
            <a:ahLst/>
            <a:cxnLst/>
            <a:rect l="l" t="t" r="r" b="b"/>
            <a:pathLst>
              <a:path w="0" h="163195">
                <a:moveTo>
                  <a:pt x="0" y="0"/>
                </a:moveTo>
                <a:lnTo>
                  <a:pt x="0" y="162706"/>
                </a:lnTo>
              </a:path>
            </a:pathLst>
          </a:custGeom>
          <a:ln w="21357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32507" y="4925950"/>
            <a:ext cx="34798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626062"/>
                </a:solidFill>
                <a:latin typeface="Arial"/>
                <a:cs typeface="Arial"/>
              </a:rPr>
              <a:t>+</a:t>
            </a:r>
            <a:r>
              <a:rPr dirty="0" sz="650" spc="30">
                <a:solidFill>
                  <a:srgbClr val="626062"/>
                </a:solidFill>
                <a:latin typeface="Arial"/>
                <a:cs typeface="Arial"/>
              </a:rPr>
              <a:t> </a:t>
            </a:r>
            <a:r>
              <a:rPr dirty="0" sz="950" spc="-335">
                <a:solidFill>
                  <a:srgbClr val="BFBDBF"/>
                </a:solidFill>
                <a:latin typeface="Times New Roman"/>
                <a:cs typeface="Times New Roman"/>
              </a:rPr>
              <a:t>1</a:t>
            </a:r>
            <a:r>
              <a:rPr dirty="0" sz="950" spc="625">
                <a:solidFill>
                  <a:srgbClr val="BFBDBF"/>
                </a:solidFill>
                <a:latin typeface="Times New Roman"/>
                <a:cs typeface="Times New Roman"/>
              </a:rPr>
              <a:t> </a:t>
            </a:r>
            <a:r>
              <a:rPr dirty="0" sz="950" spc="-340">
                <a:solidFill>
                  <a:srgbClr val="4F4D4F"/>
                </a:solidFill>
                <a:latin typeface="Times New Roman"/>
                <a:cs typeface="Times New Roman"/>
              </a:rPr>
              <a:t>1</a:t>
            </a:r>
            <a:r>
              <a:rPr dirty="0" sz="950" spc="-120">
                <a:solidFill>
                  <a:srgbClr val="4F4D4F"/>
                </a:solidFill>
                <a:latin typeface="Times New Roman"/>
                <a:cs typeface="Times New Roman"/>
              </a:rPr>
              <a:t> </a:t>
            </a:r>
            <a:r>
              <a:rPr dirty="0" sz="950" spc="-190">
                <a:solidFill>
                  <a:srgbClr val="8A8A8A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97314" y="2366421"/>
            <a:ext cx="13970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>
                <a:solidFill>
                  <a:srgbClr val="4F4D4F"/>
                </a:solidFill>
                <a:latin typeface="宋体"/>
                <a:cs typeface="宋体"/>
              </a:rPr>
              <a:t>箕</a:t>
            </a:r>
            <a:r>
              <a:rPr dirty="0" sz="250" spc="10">
                <a:solidFill>
                  <a:srgbClr val="4F4D4F"/>
                </a:solidFill>
                <a:latin typeface="宋体"/>
                <a:cs typeface="宋体"/>
              </a:rPr>
              <a:t> </a:t>
            </a:r>
            <a:r>
              <a:rPr dirty="0" sz="500" spc="-5">
                <a:solidFill>
                  <a:srgbClr val="727272"/>
                </a:solidFill>
                <a:latin typeface="Times New Roman"/>
                <a:cs typeface="Times New Roman"/>
              </a:rPr>
              <a:t>I&gt;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73793" y="5232172"/>
            <a:ext cx="79375" cy="129539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400" spc="-185">
                <a:solidFill>
                  <a:srgbClr val="8A8A8A"/>
                </a:solidFill>
                <a:latin typeface="宋体"/>
                <a:cs typeface="宋体"/>
              </a:rPr>
              <a:t>寸</a:t>
            </a:r>
            <a:r>
              <a:rPr dirty="0" baseline="4629" sz="900">
                <a:solidFill>
                  <a:srgbClr val="8A8A8A"/>
                </a:solidFill>
                <a:latin typeface="宋体"/>
                <a:cs typeface="宋体"/>
              </a:rPr>
              <a:t>6</a:t>
            </a:r>
            <a:endParaRPr baseline="4629" sz="9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08167" y="5416000"/>
            <a:ext cx="66040" cy="1651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500">
                <a:solidFill>
                  <a:srgbClr val="8A8A8A"/>
                </a:solidFill>
                <a:latin typeface="宋体"/>
                <a:cs typeface="宋体"/>
              </a:rPr>
              <a:t>q</a:t>
            </a:r>
            <a:r>
              <a:rPr dirty="0" baseline="5555" sz="750" spc="-622">
                <a:solidFill>
                  <a:srgbClr val="8A8A8A"/>
                </a:solidFill>
                <a:latin typeface="宋体"/>
                <a:cs typeface="宋体"/>
              </a:rPr>
              <a:t>,</a:t>
            </a:r>
            <a:r>
              <a:rPr dirty="0" sz="500">
                <a:solidFill>
                  <a:srgbClr val="8A8A8A"/>
                </a:solidFill>
                <a:latin typeface="宋体"/>
                <a:cs typeface="宋体"/>
              </a:rPr>
              <a:t>0</a:t>
            </a:r>
            <a:endParaRPr sz="5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95944" y="5703045"/>
            <a:ext cx="8509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95">
                <a:solidFill>
                  <a:srgbClr val="8A8A8A"/>
                </a:solidFill>
                <a:latin typeface="Times New Roman"/>
                <a:cs typeface="Times New Roman"/>
              </a:rPr>
              <a:t>10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415930" y="5817803"/>
            <a:ext cx="3435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70">
                <a:solidFill>
                  <a:srgbClr val="383A3B"/>
                </a:solidFill>
                <a:latin typeface="宋体"/>
                <a:cs typeface="宋体"/>
              </a:rPr>
              <a:t>劝</a:t>
            </a:r>
            <a:r>
              <a:rPr dirty="0" sz="850" spc="-150">
                <a:solidFill>
                  <a:srgbClr val="383A3B"/>
                </a:solidFill>
                <a:latin typeface="宋体"/>
                <a:cs typeface="宋体"/>
              </a:rPr>
              <a:t>诀</a:t>
            </a:r>
            <a:r>
              <a:rPr dirty="0" sz="850" spc="-530">
                <a:solidFill>
                  <a:srgbClr val="383A3B"/>
                </a:solidFill>
                <a:latin typeface="宋体"/>
                <a:cs typeface="宋体"/>
              </a:rPr>
              <a:t>；</a:t>
            </a:r>
            <a:r>
              <a:rPr dirty="0" sz="850" spc="-395">
                <a:solidFill>
                  <a:srgbClr val="383A3B"/>
                </a:solidFill>
                <a:latin typeface="宋体"/>
                <a:cs typeface="宋体"/>
              </a:rPr>
              <a:t> </a:t>
            </a:r>
            <a:r>
              <a:rPr dirty="0" sz="700" spc="-235">
                <a:solidFill>
                  <a:srgbClr val="8A8A8A"/>
                </a:solidFill>
                <a:latin typeface="Arial"/>
                <a:cs typeface="Arial"/>
              </a:rPr>
              <a:t>1</a:t>
            </a:r>
            <a:r>
              <a:rPr dirty="0" sz="900" spc="-335">
                <a:solidFill>
                  <a:srgbClr val="8A8A8A"/>
                </a:solidFill>
                <a:latin typeface="宋体"/>
                <a:cs typeface="宋体"/>
              </a:rPr>
              <a:t>勹</a:t>
            </a:r>
            <a:endParaRPr sz="9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9494" y="5691835"/>
            <a:ext cx="264160" cy="2889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90"/>
              </a:spcBef>
            </a:pPr>
            <a:r>
              <a:rPr dirty="0" sz="650" spc="5">
                <a:solidFill>
                  <a:srgbClr val="8A8A8A"/>
                </a:solidFill>
                <a:latin typeface="Times New Roman"/>
                <a:cs typeface="Times New Roman"/>
              </a:rPr>
              <a:t>ll</a:t>
            </a:r>
            <a:endParaRPr sz="650">
              <a:latin typeface="Times New Roman"/>
              <a:cs typeface="Times New Roman"/>
            </a:endParaRPr>
          </a:p>
          <a:p>
            <a:pPr algn="r" marR="36195">
              <a:lnSpc>
                <a:spcPct val="100000"/>
              </a:lnSpc>
              <a:spcBef>
                <a:spcPts val="120"/>
              </a:spcBef>
            </a:pPr>
            <a:r>
              <a:rPr dirty="0" sz="900" spc="60">
                <a:solidFill>
                  <a:srgbClr val="383A3B"/>
                </a:solidFill>
                <a:latin typeface="宋体"/>
                <a:cs typeface="宋体"/>
              </a:rPr>
              <a:t>沛</a:t>
            </a:r>
            <a:r>
              <a:rPr dirty="0" sz="900" spc="-140">
                <a:solidFill>
                  <a:srgbClr val="383A3B"/>
                </a:solidFill>
                <a:latin typeface="Times New Roman"/>
                <a:cs typeface="Times New Roman"/>
              </a:rPr>
              <a:t>R</a:t>
            </a:r>
            <a:r>
              <a:rPr dirty="0" sz="900" spc="-55">
                <a:solidFill>
                  <a:srgbClr val="626062"/>
                </a:solidFill>
                <a:latin typeface="Times New Roman"/>
                <a:cs typeface="Times New Roman"/>
              </a:rPr>
              <a:t>: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72279" y="5444957"/>
            <a:ext cx="378460" cy="608330"/>
          </a:xfrm>
          <a:prstGeom prst="rect">
            <a:avLst/>
          </a:prstGeom>
          <a:solidFill>
            <a:srgbClr val="3A3A3A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dirty="0" sz="3550" spc="-455">
                <a:solidFill>
                  <a:srgbClr val="E8EBE8"/>
                </a:solidFill>
                <a:latin typeface="Times New Roman"/>
                <a:cs typeface="Times New Roman"/>
              </a:rPr>
              <a:t>L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039258" y="5444334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70">
                <a:moveTo>
                  <a:pt x="0" y="0"/>
                </a:moveTo>
                <a:lnTo>
                  <a:pt x="0" y="547070"/>
                </a:lnTo>
              </a:path>
            </a:pathLst>
          </a:custGeom>
          <a:ln w="64072">
            <a:solidFill>
              <a:srgbClr val="3A3A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44219" y="5742537"/>
            <a:ext cx="387350" cy="222885"/>
          </a:xfrm>
          <a:custGeom>
            <a:avLst/>
            <a:gdLst/>
            <a:ahLst/>
            <a:cxnLst/>
            <a:rect l="l" t="t" r="r" b="b"/>
            <a:pathLst>
              <a:path w="387350" h="222885">
                <a:moveTo>
                  <a:pt x="0" y="0"/>
                </a:moveTo>
                <a:lnTo>
                  <a:pt x="387330" y="0"/>
                </a:lnTo>
                <a:lnTo>
                  <a:pt x="387330" y="222651"/>
                </a:lnTo>
                <a:lnTo>
                  <a:pt x="0" y="222651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5131518" y="5736378"/>
            <a:ext cx="4749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65">
                <a:solidFill>
                  <a:srgbClr val="E8EBE8"/>
                </a:solidFill>
                <a:latin typeface="Times New Roman"/>
                <a:cs typeface="Times New Roman"/>
              </a:rPr>
              <a:t>0:00:00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841637" y="5641136"/>
            <a:ext cx="0" cy="318135"/>
          </a:xfrm>
          <a:custGeom>
            <a:avLst/>
            <a:gdLst/>
            <a:ahLst/>
            <a:cxnLst/>
            <a:rect l="l" t="t" r="r" b="b"/>
            <a:pathLst>
              <a:path w="0" h="318135">
                <a:moveTo>
                  <a:pt x="0" y="0"/>
                </a:moveTo>
                <a:lnTo>
                  <a:pt x="0" y="318064"/>
                </a:lnTo>
              </a:path>
            </a:pathLst>
          </a:custGeom>
          <a:ln w="70174">
            <a:solidFill>
              <a:srgbClr val="3A3A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5806549" y="5641135"/>
            <a:ext cx="337185" cy="318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05"/>
              </a:lnSpc>
            </a:pPr>
            <a:r>
              <a:rPr dirty="0" sz="2500" spc="150">
                <a:solidFill>
                  <a:srgbClr val="D1D1D1"/>
                </a:solidFill>
                <a:latin typeface="宋体"/>
                <a:cs typeface="宋体"/>
              </a:rPr>
              <a:t>。</a:t>
            </a:r>
            <a:endParaRPr sz="25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019616" y="5709474"/>
            <a:ext cx="184785" cy="269240"/>
          </a:xfrm>
          <a:custGeom>
            <a:avLst/>
            <a:gdLst/>
            <a:ahLst/>
            <a:cxnLst/>
            <a:rect l="l" t="t" r="r" b="b"/>
            <a:pathLst>
              <a:path w="184785" h="269239">
                <a:moveTo>
                  <a:pt x="0" y="0"/>
                </a:moveTo>
                <a:lnTo>
                  <a:pt x="184715" y="0"/>
                </a:lnTo>
                <a:lnTo>
                  <a:pt x="184715" y="269031"/>
                </a:lnTo>
                <a:lnTo>
                  <a:pt x="0" y="269031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250358" y="5709474"/>
            <a:ext cx="0" cy="269240"/>
          </a:xfrm>
          <a:custGeom>
            <a:avLst/>
            <a:gdLst/>
            <a:ahLst/>
            <a:cxnLst/>
            <a:rect l="l" t="t" r="r" b="b"/>
            <a:pathLst>
              <a:path w="0" h="269239">
                <a:moveTo>
                  <a:pt x="0" y="0"/>
                </a:moveTo>
                <a:lnTo>
                  <a:pt x="0" y="269031"/>
                </a:lnTo>
              </a:path>
            </a:pathLst>
          </a:custGeom>
          <a:ln w="4576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433223" y="5709474"/>
            <a:ext cx="0" cy="269240"/>
          </a:xfrm>
          <a:custGeom>
            <a:avLst/>
            <a:gdLst/>
            <a:ahLst/>
            <a:cxnLst/>
            <a:rect l="l" t="t" r="r" b="b"/>
            <a:pathLst>
              <a:path w="0" h="269239">
                <a:moveTo>
                  <a:pt x="0" y="0"/>
                </a:moveTo>
                <a:lnTo>
                  <a:pt x="0" y="269031"/>
                </a:lnTo>
              </a:path>
            </a:pathLst>
          </a:custGeom>
          <a:ln w="64072">
            <a:solidFill>
              <a:srgbClr val="3A3A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615017" y="5832472"/>
            <a:ext cx="0" cy="95885"/>
          </a:xfrm>
          <a:custGeom>
            <a:avLst/>
            <a:gdLst/>
            <a:ahLst/>
            <a:cxnLst/>
            <a:rect l="l" t="t" r="r" b="b"/>
            <a:pathLst>
              <a:path w="0" h="95885">
                <a:moveTo>
                  <a:pt x="0" y="0"/>
                </a:moveTo>
                <a:lnTo>
                  <a:pt x="0" y="95419"/>
                </a:lnTo>
              </a:path>
            </a:pathLst>
          </a:custGeom>
          <a:ln w="67123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740242" y="5418506"/>
            <a:ext cx="0" cy="642620"/>
          </a:xfrm>
          <a:custGeom>
            <a:avLst/>
            <a:gdLst/>
            <a:ahLst/>
            <a:cxnLst/>
            <a:rect l="l" t="t" r="r" b="b"/>
            <a:pathLst>
              <a:path w="0" h="642620">
                <a:moveTo>
                  <a:pt x="0" y="0"/>
                </a:moveTo>
                <a:lnTo>
                  <a:pt x="0" y="642263"/>
                </a:lnTo>
              </a:path>
            </a:pathLst>
          </a:custGeom>
          <a:ln w="61020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4994522" y="5354701"/>
            <a:ext cx="1803400" cy="681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4890" algn="l"/>
                <a:tab pos="1406525" algn="l"/>
                <a:tab pos="1586865" algn="l"/>
              </a:tabLst>
            </a:pPr>
            <a:r>
              <a:rPr dirty="0" sz="4300" spc="-1935">
                <a:solidFill>
                  <a:srgbClr val="E8EBE8"/>
                </a:solidFill>
                <a:latin typeface="宋体"/>
                <a:cs typeface="宋体"/>
              </a:rPr>
              <a:t>。	</a:t>
            </a:r>
            <a:r>
              <a:rPr dirty="0" sz="1550" spc="-155">
                <a:solidFill>
                  <a:srgbClr val="E8EBE8"/>
                </a:solidFill>
                <a:latin typeface="Arial"/>
                <a:cs typeface="Arial"/>
              </a:rPr>
              <a:t>t.i </a:t>
            </a:r>
            <a:r>
              <a:rPr dirty="0" sz="1550" spc="-105">
                <a:solidFill>
                  <a:srgbClr val="E8EBE8"/>
                </a:solidFill>
                <a:latin typeface="Arial"/>
                <a:cs typeface="Arial"/>
              </a:rPr>
              <a:t> </a:t>
            </a:r>
            <a:r>
              <a:rPr dirty="0" sz="1550" spc="-160">
                <a:solidFill>
                  <a:srgbClr val="BFBDBF"/>
                </a:solidFill>
                <a:latin typeface="Arial"/>
                <a:cs typeface="Arial"/>
              </a:rPr>
              <a:t>·</a:t>
            </a:r>
            <a:r>
              <a:rPr dirty="0" sz="1550" spc="-160">
                <a:solidFill>
                  <a:srgbClr val="E8EBE8"/>
                </a:solidFill>
                <a:latin typeface="Arial"/>
                <a:cs typeface="Arial"/>
              </a:rPr>
              <a:t>'	</a:t>
            </a:r>
            <a:r>
              <a:rPr dirty="0" sz="1550" spc="-140">
                <a:solidFill>
                  <a:srgbClr val="E8EBE8"/>
                </a:solidFill>
                <a:latin typeface="Arial"/>
                <a:cs typeface="Arial"/>
              </a:rPr>
              <a:t>"	</a:t>
            </a:r>
            <a:r>
              <a:rPr dirty="0" sz="750" spc="15">
                <a:solidFill>
                  <a:srgbClr val="E8EBE8"/>
                </a:solidFill>
                <a:latin typeface="宋体"/>
                <a:cs typeface="宋体"/>
              </a:rPr>
              <a:t>口</a:t>
            </a:r>
            <a:r>
              <a:rPr dirty="0" sz="750" spc="-204">
                <a:solidFill>
                  <a:srgbClr val="E8EBE8"/>
                </a:solidFill>
                <a:latin typeface="宋体"/>
                <a:cs typeface="宋体"/>
              </a:rPr>
              <a:t> </a:t>
            </a:r>
            <a:r>
              <a:rPr dirty="0" sz="3750" spc="-450">
                <a:solidFill>
                  <a:srgbClr val="BFBDBF"/>
                </a:solidFill>
                <a:latin typeface="Times New Roman"/>
                <a:cs typeface="Times New Roman"/>
              </a:rPr>
              <a:t>l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352911" y="6040220"/>
            <a:ext cx="0" cy="147955"/>
          </a:xfrm>
          <a:custGeom>
            <a:avLst/>
            <a:gdLst/>
            <a:ahLst/>
            <a:cxnLst/>
            <a:rect l="l" t="t" r="r" b="b"/>
            <a:pathLst>
              <a:path w="0" h="147954">
                <a:moveTo>
                  <a:pt x="0" y="0"/>
                </a:moveTo>
                <a:lnTo>
                  <a:pt x="0" y="147533"/>
                </a:lnTo>
              </a:path>
            </a:pathLst>
          </a:custGeom>
          <a:ln w="9153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506989" y="6040220"/>
            <a:ext cx="0" cy="147955"/>
          </a:xfrm>
          <a:custGeom>
            <a:avLst/>
            <a:gdLst/>
            <a:ahLst/>
            <a:cxnLst/>
            <a:rect l="l" t="t" r="r" b="b"/>
            <a:pathLst>
              <a:path w="0" h="147954">
                <a:moveTo>
                  <a:pt x="0" y="0"/>
                </a:moveTo>
                <a:lnTo>
                  <a:pt x="0" y="147533"/>
                </a:lnTo>
              </a:path>
            </a:pathLst>
          </a:custGeom>
          <a:ln w="6102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6335634" y="6031796"/>
            <a:ext cx="2076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640" algn="l"/>
              </a:tabLst>
            </a:pPr>
            <a:r>
              <a:rPr dirty="0" sz="850" spc="-105">
                <a:solidFill>
                  <a:srgbClr val="BFBDBF"/>
                </a:solidFill>
                <a:latin typeface="Arial"/>
                <a:cs typeface="Arial"/>
              </a:rPr>
              <a:t>I</a:t>
            </a:r>
            <a:r>
              <a:rPr dirty="0" sz="850" spc="-105">
                <a:solidFill>
                  <a:srgbClr val="BFBDBF"/>
                </a:solidFill>
                <a:latin typeface="Arial"/>
                <a:cs typeface="Arial"/>
              </a:rPr>
              <a:t>	</a:t>
            </a:r>
            <a:r>
              <a:rPr dirty="0" sz="850" spc="-35">
                <a:solidFill>
                  <a:srgbClr val="BFBDBF"/>
                </a:solidFill>
                <a:latin typeface="Arial"/>
                <a:cs typeface="Arial"/>
              </a:rPr>
              <a:t>I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8431" y="133197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8076" y="155600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8584" y="2235098"/>
            <a:ext cx="2781515" cy="427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77349" y="2239175"/>
            <a:ext cx="772756" cy="4189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71099" y="2233498"/>
            <a:ext cx="1583156" cy="4323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05335" y="2227389"/>
            <a:ext cx="2193226" cy="4461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12519" y="1250442"/>
            <a:ext cx="26790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1</a:t>
            </a:r>
            <a:r>
              <a:rPr dirty="0" sz="3200"/>
              <a:t>、感应电动</a:t>
            </a:r>
            <a:r>
              <a:rPr dirty="0" sz="3200" spc="-10"/>
              <a:t>势</a:t>
            </a:r>
            <a:endParaRPr sz="3200"/>
          </a:p>
        </p:txBody>
      </p:sp>
      <p:sp>
        <p:nvSpPr>
          <p:cNvPr id="9" name="object 9"/>
          <p:cNvSpPr/>
          <p:nvPr/>
        </p:nvSpPr>
        <p:spPr>
          <a:xfrm>
            <a:off x="546036" y="3026041"/>
            <a:ext cx="2051977" cy="4108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17381" y="3029699"/>
            <a:ext cx="2449258" cy="4364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20983" y="3026041"/>
            <a:ext cx="1234249" cy="41936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309143" y="3036201"/>
            <a:ext cx="942441" cy="4069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6051" y="182267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315" y="1557223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3686" y="1019886"/>
            <a:ext cx="1655025" cy="442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71075" y="2622880"/>
            <a:ext cx="861034" cy="374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67176" y="3052445"/>
            <a:ext cx="2850934" cy="373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4202" y="3478441"/>
            <a:ext cx="2111438" cy="3733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67176" y="3899827"/>
            <a:ext cx="3239528" cy="3786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11626" y="4323359"/>
            <a:ext cx="1390078" cy="3814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74164" y="3531108"/>
            <a:ext cx="358140" cy="683260"/>
          </a:xfrm>
          <a:custGeom>
            <a:avLst/>
            <a:gdLst/>
            <a:ahLst/>
            <a:cxnLst/>
            <a:rect l="l" t="t" r="r" b="b"/>
            <a:pathLst>
              <a:path w="358139" h="683260">
                <a:moveTo>
                  <a:pt x="0" y="682751"/>
                </a:moveTo>
                <a:lnTo>
                  <a:pt x="358140" y="682751"/>
                </a:lnTo>
                <a:lnTo>
                  <a:pt x="358140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08632" y="3209544"/>
            <a:ext cx="68580" cy="10073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08632" y="3209544"/>
            <a:ext cx="426719" cy="685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06790" y="3208362"/>
            <a:ext cx="430530" cy="1010919"/>
          </a:xfrm>
          <a:custGeom>
            <a:avLst/>
            <a:gdLst/>
            <a:ahLst/>
            <a:cxnLst/>
            <a:rect l="l" t="t" r="r" b="b"/>
            <a:pathLst>
              <a:path w="430530" h="1010920">
                <a:moveTo>
                  <a:pt x="430276" y="1010615"/>
                </a:moveTo>
                <a:lnTo>
                  <a:pt x="64655" y="1010615"/>
                </a:lnTo>
                <a:lnTo>
                  <a:pt x="0" y="945959"/>
                </a:lnTo>
                <a:lnTo>
                  <a:pt x="0" y="0"/>
                </a:lnTo>
                <a:lnTo>
                  <a:pt x="365620" y="0"/>
                </a:lnTo>
                <a:lnTo>
                  <a:pt x="367017" y="1396"/>
                </a:lnTo>
                <a:lnTo>
                  <a:pt x="8140" y="1396"/>
                </a:lnTo>
                <a:lnTo>
                  <a:pt x="1397" y="8140"/>
                </a:lnTo>
                <a:lnTo>
                  <a:pt x="9525" y="16268"/>
                </a:lnTo>
                <a:lnTo>
                  <a:pt x="9525" y="940625"/>
                </a:lnTo>
                <a:lnTo>
                  <a:pt x="8140" y="940625"/>
                </a:lnTo>
                <a:lnTo>
                  <a:pt x="9525" y="943990"/>
                </a:lnTo>
                <a:lnTo>
                  <a:pt x="11506" y="943990"/>
                </a:lnTo>
                <a:lnTo>
                  <a:pt x="61874" y="994359"/>
                </a:lnTo>
                <a:lnTo>
                  <a:pt x="61874" y="1005852"/>
                </a:lnTo>
                <a:lnTo>
                  <a:pt x="430276" y="1005852"/>
                </a:lnTo>
                <a:lnTo>
                  <a:pt x="430276" y="1010615"/>
                </a:lnTo>
                <a:close/>
              </a:path>
              <a:path w="430530" h="1010920">
                <a:moveTo>
                  <a:pt x="9525" y="16268"/>
                </a:moveTo>
                <a:lnTo>
                  <a:pt x="1397" y="8140"/>
                </a:lnTo>
                <a:lnTo>
                  <a:pt x="8140" y="1396"/>
                </a:lnTo>
                <a:lnTo>
                  <a:pt x="115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268"/>
                </a:lnTo>
                <a:close/>
              </a:path>
              <a:path w="430530" h="1010920">
                <a:moveTo>
                  <a:pt x="361657" y="9525"/>
                </a:moveTo>
                <a:lnTo>
                  <a:pt x="16267" y="9525"/>
                </a:lnTo>
                <a:lnTo>
                  <a:pt x="8140" y="1396"/>
                </a:lnTo>
                <a:lnTo>
                  <a:pt x="367017" y="1396"/>
                </a:lnTo>
                <a:lnTo>
                  <a:pt x="373761" y="8140"/>
                </a:lnTo>
                <a:lnTo>
                  <a:pt x="360273" y="8140"/>
                </a:lnTo>
                <a:lnTo>
                  <a:pt x="361657" y="9525"/>
                </a:lnTo>
                <a:close/>
              </a:path>
              <a:path w="430530" h="101092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0530" h="1010920">
                <a:moveTo>
                  <a:pt x="61874" y="68618"/>
                </a:moveTo>
                <a:lnTo>
                  <a:pt x="9525" y="16268"/>
                </a:lnTo>
                <a:lnTo>
                  <a:pt x="9525" y="4762"/>
                </a:lnTo>
                <a:lnTo>
                  <a:pt x="11505" y="4762"/>
                </a:lnTo>
                <a:lnTo>
                  <a:pt x="68605" y="61874"/>
                </a:lnTo>
                <a:lnTo>
                  <a:pt x="66636" y="61874"/>
                </a:lnTo>
                <a:lnTo>
                  <a:pt x="70002" y="63271"/>
                </a:lnTo>
                <a:lnTo>
                  <a:pt x="415404" y="63271"/>
                </a:lnTo>
                <a:lnTo>
                  <a:pt x="418769" y="66636"/>
                </a:lnTo>
                <a:lnTo>
                  <a:pt x="61874" y="66636"/>
                </a:lnTo>
                <a:lnTo>
                  <a:pt x="61874" y="68618"/>
                </a:lnTo>
                <a:close/>
              </a:path>
              <a:path w="430530" h="1010920">
                <a:moveTo>
                  <a:pt x="420751" y="68618"/>
                </a:moveTo>
                <a:lnTo>
                  <a:pt x="360273" y="8140"/>
                </a:lnTo>
                <a:lnTo>
                  <a:pt x="363639" y="9525"/>
                </a:lnTo>
                <a:lnTo>
                  <a:pt x="375145" y="9525"/>
                </a:lnTo>
                <a:lnTo>
                  <a:pt x="427494" y="61874"/>
                </a:lnTo>
                <a:lnTo>
                  <a:pt x="425513" y="61874"/>
                </a:lnTo>
                <a:lnTo>
                  <a:pt x="425513" y="66636"/>
                </a:lnTo>
                <a:lnTo>
                  <a:pt x="420751" y="66636"/>
                </a:lnTo>
                <a:lnTo>
                  <a:pt x="420751" y="68618"/>
                </a:lnTo>
                <a:close/>
              </a:path>
              <a:path w="430530" h="1010920">
                <a:moveTo>
                  <a:pt x="375145" y="9525"/>
                </a:moveTo>
                <a:lnTo>
                  <a:pt x="363639" y="9525"/>
                </a:lnTo>
                <a:lnTo>
                  <a:pt x="360273" y="8140"/>
                </a:lnTo>
                <a:lnTo>
                  <a:pt x="373761" y="8140"/>
                </a:lnTo>
                <a:lnTo>
                  <a:pt x="375145" y="9525"/>
                </a:lnTo>
                <a:close/>
              </a:path>
              <a:path w="430530" h="1010920">
                <a:moveTo>
                  <a:pt x="70002" y="63271"/>
                </a:moveTo>
                <a:lnTo>
                  <a:pt x="66636" y="61874"/>
                </a:lnTo>
                <a:lnTo>
                  <a:pt x="68605" y="61874"/>
                </a:lnTo>
                <a:lnTo>
                  <a:pt x="70002" y="63271"/>
                </a:lnTo>
                <a:close/>
              </a:path>
              <a:path w="430530" h="1010920">
                <a:moveTo>
                  <a:pt x="415404" y="63271"/>
                </a:moveTo>
                <a:lnTo>
                  <a:pt x="70002" y="63271"/>
                </a:lnTo>
                <a:lnTo>
                  <a:pt x="68605" y="61874"/>
                </a:lnTo>
                <a:lnTo>
                  <a:pt x="414007" y="61874"/>
                </a:lnTo>
                <a:lnTo>
                  <a:pt x="415404" y="63271"/>
                </a:lnTo>
                <a:close/>
              </a:path>
              <a:path w="430530" h="1010920">
                <a:moveTo>
                  <a:pt x="430276" y="71399"/>
                </a:moveTo>
                <a:lnTo>
                  <a:pt x="425513" y="71399"/>
                </a:lnTo>
                <a:lnTo>
                  <a:pt x="425513" y="61874"/>
                </a:lnTo>
                <a:lnTo>
                  <a:pt x="427494" y="61874"/>
                </a:lnTo>
                <a:lnTo>
                  <a:pt x="430276" y="64655"/>
                </a:lnTo>
                <a:lnTo>
                  <a:pt x="430276" y="71399"/>
                </a:lnTo>
                <a:close/>
              </a:path>
              <a:path w="430530" h="1010920">
                <a:moveTo>
                  <a:pt x="71399" y="71399"/>
                </a:moveTo>
                <a:lnTo>
                  <a:pt x="64655" y="71399"/>
                </a:lnTo>
                <a:lnTo>
                  <a:pt x="61874" y="68618"/>
                </a:lnTo>
                <a:lnTo>
                  <a:pt x="61874" y="66636"/>
                </a:lnTo>
                <a:lnTo>
                  <a:pt x="71399" y="66636"/>
                </a:lnTo>
                <a:lnTo>
                  <a:pt x="71399" y="71399"/>
                </a:lnTo>
                <a:close/>
              </a:path>
              <a:path w="430530" h="1010920">
                <a:moveTo>
                  <a:pt x="420751" y="71399"/>
                </a:moveTo>
                <a:lnTo>
                  <a:pt x="71399" y="71399"/>
                </a:lnTo>
                <a:lnTo>
                  <a:pt x="71399" y="66636"/>
                </a:lnTo>
                <a:lnTo>
                  <a:pt x="418769" y="66636"/>
                </a:lnTo>
                <a:lnTo>
                  <a:pt x="420751" y="68618"/>
                </a:lnTo>
                <a:lnTo>
                  <a:pt x="420751" y="71399"/>
                </a:lnTo>
                <a:close/>
              </a:path>
              <a:path w="430530" h="1010920">
                <a:moveTo>
                  <a:pt x="422135" y="70002"/>
                </a:moveTo>
                <a:lnTo>
                  <a:pt x="420751" y="68618"/>
                </a:lnTo>
                <a:lnTo>
                  <a:pt x="420751" y="66636"/>
                </a:lnTo>
                <a:lnTo>
                  <a:pt x="422135" y="70002"/>
                </a:lnTo>
                <a:close/>
              </a:path>
              <a:path w="430530" h="1010920">
                <a:moveTo>
                  <a:pt x="425513" y="70002"/>
                </a:moveTo>
                <a:lnTo>
                  <a:pt x="422135" y="70002"/>
                </a:lnTo>
                <a:lnTo>
                  <a:pt x="420751" y="66636"/>
                </a:lnTo>
                <a:lnTo>
                  <a:pt x="425513" y="66636"/>
                </a:lnTo>
                <a:lnTo>
                  <a:pt x="425513" y="70002"/>
                </a:lnTo>
                <a:close/>
              </a:path>
              <a:path w="430530" h="1010920">
                <a:moveTo>
                  <a:pt x="71399" y="1002487"/>
                </a:moveTo>
                <a:lnTo>
                  <a:pt x="70002" y="1002487"/>
                </a:lnTo>
                <a:lnTo>
                  <a:pt x="61874" y="994359"/>
                </a:lnTo>
                <a:lnTo>
                  <a:pt x="61874" y="68618"/>
                </a:lnTo>
                <a:lnTo>
                  <a:pt x="64655" y="71399"/>
                </a:lnTo>
                <a:lnTo>
                  <a:pt x="71399" y="71399"/>
                </a:lnTo>
                <a:lnTo>
                  <a:pt x="71399" y="1002487"/>
                </a:lnTo>
                <a:close/>
              </a:path>
              <a:path w="430530" h="1010920">
                <a:moveTo>
                  <a:pt x="420751" y="1005852"/>
                </a:moveTo>
                <a:lnTo>
                  <a:pt x="420751" y="68618"/>
                </a:lnTo>
                <a:lnTo>
                  <a:pt x="422135" y="70002"/>
                </a:lnTo>
                <a:lnTo>
                  <a:pt x="425513" y="70002"/>
                </a:lnTo>
                <a:lnTo>
                  <a:pt x="425513" y="71399"/>
                </a:lnTo>
                <a:lnTo>
                  <a:pt x="430276" y="71399"/>
                </a:lnTo>
                <a:lnTo>
                  <a:pt x="430276" y="1001090"/>
                </a:lnTo>
                <a:lnTo>
                  <a:pt x="425513" y="1001090"/>
                </a:lnTo>
                <a:lnTo>
                  <a:pt x="420751" y="1005852"/>
                </a:lnTo>
                <a:close/>
              </a:path>
              <a:path w="430530" h="1010920">
                <a:moveTo>
                  <a:pt x="9525" y="943990"/>
                </a:moveTo>
                <a:lnTo>
                  <a:pt x="8140" y="940625"/>
                </a:lnTo>
                <a:lnTo>
                  <a:pt x="9525" y="942009"/>
                </a:lnTo>
                <a:lnTo>
                  <a:pt x="9525" y="943990"/>
                </a:lnTo>
                <a:close/>
              </a:path>
              <a:path w="430530" h="1010920">
                <a:moveTo>
                  <a:pt x="9525" y="942009"/>
                </a:moveTo>
                <a:lnTo>
                  <a:pt x="8140" y="940625"/>
                </a:lnTo>
                <a:lnTo>
                  <a:pt x="9525" y="940625"/>
                </a:lnTo>
                <a:lnTo>
                  <a:pt x="9525" y="942009"/>
                </a:lnTo>
                <a:close/>
              </a:path>
              <a:path w="430530" h="1010920">
                <a:moveTo>
                  <a:pt x="11506" y="943990"/>
                </a:moveTo>
                <a:lnTo>
                  <a:pt x="9525" y="943990"/>
                </a:lnTo>
                <a:lnTo>
                  <a:pt x="9525" y="942009"/>
                </a:lnTo>
                <a:lnTo>
                  <a:pt x="11506" y="943990"/>
                </a:lnTo>
                <a:close/>
              </a:path>
              <a:path w="430530" h="1010920">
                <a:moveTo>
                  <a:pt x="71399" y="1005852"/>
                </a:moveTo>
                <a:lnTo>
                  <a:pt x="61874" y="1005852"/>
                </a:lnTo>
                <a:lnTo>
                  <a:pt x="61874" y="994359"/>
                </a:lnTo>
                <a:lnTo>
                  <a:pt x="68605" y="1001090"/>
                </a:lnTo>
                <a:lnTo>
                  <a:pt x="66636" y="1001090"/>
                </a:lnTo>
                <a:lnTo>
                  <a:pt x="70002" y="1002487"/>
                </a:lnTo>
                <a:lnTo>
                  <a:pt x="71399" y="1002487"/>
                </a:lnTo>
                <a:lnTo>
                  <a:pt x="71399" y="1005852"/>
                </a:lnTo>
                <a:close/>
              </a:path>
              <a:path w="430530" h="1010920">
                <a:moveTo>
                  <a:pt x="70002" y="1002487"/>
                </a:moveTo>
                <a:lnTo>
                  <a:pt x="66636" y="1001090"/>
                </a:lnTo>
                <a:lnTo>
                  <a:pt x="68605" y="1001090"/>
                </a:lnTo>
                <a:lnTo>
                  <a:pt x="70002" y="1002487"/>
                </a:lnTo>
                <a:close/>
              </a:path>
              <a:path w="430530" h="1010920">
                <a:moveTo>
                  <a:pt x="420751" y="1005852"/>
                </a:moveTo>
                <a:lnTo>
                  <a:pt x="71399" y="1005852"/>
                </a:lnTo>
                <a:lnTo>
                  <a:pt x="71399" y="1001090"/>
                </a:lnTo>
                <a:lnTo>
                  <a:pt x="420751" y="1001090"/>
                </a:lnTo>
                <a:lnTo>
                  <a:pt x="420751" y="1005852"/>
                </a:lnTo>
                <a:close/>
              </a:path>
              <a:path w="430530" h="1010920">
                <a:moveTo>
                  <a:pt x="430276" y="1005852"/>
                </a:moveTo>
                <a:lnTo>
                  <a:pt x="420751" y="1005852"/>
                </a:lnTo>
                <a:lnTo>
                  <a:pt x="425513" y="1001090"/>
                </a:lnTo>
                <a:lnTo>
                  <a:pt x="430276" y="1001090"/>
                </a:lnTo>
                <a:lnTo>
                  <a:pt x="430276" y="1005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74164" y="2820923"/>
            <a:ext cx="358140" cy="710565"/>
          </a:xfrm>
          <a:custGeom>
            <a:avLst/>
            <a:gdLst/>
            <a:ahLst/>
            <a:cxnLst/>
            <a:rect l="l" t="t" r="r" b="b"/>
            <a:pathLst>
              <a:path w="358139" h="710564">
                <a:moveTo>
                  <a:pt x="358140" y="0"/>
                </a:moveTo>
                <a:lnTo>
                  <a:pt x="0" y="0"/>
                </a:lnTo>
                <a:lnTo>
                  <a:pt x="0" y="710184"/>
                </a:lnTo>
                <a:lnTo>
                  <a:pt x="358140" y="710184"/>
                </a:lnTo>
                <a:lnTo>
                  <a:pt x="358140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08632" y="2755392"/>
            <a:ext cx="68580" cy="7787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08632" y="2755392"/>
            <a:ext cx="426719" cy="685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3207" y="2753804"/>
            <a:ext cx="2446197" cy="17826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68029" y="3713492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N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8029" y="2749549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S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387" y="3575126"/>
            <a:ext cx="246379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7320" y="3559619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latin typeface="黑体"/>
                <a:cs typeface="黑体"/>
              </a:rPr>
              <a:t>乙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52840" y="1725307"/>
            <a:ext cx="5696178" cy="44903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37918" y="1779358"/>
            <a:ext cx="207632" cy="3315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26591" y="1549908"/>
            <a:ext cx="1112520" cy="727075"/>
          </a:xfrm>
          <a:custGeom>
            <a:avLst/>
            <a:gdLst/>
            <a:ahLst/>
            <a:cxnLst/>
            <a:rect l="l" t="t" r="r" b="b"/>
            <a:pathLst>
              <a:path w="1112520" h="727075">
                <a:moveTo>
                  <a:pt x="751632" y="146303"/>
                </a:moveTo>
                <a:lnTo>
                  <a:pt x="589788" y="146303"/>
                </a:lnTo>
                <a:lnTo>
                  <a:pt x="762000" y="0"/>
                </a:lnTo>
                <a:lnTo>
                  <a:pt x="751632" y="146303"/>
                </a:lnTo>
                <a:close/>
              </a:path>
              <a:path w="1112520" h="727075">
                <a:moveTo>
                  <a:pt x="846170" y="214883"/>
                </a:moveTo>
                <a:lnTo>
                  <a:pt x="440436" y="214883"/>
                </a:lnTo>
                <a:lnTo>
                  <a:pt x="501396" y="62483"/>
                </a:lnTo>
                <a:lnTo>
                  <a:pt x="589788" y="146303"/>
                </a:lnTo>
                <a:lnTo>
                  <a:pt x="751632" y="146303"/>
                </a:lnTo>
                <a:lnTo>
                  <a:pt x="748284" y="193547"/>
                </a:lnTo>
                <a:lnTo>
                  <a:pt x="862027" y="193547"/>
                </a:lnTo>
                <a:lnTo>
                  <a:pt x="846170" y="214883"/>
                </a:lnTo>
                <a:close/>
              </a:path>
              <a:path w="1112520" h="727075">
                <a:moveTo>
                  <a:pt x="862027" y="193547"/>
                </a:moveTo>
                <a:lnTo>
                  <a:pt x="748284" y="193547"/>
                </a:lnTo>
                <a:lnTo>
                  <a:pt x="926591" y="106679"/>
                </a:lnTo>
                <a:lnTo>
                  <a:pt x="862027" y="193547"/>
                </a:lnTo>
                <a:close/>
              </a:path>
              <a:path w="1112520" h="727075">
                <a:moveTo>
                  <a:pt x="252984" y="726947"/>
                </a:moveTo>
                <a:lnTo>
                  <a:pt x="248412" y="614171"/>
                </a:lnTo>
                <a:lnTo>
                  <a:pt x="67056" y="600455"/>
                </a:lnTo>
                <a:lnTo>
                  <a:pt x="172212" y="516635"/>
                </a:lnTo>
                <a:lnTo>
                  <a:pt x="0" y="432815"/>
                </a:lnTo>
                <a:lnTo>
                  <a:pt x="202692" y="390143"/>
                </a:lnTo>
                <a:lnTo>
                  <a:pt x="60960" y="277367"/>
                </a:lnTo>
                <a:lnTo>
                  <a:pt x="277368" y="262127"/>
                </a:lnTo>
                <a:lnTo>
                  <a:pt x="231648" y="121919"/>
                </a:lnTo>
                <a:lnTo>
                  <a:pt x="440436" y="214883"/>
                </a:lnTo>
                <a:lnTo>
                  <a:pt x="846170" y="214883"/>
                </a:lnTo>
                <a:lnTo>
                  <a:pt x="842772" y="219455"/>
                </a:lnTo>
                <a:lnTo>
                  <a:pt x="1112520" y="224027"/>
                </a:lnTo>
                <a:lnTo>
                  <a:pt x="874776" y="316991"/>
                </a:lnTo>
                <a:lnTo>
                  <a:pt x="940308" y="379475"/>
                </a:lnTo>
                <a:lnTo>
                  <a:pt x="842772" y="414527"/>
                </a:lnTo>
                <a:lnTo>
                  <a:pt x="922625" y="483107"/>
                </a:lnTo>
                <a:lnTo>
                  <a:pt x="754380" y="483107"/>
                </a:lnTo>
                <a:lnTo>
                  <a:pt x="762341" y="536447"/>
                </a:lnTo>
                <a:lnTo>
                  <a:pt x="627888" y="536447"/>
                </a:lnTo>
                <a:lnTo>
                  <a:pt x="612648" y="585215"/>
                </a:lnTo>
                <a:lnTo>
                  <a:pt x="509016" y="585215"/>
                </a:lnTo>
                <a:lnTo>
                  <a:pt x="489891" y="609599"/>
                </a:lnTo>
                <a:lnTo>
                  <a:pt x="387096" y="609599"/>
                </a:lnTo>
                <a:lnTo>
                  <a:pt x="252984" y="726947"/>
                </a:lnTo>
                <a:close/>
              </a:path>
              <a:path w="1112520" h="727075">
                <a:moveTo>
                  <a:pt x="972312" y="525779"/>
                </a:moveTo>
                <a:lnTo>
                  <a:pt x="754380" y="483107"/>
                </a:lnTo>
                <a:lnTo>
                  <a:pt x="922625" y="483107"/>
                </a:lnTo>
                <a:lnTo>
                  <a:pt x="972312" y="525779"/>
                </a:lnTo>
                <a:close/>
              </a:path>
              <a:path w="1112520" h="727075">
                <a:moveTo>
                  <a:pt x="769620" y="585215"/>
                </a:moveTo>
                <a:lnTo>
                  <a:pt x="627888" y="536447"/>
                </a:lnTo>
                <a:lnTo>
                  <a:pt x="762341" y="536447"/>
                </a:lnTo>
                <a:lnTo>
                  <a:pt x="769620" y="585215"/>
                </a:lnTo>
                <a:close/>
              </a:path>
              <a:path w="1112520" h="727075">
                <a:moveTo>
                  <a:pt x="597408" y="633983"/>
                </a:moveTo>
                <a:lnTo>
                  <a:pt x="509016" y="585215"/>
                </a:lnTo>
                <a:lnTo>
                  <a:pt x="612648" y="585215"/>
                </a:lnTo>
                <a:lnTo>
                  <a:pt x="597408" y="633983"/>
                </a:lnTo>
                <a:close/>
              </a:path>
              <a:path w="1112520" h="727075">
                <a:moveTo>
                  <a:pt x="448056" y="662939"/>
                </a:moveTo>
                <a:lnTo>
                  <a:pt x="387096" y="609599"/>
                </a:lnTo>
                <a:lnTo>
                  <a:pt x="489891" y="609599"/>
                </a:lnTo>
                <a:lnTo>
                  <a:pt x="448056" y="662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32039" y="1576450"/>
            <a:ext cx="53276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315" y="1557223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7506" y="1051001"/>
            <a:ext cx="1655025" cy="442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97607" y="3531108"/>
            <a:ext cx="358140" cy="683260"/>
          </a:xfrm>
          <a:custGeom>
            <a:avLst/>
            <a:gdLst/>
            <a:ahLst/>
            <a:cxnLst/>
            <a:rect l="l" t="t" r="r" b="b"/>
            <a:pathLst>
              <a:path w="358139" h="683260">
                <a:moveTo>
                  <a:pt x="0" y="682751"/>
                </a:moveTo>
                <a:lnTo>
                  <a:pt x="358140" y="682751"/>
                </a:lnTo>
                <a:lnTo>
                  <a:pt x="358140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32076" y="3209544"/>
            <a:ext cx="68580" cy="1007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32076" y="3209544"/>
            <a:ext cx="426719" cy="685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30615" y="3208362"/>
            <a:ext cx="430530" cy="1010919"/>
          </a:xfrm>
          <a:custGeom>
            <a:avLst/>
            <a:gdLst/>
            <a:ahLst/>
            <a:cxnLst/>
            <a:rect l="l" t="t" r="r" b="b"/>
            <a:pathLst>
              <a:path w="430530" h="1010920">
                <a:moveTo>
                  <a:pt x="430276" y="1010615"/>
                </a:moveTo>
                <a:lnTo>
                  <a:pt x="64655" y="1010615"/>
                </a:lnTo>
                <a:lnTo>
                  <a:pt x="0" y="945959"/>
                </a:lnTo>
                <a:lnTo>
                  <a:pt x="0" y="0"/>
                </a:lnTo>
                <a:lnTo>
                  <a:pt x="365620" y="0"/>
                </a:lnTo>
                <a:lnTo>
                  <a:pt x="367017" y="1396"/>
                </a:lnTo>
                <a:lnTo>
                  <a:pt x="8140" y="1396"/>
                </a:lnTo>
                <a:lnTo>
                  <a:pt x="1397" y="8140"/>
                </a:lnTo>
                <a:lnTo>
                  <a:pt x="9525" y="16268"/>
                </a:lnTo>
                <a:lnTo>
                  <a:pt x="9525" y="940625"/>
                </a:lnTo>
                <a:lnTo>
                  <a:pt x="8140" y="940625"/>
                </a:lnTo>
                <a:lnTo>
                  <a:pt x="9525" y="943990"/>
                </a:lnTo>
                <a:lnTo>
                  <a:pt x="11506" y="943990"/>
                </a:lnTo>
                <a:lnTo>
                  <a:pt x="61874" y="994359"/>
                </a:lnTo>
                <a:lnTo>
                  <a:pt x="61874" y="1005852"/>
                </a:lnTo>
                <a:lnTo>
                  <a:pt x="430276" y="1005852"/>
                </a:lnTo>
                <a:lnTo>
                  <a:pt x="430276" y="1010615"/>
                </a:lnTo>
                <a:close/>
              </a:path>
              <a:path w="430530" h="1010920">
                <a:moveTo>
                  <a:pt x="9525" y="16268"/>
                </a:moveTo>
                <a:lnTo>
                  <a:pt x="1397" y="8140"/>
                </a:lnTo>
                <a:lnTo>
                  <a:pt x="8140" y="1396"/>
                </a:lnTo>
                <a:lnTo>
                  <a:pt x="1150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268"/>
                </a:lnTo>
                <a:close/>
              </a:path>
              <a:path w="430530" h="1010920">
                <a:moveTo>
                  <a:pt x="361657" y="9525"/>
                </a:moveTo>
                <a:lnTo>
                  <a:pt x="16267" y="9525"/>
                </a:lnTo>
                <a:lnTo>
                  <a:pt x="8140" y="1396"/>
                </a:lnTo>
                <a:lnTo>
                  <a:pt x="367017" y="1396"/>
                </a:lnTo>
                <a:lnTo>
                  <a:pt x="373761" y="8140"/>
                </a:lnTo>
                <a:lnTo>
                  <a:pt x="360273" y="8140"/>
                </a:lnTo>
                <a:lnTo>
                  <a:pt x="361657" y="9525"/>
                </a:lnTo>
                <a:close/>
              </a:path>
              <a:path w="430530" h="101092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0530" h="1010920">
                <a:moveTo>
                  <a:pt x="61874" y="68618"/>
                </a:moveTo>
                <a:lnTo>
                  <a:pt x="9525" y="16268"/>
                </a:lnTo>
                <a:lnTo>
                  <a:pt x="9525" y="4762"/>
                </a:lnTo>
                <a:lnTo>
                  <a:pt x="11505" y="4762"/>
                </a:lnTo>
                <a:lnTo>
                  <a:pt x="68605" y="61874"/>
                </a:lnTo>
                <a:lnTo>
                  <a:pt x="66636" y="61874"/>
                </a:lnTo>
                <a:lnTo>
                  <a:pt x="70002" y="63271"/>
                </a:lnTo>
                <a:lnTo>
                  <a:pt x="415404" y="63271"/>
                </a:lnTo>
                <a:lnTo>
                  <a:pt x="418769" y="66636"/>
                </a:lnTo>
                <a:lnTo>
                  <a:pt x="61874" y="66636"/>
                </a:lnTo>
                <a:lnTo>
                  <a:pt x="61874" y="68618"/>
                </a:lnTo>
                <a:close/>
              </a:path>
              <a:path w="430530" h="1010920">
                <a:moveTo>
                  <a:pt x="420751" y="68618"/>
                </a:moveTo>
                <a:lnTo>
                  <a:pt x="360273" y="8140"/>
                </a:lnTo>
                <a:lnTo>
                  <a:pt x="363639" y="9525"/>
                </a:lnTo>
                <a:lnTo>
                  <a:pt x="375145" y="9525"/>
                </a:lnTo>
                <a:lnTo>
                  <a:pt x="427494" y="61874"/>
                </a:lnTo>
                <a:lnTo>
                  <a:pt x="425513" y="61874"/>
                </a:lnTo>
                <a:lnTo>
                  <a:pt x="425513" y="66636"/>
                </a:lnTo>
                <a:lnTo>
                  <a:pt x="420751" y="66636"/>
                </a:lnTo>
                <a:lnTo>
                  <a:pt x="420751" y="68618"/>
                </a:lnTo>
                <a:close/>
              </a:path>
              <a:path w="430530" h="1010920">
                <a:moveTo>
                  <a:pt x="375145" y="9525"/>
                </a:moveTo>
                <a:lnTo>
                  <a:pt x="363639" y="9525"/>
                </a:lnTo>
                <a:lnTo>
                  <a:pt x="360273" y="8140"/>
                </a:lnTo>
                <a:lnTo>
                  <a:pt x="373761" y="8140"/>
                </a:lnTo>
                <a:lnTo>
                  <a:pt x="375145" y="9525"/>
                </a:lnTo>
                <a:close/>
              </a:path>
              <a:path w="430530" h="1010920">
                <a:moveTo>
                  <a:pt x="70002" y="63271"/>
                </a:moveTo>
                <a:lnTo>
                  <a:pt x="66636" y="61874"/>
                </a:lnTo>
                <a:lnTo>
                  <a:pt x="68605" y="61874"/>
                </a:lnTo>
                <a:lnTo>
                  <a:pt x="70002" y="63271"/>
                </a:lnTo>
                <a:close/>
              </a:path>
              <a:path w="430530" h="1010920">
                <a:moveTo>
                  <a:pt x="415404" y="63271"/>
                </a:moveTo>
                <a:lnTo>
                  <a:pt x="70002" y="63271"/>
                </a:lnTo>
                <a:lnTo>
                  <a:pt x="68605" y="61874"/>
                </a:lnTo>
                <a:lnTo>
                  <a:pt x="414007" y="61874"/>
                </a:lnTo>
                <a:lnTo>
                  <a:pt x="415404" y="63271"/>
                </a:lnTo>
                <a:close/>
              </a:path>
              <a:path w="430530" h="1010920">
                <a:moveTo>
                  <a:pt x="430276" y="71399"/>
                </a:moveTo>
                <a:lnTo>
                  <a:pt x="425513" y="71399"/>
                </a:lnTo>
                <a:lnTo>
                  <a:pt x="425513" y="61874"/>
                </a:lnTo>
                <a:lnTo>
                  <a:pt x="427494" y="61874"/>
                </a:lnTo>
                <a:lnTo>
                  <a:pt x="430276" y="64655"/>
                </a:lnTo>
                <a:lnTo>
                  <a:pt x="430276" y="71399"/>
                </a:lnTo>
                <a:close/>
              </a:path>
              <a:path w="430530" h="1010920">
                <a:moveTo>
                  <a:pt x="71399" y="71399"/>
                </a:moveTo>
                <a:lnTo>
                  <a:pt x="64655" y="71399"/>
                </a:lnTo>
                <a:lnTo>
                  <a:pt x="61874" y="68618"/>
                </a:lnTo>
                <a:lnTo>
                  <a:pt x="61874" y="66636"/>
                </a:lnTo>
                <a:lnTo>
                  <a:pt x="71399" y="66636"/>
                </a:lnTo>
                <a:lnTo>
                  <a:pt x="71399" y="71399"/>
                </a:lnTo>
                <a:close/>
              </a:path>
              <a:path w="430530" h="1010920">
                <a:moveTo>
                  <a:pt x="420751" y="71399"/>
                </a:moveTo>
                <a:lnTo>
                  <a:pt x="71399" y="71399"/>
                </a:lnTo>
                <a:lnTo>
                  <a:pt x="71399" y="66636"/>
                </a:lnTo>
                <a:lnTo>
                  <a:pt x="418769" y="66636"/>
                </a:lnTo>
                <a:lnTo>
                  <a:pt x="420751" y="68618"/>
                </a:lnTo>
                <a:lnTo>
                  <a:pt x="420751" y="71399"/>
                </a:lnTo>
                <a:close/>
              </a:path>
              <a:path w="430530" h="1010920">
                <a:moveTo>
                  <a:pt x="422135" y="70002"/>
                </a:moveTo>
                <a:lnTo>
                  <a:pt x="420751" y="68618"/>
                </a:lnTo>
                <a:lnTo>
                  <a:pt x="420751" y="66636"/>
                </a:lnTo>
                <a:lnTo>
                  <a:pt x="422135" y="70002"/>
                </a:lnTo>
                <a:close/>
              </a:path>
              <a:path w="430530" h="1010920">
                <a:moveTo>
                  <a:pt x="425513" y="70002"/>
                </a:moveTo>
                <a:lnTo>
                  <a:pt x="422135" y="70002"/>
                </a:lnTo>
                <a:lnTo>
                  <a:pt x="420751" y="66636"/>
                </a:lnTo>
                <a:lnTo>
                  <a:pt x="425513" y="66636"/>
                </a:lnTo>
                <a:lnTo>
                  <a:pt x="425513" y="70002"/>
                </a:lnTo>
                <a:close/>
              </a:path>
              <a:path w="430530" h="1010920">
                <a:moveTo>
                  <a:pt x="71399" y="1002487"/>
                </a:moveTo>
                <a:lnTo>
                  <a:pt x="70002" y="1002487"/>
                </a:lnTo>
                <a:lnTo>
                  <a:pt x="61874" y="994359"/>
                </a:lnTo>
                <a:lnTo>
                  <a:pt x="61874" y="68618"/>
                </a:lnTo>
                <a:lnTo>
                  <a:pt x="64655" y="71399"/>
                </a:lnTo>
                <a:lnTo>
                  <a:pt x="71399" y="71399"/>
                </a:lnTo>
                <a:lnTo>
                  <a:pt x="71399" y="1002487"/>
                </a:lnTo>
                <a:close/>
              </a:path>
              <a:path w="430530" h="1010920">
                <a:moveTo>
                  <a:pt x="420751" y="1005852"/>
                </a:moveTo>
                <a:lnTo>
                  <a:pt x="420751" y="68618"/>
                </a:lnTo>
                <a:lnTo>
                  <a:pt x="422135" y="70002"/>
                </a:lnTo>
                <a:lnTo>
                  <a:pt x="425513" y="70002"/>
                </a:lnTo>
                <a:lnTo>
                  <a:pt x="425513" y="71399"/>
                </a:lnTo>
                <a:lnTo>
                  <a:pt x="430276" y="71399"/>
                </a:lnTo>
                <a:lnTo>
                  <a:pt x="430276" y="1001090"/>
                </a:lnTo>
                <a:lnTo>
                  <a:pt x="425513" y="1001090"/>
                </a:lnTo>
                <a:lnTo>
                  <a:pt x="420751" y="1005852"/>
                </a:lnTo>
                <a:close/>
              </a:path>
              <a:path w="430530" h="1010920">
                <a:moveTo>
                  <a:pt x="9525" y="943990"/>
                </a:moveTo>
                <a:lnTo>
                  <a:pt x="8140" y="940625"/>
                </a:lnTo>
                <a:lnTo>
                  <a:pt x="9525" y="942009"/>
                </a:lnTo>
                <a:lnTo>
                  <a:pt x="9525" y="943990"/>
                </a:lnTo>
                <a:close/>
              </a:path>
              <a:path w="430530" h="1010920">
                <a:moveTo>
                  <a:pt x="9525" y="942009"/>
                </a:moveTo>
                <a:lnTo>
                  <a:pt x="8140" y="940625"/>
                </a:lnTo>
                <a:lnTo>
                  <a:pt x="9525" y="940625"/>
                </a:lnTo>
                <a:lnTo>
                  <a:pt x="9525" y="942009"/>
                </a:lnTo>
                <a:close/>
              </a:path>
              <a:path w="430530" h="1010920">
                <a:moveTo>
                  <a:pt x="11506" y="943990"/>
                </a:moveTo>
                <a:lnTo>
                  <a:pt x="9525" y="943990"/>
                </a:lnTo>
                <a:lnTo>
                  <a:pt x="9525" y="942009"/>
                </a:lnTo>
                <a:lnTo>
                  <a:pt x="11506" y="943990"/>
                </a:lnTo>
                <a:close/>
              </a:path>
              <a:path w="430530" h="1010920">
                <a:moveTo>
                  <a:pt x="71399" y="1005852"/>
                </a:moveTo>
                <a:lnTo>
                  <a:pt x="61874" y="1005852"/>
                </a:lnTo>
                <a:lnTo>
                  <a:pt x="61874" y="994359"/>
                </a:lnTo>
                <a:lnTo>
                  <a:pt x="68605" y="1001090"/>
                </a:lnTo>
                <a:lnTo>
                  <a:pt x="66636" y="1001090"/>
                </a:lnTo>
                <a:lnTo>
                  <a:pt x="70002" y="1002487"/>
                </a:lnTo>
                <a:lnTo>
                  <a:pt x="71399" y="1002487"/>
                </a:lnTo>
                <a:lnTo>
                  <a:pt x="71399" y="1005852"/>
                </a:lnTo>
                <a:close/>
              </a:path>
              <a:path w="430530" h="1010920">
                <a:moveTo>
                  <a:pt x="70002" y="1002487"/>
                </a:moveTo>
                <a:lnTo>
                  <a:pt x="66636" y="1001090"/>
                </a:lnTo>
                <a:lnTo>
                  <a:pt x="68605" y="1001090"/>
                </a:lnTo>
                <a:lnTo>
                  <a:pt x="70002" y="1002487"/>
                </a:lnTo>
                <a:close/>
              </a:path>
              <a:path w="430530" h="1010920">
                <a:moveTo>
                  <a:pt x="420751" y="1005852"/>
                </a:moveTo>
                <a:lnTo>
                  <a:pt x="71399" y="1005852"/>
                </a:lnTo>
                <a:lnTo>
                  <a:pt x="71399" y="1001090"/>
                </a:lnTo>
                <a:lnTo>
                  <a:pt x="420751" y="1001090"/>
                </a:lnTo>
                <a:lnTo>
                  <a:pt x="420751" y="1005852"/>
                </a:lnTo>
                <a:close/>
              </a:path>
              <a:path w="430530" h="1010920">
                <a:moveTo>
                  <a:pt x="430276" y="1005852"/>
                </a:moveTo>
                <a:lnTo>
                  <a:pt x="420751" y="1005852"/>
                </a:lnTo>
                <a:lnTo>
                  <a:pt x="425513" y="1001090"/>
                </a:lnTo>
                <a:lnTo>
                  <a:pt x="430276" y="1001090"/>
                </a:lnTo>
                <a:lnTo>
                  <a:pt x="430276" y="1005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97607" y="2820923"/>
            <a:ext cx="358140" cy="710565"/>
          </a:xfrm>
          <a:custGeom>
            <a:avLst/>
            <a:gdLst/>
            <a:ahLst/>
            <a:cxnLst/>
            <a:rect l="l" t="t" r="r" b="b"/>
            <a:pathLst>
              <a:path w="358139" h="710564">
                <a:moveTo>
                  <a:pt x="358140" y="0"/>
                </a:moveTo>
                <a:lnTo>
                  <a:pt x="0" y="0"/>
                </a:lnTo>
                <a:lnTo>
                  <a:pt x="0" y="710184"/>
                </a:lnTo>
                <a:lnTo>
                  <a:pt x="358140" y="710184"/>
                </a:lnTo>
                <a:lnTo>
                  <a:pt x="358140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32076" y="2755392"/>
            <a:ext cx="68580" cy="7787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32076" y="2755392"/>
            <a:ext cx="426719" cy="68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7032" y="2753804"/>
            <a:ext cx="2446197" cy="17826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91854" y="3713492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N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1854" y="2749549"/>
            <a:ext cx="1911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黑体"/>
                <a:cs typeface="黑体"/>
              </a:rPr>
              <a:t>S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212" y="3575126"/>
            <a:ext cx="246379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1145" y="3559619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 b="1">
                <a:latin typeface="黑体"/>
                <a:cs typeface="黑体"/>
              </a:rPr>
              <a:t>乙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03091" y="2648724"/>
            <a:ext cx="2166912" cy="3644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30519" y="2668016"/>
            <a:ext cx="267538" cy="3020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67285" y="2672867"/>
            <a:ext cx="313563" cy="2972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38994" y="3075457"/>
            <a:ext cx="2094014" cy="3903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30519" y="3094735"/>
            <a:ext cx="267538" cy="3020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51664" y="3131718"/>
            <a:ext cx="165798" cy="2699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47541" y="3500043"/>
            <a:ext cx="708545" cy="3583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01578" y="3600793"/>
            <a:ext cx="236296" cy="2248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15019" y="4826901"/>
            <a:ext cx="4065193" cy="4140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52840" y="1725307"/>
            <a:ext cx="5696178" cy="44903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037918" y="1779358"/>
            <a:ext cx="207632" cy="3315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26591" y="1549908"/>
            <a:ext cx="1112520" cy="727075"/>
          </a:xfrm>
          <a:custGeom>
            <a:avLst/>
            <a:gdLst/>
            <a:ahLst/>
            <a:cxnLst/>
            <a:rect l="l" t="t" r="r" b="b"/>
            <a:pathLst>
              <a:path w="1112520" h="727075">
                <a:moveTo>
                  <a:pt x="751632" y="146303"/>
                </a:moveTo>
                <a:lnTo>
                  <a:pt x="589788" y="146303"/>
                </a:lnTo>
                <a:lnTo>
                  <a:pt x="762000" y="0"/>
                </a:lnTo>
                <a:lnTo>
                  <a:pt x="751632" y="146303"/>
                </a:lnTo>
                <a:close/>
              </a:path>
              <a:path w="1112520" h="727075">
                <a:moveTo>
                  <a:pt x="846170" y="214883"/>
                </a:moveTo>
                <a:lnTo>
                  <a:pt x="440436" y="214883"/>
                </a:lnTo>
                <a:lnTo>
                  <a:pt x="501396" y="62483"/>
                </a:lnTo>
                <a:lnTo>
                  <a:pt x="589788" y="146303"/>
                </a:lnTo>
                <a:lnTo>
                  <a:pt x="751632" y="146303"/>
                </a:lnTo>
                <a:lnTo>
                  <a:pt x="748284" y="193547"/>
                </a:lnTo>
                <a:lnTo>
                  <a:pt x="862027" y="193547"/>
                </a:lnTo>
                <a:lnTo>
                  <a:pt x="846170" y="214883"/>
                </a:lnTo>
                <a:close/>
              </a:path>
              <a:path w="1112520" h="727075">
                <a:moveTo>
                  <a:pt x="862027" y="193547"/>
                </a:moveTo>
                <a:lnTo>
                  <a:pt x="748284" y="193547"/>
                </a:lnTo>
                <a:lnTo>
                  <a:pt x="926591" y="106679"/>
                </a:lnTo>
                <a:lnTo>
                  <a:pt x="862027" y="193547"/>
                </a:lnTo>
                <a:close/>
              </a:path>
              <a:path w="1112520" h="727075">
                <a:moveTo>
                  <a:pt x="252984" y="726947"/>
                </a:moveTo>
                <a:lnTo>
                  <a:pt x="248412" y="614171"/>
                </a:lnTo>
                <a:lnTo>
                  <a:pt x="67056" y="600455"/>
                </a:lnTo>
                <a:lnTo>
                  <a:pt x="172212" y="516635"/>
                </a:lnTo>
                <a:lnTo>
                  <a:pt x="0" y="432815"/>
                </a:lnTo>
                <a:lnTo>
                  <a:pt x="202692" y="390143"/>
                </a:lnTo>
                <a:lnTo>
                  <a:pt x="60960" y="277367"/>
                </a:lnTo>
                <a:lnTo>
                  <a:pt x="277368" y="262127"/>
                </a:lnTo>
                <a:lnTo>
                  <a:pt x="231648" y="121919"/>
                </a:lnTo>
                <a:lnTo>
                  <a:pt x="440436" y="214883"/>
                </a:lnTo>
                <a:lnTo>
                  <a:pt x="846170" y="214883"/>
                </a:lnTo>
                <a:lnTo>
                  <a:pt x="842772" y="219455"/>
                </a:lnTo>
                <a:lnTo>
                  <a:pt x="1112520" y="224027"/>
                </a:lnTo>
                <a:lnTo>
                  <a:pt x="874776" y="316991"/>
                </a:lnTo>
                <a:lnTo>
                  <a:pt x="940308" y="379475"/>
                </a:lnTo>
                <a:lnTo>
                  <a:pt x="842772" y="414527"/>
                </a:lnTo>
                <a:lnTo>
                  <a:pt x="922625" y="483107"/>
                </a:lnTo>
                <a:lnTo>
                  <a:pt x="754380" y="483107"/>
                </a:lnTo>
                <a:lnTo>
                  <a:pt x="762341" y="536447"/>
                </a:lnTo>
                <a:lnTo>
                  <a:pt x="627888" y="536447"/>
                </a:lnTo>
                <a:lnTo>
                  <a:pt x="612648" y="585215"/>
                </a:lnTo>
                <a:lnTo>
                  <a:pt x="509016" y="585215"/>
                </a:lnTo>
                <a:lnTo>
                  <a:pt x="489891" y="609599"/>
                </a:lnTo>
                <a:lnTo>
                  <a:pt x="387096" y="609599"/>
                </a:lnTo>
                <a:lnTo>
                  <a:pt x="252984" y="726947"/>
                </a:lnTo>
                <a:close/>
              </a:path>
              <a:path w="1112520" h="727075">
                <a:moveTo>
                  <a:pt x="972312" y="525779"/>
                </a:moveTo>
                <a:lnTo>
                  <a:pt x="754380" y="483107"/>
                </a:lnTo>
                <a:lnTo>
                  <a:pt x="922625" y="483107"/>
                </a:lnTo>
                <a:lnTo>
                  <a:pt x="972312" y="525779"/>
                </a:lnTo>
                <a:close/>
              </a:path>
              <a:path w="1112520" h="727075">
                <a:moveTo>
                  <a:pt x="769620" y="585215"/>
                </a:moveTo>
                <a:lnTo>
                  <a:pt x="627888" y="536447"/>
                </a:lnTo>
                <a:lnTo>
                  <a:pt x="762341" y="536447"/>
                </a:lnTo>
                <a:lnTo>
                  <a:pt x="769620" y="585215"/>
                </a:lnTo>
                <a:close/>
              </a:path>
              <a:path w="1112520" h="727075">
                <a:moveTo>
                  <a:pt x="597408" y="633983"/>
                </a:moveTo>
                <a:lnTo>
                  <a:pt x="509016" y="585215"/>
                </a:lnTo>
                <a:lnTo>
                  <a:pt x="612648" y="585215"/>
                </a:lnTo>
                <a:lnTo>
                  <a:pt x="597408" y="633983"/>
                </a:lnTo>
                <a:close/>
              </a:path>
              <a:path w="1112520" h="727075">
                <a:moveTo>
                  <a:pt x="448056" y="662939"/>
                </a:moveTo>
                <a:lnTo>
                  <a:pt x="387096" y="609599"/>
                </a:lnTo>
                <a:lnTo>
                  <a:pt x="489891" y="609599"/>
                </a:lnTo>
                <a:lnTo>
                  <a:pt x="448056" y="66293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32039" y="1576450"/>
            <a:ext cx="53276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900" y="1978614"/>
            <a:ext cx="6468221" cy="3969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BF6EF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461" y="1092128"/>
            <a:ext cx="1633855" cy="499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00" spc="65">
                <a:solidFill>
                  <a:srgbClr val="010101"/>
                </a:solidFill>
                <a:latin typeface="宋体"/>
                <a:cs typeface="宋体"/>
              </a:rPr>
              <a:t>实验器材</a:t>
            </a:r>
            <a:endParaRPr sz="3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5281" y="1019251"/>
            <a:ext cx="1655025" cy="442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60785" y="2766618"/>
            <a:ext cx="2147354" cy="3832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91900" y="3623945"/>
            <a:ext cx="2507856" cy="373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58245" y="4690884"/>
            <a:ext cx="3205035" cy="3644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86983" y="3188487"/>
            <a:ext cx="300189" cy="2972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40449" y="3266973"/>
            <a:ext cx="251752" cy="1411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40589" y="3188487"/>
            <a:ext cx="484136" cy="2993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79310" y="3339934"/>
            <a:ext cx="159448" cy="2194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32309" y="4136237"/>
            <a:ext cx="575868" cy="3026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59829" y="4220108"/>
            <a:ext cx="251752" cy="1411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8429" y="4136237"/>
            <a:ext cx="746683" cy="3080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96226" y="1797773"/>
            <a:ext cx="4479556" cy="4498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36196" y="1830781"/>
            <a:ext cx="300139" cy="3396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06706" y="1836343"/>
            <a:ext cx="352717" cy="3340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40386" y="1832317"/>
            <a:ext cx="603694" cy="36490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43455" y="3258134"/>
            <a:ext cx="186055" cy="266700"/>
          </a:xfrm>
          <a:custGeom>
            <a:avLst/>
            <a:gdLst/>
            <a:ahLst/>
            <a:cxnLst/>
            <a:rect l="l" t="t" r="r" b="b"/>
            <a:pathLst>
              <a:path w="186054" h="266700">
                <a:moveTo>
                  <a:pt x="95471" y="184246"/>
                </a:moveTo>
                <a:lnTo>
                  <a:pt x="73662" y="149577"/>
                </a:lnTo>
                <a:lnTo>
                  <a:pt x="68699" y="1371"/>
                </a:lnTo>
                <a:lnTo>
                  <a:pt x="109949" y="0"/>
                </a:lnTo>
                <a:lnTo>
                  <a:pt x="114912" y="148198"/>
                </a:lnTo>
                <a:lnTo>
                  <a:pt x="95471" y="184246"/>
                </a:lnTo>
                <a:close/>
              </a:path>
              <a:path w="186054" h="266700">
                <a:moveTo>
                  <a:pt x="119918" y="225869"/>
                </a:moveTo>
                <a:lnTo>
                  <a:pt x="76217" y="225869"/>
                </a:lnTo>
                <a:lnTo>
                  <a:pt x="117467" y="224485"/>
                </a:lnTo>
                <a:lnTo>
                  <a:pt x="114912" y="148198"/>
                </a:lnTo>
                <a:lnTo>
                  <a:pt x="146728" y="89204"/>
                </a:lnTo>
                <a:lnTo>
                  <a:pt x="164292" y="78384"/>
                </a:lnTo>
                <a:lnTo>
                  <a:pt x="167886" y="78587"/>
                </a:lnTo>
                <a:lnTo>
                  <a:pt x="185514" y="98412"/>
                </a:lnTo>
                <a:lnTo>
                  <a:pt x="185310" y="101993"/>
                </a:lnTo>
                <a:lnTo>
                  <a:pt x="184472" y="105498"/>
                </a:lnTo>
                <a:lnTo>
                  <a:pt x="183050" y="108800"/>
                </a:lnTo>
                <a:lnTo>
                  <a:pt x="119918" y="225869"/>
                </a:lnTo>
                <a:close/>
              </a:path>
              <a:path w="186054" h="266700">
                <a:moveTo>
                  <a:pt x="98214" y="266115"/>
                </a:moveTo>
                <a:lnTo>
                  <a:pt x="3040" y="114833"/>
                </a:lnTo>
                <a:lnTo>
                  <a:pt x="1402" y="111633"/>
                </a:lnTo>
                <a:lnTo>
                  <a:pt x="335" y="108191"/>
                </a:lnTo>
                <a:lnTo>
                  <a:pt x="0" y="105498"/>
                </a:lnTo>
                <a:lnTo>
                  <a:pt x="11" y="101993"/>
                </a:lnTo>
                <a:lnTo>
                  <a:pt x="19728" y="83223"/>
                </a:lnTo>
                <a:lnTo>
                  <a:pt x="23322" y="83400"/>
                </a:lnTo>
                <a:lnTo>
                  <a:pt x="73662" y="149577"/>
                </a:lnTo>
                <a:lnTo>
                  <a:pt x="76217" y="225869"/>
                </a:lnTo>
                <a:lnTo>
                  <a:pt x="119918" y="225869"/>
                </a:lnTo>
                <a:lnTo>
                  <a:pt x="98214" y="266115"/>
                </a:lnTo>
                <a:close/>
              </a:path>
              <a:path w="186054" h="266700">
                <a:moveTo>
                  <a:pt x="117162" y="215379"/>
                </a:moveTo>
                <a:lnTo>
                  <a:pt x="78681" y="215379"/>
                </a:lnTo>
                <a:lnTo>
                  <a:pt x="114305" y="214185"/>
                </a:lnTo>
                <a:lnTo>
                  <a:pt x="95471" y="184246"/>
                </a:lnTo>
                <a:lnTo>
                  <a:pt x="114912" y="148198"/>
                </a:lnTo>
                <a:lnTo>
                  <a:pt x="117162" y="215379"/>
                </a:lnTo>
                <a:close/>
              </a:path>
              <a:path w="186054" h="266700">
                <a:moveTo>
                  <a:pt x="76217" y="225869"/>
                </a:moveTo>
                <a:lnTo>
                  <a:pt x="73662" y="149577"/>
                </a:lnTo>
                <a:lnTo>
                  <a:pt x="95471" y="184246"/>
                </a:lnTo>
                <a:lnTo>
                  <a:pt x="78681" y="215379"/>
                </a:lnTo>
                <a:lnTo>
                  <a:pt x="117162" y="215379"/>
                </a:lnTo>
                <a:lnTo>
                  <a:pt x="117467" y="224485"/>
                </a:lnTo>
                <a:lnTo>
                  <a:pt x="76217" y="225869"/>
                </a:lnTo>
                <a:close/>
              </a:path>
              <a:path w="186054" h="266700">
                <a:moveTo>
                  <a:pt x="78681" y="215379"/>
                </a:moveTo>
                <a:lnTo>
                  <a:pt x="95471" y="184246"/>
                </a:lnTo>
                <a:lnTo>
                  <a:pt x="114305" y="214185"/>
                </a:lnTo>
                <a:lnTo>
                  <a:pt x="78681" y="2153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52223" y="4210634"/>
            <a:ext cx="186055" cy="266700"/>
          </a:xfrm>
          <a:custGeom>
            <a:avLst/>
            <a:gdLst/>
            <a:ahLst/>
            <a:cxnLst/>
            <a:rect l="l" t="t" r="r" b="b"/>
            <a:pathLst>
              <a:path w="186054" h="266700">
                <a:moveTo>
                  <a:pt x="95593" y="184246"/>
                </a:moveTo>
                <a:lnTo>
                  <a:pt x="73784" y="149577"/>
                </a:lnTo>
                <a:lnTo>
                  <a:pt x="68821" y="1371"/>
                </a:lnTo>
                <a:lnTo>
                  <a:pt x="110070" y="0"/>
                </a:lnTo>
                <a:lnTo>
                  <a:pt x="115034" y="148198"/>
                </a:lnTo>
                <a:lnTo>
                  <a:pt x="95593" y="184246"/>
                </a:lnTo>
                <a:close/>
              </a:path>
              <a:path w="186054" h="266700">
                <a:moveTo>
                  <a:pt x="120039" y="225869"/>
                </a:moveTo>
                <a:lnTo>
                  <a:pt x="76339" y="225869"/>
                </a:lnTo>
                <a:lnTo>
                  <a:pt x="117589" y="224485"/>
                </a:lnTo>
                <a:lnTo>
                  <a:pt x="115034" y="148198"/>
                </a:lnTo>
                <a:lnTo>
                  <a:pt x="146850" y="89204"/>
                </a:lnTo>
                <a:lnTo>
                  <a:pt x="164414" y="78384"/>
                </a:lnTo>
                <a:lnTo>
                  <a:pt x="168008" y="78587"/>
                </a:lnTo>
                <a:lnTo>
                  <a:pt x="185635" y="98412"/>
                </a:lnTo>
                <a:lnTo>
                  <a:pt x="185432" y="101993"/>
                </a:lnTo>
                <a:lnTo>
                  <a:pt x="184594" y="105498"/>
                </a:lnTo>
                <a:lnTo>
                  <a:pt x="183172" y="108800"/>
                </a:lnTo>
                <a:lnTo>
                  <a:pt x="120039" y="225869"/>
                </a:lnTo>
                <a:close/>
              </a:path>
              <a:path w="186054" h="266700">
                <a:moveTo>
                  <a:pt x="98336" y="266115"/>
                </a:moveTo>
                <a:lnTo>
                  <a:pt x="3162" y="114833"/>
                </a:lnTo>
                <a:lnTo>
                  <a:pt x="1524" y="111633"/>
                </a:lnTo>
                <a:lnTo>
                  <a:pt x="457" y="108191"/>
                </a:lnTo>
                <a:lnTo>
                  <a:pt x="0" y="104622"/>
                </a:lnTo>
                <a:lnTo>
                  <a:pt x="177" y="101028"/>
                </a:lnTo>
                <a:lnTo>
                  <a:pt x="19850" y="83223"/>
                </a:lnTo>
                <a:lnTo>
                  <a:pt x="23444" y="83400"/>
                </a:lnTo>
                <a:lnTo>
                  <a:pt x="73784" y="149577"/>
                </a:lnTo>
                <a:lnTo>
                  <a:pt x="76339" y="225869"/>
                </a:lnTo>
                <a:lnTo>
                  <a:pt x="120039" y="225869"/>
                </a:lnTo>
                <a:lnTo>
                  <a:pt x="98336" y="266115"/>
                </a:lnTo>
                <a:close/>
              </a:path>
              <a:path w="186054" h="266700">
                <a:moveTo>
                  <a:pt x="117284" y="215379"/>
                </a:moveTo>
                <a:lnTo>
                  <a:pt x="78803" y="215379"/>
                </a:lnTo>
                <a:lnTo>
                  <a:pt x="114426" y="214185"/>
                </a:lnTo>
                <a:lnTo>
                  <a:pt x="95593" y="184246"/>
                </a:lnTo>
                <a:lnTo>
                  <a:pt x="115034" y="148198"/>
                </a:lnTo>
                <a:lnTo>
                  <a:pt x="117284" y="215379"/>
                </a:lnTo>
                <a:close/>
              </a:path>
              <a:path w="186054" h="266700">
                <a:moveTo>
                  <a:pt x="76339" y="225869"/>
                </a:moveTo>
                <a:lnTo>
                  <a:pt x="73784" y="149577"/>
                </a:lnTo>
                <a:lnTo>
                  <a:pt x="95593" y="184246"/>
                </a:lnTo>
                <a:lnTo>
                  <a:pt x="78803" y="215379"/>
                </a:lnTo>
                <a:lnTo>
                  <a:pt x="117284" y="215379"/>
                </a:lnTo>
                <a:lnTo>
                  <a:pt x="117589" y="224485"/>
                </a:lnTo>
                <a:lnTo>
                  <a:pt x="76339" y="225869"/>
                </a:lnTo>
                <a:close/>
              </a:path>
              <a:path w="186054" h="266700">
                <a:moveTo>
                  <a:pt x="78803" y="215379"/>
                </a:moveTo>
                <a:lnTo>
                  <a:pt x="95593" y="184246"/>
                </a:lnTo>
                <a:lnTo>
                  <a:pt x="114426" y="214185"/>
                </a:lnTo>
                <a:lnTo>
                  <a:pt x="78803" y="2153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3859" y="3098292"/>
            <a:ext cx="4157472" cy="187756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4355" y="3314700"/>
            <a:ext cx="558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个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1679" y="3279775"/>
            <a:ext cx="558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个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0775" y="3308984"/>
            <a:ext cx="558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个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46993" y="2981312"/>
            <a:ext cx="3230245" cy="12998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14"/>
              </a:spcBef>
            </a:pPr>
            <a:r>
              <a:rPr dirty="0" sz="2800" spc="-5" b="1" i="1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不变，改变</a:t>
            </a:r>
            <a:r>
              <a:rPr dirty="0" sz="2800" spc="-5" b="1" i="1">
                <a:solidFill>
                  <a:srgbClr val="C00000"/>
                </a:solidFill>
                <a:latin typeface="Times New Roman"/>
                <a:cs typeface="Times New Roman"/>
              </a:rPr>
              <a:t>h,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改变</a:t>
            </a:r>
            <a:r>
              <a:rPr dirty="0" sz="2800" spc="-5" b="1" i="1">
                <a:solidFill>
                  <a:srgbClr val="C00000"/>
                </a:solidFill>
                <a:latin typeface="Times New Roman"/>
                <a:cs typeface="Times New Roman"/>
              </a:rPr>
              <a:t>v  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即可改变磁通量变</a:t>
            </a:r>
            <a:r>
              <a:rPr dirty="0" sz="2800" spc="-5" b="1">
                <a:solidFill>
                  <a:srgbClr val="C00000"/>
                </a:solidFill>
                <a:latin typeface="华文楷体"/>
                <a:cs typeface="华文楷体"/>
              </a:rPr>
              <a:t>化 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的时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间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5281" y="1019251"/>
            <a:ext cx="1655025" cy="442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02576" y="1766658"/>
            <a:ext cx="4844338" cy="449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3104" y="1808111"/>
            <a:ext cx="317360" cy="3311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43091" y="1878418"/>
            <a:ext cx="185191" cy="26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52476" y="1801202"/>
            <a:ext cx="603694" cy="36490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62295" y="2330424"/>
            <a:ext cx="11798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21680" sz="3075" spc="15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=2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6700" y="2290572"/>
            <a:ext cx="3970020" cy="34152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0310" y="2673451"/>
            <a:ext cx="2684780" cy="2425065"/>
          </a:xfrm>
          <a:custGeom>
            <a:avLst/>
            <a:gdLst/>
            <a:ahLst/>
            <a:cxnLst/>
            <a:rect l="l" t="t" r="r" b="b"/>
            <a:pathLst>
              <a:path w="2684779" h="2425065">
                <a:moveTo>
                  <a:pt x="1335631" y="1169324"/>
                </a:moveTo>
                <a:lnTo>
                  <a:pt x="1303891" y="1133813"/>
                </a:lnTo>
                <a:lnTo>
                  <a:pt x="2572283" y="0"/>
                </a:lnTo>
                <a:lnTo>
                  <a:pt x="2616523" y="49491"/>
                </a:lnTo>
                <a:lnTo>
                  <a:pt x="2552649" y="49491"/>
                </a:lnTo>
                <a:lnTo>
                  <a:pt x="2568513" y="67240"/>
                </a:lnTo>
                <a:lnTo>
                  <a:pt x="1335631" y="1169324"/>
                </a:lnTo>
                <a:close/>
              </a:path>
              <a:path w="2684779" h="2425065">
                <a:moveTo>
                  <a:pt x="2568513" y="67240"/>
                </a:moveTo>
                <a:lnTo>
                  <a:pt x="2552649" y="49491"/>
                </a:lnTo>
                <a:lnTo>
                  <a:pt x="2586266" y="51371"/>
                </a:lnTo>
                <a:lnTo>
                  <a:pt x="2568513" y="67240"/>
                </a:lnTo>
                <a:close/>
              </a:path>
              <a:path w="2684779" h="2425065">
                <a:moveTo>
                  <a:pt x="2648775" y="157035"/>
                </a:moveTo>
                <a:lnTo>
                  <a:pt x="2568513" y="67240"/>
                </a:lnTo>
                <a:lnTo>
                  <a:pt x="2586266" y="51371"/>
                </a:lnTo>
                <a:lnTo>
                  <a:pt x="2552649" y="49491"/>
                </a:lnTo>
                <a:lnTo>
                  <a:pt x="2616523" y="49491"/>
                </a:lnTo>
                <a:lnTo>
                  <a:pt x="2684284" y="125298"/>
                </a:lnTo>
                <a:lnTo>
                  <a:pt x="2648775" y="157035"/>
                </a:lnTo>
                <a:close/>
              </a:path>
              <a:path w="2684779" h="2425065">
                <a:moveTo>
                  <a:pt x="1268386" y="1165551"/>
                </a:moveTo>
                <a:lnTo>
                  <a:pt x="1188123" y="1075766"/>
                </a:lnTo>
                <a:lnTo>
                  <a:pt x="1223632" y="1044016"/>
                </a:lnTo>
                <a:lnTo>
                  <a:pt x="1303889" y="1133815"/>
                </a:lnTo>
                <a:lnTo>
                  <a:pt x="1268386" y="1165551"/>
                </a:lnTo>
                <a:close/>
              </a:path>
              <a:path w="2684779" h="2425065">
                <a:moveTo>
                  <a:pt x="1319758" y="1151572"/>
                </a:moveTo>
                <a:lnTo>
                  <a:pt x="1286141" y="1149680"/>
                </a:lnTo>
                <a:lnTo>
                  <a:pt x="1303889" y="1133815"/>
                </a:lnTo>
                <a:lnTo>
                  <a:pt x="1319758" y="1151572"/>
                </a:lnTo>
                <a:close/>
              </a:path>
              <a:path w="2684779" h="2425065">
                <a:moveTo>
                  <a:pt x="1284262" y="1183309"/>
                </a:moveTo>
                <a:lnTo>
                  <a:pt x="1268386" y="1165551"/>
                </a:lnTo>
                <a:lnTo>
                  <a:pt x="1286141" y="1149680"/>
                </a:lnTo>
                <a:lnTo>
                  <a:pt x="1284262" y="1183309"/>
                </a:lnTo>
                <a:close/>
              </a:path>
              <a:path w="2684779" h="2425065">
                <a:moveTo>
                  <a:pt x="1319986" y="1183309"/>
                </a:moveTo>
                <a:lnTo>
                  <a:pt x="1284262" y="1183309"/>
                </a:lnTo>
                <a:lnTo>
                  <a:pt x="1286141" y="1149680"/>
                </a:lnTo>
                <a:lnTo>
                  <a:pt x="1319758" y="1151572"/>
                </a:lnTo>
                <a:lnTo>
                  <a:pt x="1335628" y="1169327"/>
                </a:lnTo>
                <a:lnTo>
                  <a:pt x="1319986" y="1183309"/>
                </a:lnTo>
                <a:close/>
              </a:path>
              <a:path w="2684779" h="2425065">
                <a:moveTo>
                  <a:pt x="1300124" y="1201064"/>
                </a:moveTo>
                <a:lnTo>
                  <a:pt x="1268386" y="1165551"/>
                </a:lnTo>
                <a:lnTo>
                  <a:pt x="1284262" y="1183309"/>
                </a:lnTo>
                <a:lnTo>
                  <a:pt x="1319986" y="1183309"/>
                </a:lnTo>
                <a:lnTo>
                  <a:pt x="1300124" y="1201064"/>
                </a:lnTo>
                <a:close/>
              </a:path>
              <a:path w="2684779" h="2425065">
                <a:moveTo>
                  <a:pt x="112014" y="2424671"/>
                </a:moveTo>
                <a:lnTo>
                  <a:pt x="0" y="2299373"/>
                </a:lnTo>
                <a:lnTo>
                  <a:pt x="1268383" y="1165554"/>
                </a:lnTo>
                <a:lnTo>
                  <a:pt x="1300124" y="1201064"/>
                </a:lnTo>
                <a:lnTo>
                  <a:pt x="87098" y="2285390"/>
                </a:lnTo>
                <a:lnTo>
                  <a:pt x="51384" y="2285390"/>
                </a:lnTo>
                <a:lnTo>
                  <a:pt x="49491" y="2319007"/>
                </a:lnTo>
                <a:lnTo>
                  <a:pt x="81432" y="2319007"/>
                </a:lnTo>
                <a:lnTo>
                  <a:pt x="147510" y="2392933"/>
                </a:lnTo>
                <a:lnTo>
                  <a:pt x="112014" y="2424671"/>
                </a:lnTo>
                <a:close/>
              </a:path>
              <a:path w="2684779" h="2425065">
                <a:moveTo>
                  <a:pt x="1300129" y="1201064"/>
                </a:moveTo>
                <a:lnTo>
                  <a:pt x="1335633" y="1169327"/>
                </a:lnTo>
                <a:lnTo>
                  <a:pt x="1300129" y="1201064"/>
                </a:lnTo>
                <a:close/>
              </a:path>
              <a:path w="2684779" h="2425065">
                <a:moveTo>
                  <a:pt x="49491" y="2319007"/>
                </a:moveTo>
                <a:lnTo>
                  <a:pt x="51384" y="2285390"/>
                </a:lnTo>
                <a:lnTo>
                  <a:pt x="67246" y="2303136"/>
                </a:lnTo>
                <a:lnTo>
                  <a:pt x="49491" y="2319007"/>
                </a:lnTo>
                <a:close/>
              </a:path>
              <a:path w="2684779" h="2425065">
                <a:moveTo>
                  <a:pt x="67246" y="2303136"/>
                </a:moveTo>
                <a:lnTo>
                  <a:pt x="51384" y="2285390"/>
                </a:lnTo>
                <a:lnTo>
                  <a:pt x="87098" y="2285390"/>
                </a:lnTo>
                <a:lnTo>
                  <a:pt x="67246" y="2303136"/>
                </a:lnTo>
                <a:close/>
              </a:path>
              <a:path w="2684779" h="2425065">
                <a:moveTo>
                  <a:pt x="81432" y="2319007"/>
                </a:moveTo>
                <a:lnTo>
                  <a:pt x="49491" y="2319007"/>
                </a:lnTo>
                <a:lnTo>
                  <a:pt x="67246" y="2303136"/>
                </a:lnTo>
                <a:lnTo>
                  <a:pt x="81432" y="2319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62239" y="3030131"/>
            <a:ext cx="831951" cy="7755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05466" y="2906699"/>
            <a:ext cx="598170" cy="2387600"/>
          </a:xfrm>
          <a:custGeom>
            <a:avLst/>
            <a:gdLst/>
            <a:ahLst/>
            <a:cxnLst/>
            <a:rect l="l" t="t" r="r" b="b"/>
            <a:pathLst>
              <a:path w="598170" h="2387600">
                <a:moveTo>
                  <a:pt x="313855" y="38099"/>
                </a:moveTo>
                <a:lnTo>
                  <a:pt x="124282" y="38099"/>
                </a:lnTo>
                <a:lnTo>
                  <a:pt x="127000" y="0"/>
                </a:lnTo>
                <a:lnTo>
                  <a:pt x="228587" y="0"/>
                </a:lnTo>
                <a:lnTo>
                  <a:pt x="242735" y="12699"/>
                </a:lnTo>
                <a:lnTo>
                  <a:pt x="288874" y="12699"/>
                </a:lnTo>
                <a:lnTo>
                  <a:pt x="293624" y="25399"/>
                </a:lnTo>
                <a:lnTo>
                  <a:pt x="310032" y="25399"/>
                </a:lnTo>
                <a:lnTo>
                  <a:pt x="313855" y="38099"/>
                </a:lnTo>
                <a:close/>
              </a:path>
              <a:path w="598170" h="2387600">
                <a:moveTo>
                  <a:pt x="323786" y="50799"/>
                </a:moveTo>
                <a:lnTo>
                  <a:pt x="207365" y="50799"/>
                </a:lnTo>
                <a:lnTo>
                  <a:pt x="191871" y="38099"/>
                </a:lnTo>
                <a:lnTo>
                  <a:pt x="321132" y="38099"/>
                </a:lnTo>
                <a:lnTo>
                  <a:pt x="323786" y="50799"/>
                </a:lnTo>
                <a:close/>
              </a:path>
              <a:path w="598170" h="2387600">
                <a:moveTo>
                  <a:pt x="279247" y="63499"/>
                </a:moveTo>
                <a:lnTo>
                  <a:pt x="266611" y="63499"/>
                </a:lnTo>
                <a:lnTo>
                  <a:pt x="256489" y="50799"/>
                </a:lnTo>
                <a:lnTo>
                  <a:pt x="279844" y="50799"/>
                </a:lnTo>
                <a:lnTo>
                  <a:pt x="279896" y="51256"/>
                </a:lnTo>
                <a:lnTo>
                  <a:pt x="279247" y="63499"/>
                </a:lnTo>
                <a:close/>
              </a:path>
              <a:path w="598170" h="2387600">
                <a:moveTo>
                  <a:pt x="323722" y="63499"/>
                </a:moveTo>
                <a:lnTo>
                  <a:pt x="281292" y="63499"/>
                </a:lnTo>
                <a:lnTo>
                  <a:pt x="279896" y="51256"/>
                </a:lnTo>
                <a:lnTo>
                  <a:pt x="279920" y="50799"/>
                </a:lnTo>
                <a:lnTo>
                  <a:pt x="324396" y="50799"/>
                </a:lnTo>
                <a:lnTo>
                  <a:pt x="323722" y="63499"/>
                </a:lnTo>
                <a:close/>
              </a:path>
              <a:path w="598170" h="2387600">
                <a:moveTo>
                  <a:pt x="311010" y="1181100"/>
                </a:moveTo>
                <a:lnTo>
                  <a:pt x="221272" y="1181100"/>
                </a:lnTo>
                <a:lnTo>
                  <a:pt x="220649" y="1168400"/>
                </a:lnTo>
                <a:lnTo>
                  <a:pt x="279896" y="51256"/>
                </a:lnTo>
                <a:lnTo>
                  <a:pt x="281292" y="63499"/>
                </a:lnTo>
                <a:lnTo>
                  <a:pt x="323722" y="63499"/>
                </a:lnTo>
                <a:lnTo>
                  <a:pt x="265811" y="1155700"/>
                </a:lnTo>
                <a:lnTo>
                  <a:pt x="260756" y="1155700"/>
                </a:lnTo>
                <a:lnTo>
                  <a:pt x="263118" y="1168400"/>
                </a:lnTo>
                <a:lnTo>
                  <a:pt x="298462" y="1168400"/>
                </a:lnTo>
                <a:lnTo>
                  <a:pt x="311010" y="1181100"/>
                </a:lnTo>
                <a:close/>
              </a:path>
              <a:path w="598170" h="2387600">
                <a:moveTo>
                  <a:pt x="263118" y="1168400"/>
                </a:moveTo>
                <a:lnTo>
                  <a:pt x="260756" y="1155700"/>
                </a:lnTo>
                <a:lnTo>
                  <a:pt x="261340" y="1155700"/>
                </a:lnTo>
                <a:lnTo>
                  <a:pt x="262523" y="1161225"/>
                </a:lnTo>
                <a:lnTo>
                  <a:pt x="263118" y="1168400"/>
                </a:lnTo>
                <a:close/>
              </a:path>
              <a:path w="598170" h="2387600">
                <a:moveTo>
                  <a:pt x="262523" y="1161225"/>
                </a:moveTo>
                <a:lnTo>
                  <a:pt x="261340" y="1155700"/>
                </a:lnTo>
                <a:lnTo>
                  <a:pt x="262064" y="1155700"/>
                </a:lnTo>
                <a:lnTo>
                  <a:pt x="262523" y="1161225"/>
                </a:lnTo>
                <a:close/>
              </a:path>
              <a:path w="598170" h="2387600">
                <a:moveTo>
                  <a:pt x="263754" y="1164986"/>
                </a:moveTo>
                <a:lnTo>
                  <a:pt x="262064" y="1155700"/>
                </a:lnTo>
                <a:lnTo>
                  <a:pt x="262928" y="1155700"/>
                </a:lnTo>
                <a:lnTo>
                  <a:pt x="263754" y="1164986"/>
                </a:lnTo>
                <a:close/>
              </a:path>
              <a:path w="598170" h="2387600">
                <a:moveTo>
                  <a:pt x="265137" y="1168400"/>
                </a:moveTo>
                <a:lnTo>
                  <a:pt x="264375" y="1168400"/>
                </a:lnTo>
                <a:lnTo>
                  <a:pt x="263754" y="1164986"/>
                </a:lnTo>
                <a:lnTo>
                  <a:pt x="262928" y="1155700"/>
                </a:lnTo>
                <a:lnTo>
                  <a:pt x="265298" y="1165374"/>
                </a:lnTo>
                <a:lnTo>
                  <a:pt x="265137" y="1168400"/>
                </a:lnTo>
                <a:close/>
              </a:path>
              <a:path w="598170" h="2387600">
                <a:moveTo>
                  <a:pt x="265298" y="1165374"/>
                </a:moveTo>
                <a:lnTo>
                  <a:pt x="262928" y="1155700"/>
                </a:lnTo>
                <a:lnTo>
                  <a:pt x="265811" y="1155700"/>
                </a:lnTo>
                <a:lnTo>
                  <a:pt x="265298" y="1165374"/>
                </a:lnTo>
                <a:close/>
              </a:path>
              <a:path w="598170" h="2387600">
                <a:moveTo>
                  <a:pt x="264058" y="1168400"/>
                </a:moveTo>
                <a:lnTo>
                  <a:pt x="263118" y="1168400"/>
                </a:lnTo>
                <a:lnTo>
                  <a:pt x="262523" y="1161225"/>
                </a:lnTo>
                <a:lnTo>
                  <a:pt x="264058" y="1168400"/>
                </a:lnTo>
                <a:close/>
              </a:path>
              <a:path w="598170" h="2387600">
                <a:moveTo>
                  <a:pt x="264375" y="1168400"/>
                </a:moveTo>
                <a:lnTo>
                  <a:pt x="264058" y="1168400"/>
                </a:lnTo>
                <a:lnTo>
                  <a:pt x="263754" y="1164986"/>
                </a:lnTo>
                <a:lnTo>
                  <a:pt x="264375" y="1168400"/>
                </a:lnTo>
                <a:close/>
              </a:path>
              <a:path w="598170" h="2387600">
                <a:moveTo>
                  <a:pt x="266039" y="1168400"/>
                </a:moveTo>
                <a:lnTo>
                  <a:pt x="265137" y="1168400"/>
                </a:lnTo>
                <a:lnTo>
                  <a:pt x="265298" y="1165374"/>
                </a:lnTo>
                <a:lnTo>
                  <a:pt x="266039" y="1168400"/>
                </a:lnTo>
                <a:close/>
              </a:path>
              <a:path w="598170" h="2387600">
                <a:moveTo>
                  <a:pt x="318274" y="1193800"/>
                </a:moveTo>
                <a:lnTo>
                  <a:pt x="227444" y="1193800"/>
                </a:lnTo>
                <a:lnTo>
                  <a:pt x="223926" y="1181100"/>
                </a:lnTo>
                <a:lnTo>
                  <a:pt x="333527" y="1181100"/>
                </a:lnTo>
                <a:lnTo>
                  <a:pt x="318274" y="1193800"/>
                </a:lnTo>
                <a:close/>
              </a:path>
              <a:path w="598170" h="2387600">
                <a:moveTo>
                  <a:pt x="418058" y="1231900"/>
                </a:moveTo>
                <a:lnTo>
                  <a:pt x="347497" y="1231900"/>
                </a:lnTo>
                <a:lnTo>
                  <a:pt x="331558" y="1219200"/>
                </a:lnTo>
                <a:lnTo>
                  <a:pt x="277025" y="1219200"/>
                </a:lnTo>
                <a:lnTo>
                  <a:pt x="265976" y="1206500"/>
                </a:lnTo>
                <a:lnTo>
                  <a:pt x="242900" y="1206500"/>
                </a:lnTo>
                <a:lnTo>
                  <a:pt x="240887" y="1200110"/>
                </a:lnTo>
                <a:lnTo>
                  <a:pt x="242976" y="1193800"/>
                </a:lnTo>
                <a:lnTo>
                  <a:pt x="318274" y="1193800"/>
                </a:lnTo>
                <a:lnTo>
                  <a:pt x="333527" y="1181100"/>
                </a:lnTo>
                <a:lnTo>
                  <a:pt x="402005" y="1181100"/>
                </a:lnTo>
                <a:lnTo>
                  <a:pt x="420408" y="1193800"/>
                </a:lnTo>
                <a:lnTo>
                  <a:pt x="418058" y="1231900"/>
                </a:lnTo>
                <a:close/>
              </a:path>
              <a:path w="598170" h="2387600">
                <a:moveTo>
                  <a:pt x="595871" y="1244600"/>
                </a:moveTo>
                <a:lnTo>
                  <a:pt x="400215" y="1231900"/>
                </a:lnTo>
                <a:lnTo>
                  <a:pt x="418058" y="1231900"/>
                </a:lnTo>
                <a:lnTo>
                  <a:pt x="420408" y="1193800"/>
                </a:lnTo>
                <a:lnTo>
                  <a:pt x="402005" y="1181100"/>
                </a:lnTo>
                <a:lnTo>
                  <a:pt x="402590" y="1181100"/>
                </a:lnTo>
                <a:lnTo>
                  <a:pt x="598068" y="1193800"/>
                </a:lnTo>
                <a:lnTo>
                  <a:pt x="595871" y="1244600"/>
                </a:lnTo>
                <a:close/>
              </a:path>
              <a:path w="598170" h="2387600">
                <a:moveTo>
                  <a:pt x="240887" y="1200110"/>
                </a:moveTo>
                <a:lnTo>
                  <a:pt x="238899" y="1193800"/>
                </a:lnTo>
                <a:lnTo>
                  <a:pt x="242976" y="1193800"/>
                </a:lnTo>
                <a:lnTo>
                  <a:pt x="240887" y="1200110"/>
                </a:lnTo>
                <a:close/>
              </a:path>
              <a:path w="598170" h="2387600">
                <a:moveTo>
                  <a:pt x="242900" y="1206500"/>
                </a:moveTo>
                <a:lnTo>
                  <a:pt x="238772" y="1206500"/>
                </a:lnTo>
                <a:lnTo>
                  <a:pt x="240887" y="1200110"/>
                </a:lnTo>
                <a:lnTo>
                  <a:pt x="242900" y="1206500"/>
                </a:lnTo>
                <a:close/>
              </a:path>
              <a:path w="598170" h="2387600">
                <a:moveTo>
                  <a:pt x="277025" y="1219200"/>
                </a:moveTo>
                <a:lnTo>
                  <a:pt x="222326" y="1219200"/>
                </a:lnTo>
                <a:lnTo>
                  <a:pt x="226364" y="1206500"/>
                </a:lnTo>
                <a:lnTo>
                  <a:pt x="265976" y="1206500"/>
                </a:lnTo>
                <a:lnTo>
                  <a:pt x="277025" y="1219200"/>
                </a:lnTo>
                <a:close/>
              </a:path>
              <a:path w="598170" h="2387600">
                <a:moveTo>
                  <a:pt x="158534" y="2349500"/>
                </a:moveTo>
                <a:lnTo>
                  <a:pt x="158628" y="2345563"/>
                </a:lnTo>
                <a:lnTo>
                  <a:pt x="217690" y="1231900"/>
                </a:lnTo>
                <a:lnTo>
                  <a:pt x="218960" y="1219200"/>
                </a:lnTo>
                <a:lnTo>
                  <a:pt x="331558" y="1219200"/>
                </a:lnTo>
                <a:lnTo>
                  <a:pt x="347497" y="1231900"/>
                </a:lnTo>
                <a:lnTo>
                  <a:pt x="260578" y="1231900"/>
                </a:lnTo>
                <a:lnTo>
                  <a:pt x="257810" y="1244600"/>
                </a:lnTo>
                <a:lnTo>
                  <a:pt x="261314" y="1244600"/>
                </a:lnTo>
                <a:lnTo>
                  <a:pt x="203390" y="2336800"/>
                </a:lnTo>
                <a:lnTo>
                  <a:pt x="160591" y="2336800"/>
                </a:lnTo>
                <a:lnTo>
                  <a:pt x="158534" y="2349500"/>
                </a:lnTo>
                <a:close/>
              </a:path>
              <a:path w="598170" h="2387600">
                <a:moveTo>
                  <a:pt x="259803" y="1244600"/>
                </a:moveTo>
                <a:lnTo>
                  <a:pt x="257810" y="1244600"/>
                </a:lnTo>
                <a:lnTo>
                  <a:pt x="260578" y="1231900"/>
                </a:lnTo>
                <a:lnTo>
                  <a:pt x="259803" y="1244600"/>
                </a:lnTo>
                <a:close/>
              </a:path>
              <a:path w="598170" h="2387600">
                <a:moveTo>
                  <a:pt x="259803" y="1244600"/>
                </a:moveTo>
                <a:lnTo>
                  <a:pt x="260578" y="1231900"/>
                </a:lnTo>
                <a:lnTo>
                  <a:pt x="261874" y="1231900"/>
                </a:lnTo>
                <a:lnTo>
                  <a:pt x="259803" y="1244600"/>
                </a:lnTo>
                <a:close/>
              </a:path>
              <a:path w="598170" h="2387600">
                <a:moveTo>
                  <a:pt x="261314" y="1244600"/>
                </a:moveTo>
                <a:lnTo>
                  <a:pt x="259803" y="1244600"/>
                </a:lnTo>
                <a:lnTo>
                  <a:pt x="261874" y="1231900"/>
                </a:lnTo>
                <a:lnTo>
                  <a:pt x="261314" y="1244600"/>
                </a:lnTo>
                <a:close/>
              </a:path>
              <a:path w="598170" h="2387600">
                <a:moveTo>
                  <a:pt x="266763" y="1244600"/>
                </a:moveTo>
                <a:lnTo>
                  <a:pt x="261314" y="1244600"/>
                </a:lnTo>
                <a:lnTo>
                  <a:pt x="261988" y="1231900"/>
                </a:lnTo>
                <a:lnTo>
                  <a:pt x="275818" y="1231900"/>
                </a:lnTo>
                <a:lnTo>
                  <a:pt x="266763" y="1244600"/>
                </a:lnTo>
                <a:close/>
              </a:path>
              <a:path w="598170" h="2387600">
                <a:moveTo>
                  <a:pt x="158419" y="2349500"/>
                </a:moveTo>
                <a:lnTo>
                  <a:pt x="112445" y="2349500"/>
                </a:lnTo>
                <a:lnTo>
                  <a:pt x="125183" y="2336800"/>
                </a:lnTo>
                <a:lnTo>
                  <a:pt x="158838" y="2336800"/>
                </a:lnTo>
                <a:lnTo>
                  <a:pt x="158419" y="2349500"/>
                </a:lnTo>
                <a:close/>
              </a:path>
              <a:path w="598170" h="2387600">
                <a:moveTo>
                  <a:pt x="158628" y="2345563"/>
                </a:moveTo>
                <a:lnTo>
                  <a:pt x="158838" y="2336800"/>
                </a:lnTo>
                <a:lnTo>
                  <a:pt x="159093" y="2336800"/>
                </a:lnTo>
                <a:lnTo>
                  <a:pt x="158628" y="2345563"/>
                </a:lnTo>
                <a:close/>
              </a:path>
              <a:path w="598170" h="2387600">
                <a:moveTo>
                  <a:pt x="202717" y="2349500"/>
                </a:moveTo>
                <a:lnTo>
                  <a:pt x="158534" y="2349500"/>
                </a:lnTo>
                <a:lnTo>
                  <a:pt x="160591" y="2336800"/>
                </a:lnTo>
                <a:lnTo>
                  <a:pt x="203390" y="2336800"/>
                </a:lnTo>
                <a:lnTo>
                  <a:pt x="202717" y="2349500"/>
                </a:lnTo>
                <a:close/>
              </a:path>
              <a:path w="598170" h="2387600">
                <a:moveTo>
                  <a:pt x="158534" y="2349500"/>
                </a:moveTo>
                <a:lnTo>
                  <a:pt x="158628" y="2345563"/>
                </a:lnTo>
                <a:lnTo>
                  <a:pt x="158534" y="2349500"/>
                </a:lnTo>
                <a:close/>
              </a:path>
              <a:path w="598170" h="2387600">
                <a:moveTo>
                  <a:pt x="153530" y="2387600"/>
                </a:moveTo>
                <a:lnTo>
                  <a:pt x="0" y="2387600"/>
                </a:lnTo>
                <a:lnTo>
                  <a:pt x="1981" y="2349500"/>
                </a:lnTo>
                <a:lnTo>
                  <a:pt x="201434" y="2349500"/>
                </a:lnTo>
                <a:lnTo>
                  <a:pt x="198081" y="2362200"/>
                </a:lnTo>
                <a:lnTo>
                  <a:pt x="194043" y="2362200"/>
                </a:lnTo>
                <a:lnTo>
                  <a:pt x="189890" y="2374900"/>
                </a:lnTo>
                <a:lnTo>
                  <a:pt x="163614" y="2374900"/>
                </a:lnTo>
                <a:lnTo>
                  <a:pt x="153530" y="2387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29480" y="3653726"/>
            <a:ext cx="236283" cy="3047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5281" y="1017663"/>
            <a:ext cx="2458935" cy="44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4592" y="1795272"/>
            <a:ext cx="5646420" cy="4111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2471" y="1795272"/>
            <a:ext cx="5871972" cy="406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958976"/>
            <a:ext cx="75323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1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磁通量变化时间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86207" y="1664881"/>
            <a:ext cx="1438440" cy="373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82330" y="1700796"/>
            <a:ext cx="537184" cy="293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31491" y="1681251"/>
            <a:ext cx="314261" cy="333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9136" y="1668081"/>
            <a:ext cx="1378699" cy="3860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67136" y="1699729"/>
            <a:ext cx="195859" cy="2943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45445" y="1675561"/>
            <a:ext cx="373303" cy="3483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6927" y="1659547"/>
            <a:ext cx="2487587" cy="3765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6700" y="2290572"/>
            <a:ext cx="3970020" cy="34152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60259" y="2673451"/>
            <a:ext cx="2684780" cy="2425065"/>
          </a:xfrm>
          <a:custGeom>
            <a:avLst/>
            <a:gdLst/>
            <a:ahLst/>
            <a:cxnLst/>
            <a:rect l="l" t="t" r="r" b="b"/>
            <a:pathLst>
              <a:path w="2684779" h="2425065">
                <a:moveTo>
                  <a:pt x="1355503" y="1151559"/>
                </a:moveTo>
                <a:lnTo>
                  <a:pt x="1319758" y="1151559"/>
                </a:lnTo>
                <a:lnTo>
                  <a:pt x="1303887" y="1133805"/>
                </a:lnTo>
                <a:lnTo>
                  <a:pt x="2572270" y="0"/>
                </a:lnTo>
                <a:lnTo>
                  <a:pt x="2616515" y="49491"/>
                </a:lnTo>
                <a:lnTo>
                  <a:pt x="2552636" y="49491"/>
                </a:lnTo>
                <a:lnTo>
                  <a:pt x="2568502" y="67239"/>
                </a:lnTo>
                <a:lnTo>
                  <a:pt x="1355503" y="1151559"/>
                </a:lnTo>
                <a:close/>
              </a:path>
              <a:path w="2684779" h="2425065">
                <a:moveTo>
                  <a:pt x="2568502" y="67239"/>
                </a:moveTo>
                <a:lnTo>
                  <a:pt x="2552636" y="49491"/>
                </a:lnTo>
                <a:lnTo>
                  <a:pt x="2586253" y="51371"/>
                </a:lnTo>
                <a:lnTo>
                  <a:pt x="2568502" y="67239"/>
                </a:lnTo>
                <a:close/>
              </a:path>
              <a:path w="2684779" h="2425065">
                <a:moveTo>
                  <a:pt x="2648775" y="157035"/>
                </a:moveTo>
                <a:lnTo>
                  <a:pt x="2568502" y="67239"/>
                </a:lnTo>
                <a:lnTo>
                  <a:pt x="2586253" y="51371"/>
                </a:lnTo>
                <a:lnTo>
                  <a:pt x="2552636" y="49491"/>
                </a:lnTo>
                <a:lnTo>
                  <a:pt x="2616515" y="49491"/>
                </a:lnTo>
                <a:lnTo>
                  <a:pt x="2684284" y="125298"/>
                </a:lnTo>
                <a:lnTo>
                  <a:pt x="2648775" y="157035"/>
                </a:lnTo>
                <a:close/>
              </a:path>
              <a:path w="2684779" h="2425065">
                <a:moveTo>
                  <a:pt x="1268377" y="1165548"/>
                </a:moveTo>
                <a:lnTo>
                  <a:pt x="1188110" y="1075753"/>
                </a:lnTo>
                <a:lnTo>
                  <a:pt x="1223619" y="1044016"/>
                </a:lnTo>
                <a:lnTo>
                  <a:pt x="1303883" y="1133809"/>
                </a:lnTo>
                <a:lnTo>
                  <a:pt x="1268377" y="1165548"/>
                </a:lnTo>
                <a:close/>
              </a:path>
              <a:path w="2684779" h="2425065">
                <a:moveTo>
                  <a:pt x="1319750" y="1151559"/>
                </a:moveTo>
                <a:lnTo>
                  <a:pt x="1286128" y="1149680"/>
                </a:lnTo>
                <a:lnTo>
                  <a:pt x="1303883" y="1133809"/>
                </a:lnTo>
                <a:lnTo>
                  <a:pt x="1319750" y="1151559"/>
                </a:lnTo>
                <a:close/>
              </a:path>
              <a:path w="2684779" h="2425065">
                <a:moveTo>
                  <a:pt x="1284249" y="1183305"/>
                </a:moveTo>
                <a:lnTo>
                  <a:pt x="1268377" y="1165548"/>
                </a:lnTo>
                <a:lnTo>
                  <a:pt x="1286129" y="1149680"/>
                </a:lnTo>
                <a:lnTo>
                  <a:pt x="1284249" y="1183305"/>
                </a:lnTo>
                <a:close/>
              </a:path>
              <a:path w="2684779" h="2425065">
                <a:moveTo>
                  <a:pt x="1300114" y="1201053"/>
                </a:moveTo>
                <a:lnTo>
                  <a:pt x="1284249" y="1183305"/>
                </a:lnTo>
                <a:lnTo>
                  <a:pt x="1286129" y="1149680"/>
                </a:lnTo>
                <a:lnTo>
                  <a:pt x="1319750" y="1151559"/>
                </a:lnTo>
                <a:lnTo>
                  <a:pt x="1335620" y="1169314"/>
                </a:lnTo>
                <a:lnTo>
                  <a:pt x="1300114" y="1201053"/>
                </a:lnTo>
                <a:close/>
              </a:path>
              <a:path w="2684779" h="2425065">
                <a:moveTo>
                  <a:pt x="1300124" y="1201064"/>
                </a:moveTo>
                <a:lnTo>
                  <a:pt x="1335620" y="1169314"/>
                </a:lnTo>
                <a:lnTo>
                  <a:pt x="1319750" y="1151559"/>
                </a:lnTo>
                <a:lnTo>
                  <a:pt x="1355503" y="1151559"/>
                </a:lnTo>
                <a:lnTo>
                  <a:pt x="1300124" y="1201064"/>
                </a:lnTo>
                <a:close/>
              </a:path>
              <a:path w="2684779" h="2425065">
                <a:moveTo>
                  <a:pt x="112001" y="2424671"/>
                </a:moveTo>
                <a:lnTo>
                  <a:pt x="0" y="2299373"/>
                </a:lnTo>
                <a:lnTo>
                  <a:pt x="1268375" y="1165550"/>
                </a:lnTo>
                <a:lnTo>
                  <a:pt x="1300114" y="1201053"/>
                </a:lnTo>
                <a:lnTo>
                  <a:pt x="87112" y="2285377"/>
                </a:lnTo>
                <a:lnTo>
                  <a:pt x="51371" y="2285377"/>
                </a:lnTo>
                <a:lnTo>
                  <a:pt x="49491" y="2319007"/>
                </a:lnTo>
                <a:lnTo>
                  <a:pt x="81431" y="2319007"/>
                </a:lnTo>
                <a:lnTo>
                  <a:pt x="147510" y="2392933"/>
                </a:lnTo>
                <a:lnTo>
                  <a:pt x="112001" y="2424671"/>
                </a:lnTo>
                <a:close/>
              </a:path>
              <a:path w="2684779" h="2425065">
                <a:moveTo>
                  <a:pt x="49491" y="2319007"/>
                </a:moveTo>
                <a:lnTo>
                  <a:pt x="51371" y="2285377"/>
                </a:lnTo>
                <a:lnTo>
                  <a:pt x="67245" y="2303136"/>
                </a:lnTo>
                <a:lnTo>
                  <a:pt x="49491" y="2319007"/>
                </a:lnTo>
                <a:close/>
              </a:path>
              <a:path w="2684779" h="2425065">
                <a:moveTo>
                  <a:pt x="67245" y="2303136"/>
                </a:moveTo>
                <a:lnTo>
                  <a:pt x="51371" y="2285377"/>
                </a:lnTo>
                <a:lnTo>
                  <a:pt x="87112" y="2285377"/>
                </a:lnTo>
                <a:lnTo>
                  <a:pt x="67245" y="2303136"/>
                </a:lnTo>
                <a:close/>
              </a:path>
              <a:path w="2684779" h="2425065">
                <a:moveTo>
                  <a:pt x="81431" y="2319007"/>
                </a:moveTo>
                <a:lnTo>
                  <a:pt x="49491" y="2319007"/>
                </a:lnTo>
                <a:lnTo>
                  <a:pt x="67245" y="2303136"/>
                </a:lnTo>
                <a:lnTo>
                  <a:pt x="81431" y="2319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83652" y="3146488"/>
            <a:ext cx="831951" cy="7755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05466" y="2906699"/>
            <a:ext cx="598170" cy="2387600"/>
          </a:xfrm>
          <a:custGeom>
            <a:avLst/>
            <a:gdLst/>
            <a:ahLst/>
            <a:cxnLst/>
            <a:rect l="l" t="t" r="r" b="b"/>
            <a:pathLst>
              <a:path w="598170" h="2387600">
                <a:moveTo>
                  <a:pt x="313855" y="38099"/>
                </a:moveTo>
                <a:lnTo>
                  <a:pt x="124282" y="38099"/>
                </a:lnTo>
                <a:lnTo>
                  <a:pt x="127000" y="0"/>
                </a:lnTo>
                <a:lnTo>
                  <a:pt x="228587" y="0"/>
                </a:lnTo>
                <a:lnTo>
                  <a:pt x="242735" y="12699"/>
                </a:lnTo>
                <a:lnTo>
                  <a:pt x="288874" y="12699"/>
                </a:lnTo>
                <a:lnTo>
                  <a:pt x="293624" y="25399"/>
                </a:lnTo>
                <a:lnTo>
                  <a:pt x="310032" y="25399"/>
                </a:lnTo>
                <a:lnTo>
                  <a:pt x="313855" y="38099"/>
                </a:lnTo>
                <a:close/>
              </a:path>
              <a:path w="598170" h="2387600">
                <a:moveTo>
                  <a:pt x="323786" y="50799"/>
                </a:moveTo>
                <a:lnTo>
                  <a:pt x="207365" y="50799"/>
                </a:lnTo>
                <a:lnTo>
                  <a:pt x="191871" y="38099"/>
                </a:lnTo>
                <a:lnTo>
                  <a:pt x="321132" y="38099"/>
                </a:lnTo>
                <a:lnTo>
                  <a:pt x="323786" y="50799"/>
                </a:lnTo>
                <a:close/>
              </a:path>
              <a:path w="598170" h="2387600">
                <a:moveTo>
                  <a:pt x="279247" y="63499"/>
                </a:moveTo>
                <a:lnTo>
                  <a:pt x="266611" y="63499"/>
                </a:lnTo>
                <a:lnTo>
                  <a:pt x="256489" y="50799"/>
                </a:lnTo>
                <a:lnTo>
                  <a:pt x="279844" y="50799"/>
                </a:lnTo>
                <a:lnTo>
                  <a:pt x="279896" y="51256"/>
                </a:lnTo>
                <a:lnTo>
                  <a:pt x="279247" y="63499"/>
                </a:lnTo>
                <a:close/>
              </a:path>
              <a:path w="598170" h="2387600">
                <a:moveTo>
                  <a:pt x="323722" y="63499"/>
                </a:moveTo>
                <a:lnTo>
                  <a:pt x="281292" y="63499"/>
                </a:lnTo>
                <a:lnTo>
                  <a:pt x="279896" y="51256"/>
                </a:lnTo>
                <a:lnTo>
                  <a:pt x="279920" y="50799"/>
                </a:lnTo>
                <a:lnTo>
                  <a:pt x="324396" y="50799"/>
                </a:lnTo>
                <a:lnTo>
                  <a:pt x="323722" y="63499"/>
                </a:lnTo>
                <a:close/>
              </a:path>
              <a:path w="598170" h="2387600">
                <a:moveTo>
                  <a:pt x="311010" y="1181100"/>
                </a:moveTo>
                <a:lnTo>
                  <a:pt x="221272" y="1181100"/>
                </a:lnTo>
                <a:lnTo>
                  <a:pt x="220649" y="1168400"/>
                </a:lnTo>
                <a:lnTo>
                  <a:pt x="279896" y="51256"/>
                </a:lnTo>
                <a:lnTo>
                  <a:pt x="281292" y="63499"/>
                </a:lnTo>
                <a:lnTo>
                  <a:pt x="323722" y="63499"/>
                </a:lnTo>
                <a:lnTo>
                  <a:pt x="265811" y="1155700"/>
                </a:lnTo>
                <a:lnTo>
                  <a:pt x="260756" y="1155700"/>
                </a:lnTo>
                <a:lnTo>
                  <a:pt x="263118" y="1168400"/>
                </a:lnTo>
                <a:lnTo>
                  <a:pt x="298462" y="1168400"/>
                </a:lnTo>
                <a:lnTo>
                  <a:pt x="311010" y="1181100"/>
                </a:lnTo>
                <a:close/>
              </a:path>
              <a:path w="598170" h="2387600">
                <a:moveTo>
                  <a:pt x="263118" y="1168400"/>
                </a:moveTo>
                <a:lnTo>
                  <a:pt x="260756" y="1155700"/>
                </a:lnTo>
                <a:lnTo>
                  <a:pt x="261340" y="1155700"/>
                </a:lnTo>
                <a:lnTo>
                  <a:pt x="262523" y="1161225"/>
                </a:lnTo>
                <a:lnTo>
                  <a:pt x="263118" y="1168400"/>
                </a:lnTo>
                <a:close/>
              </a:path>
              <a:path w="598170" h="2387600">
                <a:moveTo>
                  <a:pt x="262523" y="1161225"/>
                </a:moveTo>
                <a:lnTo>
                  <a:pt x="261340" y="1155700"/>
                </a:lnTo>
                <a:lnTo>
                  <a:pt x="262064" y="1155700"/>
                </a:lnTo>
                <a:lnTo>
                  <a:pt x="262523" y="1161225"/>
                </a:lnTo>
                <a:close/>
              </a:path>
              <a:path w="598170" h="2387600">
                <a:moveTo>
                  <a:pt x="263754" y="1164986"/>
                </a:moveTo>
                <a:lnTo>
                  <a:pt x="262064" y="1155700"/>
                </a:lnTo>
                <a:lnTo>
                  <a:pt x="262928" y="1155700"/>
                </a:lnTo>
                <a:lnTo>
                  <a:pt x="263754" y="1164986"/>
                </a:lnTo>
                <a:close/>
              </a:path>
              <a:path w="598170" h="2387600">
                <a:moveTo>
                  <a:pt x="265137" y="1168400"/>
                </a:moveTo>
                <a:lnTo>
                  <a:pt x="264375" y="1168400"/>
                </a:lnTo>
                <a:lnTo>
                  <a:pt x="263754" y="1164986"/>
                </a:lnTo>
                <a:lnTo>
                  <a:pt x="262928" y="1155700"/>
                </a:lnTo>
                <a:lnTo>
                  <a:pt x="265298" y="1165374"/>
                </a:lnTo>
                <a:lnTo>
                  <a:pt x="265137" y="1168400"/>
                </a:lnTo>
                <a:close/>
              </a:path>
              <a:path w="598170" h="2387600">
                <a:moveTo>
                  <a:pt x="265298" y="1165374"/>
                </a:moveTo>
                <a:lnTo>
                  <a:pt x="262928" y="1155700"/>
                </a:lnTo>
                <a:lnTo>
                  <a:pt x="265811" y="1155700"/>
                </a:lnTo>
                <a:lnTo>
                  <a:pt x="265298" y="1165374"/>
                </a:lnTo>
                <a:close/>
              </a:path>
              <a:path w="598170" h="2387600">
                <a:moveTo>
                  <a:pt x="264058" y="1168400"/>
                </a:moveTo>
                <a:lnTo>
                  <a:pt x="263118" y="1168400"/>
                </a:lnTo>
                <a:lnTo>
                  <a:pt x="262523" y="1161225"/>
                </a:lnTo>
                <a:lnTo>
                  <a:pt x="264058" y="1168400"/>
                </a:lnTo>
                <a:close/>
              </a:path>
              <a:path w="598170" h="2387600">
                <a:moveTo>
                  <a:pt x="264375" y="1168400"/>
                </a:moveTo>
                <a:lnTo>
                  <a:pt x="264058" y="1168400"/>
                </a:lnTo>
                <a:lnTo>
                  <a:pt x="263754" y="1164986"/>
                </a:lnTo>
                <a:lnTo>
                  <a:pt x="264375" y="1168400"/>
                </a:lnTo>
                <a:close/>
              </a:path>
              <a:path w="598170" h="2387600">
                <a:moveTo>
                  <a:pt x="266039" y="1168400"/>
                </a:moveTo>
                <a:lnTo>
                  <a:pt x="265137" y="1168400"/>
                </a:lnTo>
                <a:lnTo>
                  <a:pt x="265298" y="1165374"/>
                </a:lnTo>
                <a:lnTo>
                  <a:pt x="266039" y="1168400"/>
                </a:lnTo>
                <a:close/>
              </a:path>
              <a:path w="598170" h="2387600">
                <a:moveTo>
                  <a:pt x="318274" y="1193800"/>
                </a:moveTo>
                <a:lnTo>
                  <a:pt x="227444" y="1193800"/>
                </a:lnTo>
                <a:lnTo>
                  <a:pt x="223926" y="1181100"/>
                </a:lnTo>
                <a:lnTo>
                  <a:pt x="333527" y="1181100"/>
                </a:lnTo>
                <a:lnTo>
                  <a:pt x="318274" y="1193800"/>
                </a:lnTo>
                <a:close/>
              </a:path>
              <a:path w="598170" h="2387600">
                <a:moveTo>
                  <a:pt x="418058" y="1231900"/>
                </a:moveTo>
                <a:lnTo>
                  <a:pt x="347497" y="1231900"/>
                </a:lnTo>
                <a:lnTo>
                  <a:pt x="331558" y="1219200"/>
                </a:lnTo>
                <a:lnTo>
                  <a:pt x="277025" y="1219200"/>
                </a:lnTo>
                <a:lnTo>
                  <a:pt x="265976" y="1206500"/>
                </a:lnTo>
                <a:lnTo>
                  <a:pt x="242900" y="1206500"/>
                </a:lnTo>
                <a:lnTo>
                  <a:pt x="240887" y="1200110"/>
                </a:lnTo>
                <a:lnTo>
                  <a:pt x="242976" y="1193800"/>
                </a:lnTo>
                <a:lnTo>
                  <a:pt x="318274" y="1193800"/>
                </a:lnTo>
                <a:lnTo>
                  <a:pt x="333527" y="1181100"/>
                </a:lnTo>
                <a:lnTo>
                  <a:pt x="402005" y="1181100"/>
                </a:lnTo>
                <a:lnTo>
                  <a:pt x="420408" y="1193800"/>
                </a:lnTo>
                <a:lnTo>
                  <a:pt x="418058" y="1231900"/>
                </a:lnTo>
                <a:close/>
              </a:path>
              <a:path w="598170" h="2387600">
                <a:moveTo>
                  <a:pt x="595871" y="1244600"/>
                </a:moveTo>
                <a:lnTo>
                  <a:pt x="400215" y="1231900"/>
                </a:lnTo>
                <a:lnTo>
                  <a:pt x="418058" y="1231900"/>
                </a:lnTo>
                <a:lnTo>
                  <a:pt x="420408" y="1193800"/>
                </a:lnTo>
                <a:lnTo>
                  <a:pt x="402005" y="1181100"/>
                </a:lnTo>
                <a:lnTo>
                  <a:pt x="402590" y="1181100"/>
                </a:lnTo>
                <a:lnTo>
                  <a:pt x="598068" y="1193800"/>
                </a:lnTo>
                <a:lnTo>
                  <a:pt x="595871" y="1244600"/>
                </a:lnTo>
                <a:close/>
              </a:path>
              <a:path w="598170" h="2387600">
                <a:moveTo>
                  <a:pt x="240887" y="1200110"/>
                </a:moveTo>
                <a:lnTo>
                  <a:pt x="238899" y="1193800"/>
                </a:lnTo>
                <a:lnTo>
                  <a:pt x="242976" y="1193800"/>
                </a:lnTo>
                <a:lnTo>
                  <a:pt x="240887" y="1200110"/>
                </a:lnTo>
                <a:close/>
              </a:path>
              <a:path w="598170" h="2387600">
                <a:moveTo>
                  <a:pt x="242900" y="1206500"/>
                </a:moveTo>
                <a:lnTo>
                  <a:pt x="238772" y="1206500"/>
                </a:lnTo>
                <a:lnTo>
                  <a:pt x="240887" y="1200110"/>
                </a:lnTo>
                <a:lnTo>
                  <a:pt x="242900" y="1206500"/>
                </a:lnTo>
                <a:close/>
              </a:path>
              <a:path w="598170" h="2387600">
                <a:moveTo>
                  <a:pt x="277025" y="1219200"/>
                </a:moveTo>
                <a:lnTo>
                  <a:pt x="222326" y="1219200"/>
                </a:lnTo>
                <a:lnTo>
                  <a:pt x="226364" y="1206500"/>
                </a:lnTo>
                <a:lnTo>
                  <a:pt x="265976" y="1206500"/>
                </a:lnTo>
                <a:lnTo>
                  <a:pt x="277025" y="1219200"/>
                </a:lnTo>
                <a:close/>
              </a:path>
              <a:path w="598170" h="2387600">
                <a:moveTo>
                  <a:pt x="158534" y="2349500"/>
                </a:moveTo>
                <a:lnTo>
                  <a:pt x="158628" y="2345563"/>
                </a:lnTo>
                <a:lnTo>
                  <a:pt x="217690" y="1231900"/>
                </a:lnTo>
                <a:lnTo>
                  <a:pt x="218960" y="1219200"/>
                </a:lnTo>
                <a:lnTo>
                  <a:pt x="331558" y="1219200"/>
                </a:lnTo>
                <a:lnTo>
                  <a:pt x="347497" y="1231900"/>
                </a:lnTo>
                <a:lnTo>
                  <a:pt x="260578" y="1231900"/>
                </a:lnTo>
                <a:lnTo>
                  <a:pt x="257810" y="1244600"/>
                </a:lnTo>
                <a:lnTo>
                  <a:pt x="261314" y="1244600"/>
                </a:lnTo>
                <a:lnTo>
                  <a:pt x="203390" y="2336800"/>
                </a:lnTo>
                <a:lnTo>
                  <a:pt x="160591" y="2336800"/>
                </a:lnTo>
                <a:lnTo>
                  <a:pt x="158534" y="2349500"/>
                </a:lnTo>
                <a:close/>
              </a:path>
              <a:path w="598170" h="2387600">
                <a:moveTo>
                  <a:pt x="259803" y="1244600"/>
                </a:moveTo>
                <a:lnTo>
                  <a:pt x="257810" y="1244600"/>
                </a:lnTo>
                <a:lnTo>
                  <a:pt x="260578" y="1231900"/>
                </a:lnTo>
                <a:lnTo>
                  <a:pt x="259803" y="1244600"/>
                </a:lnTo>
                <a:close/>
              </a:path>
              <a:path w="598170" h="2387600">
                <a:moveTo>
                  <a:pt x="259803" y="1244600"/>
                </a:moveTo>
                <a:lnTo>
                  <a:pt x="260578" y="1231900"/>
                </a:lnTo>
                <a:lnTo>
                  <a:pt x="261874" y="1231900"/>
                </a:lnTo>
                <a:lnTo>
                  <a:pt x="259803" y="1244600"/>
                </a:lnTo>
                <a:close/>
              </a:path>
              <a:path w="598170" h="2387600">
                <a:moveTo>
                  <a:pt x="261314" y="1244600"/>
                </a:moveTo>
                <a:lnTo>
                  <a:pt x="259803" y="1244600"/>
                </a:lnTo>
                <a:lnTo>
                  <a:pt x="261874" y="1231900"/>
                </a:lnTo>
                <a:lnTo>
                  <a:pt x="261314" y="1244600"/>
                </a:lnTo>
                <a:close/>
              </a:path>
              <a:path w="598170" h="2387600">
                <a:moveTo>
                  <a:pt x="266763" y="1244600"/>
                </a:moveTo>
                <a:lnTo>
                  <a:pt x="261314" y="1244600"/>
                </a:lnTo>
                <a:lnTo>
                  <a:pt x="261988" y="1231900"/>
                </a:lnTo>
                <a:lnTo>
                  <a:pt x="275818" y="1231900"/>
                </a:lnTo>
                <a:lnTo>
                  <a:pt x="266763" y="1244600"/>
                </a:lnTo>
                <a:close/>
              </a:path>
              <a:path w="598170" h="2387600">
                <a:moveTo>
                  <a:pt x="158419" y="2349500"/>
                </a:moveTo>
                <a:lnTo>
                  <a:pt x="112445" y="2349500"/>
                </a:lnTo>
                <a:lnTo>
                  <a:pt x="125183" y="2336800"/>
                </a:lnTo>
                <a:lnTo>
                  <a:pt x="158838" y="2336800"/>
                </a:lnTo>
                <a:lnTo>
                  <a:pt x="158419" y="2349500"/>
                </a:lnTo>
                <a:close/>
              </a:path>
              <a:path w="598170" h="2387600">
                <a:moveTo>
                  <a:pt x="158628" y="2345563"/>
                </a:moveTo>
                <a:lnTo>
                  <a:pt x="158838" y="2336800"/>
                </a:lnTo>
                <a:lnTo>
                  <a:pt x="159093" y="2336800"/>
                </a:lnTo>
                <a:lnTo>
                  <a:pt x="158628" y="2345563"/>
                </a:lnTo>
                <a:close/>
              </a:path>
              <a:path w="598170" h="2387600">
                <a:moveTo>
                  <a:pt x="202717" y="2349500"/>
                </a:moveTo>
                <a:lnTo>
                  <a:pt x="158534" y="2349500"/>
                </a:lnTo>
                <a:lnTo>
                  <a:pt x="160591" y="2336800"/>
                </a:lnTo>
                <a:lnTo>
                  <a:pt x="203390" y="2336800"/>
                </a:lnTo>
                <a:lnTo>
                  <a:pt x="202717" y="2349500"/>
                </a:lnTo>
                <a:close/>
              </a:path>
              <a:path w="598170" h="2387600">
                <a:moveTo>
                  <a:pt x="158534" y="2349500"/>
                </a:moveTo>
                <a:lnTo>
                  <a:pt x="158628" y="2345563"/>
                </a:lnTo>
                <a:lnTo>
                  <a:pt x="158534" y="2349500"/>
                </a:lnTo>
                <a:close/>
              </a:path>
              <a:path w="598170" h="2387600">
                <a:moveTo>
                  <a:pt x="153530" y="2387600"/>
                </a:moveTo>
                <a:lnTo>
                  <a:pt x="0" y="2387600"/>
                </a:lnTo>
                <a:lnTo>
                  <a:pt x="1981" y="2349500"/>
                </a:lnTo>
                <a:lnTo>
                  <a:pt x="201434" y="2349500"/>
                </a:lnTo>
                <a:lnTo>
                  <a:pt x="198081" y="2362200"/>
                </a:lnTo>
                <a:lnTo>
                  <a:pt x="194043" y="2362200"/>
                </a:lnTo>
                <a:lnTo>
                  <a:pt x="189890" y="2374900"/>
                </a:lnTo>
                <a:lnTo>
                  <a:pt x="163614" y="2374900"/>
                </a:lnTo>
                <a:lnTo>
                  <a:pt x="153530" y="2387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26927" y="3679558"/>
            <a:ext cx="292531" cy="3805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50448" y="2682049"/>
            <a:ext cx="3344291" cy="3390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33657" y="3085566"/>
            <a:ext cx="737222" cy="2687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31117" y="3451313"/>
            <a:ext cx="739749" cy="2688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31117" y="3817073"/>
            <a:ext cx="739749" cy="2688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33797" y="4182846"/>
            <a:ext cx="737069" cy="2687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5355" y="1656588"/>
            <a:ext cx="6109715" cy="4149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58976"/>
            <a:ext cx="75323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1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磁通量变化时间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257556" y="1656588"/>
            <a:ext cx="5074920" cy="401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3308" y="1932432"/>
            <a:ext cx="1443228" cy="3364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18247" y="1917192"/>
            <a:ext cx="1350263" cy="3380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93835" y="1947672"/>
            <a:ext cx="1313687" cy="33512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59695" y="1933955"/>
            <a:ext cx="1275588" cy="33512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87390" y="2717787"/>
            <a:ext cx="1083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0.2768V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0660" y="2499359"/>
            <a:ext cx="1083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0.4036V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44420" y="1794853"/>
            <a:ext cx="2287270" cy="80581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16025">
              <a:lnSpc>
                <a:spcPct val="100000"/>
              </a:lnSpc>
              <a:spcBef>
                <a:spcPts val="29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0.8666V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0.5685V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88595" y="1838960"/>
          <a:ext cx="5597525" cy="435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265"/>
                <a:gridCol w="893444"/>
                <a:gridCol w="894714"/>
                <a:gridCol w="1162050"/>
              </a:tblGrid>
              <a:tr h="595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594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6661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40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99961" y="1991461"/>
            <a:ext cx="613054" cy="312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0755" y="2077821"/>
            <a:ext cx="208165" cy="198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28416" y="2022500"/>
            <a:ext cx="499719" cy="2688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60596" y="2022500"/>
            <a:ext cx="499719" cy="2688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89296" y="2022500"/>
            <a:ext cx="499719" cy="2688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1861" y="2581376"/>
            <a:ext cx="1262024" cy="3341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87217" y="2617508"/>
            <a:ext cx="190461" cy="2687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81297" y="2617508"/>
            <a:ext cx="190461" cy="2687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09997" y="2617508"/>
            <a:ext cx="190461" cy="2687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4891" y="3218840"/>
            <a:ext cx="1863445" cy="31796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98954" y="3235363"/>
            <a:ext cx="234962" cy="2645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01989" y="3239528"/>
            <a:ext cx="274396" cy="2604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1861" y="3728186"/>
            <a:ext cx="2435606" cy="34206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7230" y="4106633"/>
            <a:ext cx="574649" cy="3185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64184" y="4117378"/>
            <a:ext cx="234962" cy="26457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53833" y="4149077"/>
            <a:ext cx="147751" cy="23704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1861" y="4551705"/>
            <a:ext cx="2163089" cy="33199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3314" y="4951768"/>
            <a:ext cx="234962" cy="26457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6349" y="4951768"/>
            <a:ext cx="406412" cy="2691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9569" y="4951768"/>
            <a:ext cx="234962" cy="26457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59218" y="4983467"/>
            <a:ext cx="147751" cy="23704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6809" y="5421617"/>
            <a:ext cx="1529359" cy="33444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19821" y="5427421"/>
            <a:ext cx="913307" cy="32834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4124" y="5815419"/>
            <a:ext cx="308533" cy="275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31717" y="3172612"/>
            <a:ext cx="703211" cy="36404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70453" y="3935399"/>
            <a:ext cx="688987" cy="37720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05366" y="5438800"/>
            <a:ext cx="2586824" cy="33747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920314" y="5797537"/>
            <a:ext cx="2163089" cy="33444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44284" y="33108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344284" y="35109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344284" y="37109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44284" y="39109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869430" y="33108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69430" y="35109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69430" y="37109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869430" y="39109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908925" y="32956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908925" y="34956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908925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08925" y="38957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94040" y="32956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94040" y="34956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94040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94040" y="38957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105265" y="32956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105265" y="34956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105265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105265" y="38957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291319" y="32956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291319" y="34956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9291319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291319" y="38957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346665" y="4740059"/>
            <a:ext cx="736650" cy="3715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0379075" y="33362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0379075" y="35363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0379075" y="37363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0379075" y="39363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0482580" y="33362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0482580" y="35363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0482580" y="37363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0482580" y="39363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472169" y="5676900"/>
            <a:ext cx="1343660" cy="0"/>
          </a:xfrm>
          <a:custGeom>
            <a:avLst/>
            <a:gdLst/>
            <a:ahLst/>
            <a:cxnLst/>
            <a:rect l="l" t="t" r="r" b="b"/>
            <a:pathLst>
              <a:path w="1343659" h="0">
                <a:moveTo>
                  <a:pt x="0" y="0"/>
                </a:moveTo>
                <a:lnTo>
                  <a:pt x="1343659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223569" y="5480837"/>
            <a:ext cx="1055547" cy="38075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263470" y="5581815"/>
            <a:ext cx="247776" cy="15781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591994" y="5305564"/>
            <a:ext cx="696112" cy="36441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286697" y="5313743"/>
            <a:ext cx="367601" cy="34804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835453" y="5741580"/>
            <a:ext cx="663740" cy="36511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78739" y="958976"/>
            <a:ext cx="75323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1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磁通量变化时间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70610"/>
            <a:ext cx="71748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2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磁通量变化量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132332" y="1578863"/>
            <a:ext cx="6010910" cy="523240"/>
          </a:xfrm>
          <a:custGeom>
            <a:avLst/>
            <a:gdLst/>
            <a:ahLst/>
            <a:cxnLst/>
            <a:rect l="l" t="t" r="r" b="b"/>
            <a:pathLst>
              <a:path w="6010909" h="523239">
                <a:moveTo>
                  <a:pt x="0" y="0"/>
                </a:moveTo>
                <a:lnTo>
                  <a:pt x="6010656" y="0"/>
                </a:lnTo>
                <a:lnTo>
                  <a:pt x="6010656" y="522731"/>
                </a:lnTo>
                <a:lnTo>
                  <a:pt x="0" y="5227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4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52042" y="1663611"/>
            <a:ext cx="1438440" cy="373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37193" y="1685035"/>
            <a:ext cx="576440" cy="307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7806" y="1679981"/>
            <a:ext cx="314261" cy="333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85451" y="1888693"/>
            <a:ext cx="114769" cy="1642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61168" y="1764372"/>
            <a:ext cx="258699" cy="2276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1878" y="1851012"/>
            <a:ext cx="126072" cy="1414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15701" y="1684502"/>
            <a:ext cx="236283" cy="3047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36935" y="1667535"/>
            <a:ext cx="345909" cy="37044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12016" y="1665757"/>
            <a:ext cx="1027087" cy="3718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43688" y="1764372"/>
            <a:ext cx="209207" cy="2276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38837" y="1665744"/>
            <a:ext cx="721347" cy="3644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14277" y="2667012"/>
            <a:ext cx="1446276" cy="3914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13055" y="2689491"/>
            <a:ext cx="213550" cy="3020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10261" y="2678747"/>
            <a:ext cx="373303" cy="3483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10693" y="3116211"/>
            <a:ext cx="216319" cy="3020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07721" y="3105467"/>
            <a:ext cx="373303" cy="34839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15024" y="3542931"/>
            <a:ext cx="215633" cy="3069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07721" y="3526840"/>
            <a:ext cx="1101775" cy="36050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2608" y="2237232"/>
            <a:ext cx="4411980" cy="367284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75816" y="2585516"/>
            <a:ext cx="2974340" cy="2685415"/>
          </a:xfrm>
          <a:custGeom>
            <a:avLst/>
            <a:gdLst/>
            <a:ahLst/>
            <a:cxnLst/>
            <a:rect l="l" t="t" r="r" b="b"/>
            <a:pathLst>
              <a:path w="2974340" h="2685415">
                <a:moveTo>
                  <a:pt x="1476842" y="1295550"/>
                </a:moveTo>
                <a:lnTo>
                  <a:pt x="1445106" y="1260048"/>
                </a:lnTo>
                <a:lnTo>
                  <a:pt x="2854706" y="0"/>
                </a:lnTo>
                <a:lnTo>
                  <a:pt x="2898949" y="49491"/>
                </a:lnTo>
                <a:lnTo>
                  <a:pt x="2835071" y="49491"/>
                </a:lnTo>
                <a:lnTo>
                  <a:pt x="2850942" y="67246"/>
                </a:lnTo>
                <a:lnTo>
                  <a:pt x="1476842" y="1295550"/>
                </a:lnTo>
                <a:close/>
              </a:path>
              <a:path w="2974340" h="2685415">
                <a:moveTo>
                  <a:pt x="2850942" y="67246"/>
                </a:moveTo>
                <a:lnTo>
                  <a:pt x="2835071" y="49491"/>
                </a:lnTo>
                <a:lnTo>
                  <a:pt x="2868701" y="51371"/>
                </a:lnTo>
                <a:lnTo>
                  <a:pt x="2850942" y="67246"/>
                </a:lnTo>
                <a:close/>
              </a:path>
              <a:path w="2974340" h="2685415">
                <a:moveTo>
                  <a:pt x="2938449" y="165138"/>
                </a:moveTo>
                <a:lnTo>
                  <a:pt x="2850942" y="67246"/>
                </a:lnTo>
                <a:lnTo>
                  <a:pt x="2868701" y="51371"/>
                </a:lnTo>
                <a:lnTo>
                  <a:pt x="2835071" y="49491"/>
                </a:lnTo>
                <a:lnTo>
                  <a:pt x="2898949" y="49491"/>
                </a:lnTo>
                <a:lnTo>
                  <a:pt x="2973959" y="133400"/>
                </a:lnTo>
                <a:lnTo>
                  <a:pt x="2938449" y="165138"/>
                </a:lnTo>
                <a:close/>
              </a:path>
              <a:path w="2974340" h="2685415">
                <a:moveTo>
                  <a:pt x="1409603" y="1291784"/>
                </a:moveTo>
                <a:lnTo>
                  <a:pt x="1322082" y="1193888"/>
                </a:lnTo>
                <a:lnTo>
                  <a:pt x="1357591" y="1162151"/>
                </a:lnTo>
                <a:lnTo>
                  <a:pt x="1445104" y="1260049"/>
                </a:lnTo>
                <a:lnTo>
                  <a:pt x="1409603" y="1291784"/>
                </a:lnTo>
                <a:close/>
              </a:path>
              <a:path w="2974340" h="2685415">
                <a:moveTo>
                  <a:pt x="1445104" y="1260049"/>
                </a:moveTo>
                <a:lnTo>
                  <a:pt x="1357591" y="1162151"/>
                </a:lnTo>
                <a:lnTo>
                  <a:pt x="1445106" y="1260048"/>
                </a:lnTo>
                <a:close/>
              </a:path>
              <a:path w="2974340" h="2685415">
                <a:moveTo>
                  <a:pt x="1409599" y="1291788"/>
                </a:moveTo>
                <a:lnTo>
                  <a:pt x="1322082" y="1193888"/>
                </a:lnTo>
                <a:lnTo>
                  <a:pt x="1409603" y="1291784"/>
                </a:lnTo>
                <a:close/>
              </a:path>
              <a:path w="2974340" h="2685415">
                <a:moveTo>
                  <a:pt x="1460969" y="1277797"/>
                </a:moveTo>
                <a:lnTo>
                  <a:pt x="1427353" y="1275918"/>
                </a:lnTo>
                <a:lnTo>
                  <a:pt x="1445104" y="1260049"/>
                </a:lnTo>
                <a:lnTo>
                  <a:pt x="1460969" y="1277797"/>
                </a:lnTo>
                <a:close/>
              </a:path>
              <a:path w="2974340" h="2685415">
                <a:moveTo>
                  <a:pt x="1425473" y="1309535"/>
                </a:moveTo>
                <a:lnTo>
                  <a:pt x="1409603" y="1291784"/>
                </a:lnTo>
                <a:lnTo>
                  <a:pt x="1427353" y="1275918"/>
                </a:lnTo>
                <a:lnTo>
                  <a:pt x="1425473" y="1309535"/>
                </a:lnTo>
                <a:close/>
              </a:path>
              <a:path w="2974340" h="2685415">
                <a:moveTo>
                  <a:pt x="1461197" y="1309535"/>
                </a:moveTo>
                <a:lnTo>
                  <a:pt x="1425473" y="1309535"/>
                </a:lnTo>
                <a:lnTo>
                  <a:pt x="1427353" y="1275918"/>
                </a:lnTo>
                <a:lnTo>
                  <a:pt x="1460969" y="1277797"/>
                </a:lnTo>
                <a:lnTo>
                  <a:pt x="1476840" y="1295552"/>
                </a:lnTo>
                <a:lnTo>
                  <a:pt x="1461197" y="1309535"/>
                </a:lnTo>
                <a:close/>
              </a:path>
              <a:path w="2974340" h="2685415">
                <a:moveTo>
                  <a:pt x="1441335" y="1327289"/>
                </a:moveTo>
                <a:lnTo>
                  <a:pt x="1409603" y="1291784"/>
                </a:lnTo>
                <a:lnTo>
                  <a:pt x="1425473" y="1309535"/>
                </a:lnTo>
                <a:lnTo>
                  <a:pt x="1461197" y="1309535"/>
                </a:lnTo>
                <a:lnTo>
                  <a:pt x="1441335" y="1327289"/>
                </a:lnTo>
                <a:close/>
              </a:path>
              <a:path w="2974340" h="2685415">
                <a:moveTo>
                  <a:pt x="119253" y="2685237"/>
                </a:moveTo>
                <a:lnTo>
                  <a:pt x="0" y="2551836"/>
                </a:lnTo>
                <a:lnTo>
                  <a:pt x="1409599" y="1291788"/>
                </a:lnTo>
                <a:lnTo>
                  <a:pt x="1441335" y="1327289"/>
                </a:lnTo>
                <a:lnTo>
                  <a:pt x="87098" y="2537853"/>
                </a:lnTo>
                <a:lnTo>
                  <a:pt x="51371" y="2537853"/>
                </a:lnTo>
                <a:lnTo>
                  <a:pt x="49491" y="2571470"/>
                </a:lnTo>
                <a:lnTo>
                  <a:pt x="81425" y="2571470"/>
                </a:lnTo>
                <a:lnTo>
                  <a:pt x="154762" y="2653499"/>
                </a:lnTo>
                <a:lnTo>
                  <a:pt x="119253" y="2685237"/>
                </a:lnTo>
                <a:close/>
              </a:path>
              <a:path w="2974340" h="2685415">
                <a:moveTo>
                  <a:pt x="1441340" y="1327289"/>
                </a:moveTo>
                <a:lnTo>
                  <a:pt x="1476844" y="1295552"/>
                </a:lnTo>
                <a:lnTo>
                  <a:pt x="1441340" y="1327289"/>
                </a:lnTo>
                <a:close/>
              </a:path>
              <a:path w="2974340" h="2685415">
                <a:moveTo>
                  <a:pt x="49491" y="2571470"/>
                </a:moveTo>
                <a:lnTo>
                  <a:pt x="51371" y="2537853"/>
                </a:lnTo>
                <a:lnTo>
                  <a:pt x="67241" y="2555604"/>
                </a:lnTo>
                <a:lnTo>
                  <a:pt x="49491" y="2571470"/>
                </a:lnTo>
                <a:close/>
              </a:path>
              <a:path w="2974340" h="2685415">
                <a:moveTo>
                  <a:pt x="67241" y="2555604"/>
                </a:moveTo>
                <a:lnTo>
                  <a:pt x="51371" y="2537853"/>
                </a:lnTo>
                <a:lnTo>
                  <a:pt x="87098" y="2537853"/>
                </a:lnTo>
                <a:lnTo>
                  <a:pt x="67241" y="2555604"/>
                </a:lnTo>
                <a:close/>
              </a:path>
              <a:path w="2974340" h="2685415">
                <a:moveTo>
                  <a:pt x="81425" y="2571470"/>
                </a:moveTo>
                <a:lnTo>
                  <a:pt x="49491" y="2571470"/>
                </a:lnTo>
                <a:lnTo>
                  <a:pt x="67241" y="2555604"/>
                </a:lnTo>
                <a:lnTo>
                  <a:pt x="81425" y="25714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52790" y="3121786"/>
            <a:ext cx="831951" cy="77557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37354" y="2875076"/>
            <a:ext cx="642620" cy="2565400"/>
          </a:xfrm>
          <a:custGeom>
            <a:avLst/>
            <a:gdLst/>
            <a:ahLst/>
            <a:cxnLst/>
            <a:rect l="l" t="t" r="r" b="b"/>
            <a:pathLst>
              <a:path w="642620" h="2565400">
                <a:moveTo>
                  <a:pt x="338505" y="38099"/>
                </a:moveTo>
                <a:lnTo>
                  <a:pt x="133680" y="38099"/>
                </a:lnTo>
                <a:lnTo>
                  <a:pt x="136410" y="0"/>
                </a:lnTo>
                <a:lnTo>
                  <a:pt x="249034" y="0"/>
                </a:lnTo>
                <a:lnTo>
                  <a:pt x="264706" y="12699"/>
                </a:lnTo>
                <a:lnTo>
                  <a:pt x="304850" y="12699"/>
                </a:lnTo>
                <a:lnTo>
                  <a:pt x="315620" y="25399"/>
                </a:lnTo>
                <a:lnTo>
                  <a:pt x="334365" y="25399"/>
                </a:lnTo>
                <a:lnTo>
                  <a:pt x="338505" y="38099"/>
                </a:lnTo>
                <a:close/>
              </a:path>
              <a:path w="642620" h="2565400">
                <a:moveTo>
                  <a:pt x="350088" y="50799"/>
                </a:moveTo>
                <a:lnTo>
                  <a:pt x="209397" y="50799"/>
                </a:lnTo>
                <a:lnTo>
                  <a:pt x="191274" y="38099"/>
                </a:lnTo>
                <a:lnTo>
                  <a:pt x="346456" y="38099"/>
                </a:lnTo>
                <a:lnTo>
                  <a:pt x="350088" y="50799"/>
                </a:lnTo>
                <a:close/>
              </a:path>
              <a:path w="642620" h="2565400">
                <a:moveTo>
                  <a:pt x="342785" y="1270000"/>
                </a:moveTo>
                <a:lnTo>
                  <a:pt x="245986" y="1270000"/>
                </a:lnTo>
                <a:lnTo>
                  <a:pt x="245364" y="1257300"/>
                </a:lnTo>
                <a:lnTo>
                  <a:pt x="308978" y="63499"/>
                </a:lnTo>
                <a:lnTo>
                  <a:pt x="281940" y="63499"/>
                </a:lnTo>
                <a:lnTo>
                  <a:pt x="269290" y="50799"/>
                </a:lnTo>
                <a:lnTo>
                  <a:pt x="352818" y="50799"/>
                </a:lnTo>
                <a:lnTo>
                  <a:pt x="353453" y="63499"/>
                </a:lnTo>
                <a:lnTo>
                  <a:pt x="290516" y="1244600"/>
                </a:lnTo>
                <a:lnTo>
                  <a:pt x="286842" y="1244600"/>
                </a:lnTo>
                <a:lnTo>
                  <a:pt x="289166" y="1257300"/>
                </a:lnTo>
                <a:lnTo>
                  <a:pt x="328853" y="1257300"/>
                </a:lnTo>
                <a:lnTo>
                  <a:pt x="342785" y="1270000"/>
                </a:lnTo>
                <a:close/>
              </a:path>
              <a:path w="642620" h="2565400">
                <a:moveTo>
                  <a:pt x="289839" y="1257300"/>
                </a:moveTo>
                <a:lnTo>
                  <a:pt x="289166" y="1257300"/>
                </a:lnTo>
                <a:lnTo>
                  <a:pt x="286842" y="1244600"/>
                </a:lnTo>
                <a:lnTo>
                  <a:pt x="288772" y="1244600"/>
                </a:lnTo>
                <a:lnTo>
                  <a:pt x="290231" y="1249943"/>
                </a:lnTo>
                <a:lnTo>
                  <a:pt x="289839" y="1257300"/>
                </a:lnTo>
                <a:close/>
              </a:path>
              <a:path w="642620" h="2565400">
                <a:moveTo>
                  <a:pt x="290231" y="1249943"/>
                </a:moveTo>
                <a:lnTo>
                  <a:pt x="288772" y="1244600"/>
                </a:lnTo>
                <a:lnTo>
                  <a:pt x="290516" y="1244600"/>
                </a:lnTo>
                <a:lnTo>
                  <a:pt x="290231" y="1249943"/>
                </a:lnTo>
                <a:close/>
              </a:path>
              <a:path w="642620" h="2565400">
                <a:moveTo>
                  <a:pt x="295173" y="1257300"/>
                </a:moveTo>
                <a:lnTo>
                  <a:pt x="292239" y="1257300"/>
                </a:lnTo>
                <a:lnTo>
                  <a:pt x="291287" y="1244600"/>
                </a:lnTo>
                <a:lnTo>
                  <a:pt x="295173" y="1257300"/>
                </a:lnTo>
                <a:close/>
              </a:path>
              <a:path w="642620" h="2565400">
                <a:moveTo>
                  <a:pt x="292239" y="1257300"/>
                </a:moveTo>
                <a:lnTo>
                  <a:pt x="289839" y="1257300"/>
                </a:lnTo>
                <a:lnTo>
                  <a:pt x="290231" y="1249943"/>
                </a:lnTo>
                <a:lnTo>
                  <a:pt x="292239" y="1257300"/>
                </a:lnTo>
                <a:close/>
              </a:path>
              <a:path w="642620" h="2565400">
                <a:moveTo>
                  <a:pt x="445287" y="1282700"/>
                </a:moveTo>
                <a:lnTo>
                  <a:pt x="252349" y="1282700"/>
                </a:lnTo>
                <a:lnTo>
                  <a:pt x="248716" y="1270000"/>
                </a:lnTo>
                <a:lnTo>
                  <a:pt x="425665" y="1270000"/>
                </a:lnTo>
                <a:lnTo>
                  <a:pt x="445287" y="1282700"/>
                </a:lnTo>
                <a:close/>
              </a:path>
              <a:path w="642620" h="2565400">
                <a:moveTo>
                  <a:pt x="273304" y="1295400"/>
                </a:moveTo>
                <a:lnTo>
                  <a:pt x="268744" y="1295400"/>
                </a:lnTo>
                <a:lnTo>
                  <a:pt x="264452" y="1282700"/>
                </a:lnTo>
                <a:lnTo>
                  <a:pt x="278257" y="1282700"/>
                </a:lnTo>
                <a:lnTo>
                  <a:pt x="273304" y="1295400"/>
                </a:lnTo>
                <a:close/>
              </a:path>
              <a:path w="642620" h="2565400">
                <a:moveTo>
                  <a:pt x="462407" y="1320800"/>
                </a:moveTo>
                <a:lnTo>
                  <a:pt x="384149" y="1320800"/>
                </a:lnTo>
                <a:lnTo>
                  <a:pt x="366483" y="1308100"/>
                </a:lnTo>
                <a:lnTo>
                  <a:pt x="306146" y="1308100"/>
                </a:lnTo>
                <a:lnTo>
                  <a:pt x="293966" y="1295400"/>
                </a:lnTo>
                <a:lnTo>
                  <a:pt x="273304" y="1295400"/>
                </a:lnTo>
                <a:lnTo>
                  <a:pt x="278257" y="1282700"/>
                </a:lnTo>
                <a:lnTo>
                  <a:pt x="444906" y="1282700"/>
                </a:lnTo>
                <a:lnTo>
                  <a:pt x="464678" y="1283971"/>
                </a:lnTo>
                <a:lnTo>
                  <a:pt x="462407" y="1320800"/>
                </a:lnTo>
                <a:close/>
              </a:path>
              <a:path w="642620" h="2565400">
                <a:moveTo>
                  <a:pt x="464678" y="1283971"/>
                </a:moveTo>
                <a:lnTo>
                  <a:pt x="444906" y="1282700"/>
                </a:lnTo>
                <a:lnTo>
                  <a:pt x="464756" y="1282700"/>
                </a:lnTo>
                <a:lnTo>
                  <a:pt x="464678" y="1283971"/>
                </a:lnTo>
                <a:close/>
              </a:path>
              <a:path w="642620" h="2565400">
                <a:moveTo>
                  <a:pt x="640219" y="1333500"/>
                </a:moveTo>
                <a:lnTo>
                  <a:pt x="442531" y="1320800"/>
                </a:lnTo>
                <a:lnTo>
                  <a:pt x="462407" y="1320800"/>
                </a:lnTo>
                <a:lnTo>
                  <a:pt x="464678" y="1283971"/>
                </a:lnTo>
                <a:lnTo>
                  <a:pt x="642416" y="1295400"/>
                </a:lnTo>
                <a:lnTo>
                  <a:pt x="640219" y="1333500"/>
                </a:lnTo>
                <a:close/>
              </a:path>
              <a:path w="642620" h="2565400">
                <a:moveTo>
                  <a:pt x="306146" y="1308100"/>
                </a:moveTo>
                <a:lnTo>
                  <a:pt x="250964" y="1308100"/>
                </a:lnTo>
                <a:lnTo>
                  <a:pt x="255308" y="1295400"/>
                </a:lnTo>
                <a:lnTo>
                  <a:pt x="293966" y="1295400"/>
                </a:lnTo>
                <a:lnTo>
                  <a:pt x="306146" y="1308100"/>
                </a:lnTo>
                <a:close/>
              </a:path>
              <a:path w="642620" h="2565400">
                <a:moveTo>
                  <a:pt x="222719" y="2527300"/>
                </a:moveTo>
                <a:lnTo>
                  <a:pt x="110350" y="2527300"/>
                </a:lnTo>
                <a:lnTo>
                  <a:pt x="125679" y="2514600"/>
                </a:lnTo>
                <a:lnTo>
                  <a:pt x="178422" y="2514600"/>
                </a:lnTo>
                <a:lnTo>
                  <a:pt x="242036" y="1320800"/>
                </a:lnTo>
                <a:lnTo>
                  <a:pt x="243357" y="1308100"/>
                </a:lnTo>
                <a:lnTo>
                  <a:pt x="366483" y="1308100"/>
                </a:lnTo>
                <a:lnTo>
                  <a:pt x="384149" y="1320800"/>
                </a:lnTo>
                <a:lnTo>
                  <a:pt x="286258" y="1320800"/>
                </a:lnTo>
                <a:lnTo>
                  <a:pt x="284187" y="1333500"/>
                </a:lnTo>
                <a:lnTo>
                  <a:pt x="285664" y="1333500"/>
                </a:lnTo>
                <a:lnTo>
                  <a:pt x="222719" y="2527300"/>
                </a:lnTo>
                <a:close/>
              </a:path>
              <a:path w="642620" h="2565400">
                <a:moveTo>
                  <a:pt x="285664" y="1333500"/>
                </a:moveTo>
                <a:lnTo>
                  <a:pt x="284187" y="1333500"/>
                </a:lnTo>
                <a:lnTo>
                  <a:pt x="286258" y="1320800"/>
                </a:lnTo>
                <a:lnTo>
                  <a:pt x="286178" y="1323761"/>
                </a:lnTo>
                <a:lnTo>
                  <a:pt x="285664" y="1333500"/>
                </a:lnTo>
                <a:close/>
              </a:path>
              <a:path w="642620" h="2565400">
                <a:moveTo>
                  <a:pt x="286178" y="1323761"/>
                </a:moveTo>
                <a:lnTo>
                  <a:pt x="286258" y="1320800"/>
                </a:lnTo>
                <a:lnTo>
                  <a:pt x="286178" y="1323761"/>
                </a:lnTo>
                <a:close/>
              </a:path>
              <a:path w="642620" h="2565400">
                <a:moveTo>
                  <a:pt x="302590" y="1333500"/>
                </a:moveTo>
                <a:lnTo>
                  <a:pt x="285915" y="1333500"/>
                </a:lnTo>
                <a:lnTo>
                  <a:pt x="286334" y="1320800"/>
                </a:lnTo>
                <a:lnTo>
                  <a:pt x="314121" y="1320800"/>
                </a:lnTo>
                <a:lnTo>
                  <a:pt x="302590" y="1333500"/>
                </a:lnTo>
                <a:close/>
              </a:path>
              <a:path w="642620" h="2565400">
                <a:moveTo>
                  <a:pt x="285915" y="1333500"/>
                </a:moveTo>
                <a:lnTo>
                  <a:pt x="285664" y="1333500"/>
                </a:lnTo>
                <a:lnTo>
                  <a:pt x="286178" y="1323761"/>
                </a:lnTo>
                <a:lnTo>
                  <a:pt x="285915" y="1333500"/>
                </a:lnTo>
                <a:close/>
              </a:path>
              <a:path w="642620" h="2565400">
                <a:moveTo>
                  <a:pt x="170053" y="2565400"/>
                </a:moveTo>
                <a:lnTo>
                  <a:pt x="0" y="2565400"/>
                </a:lnTo>
                <a:lnTo>
                  <a:pt x="1981" y="2527300"/>
                </a:lnTo>
                <a:lnTo>
                  <a:pt x="221411" y="2527300"/>
                </a:lnTo>
                <a:lnTo>
                  <a:pt x="217970" y="2540000"/>
                </a:lnTo>
                <a:lnTo>
                  <a:pt x="209461" y="2540000"/>
                </a:lnTo>
                <a:lnTo>
                  <a:pt x="205105" y="2552700"/>
                </a:lnTo>
                <a:lnTo>
                  <a:pt x="181140" y="2552700"/>
                </a:lnTo>
                <a:lnTo>
                  <a:pt x="170053" y="256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47260" y="3738727"/>
            <a:ext cx="458774" cy="30471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51831" y="3739260"/>
            <a:ext cx="853668" cy="3069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172" y="1741932"/>
            <a:ext cx="5748528" cy="3840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070610"/>
            <a:ext cx="71748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2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磁通量变化量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6176771" y="1741932"/>
            <a:ext cx="5718048" cy="38420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8595" y="1717039"/>
          <a:ext cx="5328920" cy="426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265"/>
                <a:gridCol w="893444"/>
                <a:gridCol w="894714"/>
                <a:gridCol w="893444"/>
              </a:tblGrid>
              <a:tr h="595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594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6661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40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99961" y="1869541"/>
            <a:ext cx="613054" cy="31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0755" y="1955901"/>
            <a:ext cx="208165" cy="1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28416" y="1900580"/>
            <a:ext cx="499719" cy="2688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60596" y="1900580"/>
            <a:ext cx="499719" cy="26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54676" y="1900580"/>
            <a:ext cx="499719" cy="268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1861" y="2459456"/>
            <a:ext cx="1262024" cy="3341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83356" y="2495588"/>
            <a:ext cx="188671" cy="2645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77576" y="2495588"/>
            <a:ext cx="191058" cy="2645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75377" y="2495588"/>
            <a:ext cx="190461" cy="2687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4891" y="3096920"/>
            <a:ext cx="1863445" cy="3179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98954" y="3113443"/>
            <a:ext cx="234962" cy="2645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01989" y="3117608"/>
            <a:ext cx="274396" cy="2604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1861" y="3606266"/>
            <a:ext cx="2435606" cy="3420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7230" y="3984713"/>
            <a:ext cx="574649" cy="3185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4184" y="3995458"/>
            <a:ext cx="234962" cy="2645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53833" y="4027157"/>
            <a:ext cx="147751" cy="2370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1861" y="4384700"/>
            <a:ext cx="2163089" cy="33199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3314" y="4784762"/>
            <a:ext cx="234962" cy="26457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6349" y="4784762"/>
            <a:ext cx="406412" cy="26918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9569" y="4784762"/>
            <a:ext cx="234962" cy="2645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59218" y="4816462"/>
            <a:ext cx="147751" cy="23704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6809" y="5209527"/>
            <a:ext cx="1529359" cy="33444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19821" y="5215331"/>
            <a:ext cx="913307" cy="32834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4124" y="5603328"/>
            <a:ext cx="308533" cy="2750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07040" y="3126524"/>
            <a:ext cx="736650" cy="37152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70503" y="3820312"/>
            <a:ext cx="703211" cy="36404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83141" y="5207025"/>
            <a:ext cx="2586824" cy="33747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98089" y="5565762"/>
            <a:ext cx="2163089" cy="33444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49585" y="4522254"/>
            <a:ext cx="736650" cy="37152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20384" y="2269235"/>
            <a:ext cx="1502664" cy="35112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52359" y="2269235"/>
            <a:ext cx="1796796" cy="351129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980931" y="2269235"/>
            <a:ext cx="2164079" cy="351129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064884" y="1880971"/>
            <a:ext cx="4296410" cy="153924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5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0.8890V</a:t>
            </a:r>
            <a:endParaRPr sz="2400">
              <a:latin typeface="Times New Roman"/>
              <a:cs typeface="Times New Roman"/>
            </a:endParaRPr>
          </a:p>
          <a:p>
            <a:pPr algn="ctr" marR="50800">
              <a:lnSpc>
                <a:spcPct val="100000"/>
              </a:lnSpc>
              <a:spcBef>
                <a:spcPts val="114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0.5829V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0.2968V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624955" y="360172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24955" y="380174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24955" y="400177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24955" y="420179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910069" y="360172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10069" y="380174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10069" y="400177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10069" y="420179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89594" y="36195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189594" y="38195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89594" y="40195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89594" y="42195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474709" y="36195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474709" y="38195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474709" y="40195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474709" y="42195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845675" y="36068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845675" y="38068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845675" y="40068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845675" y="42068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130790" y="360680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130790" y="380682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130790" y="400685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130790" y="420687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780326" y="1606321"/>
            <a:ext cx="2716796" cy="38362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78739" y="1070610"/>
            <a:ext cx="71748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2</a:t>
            </a:r>
            <a:r>
              <a:rPr dirty="0" sz="2800"/>
              <a:t> 感应电动势大小与</a:t>
            </a:r>
            <a:r>
              <a:rPr dirty="0" sz="2800">
                <a:solidFill>
                  <a:srgbClr val="FF0000"/>
                </a:solidFill>
              </a:rPr>
              <a:t>磁通量变化量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76960"/>
            <a:ext cx="645985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3</a:t>
            </a:r>
            <a:r>
              <a:rPr dirty="0" sz="2800" spc="-10"/>
              <a:t> </a:t>
            </a:r>
            <a:r>
              <a:rPr dirty="0" sz="2800"/>
              <a:t>感应电动势大小与</a:t>
            </a:r>
            <a:r>
              <a:rPr dirty="0" sz="2800">
                <a:solidFill>
                  <a:srgbClr val="FF0000"/>
                </a:solidFill>
              </a:rPr>
              <a:t>线圈匝数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046853" y="1804416"/>
            <a:ext cx="215633" cy="306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39549" y="1793671"/>
            <a:ext cx="373303" cy="348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86196" y="1788325"/>
            <a:ext cx="1441996" cy="36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04101" y="1991398"/>
            <a:ext cx="127609" cy="177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72503" y="1809267"/>
            <a:ext cx="300189" cy="2972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65962" y="1785124"/>
            <a:ext cx="721347" cy="3644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17503" y="2310472"/>
            <a:ext cx="258699" cy="2276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68214" y="2397112"/>
            <a:ext cx="126072" cy="14145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72036" y="2230602"/>
            <a:ext cx="236283" cy="3047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93270" y="2211857"/>
            <a:ext cx="1402181" cy="3722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00024" y="2310472"/>
            <a:ext cx="209207" cy="2276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95171" y="2211844"/>
            <a:ext cx="721347" cy="3644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06631" y="2857334"/>
            <a:ext cx="1036701" cy="3626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52476" y="2870580"/>
            <a:ext cx="392391" cy="30695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59041" y="2865526"/>
            <a:ext cx="314261" cy="3334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62026" y="3297301"/>
            <a:ext cx="558723" cy="3069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34936" y="3292246"/>
            <a:ext cx="314261" cy="3334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47269" y="3724021"/>
            <a:ext cx="573493" cy="30695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34936" y="3702596"/>
            <a:ext cx="1008951" cy="3733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4215" y="1997964"/>
            <a:ext cx="4411980" cy="367284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78128" y="2390216"/>
            <a:ext cx="2974340" cy="2685415"/>
          </a:xfrm>
          <a:custGeom>
            <a:avLst/>
            <a:gdLst/>
            <a:ahLst/>
            <a:cxnLst/>
            <a:rect l="l" t="t" r="r" b="b"/>
            <a:pathLst>
              <a:path w="2974340" h="2685415">
                <a:moveTo>
                  <a:pt x="1476842" y="1295549"/>
                </a:moveTo>
                <a:lnTo>
                  <a:pt x="1445106" y="1260048"/>
                </a:lnTo>
                <a:lnTo>
                  <a:pt x="2854706" y="0"/>
                </a:lnTo>
                <a:lnTo>
                  <a:pt x="2898949" y="49491"/>
                </a:lnTo>
                <a:lnTo>
                  <a:pt x="2835071" y="49491"/>
                </a:lnTo>
                <a:lnTo>
                  <a:pt x="2850936" y="67239"/>
                </a:lnTo>
                <a:lnTo>
                  <a:pt x="1476842" y="1295549"/>
                </a:lnTo>
                <a:close/>
              </a:path>
              <a:path w="2974340" h="2685415">
                <a:moveTo>
                  <a:pt x="2850936" y="67239"/>
                </a:moveTo>
                <a:lnTo>
                  <a:pt x="2835071" y="49491"/>
                </a:lnTo>
                <a:lnTo>
                  <a:pt x="2868688" y="51371"/>
                </a:lnTo>
                <a:lnTo>
                  <a:pt x="2850936" y="67239"/>
                </a:lnTo>
                <a:close/>
              </a:path>
              <a:path w="2974340" h="2685415">
                <a:moveTo>
                  <a:pt x="2938449" y="165138"/>
                </a:moveTo>
                <a:lnTo>
                  <a:pt x="2850936" y="67239"/>
                </a:lnTo>
                <a:lnTo>
                  <a:pt x="2868688" y="51371"/>
                </a:lnTo>
                <a:lnTo>
                  <a:pt x="2835071" y="49491"/>
                </a:lnTo>
                <a:lnTo>
                  <a:pt x="2898949" y="49491"/>
                </a:lnTo>
                <a:lnTo>
                  <a:pt x="2973959" y="133400"/>
                </a:lnTo>
                <a:lnTo>
                  <a:pt x="2938449" y="165138"/>
                </a:lnTo>
                <a:close/>
              </a:path>
              <a:path w="2974340" h="2685415">
                <a:moveTo>
                  <a:pt x="1409599" y="1291788"/>
                </a:moveTo>
                <a:lnTo>
                  <a:pt x="1322082" y="1193888"/>
                </a:lnTo>
                <a:lnTo>
                  <a:pt x="1357591" y="1162151"/>
                </a:lnTo>
                <a:lnTo>
                  <a:pt x="1445104" y="1260049"/>
                </a:lnTo>
                <a:lnTo>
                  <a:pt x="1409599" y="1291788"/>
                </a:lnTo>
                <a:close/>
              </a:path>
              <a:path w="2974340" h="2685415">
                <a:moveTo>
                  <a:pt x="1445104" y="1260049"/>
                </a:moveTo>
                <a:lnTo>
                  <a:pt x="1357591" y="1162151"/>
                </a:lnTo>
                <a:lnTo>
                  <a:pt x="1445106" y="1260048"/>
                </a:lnTo>
                <a:close/>
              </a:path>
              <a:path w="2974340" h="2685415">
                <a:moveTo>
                  <a:pt x="1409597" y="1291789"/>
                </a:moveTo>
                <a:lnTo>
                  <a:pt x="1322082" y="1193888"/>
                </a:lnTo>
                <a:lnTo>
                  <a:pt x="1409599" y="1291788"/>
                </a:lnTo>
                <a:close/>
              </a:path>
              <a:path w="2974340" h="2685415">
                <a:moveTo>
                  <a:pt x="1460969" y="1277797"/>
                </a:moveTo>
                <a:lnTo>
                  <a:pt x="1427352" y="1275918"/>
                </a:lnTo>
                <a:lnTo>
                  <a:pt x="1445104" y="1260049"/>
                </a:lnTo>
                <a:lnTo>
                  <a:pt x="1460969" y="1277797"/>
                </a:lnTo>
                <a:close/>
              </a:path>
              <a:path w="2974340" h="2685415">
                <a:moveTo>
                  <a:pt x="1425460" y="1309531"/>
                </a:moveTo>
                <a:lnTo>
                  <a:pt x="1409599" y="1291788"/>
                </a:lnTo>
                <a:lnTo>
                  <a:pt x="1427352" y="1275918"/>
                </a:lnTo>
                <a:lnTo>
                  <a:pt x="1425460" y="1309531"/>
                </a:lnTo>
                <a:close/>
              </a:path>
              <a:path w="2974340" h="2685415">
                <a:moveTo>
                  <a:pt x="1441335" y="1327289"/>
                </a:moveTo>
                <a:lnTo>
                  <a:pt x="1425460" y="1309531"/>
                </a:lnTo>
                <a:lnTo>
                  <a:pt x="1427352" y="1275918"/>
                </a:lnTo>
                <a:lnTo>
                  <a:pt x="1460969" y="1277797"/>
                </a:lnTo>
                <a:lnTo>
                  <a:pt x="1476839" y="1295552"/>
                </a:lnTo>
                <a:lnTo>
                  <a:pt x="1441335" y="1327289"/>
                </a:lnTo>
                <a:close/>
              </a:path>
              <a:path w="2974340" h="2685415">
                <a:moveTo>
                  <a:pt x="119253" y="2685237"/>
                </a:moveTo>
                <a:lnTo>
                  <a:pt x="0" y="2551836"/>
                </a:lnTo>
                <a:lnTo>
                  <a:pt x="1409597" y="1291789"/>
                </a:lnTo>
                <a:lnTo>
                  <a:pt x="1441335" y="1327289"/>
                </a:lnTo>
                <a:lnTo>
                  <a:pt x="87098" y="2537853"/>
                </a:lnTo>
                <a:lnTo>
                  <a:pt x="51371" y="2537853"/>
                </a:lnTo>
                <a:lnTo>
                  <a:pt x="49491" y="2571470"/>
                </a:lnTo>
                <a:lnTo>
                  <a:pt x="81422" y="2571470"/>
                </a:lnTo>
                <a:lnTo>
                  <a:pt x="154749" y="2653499"/>
                </a:lnTo>
                <a:lnTo>
                  <a:pt x="119253" y="2685237"/>
                </a:lnTo>
                <a:close/>
              </a:path>
              <a:path w="2974340" h="2685415">
                <a:moveTo>
                  <a:pt x="1441340" y="1327289"/>
                </a:moveTo>
                <a:lnTo>
                  <a:pt x="1476844" y="1295552"/>
                </a:lnTo>
                <a:lnTo>
                  <a:pt x="1441340" y="1327289"/>
                </a:lnTo>
                <a:close/>
              </a:path>
              <a:path w="2974340" h="2685415">
                <a:moveTo>
                  <a:pt x="49491" y="2571470"/>
                </a:moveTo>
                <a:lnTo>
                  <a:pt x="51371" y="2537853"/>
                </a:lnTo>
                <a:lnTo>
                  <a:pt x="67240" y="2555605"/>
                </a:lnTo>
                <a:lnTo>
                  <a:pt x="49491" y="2571470"/>
                </a:lnTo>
                <a:close/>
              </a:path>
              <a:path w="2974340" h="2685415">
                <a:moveTo>
                  <a:pt x="67240" y="2555605"/>
                </a:moveTo>
                <a:lnTo>
                  <a:pt x="51371" y="2537853"/>
                </a:lnTo>
                <a:lnTo>
                  <a:pt x="87098" y="2537853"/>
                </a:lnTo>
                <a:lnTo>
                  <a:pt x="67240" y="2555605"/>
                </a:lnTo>
                <a:close/>
              </a:path>
              <a:path w="2974340" h="2685415">
                <a:moveTo>
                  <a:pt x="81422" y="2571470"/>
                </a:moveTo>
                <a:lnTo>
                  <a:pt x="49491" y="2571470"/>
                </a:lnTo>
                <a:lnTo>
                  <a:pt x="67240" y="2555605"/>
                </a:lnTo>
                <a:lnTo>
                  <a:pt x="81422" y="25714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31149" y="2838195"/>
            <a:ext cx="831951" cy="7755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139704" y="2679776"/>
            <a:ext cx="642620" cy="2565400"/>
          </a:xfrm>
          <a:custGeom>
            <a:avLst/>
            <a:gdLst/>
            <a:ahLst/>
            <a:cxnLst/>
            <a:rect l="l" t="t" r="r" b="b"/>
            <a:pathLst>
              <a:path w="642620" h="2565400">
                <a:moveTo>
                  <a:pt x="338505" y="38100"/>
                </a:moveTo>
                <a:lnTo>
                  <a:pt x="133680" y="38100"/>
                </a:lnTo>
                <a:lnTo>
                  <a:pt x="136398" y="0"/>
                </a:lnTo>
                <a:lnTo>
                  <a:pt x="249034" y="0"/>
                </a:lnTo>
                <a:lnTo>
                  <a:pt x="264706" y="12700"/>
                </a:lnTo>
                <a:lnTo>
                  <a:pt x="304850" y="12700"/>
                </a:lnTo>
                <a:lnTo>
                  <a:pt x="315620" y="25400"/>
                </a:lnTo>
                <a:lnTo>
                  <a:pt x="334365" y="25400"/>
                </a:lnTo>
                <a:lnTo>
                  <a:pt x="338505" y="38100"/>
                </a:lnTo>
                <a:close/>
              </a:path>
              <a:path w="642620" h="2565400">
                <a:moveTo>
                  <a:pt x="350088" y="50800"/>
                </a:moveTo>
                <a:lnTo>
                  <a:pt x="209397" y="50800"/>
                </a:lnTo>
                <a:lnTo>
                  <a:pt x="191274" y="38100"/>
                </a:lnTo>
                <a:lnTo>
                  <a:pt x="346455" y="38100"/>
                </a:lnTo>
                <a:lnTo>
                  <a:pt x="350088" y="50800"/>
                </a:lnTo>
                <a:close/>
              </a:path>
              <a:path w="642620" h="2565400">
                <a:moveTo>
                  <a:pt x="342785" y="1270000"/>
                </a:moveTo>
                <a:lnTo>
                  <a:pt x="245986" y="1270000"/>
                </a:lnTo>
                <a:lnTo>
                  <a:pt x="245351" y="1257300"/>
                </a:lnTo>
                <a:lnTo>
                  <a:pt x="308978" y="63500"/>
                </a:lnTo>
                <a:lnTo>
                  <a:pt x="281939" y="63500"/>
                </a:lnTo>
                <a:lnTo>
                  <a:pt x="269290" y="50800"/>
                </a:lnTo>
                <a:lnTo>
                  <a:pt x="352818" y="50800"/>
                </a:lnTo>
                <a:lnTo>
                  <a:pt x="353453" y="63500"/>
                </a:lnTo>
                <a:lnTo>
                  <a:pt x="290516" y="1244600"/>
                </a:lnTo>
                <a:lnTo>
                  <a:pt x="286842" y="1244600"/>
                </a:lnTo>
                <a:lnTo>
                  <a:pt x="289166" y="1257300"/>
                </a:lnTo>
                <a:lnTo>
                  <a:pt x="328841" y="1257300"/>
                </a:lnTo>
                <a:lnTo>
                  <a:pt x="342785" y="1270000"/>
                </a:lnTo>
                <a:close/>
              </a:path>
              <a:path w="642620" h="2565400">
                <a:moveTo>
                  <a:pt x="289166" y="1257300"/>
                </a:moveTo>
                <a:lnTo>
                  <a:pt x="286842" y="1244600"/>
                </a:lnTo>
                <a:lnTo>
                  <a:pt x="288493" y="1244600"/>
                </a:lnTo>
                <a:lnTo>
                  <a:pt x="289166" y="1257300"/>
                </a:lnTo>
                <a:close/>
              </a:path>
              <a:path w="642620" h="2565400">
                <a:moveTo>
                  <a:pt x="289839" y="1257300"/>
                </a:moveTo>
                <a:lnTo>
                  <a:pt x="289166" y="1257300"/>
                </a:lnTo>
                <a:lnTo>
                  <a:pt x="288493" y="1244600"/>
                </a:lnTo>
                <a:lnTo>
                  <a:pt x="289867" y="1256765"/>
                </a:lnTo>
                <a:lnTo>
                  <a:pt x="289839" y="1257300"/>
                </a:lnTo>
                <a:close/>
              </a:path>
              <a:path w="642620" h="2565400">
                <a:moveTo>
                  <a:pt x="289867" y="1256765"/>
                </a:moveTo>
                <a:lnTo>
                  <a:pt x="288493" y="1244600"/>
                </a:lnTo>
                <a:lnTo>
                  <a:pt x="288772" y="1244600"/>
                </a:lnTo>
                <a:lnTo>
                  <a:pt x="290231" y="1249943"/>
                </a:lnTo>
                <a:lnTo>
                  <a:pt x="289867" y="1256765"/>
                </a:lnTo>
                <a:close/>
              </a:path>
              <a:path w="642620" h="2565400">
                <a:moveTo>
                  <a:pt x="290231" y="1249943"/>
                </a:moveTo>
                <a:lnTo>
                  <a:pt x="288772" y="1244600"/>
                </a:lnTo>
                <a:lnTo>
                  <a:pt x="290516" y="1244600"/>
                </a:lnTo>
                <a:lnTo>
                  <a:pt x="290231" y="1249943"/>
                </a:lnTo>
                <a:close/>
              </a:path>
              <a:path w="642620" h="2565400">
                <a:moveTo>
                  <a:pt x="295173" y="1257300"/>
                </a:moveTo>
                <a:lnTo>
                  <a:pt x="292239" y="1257300"/>
                </a:lnTo>
                <a:lnTo>
                  <a:pt x="291287" y="1244600"/>
                </a:lnTo>
                <a:lnTo>
                  <a:pt x="295173" y="1257300"/>
                </a:lnTo>
                <a:close/>
              </a:path>
              <a:path w="642620" h="2565400">
                <a:moveTo>
                  <a:pt x="292239" y="1257300"/>
                </a:moveTo>
                <a:lnTo>
                  <a:pt x="289928" y="1257300"/>
                </a:lnTo>
                <a:lnTo>
                  <a:pt x="289867" y="1256765"/>
                </a:lnTo>
                <a:lnTo>
                  <a:pt x="290231" y="1249943"/>
                </a:lnTo>
                <a:lnTo>
                  <a:pt x="292239" y="1257300"/>
                </a:lnTo>
                <a:close/>
              </a:path>
              <a:path w="642620" h="2565400">
                <a:moveTo>
                  <a:pt x="445287" y="1282700"/>
                </a:moveTo>
                <a:lnTo>
                  <a:pt x="252349" y="1282700"/>
                </a:lnTo>
                <a:lnTo>
                  <a:pt x="248716" y="1270000"/>
                </a:lnTo>
                <a:lnTo>
                  <a:pt x="425665" y="1270000"/>
                </a:lnTo>
                <a:lnTo>
                  <a:pt x="445287" y="1282700"/>
                </a:lnTo>
                <a:close/>
              </a:path>
              <a:path w="642620" h="2565400">
                <a:moveTo>
                  <a:pt x="273303" y="1295400"/>
                </a:moveTo>
                <a:lnTo>
                  <a:pt x="268744" y="1295400"/>
                </a:lnTo>
                <a:lnTo>
                  <a:pt x="264439" y="1282700"/>
                </a:lnTo>
                <a:lnTo>
                  <a:pt x="278244" y="1282700"/>
                </a:lnTo>
                <a:lnTo>
                  <a:pt x="273303" y="1295400"/>
                </a:lnTo>
                <a:close/>
              </a:path>
              <a:path w="642620" h="2565400">
                <a:moveTo>
                  <a:pt x="462406" y="1320800"/>
                </a:moveTo>
                <a:lnTo>
                  <a:pt x="384149" y="1320800"/>
                </a:lnTo>
                <a:lnTo>
                  <a:pt x="366483" y="1308100"/>
                </a:lnTo>
                <a:lnTo>
                  <a:pt x="306146" y="1308100"/>
                </a:lnTo>
                <a:lnTo>
                  <a:pt x="293966" y="1295400"/>
                </a:lnTo>
                <a:lnTo>
                  <a:pt x="273303" y="1295400"/>
                </a:lnTo>
                <a:lnTo>
                  <a:pt x="278244" y="1282700"/>
                </a:lnTo>
                <a:lnTo>
                  <a:pt x="444906" y="1282700"/>
                </a:lnTo>
                <a:lnTo>
                  <a:pt x="464678" y="1283971"/>
                </a:lnTo>
                <a:lnTo>
                  <a:pt x="462406" y="1320800"/>
                </a:lnTo>
                <a:close/>
              </a:path>
              <a:path w="642620" h="2565400">
                <a:moveTo>
                  <a:pt x="464678" y="1283971"/>
                </a:moveTo>
                <a:lnTo>
                  <a:pt x="444906" y="1282700"/>
                </a:lnTo>
                <a:lnTo>
                  <a:pt x="464756" y="1282700"/>
                </a:lnTo>
                <a:lnTo>
                  <a:pt x="464678" y="1283971"/>
                </a:lnTo>
                <a:close/>
              </a:path>
              <a:path w="642620" h="2565400">
                <a:moveTo>
                  <a:pt x="640219" y="1333500"/>
                </a:moveTo>
                <a:lnTo>
                  <a:pt x="442531" y="1320800"/>
                </a:lnTo>
                <a:lnTo>
                  <a:pt x="462406" y="1320800"/>
                </a:lnTo>
                <a:lnTo>
                  <a:pt x="464678" y="1283971"/>
                </a:lnTo>
                <a:lnTo>
                  <a:pt x="642416" y="1295400"/>
                </a:lnTo>
                <a:lnTo>
                  <a:pt x="640219" y="1333500"/>
                </a:lnTo>
                <a:close/>
              </a:path>
              <a:path w="642620" h="2565400">
                <a:moveTo>
                  <a:pt x="306146" y="1308100"/>
                </a:moveTo>
                <a:lnTo>
                  <a:pt x="250964" y="1308100"/>
                </a:lnTo>
                <a:lnTo>
                  <a:pt x="255308" y="1295400"/>
                </a:lnTo>
                <a:lnTo>
                  <a:pt x="293966" y="1295400"/>
                </a:lnTo>
                <a:lnTo>
                  <a:pt x="306146" y="1308100"/>
                </a:lnTo>
                <a:close/>
              </a:path>
              <a:path w="642620" h="2565400">
                <a:moveTo>
                  <a:pt x="222719" y="2527300"/>
                </a:moveTo>
                <a:lnTo>
                  <a:pt x="110350" y="2527300"/>
                </a:lnTo>
                <a:lnTo>
                  <a:pt x="125679" y="2514600"/>
                </a:lnTo>
                <a:lnTo>
                  <a:pt x="178422" y="2514600"/>
                </a:lnTo>
                <a:lnTo>
                  <a:pt x="242036" y="1320800"/>
                </a:lnTo>
                <a:lnTo>
                  <a:pt x="243344" y="1308100"/>
                </a:lnTo>
                <a:lnTo>
                  <a:pt x="366483" y="1308100"/>
                </a:lnTo>
                <a:lnTo>
                  <a:pt x="384149" y="1320800"/>
                </a:lnTo>
                <a:lnTo>
                  <a:pt x="286257" y="1320800"/>
                </a:lnTo>
                <a:lnTo>
                  <a:pt x="284187" y="1333500"/>
                </a:lnTo>
                <a:lnTo>
                  <a:pt x="285664" y="1333500"/>
                </a:lnTo>
                <a:lnTo>
                  <a:pt x="222719" y="2527300"/>
                </a:lnTo>
                <a:close/>
              </a:path>
              <a:path w="642620" h="2565400">
                <a:moveTo>
                  <a:pt x="285664" y="1333500"/>
                </a:moveTo>
                <a:lnTo>
                  <a:pt x="284187" y="1333500"/>
                </a:lnTo>
                <a:lnTo>
                  <a:pt x="286257" y="1320800"/>
                </a:lnTo>
                <a:lnTo>
                  <a:pt x="286171" y="1323881"/>
                </a:lnTo>
                <a:lnTo>
                  <a:pt x="285664" y="1333500"/>
                </a:lnTo>
                <a:close/>
              </a:path>
              <a:path w="642620" h="2565400">
                <a:moveTo>
                  <a:pt x="286171" y="1323881"/>
                </a:moveTo>
                <a:lnTo>
                  <a:pt x="286257" y="1320800"/>
                </a:lnTo>
                <a:lnTo>
                  <a:pt x="286171" y="1323881"/>
                </a:lnTo>
                <a:close/>
              </a:path>
              <a:path w="642620" h="2565400">
                <a:moveTo>
                  <a:pt x="302590" y="1333500"/>
                </a:moveTo>
                <a:lnTo>
                  <a:pt x="285902" y="1333500"/>
                </a:lnTo>
                <a:lnTo>
                  <a:pt x="286334" y="1320800"/>
                </a:lnTo>
                <a:lnTo>
                  <a:pt x="314121" y="1320800"/>
                </a:lnTo>
                <a:lnTo>
                  <a:pt x="302590" y="1333500"/>
                </a:lnTo>
                <a:close/>
              </a:path>
              <a:path w="642620" h="2565400">
                <a:moveTo>
                  <a:pt x="285902" y="1333500"/>
                </a:moveTo>
                <a:lnTo>
                  <a:pt x="285664" y="1333500"/>
                </a:lnTo>
                <a:lnTo>
                  <a:pt x="286171" y="1323881"/>
                </a:lnTo>
                <a:lnTo>
                  <a:pt x="285902" y="1333500"/>
                </a:lnTo>
                <a:close/>
              </a:path>
              <a:path w="642620" h="2565400">
                <a:moveTo>
                  <a:pt x="170052" y="2565400"/>
                </a:moveTo>
                <a:lnTo>
                  <a:pt x="0" y="2565400"/>
                </a:lnTo>
                <a:lnTo>
                  <a:pt x="1981" y="2527300"/>
                </a:lnTo>
                <a:lnTo>
                  <a:pt x="221411" y="2527300"/>
                </a:lnTo>
                <a:lnTo>
                  <a:pt x="217970" y="2540000"/>
                </a:lnTo>
                <a:lnTo>
                  <a:pt x="209448" y="2540000"/>
                </a:lnTo>
                <a:lnTo>
                  <a:pt x="205104" y="2552700"/>
                </a:lnTo>
                <a:lnTo>
                  <a:pt x="181140" y="2552700"/>
                </a:lnTo>
                <a:lnTo>
                  <a:pt x="170052" y="256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49609" y="3543427"/>
            <a:ext cx="1258239" cy="30749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76960"/>
            <a:ext cx="645985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3</a:t>
            </a:r>
            <a:r>
              <a:rPr dirty="0" sz="2800" spc="-10"/>
              <a:t> </a:t>
            </a:r>
            <a:r>
              <a:rPr dirty="0" sz="2800"/>
              <a:t>感应电动势大小与</a:t>
            </a:r>
            <a:r>
              <a:rPr dirty="0" sz="2800">
                <a:solidFill>
                  <a:srgbClr val="FF0000"/>
                </a:solidFill>
              </a:rPr>
              <a:t>线圈匝数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762244" y="1688592"/>
            <a:ext cx="6217920" cy="4227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688592"/>
            <a:ext cx="5588508" cy="4227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76960"/>
            <a:ext cx="645985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探究</a:t>
            </a:r>
            <a:r>
              <a:rPr dirty="0" sz="2800" spc="-15"/>
              <a:t>3</a:t>
            </a:r>
            <a:r>
              <a:rPr dirty="0" sz="2800" spc="-10"/>
              <a:t> </a:t>
            </a:r>
            <a:r>
              <a:rPr dirty="0" sz="2800"/>
              <a:t>感应电动势大小与</a:t>
            </a:r>
            <a:r>
              <a:rPr dirty="0" sz="2800">
                <a:solidFill>
                  <a:srgbClr val="FF0000"/>
                </a:solidFill>
              </a:rPr>
              <a:t>线圈匝数</a:t>
            </a:r>
            <a:r>
              <a:rPr dirty="0" sz="2800"/>
              <a:t>的关</a:t>
            </a:r>
            <a:r>
              <a:rPr dirty="0" sz="2800" spc="-20"/>
              <a:t>系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8595" y="1717039"/>
          <a:ext cx="5328920" cy="426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655"/>
                <a:gridCol w="1081405"/>
                <a:gridCol w="1081405"/>
                <a:gridCol w="1081404"/>
              </a:tblGrid>
              <a:tr h="595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594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6661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40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9961" y="1869541"/>
            <a:ext cx="613054" cy="31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0755" y="1955901"/>
            <a:ext cx="208165" cy="198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41345" y="1900593"/>
            <a:ext cx="341960" cy="2687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4480" y="1900593"/>
            <a:ext cx="484543" cy="2687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63223" y="1900593"/>
            <a:ext cx="497192" cy="2687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1861" y="2459456"/>
            <a:ext cx="1262024" cy="3341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18587" y="2495588"/>
            <a:ext cx="190461" cy="268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99992" y="2495588"/>
            <a:ext cx="190461" cy="268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1397" y="2495588"/>
            <a:ext cx="190461" cy="2687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01344" y="3126143"/>
            <a:ext cx="234962" cy="2645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04379" y="3130308"/>
            <a:ext cx="274396" cy="2604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1861" y="3606266"/>
            <a:ext cx="1825040" cy="32560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5894" y="3979646"/>
            <a:ext cx="1206842" cy="33444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1861" y="4384700"/>
            <a:ext cx="1854911" cy="31796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4429" y="4758588"/>
            <a:ext cx="307911" cy="32894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8749" y="4772062"/>
            <a:ext cx="234962" cy="26457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784" y="4772062"/>
            <a:ext cx="406412" cy="2691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75004" y="4772062"/>
            <a:ext cx="234962" cy="26457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64653" y="4803762"/>
            <a:ext cx="147751" cy="23704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6809" y="5209527"/>
            <a:ext cx="1529359" cy="33444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19821" y="5216550"/>
            <a:ext cx="312191" cy="3179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9130" y="5581091"/>
            <a:ext cx="944397" cy="32834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92678" y="3126892"/>
            <a:ext cx="703211" cy="36404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74263" y="3820312"/>
            <a:ext cx="703211" cy="36404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46756" y="5157736"/>
            <a:ext cx="2826753" cy="3978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09761" y="5586958"/>
            <a:ext cx="1457655" cy="38360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35222" y="4522622"/>
            <a:ext cx="703211" cy="36404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323831" y="1752600"/>
            <a:ext cx="1533144" cy="38145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30895" y="1737360"/>
            <a:ext cx="1559052" cy="387400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64452" y="1737360"/>
            <a:ext cx="1267968" cy="380695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876313" y="2053881"/>
            <a:ext cx="3776979" cy="137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0.5689V</a:t>
            </a:r>
            <a:endParaRPr sz="2400">
              <a:latin typeface="Times New Roman"/>
              <a:cs typeface="Times New Roman"/>
            </a:endParaRPr>
          </a:p>
          <a:p>
            <a:pPr algn="ctr" marR="147955">
              <a:lnSpc>
                <a:spcPct val="100000"/>
              </a:lnSpc>
              <a:spcBef>
                <a:spcPts val="1814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0.3097V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0.1492V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61834" y="351282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061834" y="371284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61834" y="391287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61834" y="411289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25690" y="351282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25690" y="371284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25690" y="391287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25690" y="411289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590915" y="350265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590915" y="370268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90915" y="390270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590915" y="410273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954769" y="350265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954769" y="370268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954769" y="390270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954769" y="410273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9998075" y="35077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998075" y="37077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998075" y="39077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998075" y="41078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361930" y="350774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361930" y="370776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361930" y="3907790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361930" y="4107815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054646" y="1629194"/>
            <a:ext cx="2724607" cy="38272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4340" y="2188019"/>
            <a:ext cx="7484681" cy="446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3483" y="3790188"/>
            <a:ext cx="7306309" cy="2121535"/>
          </a:xfrm>
          <a:prstGeom prst="rect">
            <a:avLst/>
          </a:prstGeom>
          <a:solidFill>
            <a:srgbClr val="C8C8C8"/>
          </a:solidFill>
        </p:spPr>
        <p:txBody>
          <a:bodyPr wrap="square" lIns="0" tIns="13335" rIns="0" bIns="0" rtlCol="0" vert="horz">
            <a:spAutoFit/>
          </a:bodyPr>
          <a:lstStyle/>
          <a:p>
            <a:pPr algn="just" marL="45085" marR="129539">
              <a:lnSpc>
                <a:spcPct val="150000"/>
              </a:lnSpc>
              <a:spcBef>
                <a:spcPts val="105"/>
              </a:spcBef>
            </a:pPr>
            <a:r>
              <a:rPr dirty="0" sz="2800" b="1">
                <a:latin typeface="华文楷体"/>
                <a:cs typeface="华文楷体"/>
              </a:rPr>
              <a:t>德国物理学家纽曼、韦伯在对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理论</a:t>
            </a:r>
            <a:r>
              <a:rPr dirty="0" sz="2800" b="1">
                <a:latin typeface="华文楷体"/>
                <a:cs typeface="华文楷体"/>
              </a:rPr>
              <a:t>和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实验资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料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进行严格分析</a:t>
            </a:r>
            <a:r>
              <a:rPr dirty="0" sz="2800" b="1">
                <a:latin typeface="华文楷体"/>
                <a:cs typeface="华文楷体"/>
              </a:rPr>
              <a:t>后，于</a:t>
            </a:r>
            <a:r>
              <a:rPr dirty="0" sz="2800" spc="-5" b="1">
                <a:latin typeface="华文楷体"/>
                <a:cs typeface="华文楷体"/>
              </a:rPr>
              <a:t>1845</a:t>
            </a:r>
            <a:r>
              <a:rPr dirty="0" sz="2800" b="1">
                <a:latin typeface="华文楷体"/>
                <a:cs typeface="华文楷体"/>
              </a:rPr>
              <a:t>年和</a:t>
            </a:r>
            <a:r>
              <a:rPr dirty="0" sz="2800" spc="-5" b="1">
                <a:latin typeface="华文楷体"/>
                <a:cs typeface="华文楷体"/>
              </a:rPr>
              <a:t>1846</a:t>
            </a:r>
            <a:r>
              <a:rPr dirty="0" sz="2800" b="1">
                <a:latin typeface="华文楷体"/>
                <a:cs typeface="华文楷体"/>
              </a:rPr>
              <a:t>年先后指</a:t>
            </a:r>
            <a:r>
              <a:rPr dirty="0" sz="2800" spc="-10" b="1">
                <a:latin typeface="华文楷体"/>
                <a:cs typeface="华文楷体"/>
              </a:rPr>
              <a:t>出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电磁感应的规律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3460" y="984885"/>
            <a:ext cx="20656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实验结论</a:t>
            </a:r>
            <a:r>
              <a:rPr dirty="0" sz="3200" spc="-10" b="1">
                <a:latin typeface="黑体"/>
                <a:cs typeface="黑体"/>
              </a:rPr>
              <a:t>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31451" y="2778493"/>
            <a:ext cx="3418801" cy="4246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4095" y="154644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0811" y="12755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0455" y="1499616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83563" y="1016926"/>
            <a:ext cx="45154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二、法拉第电磁感应定</a:t>
            </a:r>
            <a:r>
              <a:rPr dirty="0" sz="3200" spc="-10"/>
              <a:t>律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410489" y="2008987"/>
            <a:ext cx="464337" cy="37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6157" y="1989162"/>
            <a:ext cx="720013" cy="366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94408" y="2082787"/>
            <a:ext cx="119608" cy="233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49069" y="1982063"/>
            <a:ext cx="5793498" cy="3992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1101" y="2628900"/>
            <a:ext cx="3548126" cy="3622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13009" y="2622854"/>
            <a:ext cx="2125319" cy="3882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66065" y="2856471"/>
            <a:ext cx="100914" cy="100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6529" y="4438497"/>
            <a:ext cx="447827" cy="3738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09027" y="4415485"/>
            <a:ext cx="726325" cy="3878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19173" y="4512297"/>
            <a:ext cx="119608" cy="2331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872" y="5053787"/>
            <a:ext cx="2658211" cy="3971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48088" y="5051653"/>
            <a:ext cx="3232073" cy="39178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26466" y="5067300"/>
            <a:ext cx="399249" cy="3498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88759" y="5078577"/>
            <a:ext cx="526567" cy="3738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31646" y="5282768"/>
            <a:ext cx="114769" cy="16421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0796" y="5482285"/>
            <a:ext cx="2537015" cy="38787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12122" y="5476240"/>
            <a:ext cx="680465" cy="39213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82644" y="5505297"/>
            <a:ext cx="823112" cy="37381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22076" y="5482272"/>
            <a:ext cx="2134920" cy="39142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16813" y="5480151"/>
            <a:ext cx="708901" cy="3832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21663" y="5578919"/>
            <a:ext cx="173431" cy="23387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80516" y="5481205"/>
            <a:ext cx="151765" cy="37898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3829" y="3604107"/>
            <a:ext cx="447827" cy="37381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91006" y="3586073"/>
            <a:ext cx="734504" cy="37115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06473" y="3677907"/>
            <a:ext cx="119608" cy="23317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584316" y="3352139"/>
            <a:ext cx="129349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9143" sz="4575" spc="-127" i="1">
                <a:latin typeface="Times New Roman"/>
                <a:cs typeface="Times New Roman"/>
              </a:rPr>
              <a:t>E</a:t>
            </a:r>
            <a:r>
              <a:rPr dirty="0" baseline="-32786" sz="4575" spc="37">
                <a:latin typeface="宋体"/>
                <a:cs typeface="宋体"/>
              </a:rPr>
              <a:t>＝</a:t>
            </a:r>
            <a:r>
              <a:rPr dirty="0" baseline="-29143" sz="4575" spc="-112" i="1">
                <a:latin typeface="Times New Roman"/>
                <a:cs typeface="Times New Roman"/>
              </a:rPr>
              <a:t>n</a:t>
            </a:r>
            <a:r>
              <a:rPr dirty="0" u="sng" sz="3050" spc="2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r>
              <a:rPr dirty="0" u="sng" sz="3050" spc="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89572" y="3845140"/>
            <a:ext cx="34036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90" i="1">
                <a:latin typeface="Times New Roman"/>
                <a:cs typeface="Times New Roman"/>
              </a:rPr>
              <a:t>?</a:t>
            </a:r>
            <a:r>
              <a:rPr dirty="0" sz="3050" spc="5" i="1">
                <a:latin typeface="Times New Roman"/>
                <a:cs typeface="Times New Roman"/>
              </a:rPr>
              <a:t>t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28264" y="3800449"/>
            <a:ext cx="579755" cy="0"/>
          </a:xfrm>
          <a:custGeom>
            <a:avLst/>
            <a:gdLst/>
            <a:ahLst/>
            <a:cxnLst/>
            <a:rect l="l" t="t" r="r" b="b"/>
            <a:pathLst>
              <a:path w="579754" h="0">
                <a:moveTo>
                  <a:pt x="0" y="0"/>
                </a:moveTo>
                <a:lnTo>
                  <a:pt x="57974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955685" y="3503777"/>
            <a:ext cx="353060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-1705" i="1">
                <a:latin typeface="Times New Roman"/>
                <a:cs typeface="Times New Roman"/>
              </a:rPr>
              <a:t>E</a:t>
            </a:r>
            <a:r>
              <a:rPr dirty="0" sz="3500" i="1">
                <a:latin typeface="Times New Roman"/>
                <a:cs typeface="Times New Roman"/>
              </a:rPr>
              <a:t>E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9667" y="3268624"/>
            <a:ext cx="79819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-1460" i="1">
                <a:latin typeface="Times New Roman"/>
                <a:cs typeface="Times New Roman"/>
              </a:rPr>
              <a:t>?</a:t>
            </a:r>
            <a:r>
              <a:rPr dirty="0" baseline="-29365" sz="5250" spc="127" i="1">
                <a:latin typeface="Times New Roman"/>
                <a:cs typeface="Times New Roman"/>
              </a:rPr>
              <a:t>k</a:t>
            </a:r>
            <a:r>
              <a:rPr dirty="0" sz="3500" spc="-1630" i="1">
                <a:latin typeface="Times New Roman"/>
                <a:cs typeface="Times New Roman"/>
              </a:rPr>
              <a:t>?</a:t>
            </a:r>
            <a:r>
              <a:rPr dirty="0" sz="3500" spc="-254" i="1">
                <a:latin typeface="Times New Roman"/>
                <a:cs typeface="Times New Roman"/>
              </a:rPr>
              <a:t>F</a:t>
            </a:r>
            <a:r>
              <a:rPr dirty="0" sz="3500" i="1">
                <a:latin typeface="Times New Roman"/>
                <a:cs typeface="Times New Roman"/>
              </a:rPr>
              <a:t>F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82367" y="3797452"/>
            <a:ext cx="619125" cy="0"/>
          </a:xfrm>
          <a:custGeom>
            <a:avLst/>
            <a:gdLst/>
            <a:ahLst/>
            <a:cxnLst/>
            <a:rect l="l" t="t" r="r" b="b"/>
            <a:pathLst>
              <a:path w="619125" h="0">
                <a:moveTo>
                  <a:pt x="0" y="0"/>
                </a:moveTo>
                <a:lnTo>
                  <a:pt x="61878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241283" y="3527285"/>
            <a:ext cx="1171575" cy="8699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3304"/>
              </a:lnSpc>
              <a:spcBef>
                <a:spcPts val="130"/>
              </a:spcBef>
            </a:pPr>
            <a:r>
              <a:rPr dirty="0" sz="3500" spc="-1565">
                <a:latin typeface="宋体"/>
                <a:cs typeface="宋体"/>
              </a:rPr>
              <a:t>＝＝</a:t>
            </a:r>
            <a:endParaRPr sz="3500">
              <a:latin typeface="宋体"/>
              <a:cs typeface="宋体"/>
            </a:endParaRPr>
          </a:p>
          <a:p>
            <a:pPr marL="560070">
              <a:lnSpc>
                <a:spcPts val="3304"/>
              </a:lnSpc>
            </a:pPr>
            <a:r>
              <a:rPr dirty="0" sz="3500" spc="-480" i="1">
                <a:latin typeface="Times New Roman"/>
                <a:cs typeface="Times New Roman"/>
              </a:rPr>
              <a:t>??t</a:t>
            </a:r>
            <a:r>
              <a:rPr dirty="0" sz="3500" spc="-265" i="1">
                <a:latin typeface="Times New Roman"/>
                <a:cs typeface="Times New Roman"/>
              </a:rPr>
              <a:t> </a:t>
            </a:r>
            <a:r>
              <a:rPr dirty="0" sz="3500" i="1">
                <a:latin typeface="Times New Roman"/>
                <a:cs typeface="Times New Roman"/>
              </a:rPr>
              <a:t>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802214" y="3701364"/>
            <a:ext cx="264413" cy="25132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95051" y="3586213"/>
            <a:ext cx="1147267" cy="42099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2176" y="1815503"/>
            <a:ext cx="947140" cy="3076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7473" y="868971"/>
            <a:ext cx="551624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02910" algn="l"/>
              </a:tabLst>
            </a:pPr>
            <a:r>
              <a:rPr dirty="0" u="heavy" sz="3200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物理量</a:t>
            </a:r>
            <a:r>
              <a:rPr dirty="0" u="heavy" sz="3200" spc="-5" b="0" i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Φ</a:t>
            </a:r>
            <a:r>
              <a:rPr dirty="0" u="heavy" sz="3200" spc="-5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、</a:t>
            </a:r>
            <a:r>
              <a:rPr dirty="0" u="heavy" sz="3200" spc="-5" b="0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dirty="0" u="heavy" sz="3200" spc="-5" b="0" i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Φ</a:t>
            </a:r>
            <a:r>
              <a:rPr dirty="0" u="heavy" sz="3200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、</a:t>
            </a:r>
            <a:r>
              <a:rPr dirty="0" u="heavy" sz="3200" spc="-5" b="0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dirty="0" u="heavy" sz="3200" spc="-5" b="0" i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Φ</a:t>
            </a:r>
            <a:r>
              <a:rPr dirty="0" u="heavy" sz="3200" spc="-5" b="0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/Δ</a:t>
            </a:r>
            <a:r>
              <a:rPr dirty="0" u="heavy" sz="3200" spc="-5" b="0" i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3200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的比</a:t>
            </a:r>
            <a:r>
              <a:rPr dirty="0" u="heavy" sz="3200" spc="5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较</a:t>
            </a:r>
            <a:r>
              <a:rPr dirty="0" u="heavy" sz="3200" b="0">
                <a:uFill>
                  <a:solidFill>
                    <a:srgbClr val="701000"/>
                  </a:solidFill>
                </a:uFill>
                <a:latin typeface="黑体"/>
                <a:cs typeface="黑体"/>
              </a:rPr>
              <a:t>	</a:t>
            </a:r>
            <a:endParaRPr sz="3200">
              <a:latin typeface="黑体"/>
              <a:cs typeface="黑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7485" y="1510664"/>
          <a:ext cx="8406130" cy="365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1425"/>
                <a:gridCol w="1626870"/>
                <a:gridCol w="2767964"/>
                <a:gridCol w="2750820"/>
              </a:tblGrid>
              <a:tr h="882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2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u="sng" sz="2550" spc="200" i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?</a:t>
                      </a:r>
                      <a:r>
                        <a:rPr dirty="0" u="sng" sz="2550" i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F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r" marR="172085">
                        <a:lnSpc>
                          <a:spcPts val="2735"/>
                        </a:lnSpc>
                        <a:spcBef>
                          <a:spcPts val="160"/>
                        </a:spcBef>
                      </a:pPr>
                      <a:r>
                        <a:rPr dirty="0" sz="2550" spc="200" i="1">
                          <a:latin typeface="Times New Roman"/>
                          <a:cs typeface="Times New Roman"/>
                        </a:rPr>
                        <a:t>?</a:t>
                      </a:r>
                      <a:r>
                        <a:rPr dirty="0" sz="2550" i="1">
                          <a:latin typeface="Times New Roman"/>
                          <a:cs typeface="Times New Roman"/>
                        </a:rPr>
                        <a:t>t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03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1657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1097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431834" y="1829193"/>
            <a:ext cx="274396" cy="260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9046" y="1808505"/>
            <a:ext cx="2168880" cy="3179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68544" y="1825028"/>
            <a:ext cx="234962" cy="2645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71579" y="1829193"/>
            <a:ext cx="274396" cy="2604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07011" y="1803425"/>
            <a:ext cx="2163089" cy="331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1724" y="2885058"/>
            <a:ext cx="927633" cy="320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340" y="3273056"/>
            <a:ext cx="316458" cy="2835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611" y="4093235"/>
            <a:ext cx="919403" cy="3188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5699" y="4450156"/>
            <a:ext cx="908735" cy="3255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0634" y="4817135"/>
            <a:ext cx="572211" cy="3265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0811" y="113080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5" y="0"/>
                </a:lnTo>
                <a:lnTo>
                  <a:pt x="364235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0455" y="13533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69399" y="4185284"/>
            <a:ext cx="2151811" cy="3386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93173" y="4558969"/>
            <a:ext cx="915149" cy="33261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32969" y="4192892"/>
            <a:ext cx="635914" cy="31158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38353" y="4188637"/>
            <a:ext cx="1201978" cy="33809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62848" y="4191076"/>
            <a:ext cx="309448" cy="31097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1951" y="4551032"/>
            <a:ext cx="2147849" cy="33444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1500" y="5332183"/>
            <a:ext cx="843241" cy="36689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58544" y="5357876"/>
            <a:ext cx="267538" cy="30209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95310" y="5362727"/>
            <a:ext cx="313563" cy="2972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3049" y="5335384"/>
            <a:ext cx="2290229" cy="37152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7233" y="5752058"/>
            <a:ext cx="7479499" cy="39427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13713" y="2536215"/>
            <a:ext cx="305790" cy="33352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22500" y="2544127"/>
            <a:ext cx="571601" cy="32407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25433" y="2537434"/>
            <a:ext cx="621588" cy="33017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81696" y="2901975"/>
            <a:ext cx="1566240" cy="34844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07312" y="3273526"/>
            <a:ext cx="1524787" cy="32560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98777" y="3639286"/>
            <a:ext cx="634072" cy="32865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92973" y="4185881"/>
            <a:ext cx="1507109" cy="33291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39541" y="2548915"/>
            <a:ext cx="942860" cy="33352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73219" y="2555303"/>
            <a:ext cx="905383" cy="34206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214810" y="2747632"/>
            <a:ext cx="104025" cy="14638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370313" y="2914675"/>
            <a:ext cx="2136571" cy="33992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54476" y="3295053"/>
            <a:ext cx="630123" cy="30761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84536" y="3278898"/>
            <a:ext cx="1510157" cy="33261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67463" y="2548915"/>
            <a:ext cx="2455722" cy="33992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55576" y="2922295"/>
            <a:ext cx="1851253" cy="31796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37732" y="1839467"/>
            <a:ext cx="2270760" cy="1668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039" y="1859127"/>
            <a:ext cx="447827" cy="373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2973" y="1838960"/>
            <a:ext cx="2474429" cy="3843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7674" y="1859127"/>
            <a:ext cx="169100" cy="3074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95891" y="2063318"/>
            <a:ext cx="114769" cy="1642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46449" y="1840738"/>
            <a:ext cx="1738134" cy="3907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09120" y="1838960"/>
            <a:ext cx="687222" cy="3658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86614" y="1859127"/>
            <a:ext cx="169100" cy="3074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5709" y="2262822"/>
            <a:ext cx="3940975" cy="3871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53293" y="2365717"/>
            <a:ext cx="209207" cy="2276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67288" y="2262835"/>
            <a:ext cx="1757692" cy="3729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0718" y="2685884"/>
            <a:ext cx="5688025" cy="3900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9834" y="3107270"/>
            <a:ext cx="5104549" cy="39533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9039" y="3900017"/>
            <a:ext cx="447827" cy="3738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7270" y="3883748"/>
            <a:ext cx="365125" cy="3558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35964" y="3876992"/>
            <a:ext cx="4994744" cy="38467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76364" y="4302290"/>
            <a:ext cx="1388300" cy="37437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63814" y="4326737"/>
            <a:ext cx="236283" cy="3074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81504" y="4530928"/>
            <a:ext cx="133743" cy="16421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13165" y="4297311"/>
            <a:ext cx="3895826" cy="39107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7431" y="4736020"/>
            <a:ext cx="870635" cy="36441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38543" y="3794759"/>
            <a:ext cx="1556003" cy="214426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2752" y="5363273"/>
            <a:ext cx="5344883" cy="39321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7730" y="1107465"/>
            <a:ext cx="381279" cy="3840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38110" y="1358874"/>
            <a:ext cx="93738" cy="9235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82902" y="1101902"/>
            <a:ext cx="6891020" cy="39377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730" y="1107465"/>
            <a:ext cx="381279" cy="384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38110" y="1358874"/>
            <a:ext cx="93738" cy="92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82902" y="1101902"/>
            <a:ext cx="6891020" cy="393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2440" y="3116579"/>
            <a:ext cx="7729728" cy="26106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9669" y="1620367"/>
            <a:ext cx="447827" cy="3738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3602" y="1600187"/>
            <a:ext cx="2474429" cy="3843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98304" y="1620367"/>
            <a:ext cx="169100" cy="3074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56521" y="1824558"/>
            <a:ext cx="114769" cy="1642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07079" y="1601977"/>
            <a:ext cx="1738134" cy="3907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69750" y="1600200"/>
            <a:ext cx="687222" cy="3658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47244" y="1620367"/>
            <a:ext cx="169100" cy="3074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82004" y="1604797"/>
            <a:ext cx="2145576" cy="379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6339" y="2024075"/>
            <a:ext cx="1803565" cy="38360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76513" y="2126957"/>
            <a:ext cx="209207" cy="22762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0508" y="2024062"/>
            <a:ext cx="6003709" cy="39142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0962" y="2441790"/>
            <a:ext cx="6559003" cy="39533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0959" y="1685772"/>
            <a:ext cx="447827" cy="37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9190" y="1669503"/>
            <a:ext cx="365124" cy="3558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57884" y="1661325"/>
            <a:ext cx="6386258" cy="3860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3279" y="1685772"/>
            <a:ext cx="236283" cy="3074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60982" y="1889963"/>
            <a:ext cx="133743" cy="1642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9125" y="2077986"/>
            <a:ext cx="4819434" cy="3910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2795" y="2561844"/>
            <a:ext cx="8065008" cy="36332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7730" y="1107465"/>
            <a:ext cx="381279" cy="3840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38110" y="1358874"/>
            <a:ext cx="93738" cy="923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82902" y="1101902"/>
            <a:ext cx="6891020" cy="39377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87227" y="3578517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 h="0">
                <a:moveTo>
                  <a:pt x="0" y="0"/>
                </a:moveTo>
                <a:lnTo>
                  <a:pt x="498500" y="0"/>
                </a:lnTo>
              </a:path>
            </a:pathLst>
          </a:custGeom>
          <a:ln w="179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48659" y="2864218"/>
            <a:ext cx="1134110" cy="127127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baseline="-35426" sz="5175" spc="22" i="1">
                <a:latin typeface="Times New Roman"/>
                <a:cs typeface="Times New Roman"/>
              </a:rPr>
              <a:t>v </a:t>
            </a:r>
            <a:r>
              <a:rPr dirty="0" baseline="-35426" sz="5175" spc="30">
                <a:latin typeface="Symbol"/>
                <a:cs typeface="Symbol"/>
              </a:rPr>
              <a:t></a:t>
            </a:r>
            <a:r>
              <a:rPr dirty="0" baseline="-35426" sz="5175" spc="-217">
                <a:latin typeface="Times New Roman"/>
                <a:cs typeface="Times New Roman"/>
              </a:rPr>
              <a:t> </a:t>
            </a:r>
            <a:r>
              <a:rPr dirty="0" sz="3450" spc="-35">
                <a:latin typeface="Symbol"/>
                <a:cs typeface="Symbol"/>
              </a:rPr>
              <a:t></a:t>
            </a:r>
            <a:r>
              <a:rPr dirty="0" sz="3450" spc="-35" i="1">
                <a:latin typeface="Times New Roman"/>
                <a:cs typeface="Times New Roman"/>
              </a:rPr>
              <a:t>x</a:t>
            </a:r>
            <a:endParaRPr sz="3450">
              <a:latin typeface="Times New Roman"/>
              <a:cs typeface="Times New Roman"/>
            </a:endParaRPr>
          </a:p>
          <a:p>
            <a:pPr marL="693420">
              <a:lnSpc>
                <a:spcPct val="100000"/>
              </a:lnSpc>
              <a:spcBef>
                <a:spcPts val="765"/>
              </a:spcBef>
            </a:pPr>
            <a:r>
              <a:rPr dirty="0" sz="3450" spc="-40">
                <a:latin typeface="Symbol"/>
                <a:cs typeface="Symbol"/>
              </a:rPr>
              <a:t></a:t>
            </a:r>
            <a:r>
              <a:rPr dirty="0" sz="3450" spc="-40" i="1">
                <a:latin typeface="Times New Roman"/>
                <a:cs typeface="Times New Roman"/>
              </a:rPr>
              <a:t>t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9803" y="1925046"/>
            <a:ext cx="7753984" cy="5607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03450" algn="l"/>
              </a:tabLst>
            </a:pPr>
            <a:r>
              <a:rPr dirty="0" sz="3200">
                <a:solidFill>
                  <a:srgbClr val="FF0000"/>
                </a:solidFill>
                <a:latin typeface="华文楷体"/>
                <a:cs typeface="华文楷体"/>
              </a:rPr>
              <a:t>动生电动势	</a:t>
            </a:r>
            <a:r>
              <a:rPr dirty="0" baseline="-4145" sz="5025" spc="-15" b="0" i="1">
                <a:latin typeface="Times New Roman"/>
                <a:cs typeface="Times New Roman"/>
              </a:rPr>
              <a:t>E</a:t>
            </a:r>
            <a:r>
              <a:rPr dirty="0" baseline="-4145" sz="5025" spc="172" b="0" i="1">
                <a:latin typeface="Times New Roman"/>
                <a:cs typeface="Times New Roman"/>
              </a:rPr>
              <a:t> </a:t>
            </a:r>
            <a:r>
              <a:rPr dirty="0" baseline="-4145" sz="5025" spc="-15" b="0">
                <a:latin typeface="Symbol"/>
                <a:cs typeface="Symbol"/>
              </a:rPr>
              <a:t></a:t>
            </a:r>
            <a:r>
              <a:rPr dirty="0" baseline="-4145" sz="5025" spc="89" b="0">
                <a:latin typeface="Times New Roman"/>
                <a:cs typeface="Times New Roman"/>
              </a:rPr>
              <a:t> </a:t>
            </a:r>
            <a:r>
              <a:rPr dirty="0" baseline="-4145" sz="5025" spc="-7" b="0" i="1">
                <a:latin typeface="Times New Roman"/>
                <a:cs typeface="Times New Roman"/>
              </a:rPr>
              <a:t>BLv</a:t>
            </a:r>
            <a:r>
              <a:rPr dirty="0" baseline="-4145" sz="5025" spc="-547" b="0" i="1">
                <a:latin typeface="Times New Roman"/>
                <a:cs typeface="Times New Roman"/>
              </a:rPr>
              <a:t> </a:t>
            </a:r>
            <a:r>
              <a:rPr dirty="0" baseline="-4145" sz="5025" spc="-7" b="0">
                <a:latin typeface="Times New Roman"/>
                <a:cs typeface="Times New Roman"/>
              </a:rPr>
              <a:t>sin</a:t>
            </a:r>
            <a:r>
              <a:rPr dirty="0" baseline="-3968" sz="5250" spc="-7" b="0" i="1">
                <a:latin typeface="Symbol"/>
                <a:cs typeface="Symbol"/>
              </a:rPr>
              <a:t></a:t>
            </a:r>
            <a:r>
              <a:rPr dirty="0" baseline="-3968" sz="5250" spc="-179" b="0" i="1">
                <a:latin typeface="Times New Roman"/>
                <a:cs typeface="Times New Roman"/>
              </a:rPr>
              <a:t> </a:t>
            </a:r>
            <a:r>
              <a:rPr dirty="0" sz="3200" spc="-5" b="0">
                <a:solidFill>
                  <a:srgbClr val="FF0000"/>
                </a:solidFill>
                <a:latin typeface="华文楷体"/>
                <a:cs typeface="华文楷体"/>
              </a:rPr>
              <a:t>（</a:t>
            </a:r>
            <a:r>
              <a:rPr dirty="0" sz="3200" spc="-5" b="0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r>
              <a:rPr dirty="0" sz="3200" b="0">
                <a:solidFill>
                  <a:srgbClr val="FF0000"/>
                </a:solidFill>
                <a:latin typeface="华文楷体"/>
                <a:cs typeface="华文楷体"/>
              </a:rPr>
              <a:t>为</a:t>
            </a:r>
            <a:r>
              <a:rPr dirty="0" sz="3200" spc="-5" b="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3200" b="0">
                <a:solidFill>
                  <a:srgbClr val="FF0000"/>
                </a:solidFill>
                <a:latin typeface="华文楷体"/>
                <a:cs typeface="华文楷体"/>
              </a:rPr>
              <a:t>与</a:t>
            </a:r>
            <a:r>
              <a:rPr dirty="0" sz="3200" spc="-5" b="0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3200" b="0">
                <a:solidFill>
                  <a:srgbClr val="FF0000"/>
                </a:solidFill>
                <a:latin typeface="华文楷体"/>
                <a:cs typeface="华文楷体"/>
              </a:rPr>
              <a:t>夹角</a:t>
            </a:r>
            <a:r>
              <a:rPr dirty="0" sz="3200" spc="5" b="0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0511" y="1148473"/>
            <a:ext cx="363537" cy="304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07884" y="1101902"/>
            <a:ext cx="6020828" cy="393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2130" y="948347"/>
            <a:ext cx="1570989" cy="392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50899" y="1395260"/>
            <a:ext cx="732726" cy="376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42376" y="1397393"/>
            <a:ext cx="399605" cy="375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66721" y="1416202"/>
            <a:ext cx="678421" cy="2998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66047" y="1386027"/>
            <a:ext cx="5693714" cy="3971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5020" y="1807298"/>
            <a:ext cx="8357971" cy="3974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3824" y="2242311"/>
            <a:ext cx="6191758" cy="3818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25259" y="2264257"/>
            <a:ext cx="161798" cy="3738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75716" y="2244077"/>
            <a:ext cx="1557489" cy="38858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6486" y="2665818"/>
            <a:ext cx="6189268" cy="3974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15366" y="2690977"/>
            <a:ext cx="161798" cy="3738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5612" y="3796284"/>
            <a:ext cx="3144012" cy="231190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59096" y="3337559"/>
            <a:ext cx="2081783" cy="29641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72593" y="3833495"/>
            <a:ext cx="659130" cy="817244"/>
          </a:xfrm>
          <a:custGeom>
            <a:avLst/>
            <a:gdLst/>
            <a:ahLst/>
            <a:cxnLst/>
            <a:rect l="l" t="t" r="r" b="b"/>
            <a:pathLst>
              <a:path w="659129" h="817245">
                <a:moveTo>
                  <a:pt x="499821" y="104241"/>
                </a:moveTo>
                <a:lnTo>
                  <a:pt x="478789" y="84010"/>
                </a:lnTo>
                <a:lnTo>
                  <a:pt x="479031" y="80416"/>
                </a:lnTo>
                <a:lnTo>
                  <a:pt x="658736" y="0"/>
                </a:lnTo>
                <a:lnTo>
                  <a:pt x="655922" y="19100"/>
                </a:lnTo>
                <a:lnTo>
                  <a:pt x="617042" y="19100"/>
                </a:lnTo>
                <a:lnTo>
                  <a:pt x="569371" y="78736"/>
                </a:lnTo>
                <a:lnTo>
                  <a:pt x="506857" y="102869"/>
                </a:lnTo>
                <a:lnTo>
                  <a:pt x="503402" y="103860"/>
                </a:lnTo>
                <a:lnTo>
                  <a:pt x="499821" y="104241"/>
                </a:lnTo>
                <a:close/>
              </a:path>
              <a:path w="659129" h="817245">
                <a:moveTo>
                  <a:pt x="569371" y="78736"/>
                </a:moveTo>
                <a:lnTo>
                  <a:pt x="617042" y="19100"/>
                </a:lnTo>
                <a:lnTo>
                  <a:pt x="629400" y="28981"/>
                </a:lnTo>
                <a:lnTo>
                  <a:pt x="612749" y="28981"/>
                </a:lnTo>
                <a:lnTo>
                  <a:pt x="607590" y="63982"/>
                </a:lnTo>
                <a:lnTo>
                  <a:pt x="569371" y="78736"/>
                </a:lnTo>
                <a:close/>
              </a:path>
              <a:path w="659129" h="817245">
                <a:moveTo>
                  <a:pt x="612851" y="194449"/>
                </a:moveTo>
                <a:lnTo>
                  <a:pt x="591642" y="174396"/>
                </a:lnTo>
                <a:lnTo>
                  <a:pt x="591845" y="170802"/>
                </a:lnTo>
                <a:lnTo>
                  <a:pt x="601615" y="104518"/>
                </a:lnTo>
                <a:lnTo>
                  <a:pt x="649287" y="44881"/>
                </a:lnTo>
                <a:lnTo>
                  <a:pt x="617042" y="19100"/>
                </a:lnTo>
                <a:lnTo>
                  <a:pt x="655922" y="19100"/>
                </a:lnTo>
                <a:lnTo>
                  <a:pt x="632688" y="176822"/>
                </a:lnTo>
                <a:lnTo>
                  <a:pt x="616419" y="194030"/>
                </a:lnTo>
                <a:lnTo>
                  <a:pt x="612851" y="194449"/>
                </a:lnTo>
                <a:close/>
              </a:path>
              <a:path w="659129" h="817245">
                <a:moveTo>
                  <a:pt x="607590" y="63982"/>
                </a:moveTo>
                <a:lnTo>
                  <a:pt x="612749" y="28981"/>
                </a:lnTo>
                <a:lnTo>
                  <a:pt x="640588" y="51244"/>
                </a:lnTo>
                <a:lnTo>
                  <a:pt x="607590" y="63982"/>
                </a:lnTo>
                <a:close/>
              </a:path>
              <a:path w="659129" h="817245">
                <a:moveTo>
                  <a:pt x="601615" y="104518"/>
                </a:moveTo>
                <a:lnTo>
                  <a:pt x="607590" y="63982"/>
                </a:lnTo>
                <a:lnTo>
                  <a:pt x="640588" y="51244"/>
                </a:lnTo>
                <a:lnTo>
                  <a:pt x="612749" y="28981"/>
                </a:lnTo>
                <a:lnTo>
                  <a:pt x="629400" y="28981"/>
                </a:lnTo>
                <a:lnTo>
                  <a:pt x="649287" y="44881"/>
                </a:lnTo>
                <a:lnTo>
                  <a:pt x="601615" y="104518"/>
                </a:lnTo>
                <a:close/>
              </a:path>
              <a:path w="659129" h="817245">
                <a:moveTo>
                  <a:pt x="32232" y="816800"/>
                </a:moveTo>
                <a:lnTo>
                  <a:pt x="0" y="791019"/>
                </a:lnTo>
                <a:lnTo>
                  <a:pt x="569371" y="78736"/>
                </a:lnTo>
                <a:lnTo>
                  <a:pt x="607590" y="63982"/>
                </a:lnTo>
                <a:lnTo>
                  <a:pt x="601615" y="104518"/>
                </a:lnTo>
                <a:lnTo>
                  <a:pt x="32232" y="816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71717" y="3793490"/>
            <a:ext cx="142875" cy="735330"/>
          </a:xfrm>
          <a:custGeom>
            <a:avLst/>
            <a:gdLst/>
            <a:ahLst/>
            <a:cxnLst/>
            <a:rect l="l" t="t" r="r" b="b"/>
            <a:pathLst>
              <a:path w="142875" h="735329">
                <a:moveTo>
                  <a:pt x="16903" y="142925"/>
                </a:moveTo>
                <a:lnTo>
                  <a:pt x="0" y="128155"/>
                </a:lnTo>
                <a:lnTo>
                  <a:pt x="101" y="125044"/>
                </a:lnTo>
                <a:lnTo>
                  <a:pt x="800" y="122008"/>
                </a:lnTo>
                <a:lnTo>
                  <a:pt x="2082" y="119176"/>
                </a:lnTo>
                <a:lnTo>
                  <a:pt x="70637" y="0"/>
                </a:lnTo>
                <a:lnTo>
                  <a:pt x="89212" y="31407"/>
                </a:lnTo>
                <a:lnTo>
                  <a:pt x="86702" y="31407"/>
                </a:lnTo>
                <a:lnTo>
                  <a:pt x="54952" y="31597"/>
                </a:lnTo>
                <a:lnTo>
                  <a:pt x="55308" y="90323"/>
                </a:lnTo>
                <a:lnTo>
                  <a:pt x="29603" y="135000"/>
                </a:lnTo>
                <a:lnTo>
                  <a:pt x="19977" y="142417"/>
                </a:lnTo>
                <a:lnTo>
                  <a:pt x="16903" y="142925"/>
                </a:lnTo>
                <a:close/>
              </a:path>
              <a:path w="142875" h="735329">
                <a:moveTo>
                  <a:pt x="55308" y="90323"/>
                </a:moveTo>
                <a:lnTo>
                  <a:pt x="54952" y="31597"/>
                </a:lnTo>
                <a:lnTo>
                  <a:pt x="86702" y="31407"/>
                </a:lnTo>
                <a:lnTo>
                  <a:pt x="86751" y="39420"/>
                </a:lnTo>
                <a:lnTo>
                  <a:pt x="57162" y="39585"/>
                </a:lnTo>
                <a:lnTo>
                  <a:pt x="71020" y="63014"/>
                </a:lnTo>
                <a:lnTo>
                  <a:pt x="55308" y="90323"/>
                </a:lnTo>
                <a:close/>
              </a:path>
              <a:path w="142875" h="735329">
                <a:moveTo>
                  <a:pt x="126098" y="142265"/>
                </a:moveTo>
                <a:lnTo>
                  <a:pt x="87058" y="90130"/>
                </a:lnTo>
                <a:lnTo>
                  <a:pt x="86702" y="31407"/>
                </a:lnTo>
                <a:lnTo>
                  <a:pt x="89212" y="31407"/>
                </a:lnTo>
                <a:lnTo>
                  <a:pt x="140627" y="118338"/>
                </a:lnTo>
                <a:lnTo>
                  <a:pt x="141947" y="121158"/>
                </a:lnTo>
                <a:lnTo>
                  <a:pt x="142684" y="124180"/>
                </a:lnTo>
                <a:lnTo>
                  <a:pt x="142811" y="127292"/>
                </a:lnTo>
                <a:lnTo>
                  <a:pt x="142341" y="130365"/>
                </a:lnTo>
                <a:lnTo>
                  <a:pt x="126098" y="142265"/>
                </a:lnTo>
                <a:close/>
              </a:path>
              <a:path w="142875" h="735329">
                <a:moveTo>
                  <a:pt x="71020" y="63014"/>
                </a:moveTo>
                <a:lnTo>
                  <a:pt x="57162" y="39585"/>
                </a:lnTo>
                <a:lnTo>
                  <a:pt x="84594" y="39420"/>
                </a:lnTo>
                <a:lnTo>
                  <a:pt x="71020" y="63014"/>
                </a:lnTo>
                <a:close/>
              </a:path>
              <a:path w="142875" h="735329">
                <a:moveTo>
                  <a:pt x="87058" y="90130"/>
                </a:moveTo>
                <a:lnTo>
                  <a:pt x="71020" y="63014"/>
                </a:lnTo>
                <a:lnTo>
                  <a:pt x="84594" y="39420"/>
                </a:lnTo>
                <a:lnTo>
                  <a:pt x="86751" y="39420"/>
                </a:lnTo>
                <a:lnTo>
                  <a:pt x="87058" y="90130"/>
                </a:lnTo>
                <a:close/>
              </a:path>
              <a:path w="142875" h="735329">
                <a:moveTo>
                  <a:pt x="59207" y="734796"/>
                </a:moveTo>
                <a:lnTo>
                  <a:pt x="55537" y="128155"/>
                </a:lnTo>
                <a:lnTo>
                  <a:pt x="55419" y="90130"/>
                </a:lnTo>
                <a:lnTo>
                  <a:pt x="71020" y="63014"/>
                </a:lnTo>
                <a:lnTo>
                  <a:pt x="87058" y="90130"/>
                </a:lnTo>
                <a:lnTo>
                  <a:pt x="90957" y="734593"/>
                </a:lnTo>
                <a:lnTo>
                  <a:pt x="59207" y="7347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80683" y="4274540"/>
            <a:ext cx="210235" cy="11348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51980" y="3326764"/>
            <a:ext cx="4794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85" b="1" i="1">
                <a:latin typeface="Times New Roman"/>
                <a:cs typeface="Times New Roman"/>
              </a:rPr>
              <a:t>v</a:t>
            </a:r>
            <a:r>
              <a:rPr dirty="0" baseline="-16081" sz="2850" spc="-127" b="1" i="1">
                <a:latin typeface="宋体"/>
                <a:cs typeface="宋体"/>
              </a:rPr>
              <a:t>合</a:t>
            </a:r>
            <a:endParaRPr baseline="-16081" sz="28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6595" y="5568315"/>
            <a:ext cx="19685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79134" y="3191510"/>
            <a:ext cx="30416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75984" y="4528184"/>
            <a:ext cx="263525" cy="271145"/>
          </a:xfrm>
          <a:custGeom>
            <a:avLst/>
            <a:gdLst/>
            <a:ahLst/>
            <a:cxnLst/>
            <a:rect l="l" t="t" r="r" b="b"/>
            <a:pathLst>
              <a:path w="263525" h="271145">
                <a:moveTo>
                  <a:pt x="131762" y="271144"/>
                </a:moveTo>
                <a:lnTo>
                  <a:pt x="90110" y="264231"/>
                </a:lnTo>
                <a:lnTo>
                  <a:pt x="53925" y="244968"/>
                </a:lnTo>
                <a:lnTo>
                  <a:pt x="25422" y="215641"/>
                </a:lnTo>
                <a:lnTo>
                  <a:pt x="6717" y="178425"/>
                </a:lnTo>
                <a:lnTo>
                  <a:pt x="0" y="135572"/>
                </a:lnTo>
                <a:lnTo>
                  <a:pt x="6717" y="92719"/>
                </a:lnTo>
                <a:lnTo>
                  <a:pt x="25422" y="55503"/>
                </a:lnTo>
                <a:lnTo>
                  <a:pt x="53945" y="26156"/>
                </a:lnTo>
                <a:lnTo>
                  <a:pt x="90130" y="6908"/>
                </a:lnTo>
                <a:lnTo>
                  <a:pt x="131762" y="0"/>
                </a:lnTo>
                <a:lnTo>
                  <a:pt x="173412" y="6911"/>
                </a:lnTo>
                <a:lnTo>
                  <a:pt x="209583" y="26156"/>
                </a:lnTo>
                <a:lnTo>
                  <a:pt x="238047" y="55434"/>
                </a:lnTo>
                <a:lnTo>
                  <a:pt x="256677" y="92556"/>
                </a:lnTo>
                <a:lnTo>
                  <a:pt x="263270" y="135254"/>
                </a:lnTo>
                <a:lnTo>
                  <a:pt x="256677" y="178263"/>
                </a:lnTo>
                <a:lnTo>
                  <a:pt x="238047" y="215573"/>
                </a:lnTo>
                <a:lnTo>
                  <a:pt x="209563" y="244968"/>
                </a:lnTo>
                <a:lnTo>
                  <a:pt x="173392" y="264233"/>
                </a:lnTo>
                <a:lnTo>
                  <a:pt x="131762" y="271144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69634" y="4521834"/>
            <a:ext cx="276225" cy="283210"/>
          </a:xfrm>
          <a:custGeom>
            <a:avLst/>
            <a:gdLst/>
            <a:ahLst/>
            <a:cxnLst/>
            <a:rect l="l" t="t" r="r" b="b"/>
            <a:pathLst>
              <a:path w="276225" h="283210">
                <a:moveTo>
                  <a:pt x="159169" y="281939"/>
                </a:moveTo>
                <a:lnTo>
                  <a:pt x="117055" y="281939"/>
                </a:lnTo>
                <a:lnTo>
                  <a:pt x="110248" y="280670"/>
                </a:lnTo>
                <a:lnTo>
                  <a:pt x="103555" y="278129"/>
                </a:lnTo>
                <a:lnTo>
                  <a:pt x="96989" y="276860"/>
                </a:lnTo>
                <a:lnTo>
                  <a:pt x="84289" y="271779"/>
                </a:lnTo>
                <a:lnTo>
                  <a:pt x="78168" y="269239"/>
                </a:lnTo>
                <a:lnTo>
                  <a:pt x="72212" y="265429"/>
                </a:lnTo>
                <a:lnTo>
                  <a:pt x="66420" y="262889"/>
                </a:lnTo>
                <a:lnTo>
                  <a:pt x="60820" y="259079"/>
                </a:lnTo>
                <a:lnTo>
                  <a:pt x="55397" y="255270"/>
                </a:lnTo>
                <a:lnTo>
                  <a:pt x="50190" y="250189"/>
                </a:lnTo>
                <a:lnTo>
                  <a:pt x="45173" y="246379"/>
                </a:lnTo>
                <a:lnTo>
                  <a:pt x="19951" y="214629"/>
                </a:lnTo>
                <a:lnTo>
                  <a:pt x="16637" y="208279"/>
                </a:lnTo>
                <a:lnTo>
                  <a:pt x="13588" y="203200"/>
                </a:lnTo>
                <a:lnTo>
                  <a:pt x="10833" y="196850"/>
                </a:lnTo>
                <a:lnTo>
                  <a:pt x="8356" y="190500"/>
                </a:lnTo>
                <a:lnTo>
                  <a:pt x="6197" y="182879"/>
                </a:lnTo>
                <a:lnTo>
                  <a:pt x="4330" y="176529"/>
                </a:lnTo>
                <a:lnTo>
                  <a:pt x="0" y="140970"/>
                </a:lnTo>
                <a:lnTo>
                  <a:pt x="177" y="134620"/>
                </a:lnTo>
                <a:lnTo>
                  <a:pt x="8356" y="92710"/>
                </a:lnTo>
                <a:lnTo>
                  <a:pt x="23545" y="62229"/>
                </a:lnTo>
                <a:lnTo>
                  <a:pt x="27393" y="55879"/>
                </a:lnTo>
                <a:lnTo>
                  <a:pt x="31483" y="50800"/>
                </a:lnTo>
                <a:lnTo>
                  <a:pt x="35813" y="45720"/>
                </a:lnTo>
                <a:lnTo>
                  <a:pt x="40386" y="40639"/>
                </a:lnTo>
                <a:lnTo>
                  <a:pt x="45173" y="36829"/>
                </a:lnTo>
                <a:lnTo>
                  <a:pt x="50190" y="31750"/>
                </a:lnTo>
                <a:lnTo>
                  <a:pt x="78168" y="13970"/>
                </a:lnTo>
                <a:lnTo>
                  <a:pt x="84289" y="10160"/>
                </a:lnTo>
                <a:lnTo>
                  <a:pt x="90563" y="7620"/>
                </a:lnTo>
                <a:lnTo>
                  <a:pt x="96989" y="6350"/>
                </a:lnTo>
                <a:lnTo>
                  <a:pt x="103555" y="3810"/>
                </a:lnTo>
                <a:lnTo>
                  <a:pt x="123977" y="0"/>
                </a:lnTo>
                <a:lnTo>
                  <a:pt x="152247" y="0"/>
                </a:lnTo>
                <a:lnTo>
                  <a:pt x="172669" y="3810"/>
                </a:lnTo>
                <a:lnTo>
                  <a:pt x="179235" y="6350"/>
                </a:lnTo>
                <a:lnTo>
                  <a:pt x="185661" y="7620"/>
                </a:lnTo>
                <a:lnTo>
                  <a:pt x="191935" y="10160"/>
                </a:lnTo>
                <a:lnTo>
                  <a:pt x="196016" y="12700"/>
                </a:lnTo>
                <a:lnTo>
                  <a:pt x="125463" y="12700"/>
                </a:lnTo>
                <a:lnTo>
                  <a:pt x="118872" y="13970"/>
                </a:lnTo>
                <a:lnTo>
                  <a:pt x="119189" y="13970"/>
                </a:lnTo>
                <a:lnTo>
                  <a:pt x="112699" y="15239"/>
                </a:lnTo>
                <a:lnTo>
                  <a:pt x="113029" y="15239"/>
                </a:lnTo>
                <a:lnTo>
                  <a:pt x="106654" y="16510"/>
                </a:lnTo>
                <a:lnTo>
                  <a:pt x="106959" y="16510"/>
                </a:lnTo>
                <a:lnTo>
                  <a:pt x="100711" y="17779"/>
                </a:lnTo>
                <a:lnTo>
                  <a:pt x="101015" y="17779"/>
                </a:lnTo>
                <a:lnTo>
                  <a:pt x="94894" y="20320"/>
                </a:lnTo>
                <a:lnTo>
                  <a:pt x="95199" y="20320"/>
                </a:lnTo>
                <a:lnTo>
                  <a:pt x="92208" y="21589"/>
                </a:lnTo>
                <a:lnTo>
                  <a:pt x="89496" y="21589"/>
                </a:lnTo>
                <a:lnTo>
                  <a:pt x="85610" y="24129"/>
                </a:lnTo>
                <a:lnTo>
                  <a:pt x="83947" y="24129"/>
                </a:lnTo>
                <a:lnTo>
                  <a:pt x="78270" y="27939"/>
                </a:lnTo>
                <a:lnTo>
                  <a:pt x="78536" y="27939"/>
                </a:lnTo>
                <a:lnTo>
                  <a:pt x="73025" y="30479"/>
                </a:lnTo>
                <a:lnTo>
                  <a:pt x="73278" y="30479"/>
                </a:lnTo>
                <a:lnTo>
                  <a:pt x="67944" y="34289"/>
                </a:lnTo>
                <a:lnTo>
                  <a:pt x="68186" y="34289"/>
                </a:lnTo>
                <a:lnTo>
                  <a:pt x="63030" y="38100"/>
                </a:lnTo>
                <a:lnTo>
                  <a:pt x="63271" y="38100"/>
                </a:lnTo>
                <a:lnTo>
                  <a:pt x="58292" y="41910"/>
                </a:lnTo>
                <a:lnTo>
                  <a:pt x="58521" y="41910"/>
                </a:lnTo>
                <a:lnTo>
                  <a:pt x="53746" y="45720"/>
                </a:lnTo>
                <a:lnTo>
                  <a:pt x="53962" y="45720"/>
                </a:lnTo>
                <a:lnTo>
                  <a:pt x="49390" y="49529"/>
                </a:lnTo>
                <a:lnTo>
                  <a:pt x="49606" y="49529"/>
                </a:lnTo>
                <a:lnTo>
                  <a:pt x="45237" y="54610"/>
                </a:lnTo>
                <a:lnTo>
                  <a:pt x="45440" y="54610"/>
                </a:lnTo>
                <a:lnTo>
                  <a:pt x="42335" y="58420"/>
                </a:lnTo>
                <a:lnTo>
                  <a:pt x="41478" y="58420"/>
                </a:lnTo>
                <a:lnTo>
                  <a:pt x="37566" y="63500"/>
                </a:lnTo>
                <a:lnTo>
                  <a:pt x="37744" y="63500"/>
                </a:lnTo>
                <a:lnTo>
                  <a:pt x="34074" y="68579"/>
                </a:lnTo>
                <a:lnTo>
                  <a:pt x="34239" y="68579"/>
                </a:lnTo>
                <a:lnTo>
                  <a:pt x="31495" y="73660"/>
                </a:lnTo>
                <a:lnTo>
                  <a:pt x="30962" y="73660"/>
                </a:lnTo>
                <a:lnTo>
                  <a:pt x="27800" y="80010"/>
                </a:lnTo>
                <a:lnTo>
                  <a:pt x="27939" y="80010"/>
                </a:lnTo>
                <a:lnTo>
                  <a:pt x="25031" y="85089"/>
                </a:lnTo>
                <a:lnTo>
                  <a:pt x="23045" y="90170"/>
                </a:lnTo>
                <a:lnTo>
                  <a:pt x="22631" y="90170"/>
                </a:lnTo>
                <a:lnTo>
                  <a:pt x="20269" y="96520"/>
                </a:lnTo>
                <a:lnTo>
                  <a:pt x="18300" y="102870"/>
                </a:lnTo>
                <a:lnTo>
                  <a:pt x="16624" y="109220"/>
                </a:lnTo>
                <a:lnTo>
                  <a:pt x="15227" y="115570"/>
                </a:lnTo>
                <a:lnTo>
                  <a:pt x="14122" y="121920"/>
                </a:lnTo>
                <a:lnTo>
                  <a:pt x="13335" y="128270"/>
                </a:lnTo>
                <a:lnTo>
                  <a:pt x="12852" y="134620"/>
                </a:lnTo>
                <a:lnTo>
                  <a:pt x="12700" y="140970"/>
                </a:lnTo>
                <a:lnTo>
                  <a:pt x="12837" y="147320"/>
                </a:lnTo>
                <a:lnTo>
                  <a:pt x="13360" y="154939"/>
                </a:lnTo>
                <a:lnTo>
                  <a:pt x="14173" y="161289"/>
                </a:lnTo>
                <a:lnTo>
                  <a:pt x="15278" y="167639"/>
                </a:lnTo>
                <a:lnTo>
                  <a:pt x="16700" y="173989"/>
                </a:lnTo>
                <a:lnTo>
                  <a:pt x="18389" y="180339"/>
                </a:lnTo>
                <a:lnTo>
                  <a:pt x="18717" y="180339"/>
                </a:lnTo>
                <a:lnTo>
                  <a:pt x="20383" y="185420"/>
                </a:lnTo>
                <a:lnTo>
                  <a:pt x="22631" y="191770"/>
                </a:lnTo>
                <a:lnTo>
                  <a:pt x="25158" y="198120"/>
                </a:lnTo>
                <a:lnTo>
                  <a:pt x="25613" y="198120"/>
                </a:lnTo>
                <a:lnTo>
                  <a:pt x="27939" y="203200"/>
                </a:lnTo>
                <a:lnTo>
                  <a:pt x="27800" y="203200"/>
                </a:lnTo>
                <a:lnTo>
                  <a:pt x="30962" y="208279"/>
                </a:lnTo>
                <a:lnTo>
                  <a:pt x="30810" y="208279"/>
                </a:lnTo>
                <a:lnTo>
                  <a:pt x="34239" y="213360"/>
                </a:lnTo>
                <a:lnTo>
                  <a:pt x="34074" y="213360"/>
                </a:lnTo>
                <a:lnTo>
                  <a:pt x="37744" y="218439"/>
                </a:lnTo>
                <a:lnTo>
                  <a:pt x="37566" y="218439"/>
                </a:lnTo>
                <a:lnTo>
                  <a:pt x="41478" y="223520"/>
                </a:lnTo>
                <a:lnTo>
                  <a:pt x="41300" y="223520"/>
                </a:lnTo>
                <a:lnTo>
                  <a:pt x="45440" y="228600"/>
                </a:lnTo>
                <a:lnTo>
                  <a:pt x="45237" y="228600"/>
                </a:lnTo>
                <a:lnTo>
                  <a:pt x="49606" y="232410"/>
                </a:lnTo>
                <a:lnTo>
                  <a:pt x="49390" y="232410"/>
                </a:lnTo>
                <a:lnTo>
                  <a:pt x="53962" y="237489"/>
                </a:lnTo>
                <a:lnTo>
                  <a:pt x="53746" y="237489"/>
                </a:lnTo>
                <a:lnTo>
                  <a:pt x="58521" y="241300"/>
                </a:lnTo>
                <a:lnTo>
                  <a:pt x="58292" y="241300"/>
                </a:lnTo>
                <a:lnTo>
                  <a:pt x="63271" y="245110"/>
                </a:lnTo>
                <a:lnTo>
                  <a:pt x="63030" y="245110"/>
                </a:lnTo>
                <a:lnTo>
                  <a:pt x="68186" y="248920"/>
                </a:lnTo>
                <a:lnTo>
                  <a:pt x="67944" y="248920"/>
                </a:lnTo>
                <a:lnTo>
                  <a:pt x="73278" y="251460"/>
                </a:lnTo>
                <a:lnTo>
                  <a:pt x="73025" y="251460"/>
                </a:lnTo>
                <a:lnTo>
                  <a:pt x="78536" y="255270"/>
                </a:lnTo>
                <a:lnTo>
                  <a:pt x="78270" y="255270"/>
                </a:lnTo>
                <a:lnTo>
                  <a:pt x="83947" y="257810"/>
                </a:lnTo>
                <a:lnTo>
                  <a:pt x="83667" y="257810"/>
                </a:lnTo>
                <a:lnTo>
                  <a:pt x="89496" y="260350"/>
                </a:lnTo>
                <a:lnTo>
                  <a:pt x="89217" y="260350"/>
                </a:lnTo>
                <a:lnTo>
                  <a:pt x="95199" y="262889"/>
                </a:lnTo>
                <a:lnTo>
                  <a:pt x="94894" y="262889"/>
                </a:lnTo>
                <a:lnTo>
                  <a:pt x="101015" y="264160"/>
                </a:lnTo>
                <a:lnTo>
                  <a:pt x="100711" y="264160"/>
                </a:lnTo>
                <a:lnTo>
                  <a:pt x="106959" y="266700"/>
                </a:lnTo>
                <a:lnTo>
                  <a:pt x="106654" y="266700"/>
                </a:lnTo>
                <a:lnTo>
                  <a:pt x="113029" y="267970"/>
                </a:lnTo>
                <a:lnTo>
                  <a:pt x="112699" y="267970"/>
                </a:lnTo>
                <a:lnTo>
                  <a:pt x="119189" y="269239"/>
                </a:lnTo>
                <a:lnTo>
                  <a:pt x="125133" y="269239"/>
                </a:lnTo>
                <a:lnTo>
                  <a:pt x="131825" y="270510"/>
                </a:lnTo>
                <a:lnTo>
                  <a:pt x="194995" y="270510"/>
                </a:lnTo>
                <a:lnTo>
                  <a:pt x="191935" y="271779"/>
                </a:lnTo>
                <a:lnTo>
                  <a:pt x="179235" y="276860"/>
                </a:lnTo>
                <a:lnTo>
                  <a:pt x="172669" y="278129"/>
                </a:lnTo>
                <a:lnTo>
                  <a:pt x="165976" y="280670"/>
                </a:lnTo>
                <a:lnTo>
                  <a:pt x="159169" y="281939"/>
                </a:lnTo>
                <a:close/>
              </a:path>
              <a:path w="276225" h="283210">
                <a:moveTo>
                  <a:pt x="187007" y="22860"/>
                </a:moveTo>
                <a:lnTo>
                  <a:pt x="181025" y="20320"/>
                </a:lnTo>
                <a:lnTo>
                  <a:pt x="181330" y="20320"/>
                </a:lnTo>
                <a:lnTo>
                  <a:pt x="175209" y="17779"/>
                </a:lnTo>
                <a:lnTo>
                  <a:pt x="175513" y="17779"/>
                </a:lnTo>
                <a:lnTo>
                  <a:pt x="169265" y="16510"/>
                </a:lnTo>
                <a:lnTo>
                  <a:pt x="169570" y="16510"/>
                </a:lnTo>
                <a:lnTo>
                  <a:pt x="163194" y="15239"/>
                </a:lnTo>
                <a:lnTo>
                  <a:pt x="163525" y="15239"/>
                </a:lnTo>
                <a:lnTo>
                  <a:pt x="157035" y="13970"/>
                </a:lnTo>
                <a:lnTo>
                  <a:pt x="157352" y="13970"/>
                </a:lnTo>
                <a:lnTo>
                  <a:pt x="150761" y="12700"/>
                </a:lnTo>
                <a:lnTo>
                  <a:pt x="196016" y="12700"/>
                </a:lnTo>
                <a:lnTo>
                  <a:pt x="198056" y="13970"/>
                </a:lnTo>
                <a:lnTo>
                  <a:pt x="204012" y="16510"/>
                </a:lnTo>
                <a:lnTo>
                  <a:pt x="209803" y="20320"/>
                </a:lnTo>
                <a:lnTo>
                  <a:pt x="211670" y="21589"/>
                </a:lnTo>
                <a:lnTo>
                  <a:pt x="186728" y="21589"/>
                </a:lnTo>
                <a:lnTo>
                  <a:pt x="187007" y="22860"/>
                </a:lnTo>
                <a:close/>
              </a:path>
              <a:path w="276225" h="283210">
                <a:moveTo>
                  <a:pt x="89217" y="22860"/>
                </a:moveTo>
                <a:lnTo>
                  <a:pt x="89496" y="21589"/>
                </a:lnTo>
                <a:lnTo>
                  <a:pt x="92208" y="21589"/>
                </a:lnTo>
                <a:lnTo>
                  <a:pt x="89217" y="22860"/>
                </a:lnTo>
                <a:close/>
              </a:path>
              <a:path w="276225" h="283210">
                <a:moveTo>
                  <a:pt x="192557" y="25400"/>
                </a:moveTo>
                <a:lnTo>
                  <a:pt x="186728" y="21589"/>
                </a:lnTo>
                <a:lnTo>
                  <a:pt x="211670" y="21589"/>
                </a:lnTo>
                <a:lnTo>
                  <a:pt x="215404" y="24129"/>
                </a:lnTo>
                <a:lnTo>
                  <a:pt x="192277" y="24129"/>
                </a:lnTo>
                <a:lnTo>
                  <a:pt x="192557" y="25400"/>
                </a:lnTo>
                <a:close/>
              </a:path>
              <a:path w="276225" h="283210">
                <a:moveTo>
                  <a:pt x="83667" y="25400"/>
                </a:moveTo>
                <a:lnTo>
                  <a:pt x="83947" y="24129"/>
                </a:lnTo>
                <a:lnTo>
                  <a:pt x="85610" y="24129"/>
                </a:lnTo>
                <a:lnTo>
                  <a:pt x="83667" y="25400"/>
                </a:lnTo>
                <a:close/>
              </a:path>
              <a:path w="276225" h="283210">
                <a:moveTo>
                  <a:pt x="234924" y="59689"/>
                </a:moveTo>
                <a:lnTo>
                  <a:pt x="230784" y="54610"/>
                </a:lnTo>
                <a:lnTo>
                  <a:pt x="230987" y="54610"/>
                </a:lnTo>
                <a:lnTo>
                  <a:pt x="226618" y="49529"/>
                </a:lnTo>
                <a:lnTo>
                  <a:pt x="226834" y="49529"/>
                </a:lnTo>
                <a:lnTo>
                  <a:pt x="222262" y="45720"/>
                </a:lnTo>
                <a:lnTo>
                  <a:pt x="222478" y="45720"/>
                </a:lnTo>
                <a:lnTo>
                  <a:pt x="217703" y="41910"/>
                </a:lnTo>
                <a:lnTo>
                  <a:pt x="217931" y="41910"/>
                </a:lnTo>
                <a:lnTo>
                  <a:pt x="212953" y="38100"/>
                </a:lnTo>
                <a:lnTo>
                  <a:pt x="213194" y="38100"/>
                </a:lnTo>
                <a:lnTo>
                  <a:pt x="208038" y="34289"/>
                </a:lnTo>
                <a:lnTo>
                  <a:pt x="208279" y="34289"/>
                </a:lnTo>
                <a:lnTo>
                  <a:pt x="202933" y="30479"/>
                </a:lnTo>
                <a:lnTo>
                  <a:pt x="203200" y="30479"/>
                </a:lnTo>
                <a:lnTo>
                  <a:pt x="197688" y="27939"/>
                </a:lnTo>
                <a:lnTo>
                  <a:pt x="197954" y="27939"/>
                </a:lnTo>
                <a:lnTo>
                  <a:pt x="192277" y="24129"/>
                </a:lnTo>
                <a:lnTo>
                  <a:pt x="215404" y="24129"/>
                </a:lnTo>
                <a:lnTo>
                  <a:pt x="220827" y="27939"/>
                </a:lnTo>
                <a:lnTo>
                  <a:pt x="226034" y="31750"/>
                </a:lnTo>
                <a:lnTo>
                  <a:pt x="231051" y="36829"/>
                </a:lnTo>
                <a:lnTo>
                  <a:pt x="235838" y="40639"/>
                </a:lnTo>
                <a:lnTo>
                  <a:pt x="240411" y="45720"/>
                </a:lnTo>
                <a:lnTo>
                  <a:pt x="244741" y="50800"/>
                </a:lnTo>
                <a:lnTo>
                  <a:pt x="248831" y="55879"/>
                </a:lnTo>
                <a:lnTo>
                  <a:pt x="250370" y="58420"/>
                </a:lnTo>
                <a:lnTo>
                  <a:pt x="234734" y="58420"/>
                </a:lnTo>
                <a:lnTo>
                  <a:pt x="234924" y="59689"/>
                </a:lnTo>
                <a:close/>
              </a:path>
              <a:path w="276225" h="283210">
                <a:moveTo>
                  <a:pt x="41300" y="59689"/>
                </a:moveTo>
                <a:lnTo>
                  <a:pt x="41478" y="58420"/>
                </a:lnTo>
                <a:lnTo>
                  <a:pt x="42335" y="58420"/>
                </a:lnTo>
                <a:lnTo>
                  <a:pt x="41300" y="59689"/>
                </a:lnTo>
                <a:close/>
              </a:path>
              <a:path w="276225" h="283210">
                <a:moveTo>
                  <a:pt x="245414" y="74929"/>
                </a:moveTo>
                <a:lnTo>
                  <a:pt x="241985" y="68579"/>
                </a:lnTo>
                <a:lnTo>
                  <a:pt x="242150" y="68579"/>
                </a:lnTo>
                <a:lnTo>
                  <a:pt x="238480" y="63500"/>
                </a:lnTo>
                <a:lnTo>
                  <a:pt x="238645" y="63500"/>
                </a:lnTo>
                <a:lnTo>
                  <a:pt x="234734" y="58420"/>
                </a:lnTo>
                <a:lnTo>
                  <a:pt x="250370" y="58420"/>
                </a:lnTo>
                <a:lnTo>
                  <a:pt x="252679" y="62229"/>
                </a:lnTo>
                <a:lnTo>
                  <a:pt x="256273" y="67310"/>
                </a:lnTo>
                <a:lnTo>
                  <a:pt x="259587" y="73660"/>
                </a:lnTo>
                <a:lnTo>
                  <a:pt x="245249" y="73660"/>
                </a:lnTo>
                <a:lnTo>
                  <a:pt x="245414" y="74929"/>
                </a:lnTo>
                <a:close/>
              </a:path>
              <a:path w="276225" h="283210">
                <a:moveTo>
                  <a:pt x="30810" y="74929"/>
                </a:moveTo>
                <a:lnTo>
                  <a:pt x="30962" y="73660"/>
                </a:lnTo>
                <a:lnTo>
                  <a:pt x="31495" y="73660"/>
                </a:lnTo>
                <a:lnTo>
                  <a:pt x="30810" y="74929"/>
                </a:lnTo>
                <a:close/>
              </a:path>
              <a:path w="276225" h="283210">
                <a:moveTo>
                  <a:pt x="253707" y="91439"/>
                </a:moveTo>
                <a:lnTo>
                  <a:pt x="251066" y="85089"/>
                </a:lnTo>
                <a:lnTo>
                  <a:pt x="248285" y="80010"/>
                </a:lnTo>
                <a:lnTo>
                  <a:pt x="248424" y="80010"/>
                </a:lnTo>
                <a:lnTo>
                  <a:pt x="245249" y="73660"/>
                </a:lnTo>
                <a:lnTo>
                  <a:pt x="259587" y="73660"/>
                </a:lnTo>
                <a:lnTo>
                  <a:pt x="262636" y="80010"/>
                </a:lnTo>
                <a:lnTo>
                  <a:pt x="265391" y="86360"/>
                </a:lnTo>
                <a:lnTo>
                  <a:pt x="266877" y="90170"/>
                </a:lnTo>
                <a:lnTo>
                  <a:pt x="253593" y="90170"/>
                </a:lnTo>
                <a:lnTo>
                  <a:pt x="253707" y="91439"/>
                </a:lnTo>
                <a:close/>
              </a:path>
              <a:path w="276225" h="283210">
                <a:moveTo>
                  <a:pt x="22517" y="91439"/>
                </a:moveTo>
                <a:lnTo>
                  <a:pt x="22631" y="90170"/>
                </a:lnTo>
                <a:lnTo>
                  <a:pt x="23045" y="90170"/>
                </a:lnTo>
                <a:lnTo>
                  <a:pt x="22517" y="91439"/>
                </a:lnTo>
                <a:close/>
              </a:path>
              <a:path w="276225" h="283210">
                <a:moveTo>
                  <a:pt x="276047" y="148589"/>
                </a:moveTo>
                <a:lnTo>
                  <a:pt x="263359" y="148589"/>
                </a:lnTo>
                <a:lnTo>
                  <a:pt x="263525" y="140970"/>
                </a:lnTo>
                <a:lnTo>
                  <a:pt x="263359" y="134620"/>
                </a:lnTo>
                <a:lnTo>
                  <a:pt x="262864" y="128270"/>
                </a:lnTo>
                <a:lnTo>
                  <a:pt x="262051" y="121920"/>
                </a:lnTo>
                <a:lnTo>
                  <a:pt x="260946" y="115570"/>
                </a:lnTo>
                <a:lnTo>
                  <a:pt x="259524" y="109220"/>
                </a:lnTo>
                <a:lnTo>
                  <a:pt x="257835" y="102870"/>
                </a:lnTo>
                <a:lnTo>
                  <a:pt x="255841" y="96520"/>
                </a:lnTo>
                <a:lnTo>
                  <a:pt x="253593" y="90170"/>
                </a:lnTo>
                <a:lnTo>
                  <a:pt x="266877" y="90170"/>
                </a:lnTo>
                <a:lnTo>
                  <a:pt x="276047" y="134620"/>
                </a:lnTo>
                <a:lnTo>
                  <a:pt x="276225" y="140970"/>
                </a:lnTo>
                <a:lnTo>
                  <a:pt x="276047" y="148589"/>
                </a:lnTo>
                <a:close/>
              </a:path>
              <a:path w="276225" h="283210">
                <a:moveTo>
                  <a:pt x="12937" y="148589"/>
                </a:moveTo>
                <a:lnTo>
                  <a:pt x="12852" y="147320"/>
                </a:lnTo>
                <a:lnTo>
                  <a:pt x="12937" y="148589"/>
                </a:lnTo>
                <a:close/>
              </a:path>
              <a:path w="276225" h="283210">
                <a:moveTo>
                  <a:pt x="270774" y="180339"/>
                </a:moveTo>
                <a:lnTo>
                  <a:pt x="257835" y="180339"/>
                </a:lnTo>
                <a:lnTo>
                  <a:pt x="259600" y="173989"/>
                </a:lnTo>
                <a:lnTo>
                  <a:pt x="260997" y="167639"/>
                </a:lnTo>
                <a:lnTo>
                  <a:pt x="262102" y="161289"/>
                </a:lnTo>
                <a:lnTo>
                  <a:pt x="262889" y="154939"/>
                </a:lnTo>
                <a:lnTo>
                  <a:pt x="263372" y="147320"/>
                </a:lnTo>
                <a:lnTo>
                  <a:pt x="263359" y="148589"/>
                </a:lnTo>
                <a:lnTo>
                  <a:pt x="276047" y="148589"/>
                </a:lnTo>
                <a:lnTo>
                  <a:pt x="275513" y="156210"/>
                </a:lnTo>
                <a:lnTo>
                  <a:pt x="274637" y="162560"/>
                </a:lnTo>
                <a:lnTo>
                  <a:pt x="273430" y="170179"/>
                </a:lnTo>
                <a:lnTo>
                  <a:pt x="271894" y="176529"/>
                </a:lnTo>
                <a:lnTo>
                  <a:pt x="270774" y="180339"/>
                </a:lnTo>
                <a:close/>
              </a:path>
              <a:path w="276225" h="283210">
                <a:moveTo>
                  <a:pt x="18717" y="180339"/>
                </a:moveTo>
                <a:lnTo>
                  <a:pt x="18389" y="180339"/>
                </a:lnTo>
                <a:lnTo>
                  <a:pt x="18300" y="179070"/>
                </a:lnTo>
                <a:lnTo>
                  <a:pt x="18717" y="180339"/>
                </a:lnTo>
                <a:close/>
              </a:path>
              <a:path w="276225" h="283210">
                <a:moveTo>
                  <a:pt x="264840" y="198120"/>
                </a:moveTo>
                <a:lnTo>
                  <a:pt x="251066" y="198120"/>
                </a:lnTo>
                <a:lnTo>
                  <a:pt x="253707" y="191770"/>
                </a:lnTo>
                <a:lnTo>
                  <a:pt x="255955" y="185420"/>
                </a:lnTo>
                <a:lnTo>
                  <a:pt x="257924" y="179070"/>
                </a:lnTo>
                <a:lnTo>
                  <a:pt x="257835" y="180339"/>
                </a:lnTo>
                <a:lnTo>
                  <a:pt x="270774" y="180339"/>
                </a:lnTo>
                <a:lnTo>
                  <a:pt x="270027" y="182879"/>
                </a:lnTo>
                <a:lnTo>
                  <a:pt x="267868" y="190500"/>
                </a:lnTo>
                <a:lnTo>
                  <a:pt x="265391" y="196850"/>
                </a:lnTo>
                <a:lnTo>
                  <a:pt x="264840" y="198120"/>
                </a:lnTo>
                <a:close/>
              </a:path>
              <a:path w="276225" h="283210">
                <a:moveTo>
                  <a:pt x="25613" y="198120"/>
                </a:moveTo>
                <a:lnTo>
                  <a:pt x="25158" y="198120"/>
                </a:lnTo>
                <a:lnTo>
                  <a:pt x="25031" y="196850"/>
                </a:lnTo>
                <a:lnTo>
                  <a:pt x="25613" y="198120"/>
                </a:lnTo>
                <a:close/>
              </a:path>
              <a:path w="276225" h="283210">
                <a:moveTo>
                  <a:pt x="194995" y="270510"/>
                </a:moveTo>
                <a:lnTo>
                  <a:pt x="144399" y="270510"/>
                </a:lnTo>
                <a:lnTo>
                  <a:pt x="151091" y="269239"/>
                </a:lnTo>
                <a:lnTo>
                  <a:pt x="157035" y="269239"/>
                </a:lnTo>
                <a:lnTo>
                  <a:pt x="163525" y="267970"/>
                </a:lnTo>
                <a:lnTo>
                  <a:pt x="163194" y="267970"/>
                </a:lnTo>
                <a:lnTo>
                  <a:pt x="169570" y="266700"/>
                </a:lnTo>
                <a:lnTo>
                  <a:pt x="169265" y="266700"/>
                </a:lnTo>
                <a:lnTo>
                  <a:pt x="175513" y="264160"/>
                </a:lnTo>
                <a:lnTo>
                  <a:pt x="175209" y="264160"/>
                </a:lnTo>
                <a:lnTo>
                  <a:pt x="181330" y="262889"/>
                </a:lnTo>
                <a:lnTo>
                  <a:pt x="181025" y="262889"/>
                </a:lnTo>
                <a:lnTo>
                  <a:pt x="187007" y="260350"/>
                </a:lnTo>
                <a:lnTo>
                  <a:pt x="186728" y="260350"/>
                </a:lnTo>
                <a:lnTo>
                  <a:pt x="192557" y="257810"/>
                </a:lnTo>
                <a:lnTo>
                  <a:pt x="192277" y="257810"/>
                </a:lnTo>
                <a:lnTo>
                  <a:pt x="197954" y="255270"/>
                </a:lnTo>
                <a:lnTo>
                  <a:pt x="197688" y="255270"/>
                </a:lnTo>
                <a:lnTo>
                  <a:pt x="203200" y="251460"/>
                </a:lnTo>
                <a:lnTo>
                  <a:pt x="202933" y="251460"/>
                </a:lnTo>
                <a:lnTo>
                  <a:pt x="208279" y="248920"/>
                </a:lnTo>
                <a:lnTo>
                  <a:pt x="208038" y="248920"/>
                </a:lnTo>
                <a:lnTo>
                  <a:pt x="213194" y="245110"/>
                </a:lnTo>
                <a:lnTo>
                  <a:pt x="212953" y="245110"/>
                </a:lnTo>
                <a:lnTo>
                  <a:pt x="217931" y="241300"/>
                </a:lnTo>
                <a:lnTo>
                  <a:pt x="217703" y="241300"/>
                </a:lnTo>
                <a:lnTo>
                  <a:pt x="222478" y="237489"/>
                </a:lnTo>
                <a:lnTo>
                  <a:pt x="222262" y="237489"/>
                </a:lnTo>
                <a:lnTo>
                  <a:pt x="226834" y="232410"/>
                </a:lnTo>
                <a:lnTo>
                  <a:pt x="226618" y="232410"/>
                </a:lnTo>
                <a:lnTo>
                  <a:pt x="230987" y="228600"/>
                </a:lnTo>
                <a:lnTo>
                  <a:pt x="230784" y="228600"/>
                </a:lnTo>
                <a:lnTo>
                  <a:pt x="234924" y="223520"/>
                </a:lnTo>
                <a:lnTo>
                  <a:pt x="234734" y="223520"/>
                </a:lnTo>
                <a:lnTo>
                  <a:pt x="238645" y="218439"/>
                </a:lnTo>
                <a:lnTo>
                  <a:pt x="238480" y="218439"/>
                </a:lnTo>
                <a:lnTo>
                  <a:pt x="242150" y="213360"/>
                </a:lnTo>
                <a:lnTo>
                  <a:pt x="241985" y="213360"/>
                </a:lnTo>
                <a:lnTo>
                  <a:pt x="245414" y="208279"/>
                </a:lnTo>
                <a:lnTo>
                  <a:pt x="245249" y="208279"/>
                </a:lnTo>
                <a:lnTo>
                  <a:pt x="248424" y="203200"/>
                </a:lnTo>
                <a:lnTo>
                  <a:pt x="248285" y="203200"/>
                </a:lnTo>
                <a:lnTo>
                  <a:pt x="251193" y="196850"/>
                </a:lnTo>
                <a:lnTo>
                  <a:pt x="251066" y="198120"/>
                </a:lnTo>
                <a:lnTo>
                  <a:pt x="264840" y="198120"/>
                </a:lnTo>
                <a:lnTo>
                  <a:pt x="262636" y="203200"/>
                </a:lnTo>
                <a:lnTo>
                  <a:pt x="259587" y="208279"/>
                </a:lnTo>
                <a:lnTo>
                  <a:pt x="256273" y="214629"/>
                </a:lnTo>
                <a:lnTo>
                  <a:pt x="231051" y="246379"/>
                </a:lnTo>
                <a:lnTo>
                  <a:pt x="226034" y="250189"/>
                </a:lnTo>
                <a:lnTo>
                  <a:pt x="220827" y="255270"/>
                </a:lnTo>
                <a:lnTo>
                  <a:pt x="215404" y="259079"/>
                </a:lnTo>
                <a:lnTo>
                  <a:pt x="209803" y="262889"/>
                </a:lnTo>
                <a:lnTo>
                  <a:pt x="204012" y="265429"/>
                </a:lnTo>
                <a:lnTo>
                  <a:pt x="198056" y="269239"/>
                </a:lnTo>
                <a:lnTo>
                  <a:pt x="194995" y="270510"/>
                </a:lnTo>
                <a:close/>
              </a:path>
              <a:path w="276225" h="283210">
                <a:moveTo>
                  <a:pt x="145224" y="283210"/>
                </a:moveTo>
                <a:lnTo>
                  <a:pt x="131000" y="283210"/>
                </a:lnTo>
                <a:lnTo>
                  <a:pt x="123977" y="281939"/>
                </a:lnTo>
                <a:lnTo>
                  <a:pt x="152247" y="281939"/>
                </a:lnTo>
                <a:lnTo>
                  <a:pt x="145224" y="28321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468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611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754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897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040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18300" y="3822382"/>
            <a:ext cx="85725" cy="28575"/>
          </a:xfrm>
          <a:custGeom>
            <a:avLst/>
            <a:gdLst/>
            <a:ahLst/>
            <a:cxnLst/>
            <a:rect l="l" t="t" r="r" b="b"/>
            <a:pathLst>
              <a:path w="85725" h="28575">
                <a:moveTo>
                  <a:pt x="85725" y="28575"/>
                </a:moveTo>
                <a:lnTo>
                  <a:pt x="0" y="28575"/>
                </a:lnTo>
                <a:lnTo>
                  <a:pt x="0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32600" y="3822382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38100" y="28575"/>
                </a:moveTo>
                <a:lnTo>
                  <a:pt x="0" y="28575"/>
                </a:lnTo>
                <a:lnTo>
                  <a:pt x="0" y="0"/>
                </a:lnTo>
                <a:lnTo>
                  <a:pt x="38100" y="0"/>
                </a:lnTo>
                <a:lnTo>
                  <a:pt x="3810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56412" y="46132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56412" y="44989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56412" y="43846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56412" y="42703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56412" y="41560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56412" y="40417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56412" y="3927475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56412" y="3857625"/>
            <a:ext cx="28575" cy="41275"/>
          </a:xfrm>
          <a:custGeom>
            <a:avLst/>
            <a:gdLst/>
            <a:ahLst/>
            <a:cxnLst/>
            <a:rect l="l" t="t" r="r" b="b"/>
            <a:pathLst>
              <a:path w="28575" h="41275">
                <a:moveTo>
                  <a:pt x="28575" y="41275"/>
                </a:moveTo>
                <a:lnTo>
                  <a:pt x="0" y="41275"/>
                </a:lnTo>
                <a:lnTo>
                  <a:pt x="0" y="0"/>
                </a:lnTo>
                <a:lnTo>
                  <a:pt x="28575" y="0"/>
                </a:lnTo>
                <a:lnTo>
                  <a:pt x="28575" y="412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81751" y="3973588"/>
            <a:ext cx="233464" cy="25449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44806" y="3893820"/>
            <a:ext cx="104254" cy="1350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246370" y="3723004"/>
            <a:ext cx="955675" cy="108839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dirty="0" sz="2400" b="1" i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305"/>
              </a:spcBef>
            </a:pPr>
            <a:r>
              <a:rPr dirty="0" sz="2400" b="1">
                <a:latin typeface="Calibri"/>
                <a:cs typeface="Calibri"/>
              </a:rPr>
              <a:t>+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532348" y="3874770"/>
            <a:ext cx="142875" cy="824865"/>
          </a:xfrm>
          <a:custGeom>
            <a:avLst/>
            <a:gdLst/>
            <a:ahLst/>
            <a:cxnLst/>
            <a:rect l="l" t="t" r="r" b="b"/>
            <a:pathLst>
              <a:path w="142875" h="824864">
                <a:moveTo>
                  <a:pt x="16573" y="142214"/>
                </a:moveTo>
                <a:lnTo>
                  <a:pt x="0" y="124117"/>
                </a:lnTo>
                <a:lnTo>
                  <a:pt x="749" y="121094"/>
                </a:lnTo>
                <a:lnTo>
                  <a:pt x="2070" y="118275"/>
                </a:lnTo>
                <a:lnTo>
                  <a:pt x="72161" y="0"/>
                </a:lnTo>
                <a:lnTo>
                  <a:pt x="90184" y="31394"/>
                </a:lnTo>
                <a:lnTo>
                  <a:pt x="56070" y="31394"/>
                </a:lnTo>
                <a:lnTo>
                  <a:pt x="55663" y="90109"/>
                </a:lnTo>
                <a:lnTo>
                  <a:pt x="29375" y="134467"/>
                </a:lnTo>
                <a:lnTo>
                  <a:pt x="19659" y="141744"/>
                </a:lnTo>
                <a:lnTo>
                  <a:pt x="16573" y="142214"/>
                </a:lnTo>
                <a:close/>
              </a:path>
              <a:path w="142875" h="824864">
                <a:moveTo>
                  <a:pt x="55663" y="90109"/>
                </a:moveTo>
                <a:lnTo>
                  <a:pt x="56070" y="31394"/>
                </a:lnTo>
                <a:lnTo>
                  <a:pt x="87820" y="31610"/>
                </a:lnTo>
                <a:lnTo>
                  <a:pt x="87766" y="39408"/>
                </a:lnTo>
                <a:lnTo>
                  <a:pt x="58178" y="39408"/>
                </a:lnTo>
                <a:lnTo>
                  <a:pt x="71726" y="63005"/>
                </a:lnTo>
                <a:lnTo>
                  <a:pt x="55663" y="90109"/>
                </a:lnTo>
                <a:close/>
              </a:path>
              <a:path w="142875" h="824864">
                <a:moveTo>
                  <a:pt x="125768" y="142976"/>
                </a:moveTo>
                <a:lnTo>
                  <a:pt x="87413" y="90330"/>
                </a:lnTo>
                <a:lnTo>
                  <a:pt x="87820" y="31610"/>
                </a:lnTo>
                <a:lnTo>
                  <a:pt x="56070" y="31394"/>
                </a:lnTo>
                <a:lnTo>
                  <a:pt x="90184" y="31394"/>
                </a:lnTo>
                <a:lnTo>
                  <a:pt x="140614" y="119240"/>
                </a:lnTo>
                <a:lnTo>
                  <a:pt x="141884" y="122072"/>
                </a:lnTo>
                <a:lnTo>
                  <a:pt x="142582" y="125107"/>
                </a:lnTo>
                <a:lnTo>
                  <a:pt x="142684" y="128219"/>
                </a:lnTo>
                <a:lnTo>
                  <a:pt x="142163" y="131279"/>
                </a:lnTo>
                <a:lnTo>
                  <a:pt x="128879" y="142887"/>
                </a:lnTo>
                <a:lnTo>
                  <a:pt x="125768" y="142976"/>
                </a:lnTo>
                <a:close/>
              </a:path>
              <a:path w="142875" h="824864">
                <a:moveTo>
                  <a:pt x="71726" y="63005"/>
                </a:moveTo>
                <a:lnTo>
                  <a:pt x="58178" y="39408"/>
                </a:lnTo>
                <a:lnTo>
                  <a:pt x="85598" y="39598"/>
                </a:lnTo>
                <a:lnTo>
                  <a:pt x="71726" y="63005"/>
                </a:lnTo>
                <a:close/>
              </a:path>
              <a:path w="142875" h="824864">
                <a:moveTo>
                  <a:pt x="87413" y="90330"/>
                </a:moveTo>
                <a:lnTo>
                  <a:pt x="71726" y="63005"/>
                </a:lnTo>
                <a:lnTo>
                  <a:pt x="85598" y="39598"/>
                </a:lnTo>
                <a:lnTo>
                  <a:pt x="58178" y="39408"/>
                </a:lnTo>
                <a:lnTo>
                  <a:pt x="87766" y="39408"/>
                </a:lnTo>
                <a:lnTo>
                  <a:pt x="87413" y="90330"/>
                </a:lnTo>
                <a:close/>
              </a:path>
              <a:path w="142875" h="824864">
                <a:moveTo>
                  <a:pt x="82321" y="824344"/>
                </a:moveTo>
                <a:lnTo>
                  <a:pt x="50571" y="824115"/>
                </a:lnTo>
                <a:lnTo>
                  <a:pt x="55663" y="90109"/>
                </a:lnTo>
                <a:lnTo>
                  <a:pt x="71726" y="63005"/>
                </a:lnTo>
                <a:lnTo>
                  <a:pt x="87413" y="90330"/>
                </a:lnTo>
                <a:lnTo>
                  <a:pt x="82321" y="824344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2183" y="3740438"/>
            <a:ext cx="414942" cy="15480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BF6EF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7860" y="830668"/>
            <a:ext cx="8114665" cy="1965960"/>
          </a:xfrm>
          <a:prstGeom prst="rect">
            <a:avLst/>
          </a:prstGeom>
        </p:spPr>
        <p:txBody>
          <a:bodyPr wrap="square" lIns="0" tIns="260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2800" spc="-335">
                <a:solidFill>
                  <a:srgbClr val="030303"/>
                </a:solidFill>
                <a:latin typeface="宋体"/>
                <a:cs typeface="宋体"/>
              </a:rPr>
              <a:t>课后思考：</a:t>
            </a:r>
            <a:endParaRPr sz="2800">
              <a:latin typeface="宋体"/>
              <a:cs typeface="宋体"/>
            </a:endParaRPr>
          </a:p>
          <a:p>
            <a:pPr marL="36195" marR="5080" indent="776605">
              <a:lnSpc>
                <a:spcPts val="5020"/>
              </a:lnSpc>
              <a:spcBef>
                <a:spcPts val="400"/>
              </a:spcBef>
            </a:pPr>
            <a:r>
              <a:rPr dirty="0" sz="2600" spc="125">
                <a:solidFill>
                  <a:srgbClr val="030303"/>
                </a:solidFill>
                <a:latin typeface="宋体"/>
                <a:cs typeface="宋体"/>
              </a:rPr>
              <a:t>洛伦兹力做功了吗？闭合电路中如果没有外力， </a:t>
            </a:r>
            <a:r>
              <a:rPr dirty="0" sz="2600" spc="130">
                <a:solidFill>
                  <a:srgbClr val="030303"/>
                </a:solidFill>
                <a:latin typeface="宋体"/>
                <a:cs typeface="宋体"/>
              </a:rPr>
              <a:t>导体棒将如何运动？能量是如何转化的？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5336" y="3277358"/>
            <a:ext cx="1606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7577" y="3277358"/>
            <a:ext cx="1581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8970" y="3277358"/>
            <a:ext cx="1581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8468" y="3277358"/>
            <a:ext cx="31623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>
              <a:lnSpc>
                <a:spcPts val="1714"/>
              </a:lnSpc>
              <a:spcBef>
                <a:spcPts val="100"/>
              </a:spcBef>
            </a:pP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75"/>
              </a:lnSpc>
            </a:pPr>
            <a:r>
              <a:rPr dirty="0" sz="1550" spc="100">
                <a:solidFill>
                  <a:srgbClr val="5D5B5B"/>
                </a:solidFill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4804" y="3390080"/>
            <a:ext cx="298450" cy="338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739"/>
              </a:lnSpc>
              <a:spcBef>
                <a:spcPts val="100"/>
              </a:spcBef>
            </a:pPr>
            <a:r>
              <a:rPr dirty="0" sz="1550" spc="40">
                <a:solidFill>
                  <a:srgbClr val="5D5B5B"/>
                </a:solidFill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  <a:p>
            <a:pPr algn="r" marR="48260">
              <a:lnSpc>
                <a:spcPts val="720"/>
              </a:lnSpc>
            </a:pPr>
            <a:r>
              <a:rPr dirty="0" sz="700" spc="70">
                <a:solidFill>
                  <a:srgbClr val="DD568E"/>
                </a:solidFill>
                <a:latin typeface="宋体"/>
                <a:cs typeface="宋体"/>
              </a:rPr>
              <a:t>士</a:t>
            </a:r>
            <a:r>
              <a:rPr dirty="0" sz="700" spc="-190">
                <a:solidFill>
                  <a:srgbClr val="DD568E"/>
                </a:solidFill>
                <a:latin typeface="宋体"/>
                <a:cs typeface="宋体"/>
              </a:rPr>
              <a:t> </a:t>
            </a:r>
            <a:r>
              <a:rPr dirty="0" sz="700" spc="70">
                <a:solidFill>
                  <a:srgbClr val="B3597C"/>
                </a:solidFill>
                <a:latin typeface="宋体"/>
                <a:cs typeface="宋体"/>
              </a:rPr>
              <a:t>—</a:t>
            </a:r>
            <a:endParaRPr sz="7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9596" y="3481428"/>
            <a:ext cx="1873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14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5336" y="4422390"/>
            <a:ext cx="1606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7577" y="3805462"/>
            <a:ext cx="203835" cy="87185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500" spc="5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455"/>
              </a:spcBef>
            </a:pPr>
            <a:r>
              <a:rPr dirty="0" sz="1650" spc="45">
                <a:solidFill>
                  <a:srgbClr val="5D5B5B"/>
                </a:solidFill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500" spc="-4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8970" y="3857508"/>
            <a:ext cx="158115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1005"/>
              </a:spcBef>
            </a:pPr>
            <a:r>
              <a:rPr dirty="0" sz="1100" spc="55">
                <a:solidFill>
                  <a:srgbClr val="706E6D"/>
                </a:solidFill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500" spc="-4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18158" y="3844785"/>
            <a:ext cx="716280" cy="83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89"/>
              </a:lnSpc>
              <a:spcBef>
                <a:spcPts val="100"/>
              </a:spcBef>
              <a:tabLst>
                <a:tab pos="560705" algn="l"/>
              </a:tabLst>
            </a:pP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 </a:t>
            </a:r>
            <a:r>
              <a:rPr dirty="0" sz="1500" spc="-160">
                <a:solidFill>
                  <a:srgbClr val="779C9E"/>
                </a:solidFill>
                <a:latin typeface="Times New Roman"/>
                <a:cs typeface="Times New Roman"/>
              </a:rPr>
              <a:t> </a:t>
            </a:r>
            <a:r>
              <a:rPr dirty="0" sz="1600" spc="-770">
                <a:solidFill>
                  <a:srgbClr val="878582"/>
                </a:solidFill>
                <a:latin typeface="宋体"/>
                <a:cs typeface="宋体"/>
              </a:rPr>
              <a:t>甘</a:t>
            </a:r>
            <a:r>
              <a:rPr dirty="0" sz="1600">
                <a:solidFill>
                  <a:srgbClr val="878582"/>
                </a:solidFill>
                <a:latin typeface="宋体"/>
                <a:cs typeface="宋体"/>
              </a:rPr>
              <a:t>	</a:t>
            </a:r>
            <a:r>
              <a:rPr dirty="0" sz="1500" spc="-6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  <a:p>
            <a:pPr algn="ctr" marR="36195">
              <a:lnSpc>
                <a:spcPts val="1270"/>
              </a:lnSpc>
            </a:pPr>
            <a:r>
              <a:rPr dirty="0" sz="1250" spc="-890" b="1">
                <a:solidFill>
                  <a:srgbClr val="5D5B5B"/>
                </a:solidFill>
                <a:latin typeface="思源黑体 CN"/>
                <a:cs typeface="思源黑体 CN"/>
              </a:rPr>
              <a:t>，</a:t>
            </a:r>
            <a:r>
              <a:rPr dirty="0" sz="1250" spc="-80" b="1">
                <a:solidFill>
                  <a:srgbClr val="5D5B5B"/>
                </a:solidFill>
                <a:latin typeface="思源黑体 CN"/>
                <a:cs typeface="思源黑体 CN"/>
              </a:rPr>
              <a:t> </a:t>
            </a:r>
            <a:r>
              <a:rPr dirty="0" sz="1250" spc="125">
                <a:solidFill>
                  <a:srgbClr val="9A9997"/>
                </a:solidFill>
                <a:latin typeface="宋体"/>
                <a:cs typeface="宋体"/>
              </a:rPr>
              <a:t>．</a:t>
            </a:r>
            <a:endParaRPr sz="12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560705" algn="l"/>
              </a:tabLst>
            </a:pP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r>
              <a:rPr dirty="0" sz="1500" spc="-25">
                <a:solidFill>
                  <a:srgbClr val="779C9E"/>
                </a:solidFill>
                <a:latin typeface="Times New Roman"/>
                <a:cs typeface="Times New Roman"/>
              </a:rPr>
              <a:t> </a:t>
            </a:r>
            <a:r>
              <a:rPr dirty="0" sz="1500" spc="-145">
                <a:solidFill>
                  <a:srgbClr val="779C9E"/>
                </a:solidFill>
                <a:latin typeface="Times New Roman"/>
                <a:cs typeface="Times New Roman"/>
              </a:rPr>
              <a:t> </a:t>
            </a:r>
            <a:r>
              <a:rPr dirty="0" sz="1500" spc="-300">
                <a:solidFill>
                  <a:srgbClr val="706E6D"/>
                </a:solidFill>
                <a:latin typeface="Times New Roman"/>
                <a:cs typeface="Times New Roman"/>
              </a:rPr>
              <a:t>i</a:t>
            </a:r>
            <a:r>
              <a:rPr dirty="0" sz="1500" spc="100">
                <a:solidFill>
                  <a:srgbClr val="706E6D"/>
                </a:solidFill>
                <a:latin typeface="Times New Roman"/>
                <a:cs typeface="Times New Roman"/>
              </a:rPr>
              <a:t> </a:t>
            </a:r>
            <a:r>
              <a:rPr dirty="0" sz="1500" spc="-190">
                <a:solidFill>
                  <a:srgbClr val="706E6D"/>
                </a:solidFill>
                <a:latin typeface="Times New Roman"/>
                <a:cs typeface="Times New Roman"/>
              </a:rPr>
              <a:t>i</a:t>
            </a:r>
            <a:r>
              <a:rPr dirty="0" sz="1500">
                <a:solidFill>
                  <a:srgbClr val="706E6D"/>
                </a:solidFill>
                <a:latin typeface="Times New Roman"/>
                <a:cs typeface="Times New Roman"/>
              </a:rPr>
              <a:t>	</a:t>
            </a:r>
            <a:r>
              <a:rPr dirty="0" sz="1500" spc="-65">
                <a:solidFill>
                  <a:srgbClr val="779C9E"/>
                </a:solidFill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9822" y="4641473"/>
            <a:ext cx="17399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65">
                <a:solidFill>
                  <a:srgbClr val="5D5B5B"/>
                </a:solidFill>
                <a:latin typeface="Arial"/>
                <a:cs typeface="Arial"/>
              </a:rPr>
              <a:t>B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84426" y="4718826"/>
            <a:ext cx="2742565" cy="521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34719" algn="l"/>
                <a:tab pos="1873885" algn="l"/>
                <a:tab pos="2045335" algn="l"/>
                <a:tab pos="2606675" algn="l"/>
              </a:tabLst>
            </a:pPr>
            <a:r>
              <a:rPr dirty="0" u="dbl" sz="2750">
                <a:solidFill>
                  <a:srgbClr val="779C9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dbl" sz="2750">
                <a:solidFill>
                  <a:srgbClr val="779C9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dbl" sz="2750" spc="-345">
                <a:solidFill>
                  <a:srgbClr val="779C9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dbl" sz="2750" spc="120">
                <a:solidFill>
                  <a:srgbClr val="779C9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sz="2750" spc="-470">
                <a:solidFill>
                  <a:srgbClr val="779C9E"/>
                </a:solidFill>
                <a:latin typeface="Arial"/>
                <a:cs typeface="Arial"/>
              </a:rPr>
              <a:t> </a:t>
            </a:r>
            <a:r>
              <a:rPr dirty="0" u="dbl" sz="3250" spc="-260">
                <a:solidFill>
                  <a:srgbClr val="878582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dbl" sz="3250" spc="215">
                <a:solidFill>
                  <a:srgbClr val="878582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3250" spc="-490">
                <a:solidFill>
                  <a:srgbClr val="878582"/>
                </a:solidFill>
                <a:latin typeface="Times New Roman"/>
                <a:cs typeface="Times New Roman"/>
              </a:rPr>
              <a:t> </a:t>
            </a:r>
            <a:r>
              <a:rPr dirty="0" u="dbl" sz="3250" spc="-650">
                <a:solidFill>
                  <a:srgbClr val="6B87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dbl" sz="3250">
                <a:solidFill>
                  <a:srgbClr val="6B87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3250">
                <a:solidFill>
                  <a:srgbClr val="6B878C"/>
                </a:solidFill>
                <a:latin typeface="Times New Roman"/>
                <a:cs typeface="Times New Roman"/>
              </a:rPr>
              <a:t>	</a:t>
            </a:r>
            <a:r>
              <a:rPr dirty="0" u="dbl" sz="2750" spc="-320">
                <a:solidFill>
                  <a:srgbClr val="779C9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sz="2750" spc="-285">
                <a:solidFill>
                  <a:srgbClr val="779C9E"/>
                </a:solidFill>
                <a:latin typeface="Arial"/>
                <a:cs typeface="Arial"/>
              </a:rPr>
              <a:t> </a:t>
            </a:r>
            <a:r>
              <a:rPr dirty="0" sz="2750" spc="-370">
                <a:solidFill>
                  <a:srgbClr val="5D5B5B"/>
                </a:solidFill>
                <a:latin typeface="Arial"/>
                <a:cs typeface="Arial"/>
              </a:rPr>
              <a:t>i</a:t>
            </a:r>
            <a:r>
              <a:rPr dirty="0" sz="2750" spc="-405">
                <a:solidFill>
                  <a:srgbClr val="5D5B5B"/>
                </a:solidFill>
                <a:latin typeface="Arial"/>
                <a:cs typeface="Arial"/>
              </a:rPr>
              <a:t> </a:t>
            </a:r>
            <a:r>
              <a:rPr dirty="0" sz="2750" spc="-145">
                <a:solidFill>
                  <a:srgbClr val="9A9997"/>
                </a:solidFill>
                <a:latin typeface="Arial"/>
                <a:cs typeface="Arial"/>
              </a:rPr>
              <a:t>l</a:t>
            </a:r>
            <a:r>
              <a:rPr dirty="0" sz="2750">
                <a:solidFill>
                  <a:srgbClr val="9A9997"/>
                </a:solidFill>
                <a:latin typeface="Arial"/>
                <a:cs typeface="Arial"/>
              </a:rPr>
              <a:t>	</a:t>
            </a:r>
            <a:r>
              <a:rPr dirty="0" sz="2750" spc="-415">
                <a:solidFill>
                  <a:srgbClr val="6B878C"/>
                </a:solidFill>
                <a:latin typeface="Arial"/>
                <a:cs typeface="Arial"/>
              </a:rPr>
              <a:t>x</a:t>
            </a:r>
            <a:endParaRPr sz="2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7046" y="5289052"/>
            <a:ext cx="13271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15">
                <a:solidFill>
                  <a:srgbClr val="5D5B5B"/>
                </a:solidFill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0262" y="5289052"/>
            <a:ext cx="15748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85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5662" y="4988545"/>
            <a:ext cx="16192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4013" sz="3675" spc="-249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dirty="0" sz="500" spc="-100">
                <a:solidFill>
                  <a:srgbClr val="9A9997"/>
                </a:solidFill>
                <a:latin typeface="宋体"/>
                <a:cs typeface="宋体"/>
              </a:rPr>
              <a:t>=</a:t>
            </a:r>
            <a:r>
              <a:rPr dirty="0" baseline="-34013" sz="3675" spc="-1807">
                <a:solidFill>
                  <a:srgbClr val="9A9997"/>
                </a:solidFill>
                <a:latin typeface="Times New Roman"/>
                <a:cs typeface="Times New Roman"/>
              </a:rPr>
              <a:t>1</a:t>
            </a:r>
            <a:r>
              <a:rPr dirty="0" sz="500" spc="-140">
                <a:solidFill>
                  <a:srgbClr val="9A9997"/>
                </a:solidFill>
                <a:latin typeface="宋体"/>
                <a:cs typeface="宋体"/>
              </a:rPr>
              <a:t>巳</a:t>
            </a:r>
            <a:endParaRPr sz="5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9040" y="5273276"/>
            <a:ext cx="1826260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8490" algn="l"/>
                <a:tab pos="1125855" algn="l"/>
                <a:tab pos="1732280" algn="l"/>
              </a:tabLst>
            </a:pPr>
            <a:r>
              <a:rPr dirty="0" sz="2900" spc="-1980">
                <a:solidFill>
                  <a:srgbClr val="779C9E"/>
                </a:solidFill>
                <a:latin typeface="宋体"/>
                <a:cs typeface="宋体"/>
              </a:rPr>
              <a:t>、</a:t>
            </a:r>
            <a:r>
              <a:rPr dirty="0" sz="1000" spc="-30">
                <a:solidFill>
                  <a:srgbClr val="779C9E"/>
                </a:solidFill>
                <a:latin typeface="Times New Roman"/>
                <a:cs typeface="Times New Roman"/>
              </a:rPr>
              <a:t>(</a:t>
            </a:r>
            <a:r>
              <a:rPr dirty="0" sz="1000">
                <a:solidFill>
                  <a:srgbClr val="779C9E"/>
                </a:solidFill>
                <a:latin typeface="Times New Roman"/>
                <a:cs typeface="Times New Roman"/>
              </a:rPr>
              <a:t>	</a:t>
            </a:r>
            <a:r>
              <a:rPr dirty="0" sz="1000" spc="-60">
                <a:solidFill>
                  <a:srgbClr val="779C9E"/>
                </a:solidFill>
                <a:latin typeface="Times New Roman"/>
                <a:cs typeface="Times New Roman"/>
              </a:rPr>
              <a:t>V</a:t>
            </a:r>
            <a:r>
              <a:rPr dirty="0" sz="1000">
                <a:solidFill>
                  <a:srgbClr val="779C9E"/>
                </a:solidFill>
                <a:latin typeface="Times New Roman"/>
                <a:cs typeface="Times New Roman"/>
              </a:rPr>
              <a:t>	</a:t>
            </a:r>
            <a:r>
              <a:rPr dirty="0" sz="2900" spc="-2010">
                <a:solidFill>
                  <a:srgbClr val="779C9E"/>
                </a:solidFill>
                <a:latin typeface="宋体"/>
                <a:cs typeface="宋体"/>
              </a:rPr>
              <a:t>、</a:t>
            </a:r>
            <a:r>
              <a:rPr dirty="0" sz="1000" spc="-40">
                <a:solidFill>
                  <a:srgbClr val="779C9E"/>
                </a:solidFill>
                <a:latin typeface="Times New Roman"/>
                <a:cs typeface="Times New Roman"/>
              </a:rPr>
              <a:t>(</a:t>
            </a:r>
            <a:r>
              <a:rPr dirty="0" sz="1000">
                <a:solidFill>
                  <a:srgbClr val="779C9E"/>
                </a:solidFill>
                <a:latin typeface="Times New Roman"/>
                <a:cs typeface="Times New Roman"/>
              </a:rPr>
              <a:t>	</a:t>
            </a:r>
            <a:r>
              <a:rPr dirty="0" sz="1000" spc="-90">
                <a:solidFill>
                  <a:srgbClr val="779C9E"/>
                </a:solidFill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18272" y="5515005"/>
            <a:ext cx="1066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0">
                <a:solidFill>
                  <a:srgbClr val="779C9E"/>
                </a:solidFill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79664" y="5515005"/>
            <a:ext cx="1066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0">
                <a:solidFill>
                  <a:srgbClr val="779C9E"/>
                </a:solidFill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94" y="1001394"/>
            <a:ext cx="1651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课堂小</a:t>
            </a:r>
            <a:r>
              <a:rPr dirty="0" sz="3200" spc="5">
                <a:latin typeface="黑体"/>
                <a:cs typeface="黑体"/>
              </a:rPr>
              <a:t>结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2504" y="1001394"/>
            <a:ext cx="24644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提升科学思</a:t>
            </a:r>
            <a:r>
              <a:rPr dirty="0" sz="3200" spc="5">
                <a:latin typeface="黑体"/>
                <a:cs typeface="黑体"/>
              </a:rPr>
              <a:t>维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10573" y="1243723"/>
            <a:ext cx="878103" cy="88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1459" y="2154466"/>
            <a:ext cx="1638033" cy="420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8872" y="2269477"/>
            <a:ext cx="431965" cy="1925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36634" y="2146744"/>
            <a:ext cx="2025154" cy="4327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09827" y="4600371"/>
            <a:ext cx="916940" cy="0"/>
          </a:xfrm>
          <a:custGeom>
            <a:avLst/>
            <a:gdLst/>
            <a:ahLst/>
            <a:cxnLst/>
            <a:rect l="l" t="t" r="r" b="b"/>
            <a:pathLst>
              <a:path w="916939" h="0">
                <a:moveTo>
                  <a:pt x="0" y="0"/>
                </a:moveTo>
                <a:lnTo>
                  <a:pt x="916673" y="0"/>
                </a:lnTo>
              </a:path>
            </a:pathLst>
          </a:custGeom>
          <a:ln w="179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323708" y="3996359"/>
            <a:ext cx="28765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15" i="1">
                <a:latin typeface="Times New Roman"/>
                <a:cs typeface="Times New Roman"/>
              </a:rPr>
              <a:t>E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9926" y="4602467"/>
            <a:ext cx="854710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15" i="1">
                <a:latin typeface="Times New Roman"/>
                <a:cs typeface="Times New Roman"/>
              </a:rPr>
              <a:t>R </a:t>
            </a:r>
            <a:r>
              <a:rPr dirty="0" sz="3350" spc="15">
                <a:latin typeface="Symbol"/>
                <a:cs typeface="Symbol"/>
              </a:rPr>
              <a:t></a:t>
            </a:r>
            <a:r>
              <a:rPr dirty="0" sz="3350" spc="-490">
                <a:latin typeface="Times New Roman"/>
                <a:cs typeface="Times New Roman"/>
              </a:rPr>
              <a:t> </a:t>
            </a:r>
            <a:r>
              <a:rPr dirty="0" sz="3350" spc="10" i="1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1988" y="4266984"/>
            <a:ext cx="55181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5" i="1">
                <a:latin typeface="Times New Roman"/>
                <a:cs typeface="Times New Roman"/>
              </a:rPr>
              <a:t>I</a:t>
            </a:r>
            <a:r>
              <a:rPr dirty="0" sz="3350" spc="235" i="1">
                <a:latin typeface="Times New Roman"/>
                <a:cs typeface="Times New Roman"/>
              </a:rPr>
              <a:t> </a:t>
            </a:r>
            <a:r>
              <a:rPr dirty="0" sz="3350" spc="15">
                <a:latin typeface="Symbol"/>
                <a:cs typeface="Symbol"/>
              </a:rPr>
              <a:t>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2613" y="4241987"/>
            <a:ext cx="2587625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" i="1">
                <a:latin typeface="Times New Roman"/>
                <a:cs typeface="Times New Roman"/>
              </a:rPr>
              <a:t>E </a:t>
            </a:r>
            <a:r>
              <a:rPr dirty="0" sz="3600" spc="5">
                <a:latin typeface="Symbol"/>
                <a:cs typeface="Symbol"/>
              </a:rPr>
              <a:t></a:t>
            </a:r>
            <a:r>
              <a:rPr dirty="0" sz="3600" spc="5">
                <a:latin typeface="Times New Roman"/>
                <a:cs typeface="Times New Roman"/>
              </a:rPr>
              <a:t> </a:t>
            </a:r>
            <a:r>
              <a:rPr dirty="0" sz="3600" i="1">
                <a:latin typeface="Times New Roman"/>
                <a:cs typeface="Times New Roman"/>
              </a:rPr>
              <a:t>BLv</a:t>
            </a:r>
            <a:r>
              <a:rPr dirty="0" sz="3600" spc="-229" i="1">
                <a:latin typeface="Times New Roman"/>
                <a:cs typeface="Times New Roman"/>
              </a:rPr>
              <a:t> </a:t>
            </a:r>
            <a:r>
              <a:rPr dirty="0" sz="3600" spc="-5">
                <a:latin typeface="Times New Roman"/>
                <a:cs typeface="Times New Roman"/>
              </a:rPr>
              <a:t>sin</a:t>
            </a:r>
            <a:r>
              <a:rPr dirty="0" sz="3800" spc="-5" i="1">
                <a:latin typeface="Symbol"/>
                <a:cs typeface="Symbol"/>
              </a:rPr>
              <a:t>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5356" y="4041775"/>
            <a:ext cx="159321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239" sz="5700" spc="-187" i="1">
                <a:latin typeface="Times New Roman"/>
                <a:cs typeface="Times New Roman"/>
              </a:rPr>
              <a:t>E</a:t>
            </a:r>
            <a:r>
              <a:rPr dirty="0" baseline="-32163" sz="5700">
                <a:latin typeface="宋体"/>
                <a:cs typeface="宋体"/>
              </a:rPr>
              <a:t>＝</a:t>
            </a:r>
            <a:r>
              <a:rPr dirty="0" baseline="-29239" sz="5700" spc="-157" i="1">
                <a:latin typeface="Times New Roman"/>
                <a:cs typeface="Times New Roman"/>
              </a:rPr>
              <a:t>n</a:t>
            </a:r>
            <a:r>
              <a:rPr dirty="0" sz="3800" spc="300" i="1">
                <a:latin typeface="Times New Roman"/>
                <a:cs typeface="Times New Roman"/>
              </a:rPr>
              <a:t>?</a:t>
            </a:r>
            <a:r>
              <a:rPr dirty="0" sz="3800" i="1">
                <a:latin typeface="Times New Roman"/>
                <a:cs typeface="Times New Roman"/>
              </a:rPr>
              <a:t>F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30536" y="4613275"/>
            <a:ext cx="636270" cy="0"/>
          </a:xfrm>
          <a:custGeom>
            <a:avLst/>
            <a:gdLst/>
            <a:ahLst/>
            <a:cxnLst/>
            <a:rect l="l" t="t" r="r" b="b"/>
            <a:pathLst>
              <a:path w="636270" h="0">
                <a:moveTo>
                  <a:pt x="0" y="0"/>
                </a:moveTo>
                <a:lnTo>
                  <a:pt x="63619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45077" y="4651375"/>
            <a:ext cx="41465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100" i="1">
                <a:latin typeface="Times New Roman"/>
                <a:cs typeface="Times New Roman"/>
              </a:rPr>
              <a:t>?</a:t>
            </a:r>
            <a:r>
              <a:rPr dirty="0" sz="3800" i="1">
                <a:latin typeface="Times New Roman"/>
                <a:cs typeface="Times New Roman"/>
              </a:rPr>
              <a:t>t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02420" y="3111385"/>
            <a:ext cx="3654526" cy="4417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97109" y="2583814"/>
            <a:ext cx="271780" cy="560070"/>
          </a:xfrm>
          <a:custGeom>
            <a:avLst/>
            <a:gdLst/>
            <a:ahLst/>
            <a:cxnLst/>
            <a:rect l="l" t="t" r="r" b="b"/>
            <a:pathLst>
              <a:path w="271779" h="560069">
                <a:moveTo>
                  <a:pt x="135704" y="440348"/>
                </a:moveTo>
                <a:lnTo>
                  <a:pt x="105542" y="388646"/>
                </a:lnTo>
                <a:lnTo>
                  <a:pt x="105537" y="0"/>
                </a:lnTo>
                <a:lnTo>
                  <a:pt x="165862" y="0"/>
                </a:lnTo>
                <a:lnTo>
                  <a:pt x="165862" y="388646"/>
                </a:lnTo>
                <a:lnTo>
                  <a:pt x="135704" y="440348"/>
                </a:lnTo>
                <a:close/>
              </a:path>
              <a:path w="271779" h="560069">
                <a:moveTo>
                  <a:pt x="135699" y="560070"/>
                </a:moveTo>
                <a:lnTo>
                  <a:pt x="4076" y="334429"/>
                </a:lnTo>
                <a:lnTo>
                  <a:pt x="0" y="317931"/>
                </a:lnTo>
                <a:lnTo>
                  <a:pt x="495" y="313651"/>
                </a:lnTo>
                <a:lnTo>
                  <a:pt x="31432" y="289102"/>
                </a:lnTo>
                <a:lnTo>
                  <a:pt x="35712" y="289585"/>
                </a:lnTo>
                <a:lnTo>
                  <a:pt x="105537" y="388636"/>
                </a:lnTo>
                <a:lnTo>
                  <a:pt x="105537" y="500202"/>
                </a:lnTo>
                <a:lnTo>
                  <a:pt x="170622" y="500202"/>
                </a:lnTo>
                <a:lnTo>
                  <a:pt x="135699" y="560070"/>
                </a:lnTo>
                <a:close/>
              </a:path>
              <a:path w="271779" h="560069">
                <a:moveTo>
                  <a:pt x="170622" y="500202"/>
                </a:moveTo>
                <a:lnTo>
                  <a:pt x="165862" y="500202"/>
                </a:lnTo>
                <a:lnTo>
                  <a:pt x="165867" y="388636"/>
                </a:lnTo>
                <a:lnTo>
                  <a:pt x="215214" y="304038"/>
                </a:lnTo>
                <a:lnTo>
                  <a:pt x="239966" y="289102"/>
                </a:lnTo>
                <a:lnTo>
                  <a:pt x="244271" y="289217"/>
                </a:lnTo>
                <a:lnTo>
                  <a:pt x="271411" y="317931"/>
                </a:lnTo>
                <a:lnTo>
                  <a:pt x="271284" y="322237"/>
                </a:lnTo>
                <a:lnTo>
                  <a:pt x="270548" y="326478"/>
                </a:lnTo>
                <a:lnTo>
                  <a:pt x="269227" y="330568"/>
                </a:lnTo>
                <a:lnTo>
                  <a:pt x="267322" y="334429"/>
                </a:lnTo>
                <a:lnTo>
                  <a:pt x="170622" y="500202"/>
                </a:lnTo>
                <a:close/>
              </a:path>
              <a:path w="271779" h="560069">
                <a:moveTo>
                  <a:pt x="165862" y="500202"/>
                </a:moveTo>
                <a:lnTo>
                  <a:pt x="105537" y="500202"/>
                </a:lnTo>
                <a:lnTo>
                  <a:pt x="105537" y="388636"/>
                </a:lnTo>
                <a:lnTo>
                  <a:pt x="135704" y="440348"/>
                </a:lnTo>
                <a:lnTo>
                  <a:pt x="109651" y="485013"/>
                </a:lnTo>
                <a:lnTo>
                  <a:pt x="165862" y="485013"/>
                </a:lnTo>
                <a:lnTo>
                  <a:pt x="165862" y="500202"/>
                </a:lnTo>
                <a:close/>
              </a:path>
              <a:path w="271779" h="560069">
                <a:moveTo>
                  <a:pt x="165862" y="485013"/>
                </a:moveTo>
                <a:lnTo>
                  <a:pt x="161759" y="485013"/>
                </a:lnTo>
                <a:lnTo>
                  <a:pt x="135704" y="440348"/>
                </a:lnTo>
                <a:lnTo>
                  <a:pt x="165862" y="388646"/>
                </a:lnTo>
                <a:lnTo>
                  <a:pt x="165862" y="485013"/>
                </a:lnTo>
                <a:close/>
              </a:path>
              <a:path w="271779" h="560069">
                <a:moveTo>
                  <a:pt x="161759" y="485013"/>
                </a:moveTo>
                <a:lnTo>
                  <a:pt x="109651" y="485013"/>
                </a:lnTo>
                <a:lnTo>
                  <a:pt x="135704" y="440348"/>
                </a:lnTo>
                <a:lnTo>
                  <a:pt x="161759" y="4850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97109" y="3511981"/>
            <a:ext cx="271780" cy="560070"/>
          </a:xfrm>
          <a:custGeom>
            <a:avLst/>
            <a:gdLst/>
            <a:ahLst/>
            <a:cxnLst/>
            <a:rect l="l" t="t" r="r" b="b"/>
            <a:pathLst>
              <a:path w="271779" h="560070">
                <a:moveTo>
                  <a:pt x="135704" y="440348"/>
                </a:moveTo>
                <a:lnTo>
                  <a:pt x="105542" y="388646"/>
                </a:lnTo>
                <a:lnTo>
                  <a:pt x="105537" y="0"/>
                </a:lnTo>
                <a:lnTo>
                  <a:pt x="165862" y="0"/>
                </a:lnTo>
                <a:lnTo>
                  <a:pt x="165862" y="388646"/>
                </a:lnTo>
                <a:lnTo>
                  <a:pt x="135704" y="440348"/>
                </a:lnTo>
                <a:close/>
              </a:path>
              <a:path w="271779" h="560070">
                <a:moveTo>
                  <a:pt x="135699" y="560070"/>
                </a:moveTo>
                <a:lnTo>
                  <a:pt x="4076" y="334429"/>
                </a:lnTo>
                <a:lnTo>
                  <a:pt x="0" y="317931"/>
                </a:lnTo>
                <a:lnTo>
                  <a:pt x="495" y="313651"/>
                </a:lnTo>
                <a:lnTo>
                  <a:pt x="31432" y="289090"/>
                </a:lnTo>
                <a:lnTo>
                  <a:pt x="35712" y="289585"/>
                </a:lnTo>
                <a:lnTo>
                  <a:pt x="105537" y="388636"/>
                </a:lnTo>
                <a:lnTo>
                  <a:pt x="105537" y="500202"/>
                </a:lnTo>
                <a:lnTo>
                  <a:pt x="170622" y="500202"/>
                </a:lnTo>
                <a:lnTo>
                  <a:pt x="135699" y="560070"/>
                </a:lnTo>
                <a:close/>
              </a:path>
              <a:path w="271779" h="560070">
                <a:moveTo>
                  <a:pt x="170622" y="500202"/>
                </a:moveTo>
                <a:lnTo>
                  <a:pt x="165862" y="500202"/>
                </a:lnTo>
                <a:lnTo>
                  <a:pt x="165867" y="388636"/>
                </a:lnTo>
                <a:lnTo>
                  <a:pt x="215214" y="304038"/>
                </a:lnTo>
                <a:lnTo>
                  <a:pt x="239966" y="289090"/>
                </a:lnTo>
                <a:lnTo>
                  <a:pt x="244271" y="289217"/>
                </a:lnTo>
                <a:lnTo>
                  <a:pt x="271411" y="317931"/>
                </a:lnTo>
                <a:lnTo>
                  <a:pt x="271284" y="322237"/>
                </a:lnTo>
                <a:lnTo>
                  <a:pt x="270548" y="326478"/>
                </a:lnTo>
                <a:lnTo>
                  <a:pt x="269227" y="330568"/>
                </a:lnTo>
                <a:lnTo>
                  <a:pt x="267322" y="334429"/>
                </a:lnTo>
                <a:lnTo>
                  <a:pt x="170622" y="500202"/>
                </a:lnTo>
                <a:close/>
              </a:path>
              <a:path w="271779" h="560070">
                <a:moveTo>
                  <a:pt x="165862" y="500202"/>
                </a:moveTo>
                <a:lnTo>
                  <a:pt x="105537" y="500202"/>
                </a:lnTo>
                <a:lnTo>
                  <a:pt x="105537" y="388636"/>
                </a:lnTo>
                <a:lnTo>
                  <a:pt x="135704" y="440348"/>
                </a:lnTo>
                <a:lnTo>
                  <a:pt x="109651" y="485013"/>
                </a:lnTo>
                <a:lnTo>
                  <a:pt x="165862" y="485013"/>
                </a:lnTo>
                <a:lnTo>
                  <a:pt x="165862" y="500202"/>
                </a:lnTo>
                <a:close/>
              </a:path>
              <a:path w="271779" h="560070">
                <a:moveTo>
                  <a:pt x="165862" y="485013"/>
                </a:moveTo>
                <a:lnTo>
                  <a:pt x="161759" y="485013"/>
                </a:lnTo>
                <a:lnTo>
                  <a:pt x="135704" y="440348"/>
                </a:lnTo>
                <a:lnTo>
                  <a:pt x="165862" y="388646"/>
                </a:lnTo>
                <a:lnTo>
                  <a:pt x="165862" y="485013"/>
                </a:lnTo>
                <a:close/>
              </a:path>
              <a:path w="271779" h="560070">
                <a:moveTo>
                  <a:pt x="161759" y="485013"/>
                </a:moveTo>
                <a:lnTo>
                  <a:pt x="109651" y="485013"/>
                </a:lnTo>
                <a:lnTo>
                  <a:pt x="135704" y="440348"/>
                </a:lnTo>
                <a:lnTo>
                  <a:pt x="161759" y="4850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60183" y="2564752"/>
            <a:ext cx="200025" cy="1410970"/>
          </a:xfrm>
          <a:custGeom>
            <a:avLst/>
            <a:gdLst/>
            <a:ahLst/>
            <a:cxnLst/>
            <a:rect l="l" t="t" r="r" b="b"/>
            <a:pathLst>
              <a:path w="200025" h="1410970">
                <a:moveTo>
                  <a:pt x="99954" y="1322128"/>
                </a:moveTo>
                <a:lnTo>
                  <a:pt x="77757" y="1284033"/>
                </a:lnTo>
                <a:lnTo>
                  <a:pt x="78320" y="0"/>
                </a:lnTo>
                <a:lnTo>
                  <a:pt x="122770" y="25"/>
                </a:lnTo>
                <a:lnTo>
                  <a:pt x="122197" y="1284033"/>
                </a:lnTo>
                <a:lnTo>
                  <a:pt x="99954" y="1322128"/>
                </a:lnTo>
                <a:close/>
              </a:path>
              <a:path w="200025" h="1410970">
                <a:moveTo>
                  <a:pt x="99910" y="1410347"/>
                </a:moveTo>
                <a:lnTo>
                  <a:pt x="3009" y="1244041"/>
                </a:lnTo>
                <a:lnTo>
                  <a:pt x="1422" y="1240726"/>
                </a:lnTo>
                <a:lnTo>
                  <a:pt x="406" y="1237208"/>
                </a:lnTo>
                <a:lnTo>
                  <a:pt x="0" y="1233551"/>
                </a:lnTo>
                <a:lnTo>
                  <a:pt x="177" y="1229893"/>
                </a:lnTo>
                <a:lnTo>
                  <a:pt x="23342" y="1210652"/>
                </a:lnTo>
                <a:lnTo>
                  <a:pt x="26974" y="1211148"/>
                </a:lnTo>
                <a:lnTo>
                  <a:pt x="77747" y="1284018"/>
                </a:lnTo>
                <a:lnTo>
                  <a:pt x="77711" y="1366227"/>
                </a:lnTo>
                <a:lnTo>
                  <a:pt x="125660" y="1366253"/>
                </a:lnTo>
                <a:lnTo>
                  <a:pt x="99910" y="1410347"/>
                </a:lnTo>
                <a:close/>
              </a:path>
              <a:path w="200025" h="1410970">
                <a:moveTo>
                  <a:pt x="125660" y="1366253"/>
                </a:moveTo>
                <a:lnTo>
                  <a:pt x="122161" y="1366253"/>
                </a:lnTo>
                <a:lnTo>
                  <a:pt x="122207" y="1284018"/>
                </a:lnTo>
                <a:lnTo>
                  <a:pt x="158620" y="1221663"/>
                </a:lnTo>
                <a:lnTo>
                  <a:pt x="176669" y="1210729"/>
                </a:lnTo>
                <a:lnTo>
                  <a:pt x="180340" y="1210843"/>
                </a:lnTo>
                <a:lnTo>
                  <a:pt x="199999" y="1233639"/>
                </a:lnTo>
                <a:lnTo>
                  <a:pt x="199580" y="1237297"/>
                </a:lnTo>
                <a:lnTo>
                  <a:pt x="198564" y="1240815"/>
                </a:lnTo>
                <a:lnTo>
                  <a:pt x="196977" y="1244130"/>
                </a:lnTo>
                <a:lnTo>
                  <a:pt x="125660" y="1366253"/>
                </a:lnTo>
                <a:close/>
              </a:path>
              <a:path w="200025" h="1410970">
                <a:moveTo>
                  <a:pt x="122161" y="1366253"/>
                </a:moveTo>
                <a:lnTo>
                  <a:pt x="77711" y="1366227"/>
                </a:lnTo>
                <a:lnTo>
                  <a:pt x="77747" y="1284018"/>
                </a:lnTo>
                <a:lnTo>
                  <a:pt x="99954" y="1322128"/>
                </a:lnTo>
                <a:lnTo>
                  <a:pt x="80746" y="1355026"/>
                </a:lnTo>
                <a:lnTo>
                  <a:pt x="122166" y="1355051"/>
                </a:lnTo>
                <a:lnTo>
                  <a:pt x="122161" y="1366253"/>
                </a:lnTo>
                <a:close/>
              </a:path>
              <a:path w="200025" h="1410970">
                <a:moveTo>
                  <a:pt x="122166" y="1355051"/>
                </a:moveTo>
                <a:lnTo>
                  <a:pt x="119138" y="1355051"/>
                </a:lnTo>
                <a:lnTo>
                  <a:pt x="99954" y="1322128"/>
                </a:lnTo>
                <a:lnTo>
                  <a:pt x="122197" y="1284033"/>
                </a:lnTo>
                <a:lnTo>
                  <a:pt x="122166" y="1355051"/>
                </a:lnTo>
                <a:close/>
              </a:path>
              <a:path w="200025" h="1410970">
                <a:moveTo>
                  <a:pt x="119138" y="1355051"/>
                </a:moveTo>
                <a:lnTo>
                  <a:pt x="80746" y="1355026"/>
                </a:lnTo>
                <a:lnTo>
                  <a:pt x="99954" y="1322128"/>
                </a:lnTo>
                <a:lnTo>
                  <a:pt x="119138" y="13550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23283" y="4484065"/>
            <a:ext cx="535940" cy="200025"/>
          </a:xfrm>
          <a:custGeom>
            <a:avLst/>
            <a:gdLst/>
            <a:ahLst/>
            <a:cxnLst/>
            <a:rect l="l" t="t" r="r" b="b"/>
            <a:pathLst>
              <a:path w="535939" h="200025">
                <a:moveTo>
                  <a:pt x="497232" y="122707"/>
                </a:moveTo>
                <a:lnTo>
                  <a:pt x="491197" y="122707"/>
                </a:lnTo>
                <a:lnTo>
                  <a:pt x="491350" y="78257"/>
                </a:lnTo>
                <a:lnTo>
                  <a:pt x="409152" y="77964"/>
                </a:lnTo>
                <a:lnTo>
                  <a:pt x="346938" y="41376"/>
                </a:lnTo>
                <a:lnTo>
                  <a:pt x="336003" y="23266"/>
                </a:lnTo>
                <a:lnTo>
                  <a:pt x="336130" y="19596"/>
                </a:lnTo>
                <a:lnTo>
                  <a:pt x="358990" y="0"/>
                </a:lnTo>
                <a:lnTo>
                  <a:pt x="362635" y="444"/>
                </a:lnTo>
                <a:lnTo>
                  <a:pt x="366166" y="1460"/>
                </a:lnTo>
                <a:lnTo>
                  <a:pt x="369468" y="3060"/>
                </a:lnTo>
                <a:lnTo>
                  <a:pt x="535381" y="100634"/>
                </a:lnTo>
                <a:lnTo>
                  <a:pt x="497232" y="122707"/>
                </a:lnTo>
                <a:close/>
              </a:path>
              <a:path w="535939" h="200025">
                <a:moveTo>
                  <a:pt x="408978" y="122414"/>
                </a:moveTo>
                <a:lnTo>
                  <a:pt x="0" y="120954"/>
                </a:lnTo>
                <a:lnTo>
                  <a:pt x="165" y="76504"/>
                </a:lnTo>
                <a:lnTo>
                  <a:pt x="409152" y="77964"/>
                </a:lnTo>
                <a:lnTo>
                  <a:pt x="447168" y="100320"/>
                </a:lnTo>
                <a:lnTo>
                  <a:pt x="408978" y="122414"/>
                </a:lnTo>
                <a:close/>
              </a:path>
              <a:path w="535939" h="200025">
                <a:moveTo>
                  <a:pt x="447168" y="100320"/>
                </a:moveTo>
                <a:lnTo>
                  <a:pt x="409152" y="77964"/>
                </a:lnTo>
                <a:lnTo>
                  <a:pt x="491350" y="78257"/>
                </a:lnTo>
                <a:lnTo>
                  <a:pt x="491340" y="81241"/>
                </a:lnTo>
                <a:lnTo>
                  <a:pt x="480148" y="81241"/>
                </a:lnTo>
                <a:lnTo>
                  <a:pt x="447168" y="100320"/>
                </a:lnTo>
                <a:close/>
              </a:path>
              <a:path w="535939" h="200025">
                <a:moveTo>
                  <a:pt x="480009" y="119633"/>
                </a:moveTo>
                <a:lnTo>
                  <a:pt x="447168" y="100320"/>
                </a:lnTo>
                <a:lnTo>
                  <a:pt x="480148" y="81241"/>
                </a:lnTo>
                <a:lnTo>
                  <a:pt x="480009" y="119633"/>
                </a:lnTo>
                <a:close/>
              </a:path>
              <a:path w="535939" h="200025">
                <a:moveTo>
                  <a:pt x="491208" y="119633"/>
                </a:moveTo>
                <a:lnTo>
                  <a:pt x="480009" y="119633"/>
                </a:lnTo>
                <a:lnTo>
                  <a:pt x="480148" y="81241"/>
                </a:lnTo>
                <a:lnTo>
                  <a:pt x="491340" y="81241"/>
                </a:lnTo>
                <a:lnTo>
                  <a:pt x="491208" y="119633"/>
                </a:lnTo>
                <a:close/>
              </a:path>
              <a:path w="535939" h="200025">
                <a:moveTo>
                  <a:pt x="491197" y="122707"/>
                </a:moveTo>
                <a:lnTo>
                  <a:pt x="408978" y="122414"/>
                </a:lnTo>
                <a:lnTo>
                  <a:pt x="447168" y="100320"/>
                </a:lnTo>
                <a:lnTo>
                  <a:pt x="480009" y="119633"/>
                </a:lnTo>
                <a:lnTo>
                  <a:pt x="491208" y="119633"/>
                </a:lnTo>
                <a:lnTo>
                  <a:pt x="491197" y="122707"/>
                </a:lnTo>
                <a:close/>
              </a:path>
              <a:path w="535939" h="200025">
                <a:moveTo>
                  <a:pt x="358279" y="199999"/>
                </a:moveTo>
                <a:lnTo>
                  <a:pt x="335457" y="176580"/>
                </a:lnTo>
                <a:lnTo>
                  <a:pt x="335965" y="172948"/>
                </a:lnTo>
                <a:lnTo>
                  <a:pt x="408978" y="122414"/>
                </a:lnTo>
                <a:lnTo>
                  <a:pt x="497232" y="122707"/>
                </a:lnTo>
                <a:lnTo>
                  <a:pt x="368782" y="197027"/>
                </a:lnTo>
                <a:lnTo>
                  <a:pt x="365467" y="198602"/>
                </a:lnTo>
                <a:lnTo>
                  <a:pt x="361937" y="199593"/>
                </a:lnTo>
                <a:lnTo>
                  <a:pt x="358279" y="199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0610" y="1547698"/>
            <a:ext cx="8742045" cy="0"/>
          </a:xfrm>
          <a:custGeom>
            <a:avLst/>
            <a:gdLst/>
            <a:ahLst/>
            <a:cxnLst/>
            <a:rect l="l" t="t" r="r" b="b"/>
            <a:pathLst>
              <a:path w="8742045" h="0">
                <a:moveTo>
                  <a:pt x="0" y="0"/>
                </a:moveTo>
                <a:lnTo>
                  <a:pt x="8741422" y="0"/>
                </a:lnTo>
              </a:path>
            </a:pathLst>
          </a:custGeom>
          <a:ln w="20955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2795" y="10576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2440" y="12816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5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636262" y="367094"/>
            <a:ext cx="2121535" cy="280035"/>
          </a:xfrm>
          <a:prstGeom prst="rect">
            <a:avLst/>
          </a:prstGeom>
          <a:solidFill>
            <a:srgbClr val="2348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BF6EF"/>
                </a:solidFill>
                <a:latin typeface="宋体"/>
                <a:cs typeface="宋体"/>
              </a:rPr>
              <a:t>里础教百瞒岳谯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99" y="2080672"/>
            <a:ext cx="1005205" cy="521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50" spc="-680">
                <a:solidFill>
                  <a:srgbClr val="010101"/>
                </a:solidFill>
                <a:latin typeface="宋体"/>
                <a:cs typeface="宋体"/>
              </a:rPr>
              <a:t>作业：</a:t>
            </a:r>
            <a:endParaRPr sz="32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887" y="2836139"/>
            <a:ext cx="756158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120">
                <a:solidFill>
                  <a:srgbClr val="010101"/>
                </a:solidFill>
                <a:latin typeface="宋体"/>
                <a:cs typeface="宋体"/>
              </a:rPr>
              <a:t>完成学习任务单中的探究作业和练习作业。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7990" y="2088388"/>
            <a:ext cx="3085465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5270">
              <a:lnSpc>
                <a:spcPct val="150000"/>
              </a:lnSpc>
              <a:spcBef>
                <a:spcPts val="100"/>
              </a:spcBef>
            </a:pPr>
            <a:r>
              <a:rPr dirty="0"/>
              <a:t>谢谢观看</a:t>
            </a:r>
            <a:r>
              <a:rPr dirty="0" spc="-25"/>
              <a:t>！  </a:t>
            </a:r>
            <a:r>
              <a:rPr dirty="0"/>
              <a:t>同学们再见</a:t>
            </a:r>
            <a:r>
              <a:rPr dirty="0" spc="-25"/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2025-04-20T10:13:31Z</dcterms:created>
  <dcterms:modified xsi:type="dcterms:W3CDTF">2025-04-20T10:13:31Z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