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902136" y="1283665"/>
            <a:ext cx="2387727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hlink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2161032" y="1232916"/>
            <a:ext cx="8029956" cy="45171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91802" y="1287779"/>
            <a:ext cx="6208394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05138" y="1946363"/>
            <a:ext cx="7381722" cy="2332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hlink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89039" y="6180632"/>
            <a:ext cx="1042035" cy="361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1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18.png"/><Relationship Id="rId9" Type="http://schemas.openxmlformats.org/officeDocument/2006/relationships/image" Target="../media/image7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18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7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5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18.png"/><Relationship Id="rId10" Type="http://schemas.openxmlformats.org/officeDocument/2006/relationships/image" Target="../media/image27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4.png"/><Relationship Id="rId4" Type="http://schemas.openxmlformats.org/officeDocument/2006/relationships/image" Target="../media/image28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18.png"/><Relationship Id="rId10" Type="http://schemas.openxmlformats.org/officeDocument/2006/relationships/image" Target="../media/image27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28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18.png"/><Relationship Id="rId10" Type="http://schemas.openxmlformats.org/officeDocument/2006/relationships/image" Target="../media/image27.png"/><Relationship Id="rId11" Type="http://schemas.openxmlformats.org/officeDocument/2006/relationships/image" Target="../media/image46.png"/><Relationship Id="rId12" Type="http://schemas.openxmlformats.org/officeDocument/2006/relationships/image" Target="../media/image47.png"/><Relationship Id="rId13" Type="http://schemas.openxmlformats.org/officeDocument/2006/relationships/image" Target="../media/image41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image" Target="../media/image44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18.png"/><Relationship Id="rId8" Type="http://schemas.openxmlformats.org/officeDocument/2006/relationships/image" Target="../media/image51.png"/><Relationship Id="rId9" Type="http://schemas.openxmlformats.org/officeDocument/2006/relationships/image" Target="../media/image27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image" Target="../media/image54.png"/><Relationship Id="rId13" Type="http://schemas.openxmlformats.org/officeDocument/2006/relationships/image" Target="../media/image55.png"/><Relationship Id="rId14" Type="http://schemas.openxmlformats.org/officeDocument/2006/relationships/image" Target="../media/image56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5.png"/><Relationship Id="rId5" Type="http://schemas.openxmlformats.org/officeDocument/2006/relationships/image" Target="../media/image54.png"/><Relationship Id="rId6" Type="http://schemas.openxmlformats.org/officeDocument/2006/relationships/image" Target="../media/image18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60.png"/><Relationship Id="rId4" Type="http://schemas.openxmlformats.org/officeDocument/2006/relationships/image" Target="../media/image62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1398" y="805497"/>
            <a:ext cx="4140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FFFF"/>
                </a:solidFill>
                <a:latin typeface="微软雅黑"/>
                <a:cs typeface="微软雅黑"/>
              </a:rPr>
              <a:t>国家中小学课程资源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120582" y="2073452"/>
            <a:ext cx="7950834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法拉第电磁感应定律</a:t>
            </a:r>
            <a:r>
              <a:rPr dirty="0" sz="3200" b="1">
                <a:solidFill>
                  <a:srgbClr val="FFFFFF"/>
                </a:solidFill>
                <a:latin typeface="微软雅黑"/>
                <a:cs typeface="微软雅黑"/>
              </a:rPr>
              <a:t>（第二课时</a:t>
            </a:r>
            <a:r>
              <a:rPr dirty="0" sz="3200" spc="5" b="1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3200">
              <a:latin typeface="微软雅黑"/>
              <a:cs typeface="微软雅黑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834705" y="3569668"/>
          <a:ext cx="8091805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0575"/>
                <a:gridCol w="1343025"/>
                <a:gridCol w="3418204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315"/>
                        </a:lnSpc>
                      </a:pPr>
                      <a:r>
                        <a:rPr dirty="0" sz="2800" spc="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主讲人：田晓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梅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46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2857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spc="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校：北京市第八中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8935" y="2020976"/>
            <a:ext cx="642620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latin typeface="微软雅黑"/>
                <a:cs typeface="微软雅黑"/>
              </a:rPr>
              <a:t>法拉第电磁感应定律</a:t>
            </a:r>
            <a:r>
              <a:rPr dirty="0" sz="2400" b="1">
                <a:latin typeface="微软雅黑"/>
                <a:cs typeface="微软雅黑"/>
              </a:rPr>
              <a:t>（第二课时）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799651" y="3584108"/>
          <a:ext cx="7018020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5270"/>
                <a:gridCol w="804544"/>
                <a:gridCol w="3416935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315"/>
                        </a:lnSpc>
                      </a:pPr>
                      <a:r>
                        <a:rPr dirty="0" sz="2800" spc="10" b="1"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b="1"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latin typeface="华文楷体"/>
                          <a:cs typeface="华文楷体"/>
                        </a:rPr>
                        <a:t>主讲人：田晓</a:t>
                      </a:r>
                      <a:r>
                        <a:rPr dirty="0" sz="2800" spc="-10" b="1">
                          <a:latin typeface="华文楷体"/>
                          <a:cs typeface="华文楷体"/>
                        </a:rPr>
                        <a:t>梅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2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26034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spc="10" b="1">
                          <a:latin typeface="华文楷体"/>
                          <a:cs typeface="华文楷体"/>
                        </a:rPr>
                        <a:t>校：北京市第八中</a:t>
                      </a:r>
                      <a:r>
                        <a:rPr dirty="0" sz="2800" b="1"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8513" y="1283665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复习回顾</a:t>
            </a:r>
          </a:p>
        </p:txBody>
      </p:sp>
      <p:sp>
        <p:nvSpPr>
          <p:cNvPr id="3" name="object 3"/>
          <p:cNvSpPr/>
          <p:nvPr/>
        </p:nvSpPr>
        <p:spPr>
          <a:xfrm>
            <a:off x="3525113" y="181226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17520" y="15041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17164" y="1728216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491215" y="4327931"/>
            <a:ext cx="5217160" cy="9093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4175">
              <a:lnSpc>
                <a:spcPct val="1208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闭合电路中感应电动势的大小，</a:t>
            </a:r>
            <a:r>
              <a:rPr dirty="0" sz="2400" spc="-5" b="1">
                <a:latin typeface="华文楷体"/>
                <a:cs typeface="华文楷体"/>
              </a:rPr>
              <a:t>跟 </a:t>
            </a:r>
            <a:r>
              <a:rPr dirty="0" sz="2400" b="1">
                <a:latin typeface="华文楷体"/>
                <a:cs typeface="华文楷体"/>
              </a:rPr>
              <a:t>穿过这一电路的磁通量变化率成正比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09823" y="2274468"/>
            <a:ext cx="323024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法拉第电磁感应定</a:t>
            </a:r>
            <a:r>
              <a:rPr dirty="0" sz="2800" spc="-10" b="1">
                <a:latin typeface="华文楷体"/>
                <a:cs typeface="华文楷体"/>
              </a:rPr>
              <a:t>律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70879" y="3505200"/>
            <a:ext cx="513080" cy="0"/>
          </a:xfrm>
          <a:custGeom>
            <a:avLst/>
            <a:gdLst/>
            <a:ahLst/>
            <a:cxnLst/>
            <a:rect l="l" t="t" r="r" b="b"/>
            <a:pathLst>
              <a:path w="513079" h="0">
                <a:moveTo>
                  <a:pt x="0" y="0"/>
                </a:moveTo>
                <a:lnTo>
                  <a:pt x="512711" y="0"/>
                </a:lnTo>
              </a:path>
            </a:pathLst>
          </a:custGeom>
          <a:ln w="172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010467" y="3226028"/>
            <a:ext cx="127381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65" i="1">
                <a:latin typeface="Times New Roman"/>
                <a:cs typeface="Times New Roman"/>
              </a:rPr>
              <a:t>E=N</a:t>
            </a:r>
            <a:r>
              <a:rPr dirty="0" sz="2800" spc="-5" i="1">
                <a:latin typeface="Times New Roman"/>
                <a:cs typeface="Times New Roman"/>
              </a:rPr>
              <a:t> </a:t>
            </a:r>
            <a:r>
              <a:rPr dirty="0" baseline="34722" sz="4200" spc="-60">
                <a:latin typeface="Symbol"/>
                <a:cs typeface="Symbol"/>
              </a:rPr>
              <a:t></a:t>
            </a:r>
            <a:r>
              <a:rPr dirty="0" baseline="34722" sz="4200" spc="-60" i="1">
                <a:latin typeface="Times New Roman"/>
                <a:cs typeface="Times New Roman"/>
              </a:rPr>
              <a:t>Φ</a:t>
            </a:r>
            <a:endParaRPr baseline="34722" sz="4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56985" y="3502939"/>
            <a:ext cx="33274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75">
                <a:latin typeface="Symbol"/>
                <a:cs typeface="Symbol"/>
              </a:rPr>
              <a:t></a:t>
            </a:r>
            <a:r>
              <a:rPr dirty="0" sz="2800" i="1"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990588" y="2276855"/>
            <a:ext cx="2284476" cy="1697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766060" y="3721608"/>
            <a:ext cx="1517903" cy="19659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18659" y="2453722"/>
            <a:ext cx="3564890" cy="0"/>
          </a:xfrm>
          <a:custGeom>
            <a:avLst/>
            <a:gdLst/>
            <a:ahLst/>
            <a:cxnLst/>
            <a:rect l="l" t="t" r="r" b="b"/>
            <a:pathLst>
              <a:path w="3564890" h="0">
                <a:moveTo>
                  <a:pt x="0" y="0"/>
                </a:moveTo>
                <a:lnTo>
                  <a:pt x="3564420" y="0"/>
                </a:lnTo>
              </a:path>
            </a:pathLst>
          </a:custGeom>
          <a:ln w="351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979024" y="2453722"/>
            <a:ext cx="412115" cy="0"/>
          </a:xfrm>
          <a:custGeom>
            <a:avLst/>
            <a:gdLst/>
            <a:ahLst/>
            <a:cxnLst/>
            <a:rect l="l" t="t" r="r" b="b"/>
            <a:pathLst>
              <a:path w="412114" h="0">
                <a:moveTo>
                  <a:pt x="0" y="0"/>
                </a:moveTo>
                <a:lnTo>
                  <a:pt x="411619" y="0"/>
                </a:lnTo>
              </a:path>
            </a:pathLst>
          </a:custGeom>
          <a:ln w="351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987609" y="2464714"/>
            <a:ext cx="0" cy="1455420"/>
          </a:xfrm>
          <a:custGeom>
            <a:avLst/>
            <a:gdLst/>
            <a:ahLst/>
            <a:cxnLst/>
            <a:rect l="l" t="t" r="r" b="b"/>
            <a:pathLst>
              <a:path w="0" h="1455420">
                <a:moveTo>
                  <a:pt x="0" y="0"/>
                </a:moveTo>
                <a:lnTo>
                  <a:pt x="0" y="14549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38787" y="1287779"/>
            <a:ext cx="1739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提出问题1</a:t>
            </a:r>
          </a:p>
        </p:txBody>
      </p:sp>
      <p:sp>
        <p:nvSpPr>
          <p:cNvPr id="6" name="object 6"/>
          <p:cNvSpPr/>
          <p:nvPr/>
        </p:nvSpPr>
        <p:spPr>
          <a:xfrm>
            <a:off x="3006851" y="1508760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06495" y="1732788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385018" y="2382329"/>
            <a:ext cx="140335" cy="1584325"/>
          </a:xfrm>
          <a:custGeom>
            <a:avLst/>
            <a:gdLst/>
            <a:ahLst/>
            <a:cxnLst/>
            <a:rect l="l" t="t" r="r" b="b"/>
            <a:pathLst>
              <a:path w="140335" h="1584325">
                <a:moveTo>
                  <a:pt x="140335" y="1584324"/>
                </a:moveTo>
                <a:lnTo>
                  <a:pt x="0" y="1584324"/>
                </a:lnTo>
                <a:lnTo>
                  <a:pt x="0" y="0"/>
                </a:lnTo>
                <a:lnTo>
                  <a:pt x="140335" y="0"/>
                </a:lnTo>
                <a:lnTo>
                  <a:pt x="140335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1571624"/>
                </a:lnTo>
                <a:lnTo>
                  <a:pt x="6350" y="1571624"/>
                </a:lnTo>
                <a:lnTo>
                  <a:pt x="12700" y="1577974"/>
                </a:lnTo>
                <a:lnTo>
                  <a:pt x="140335" y="1577974"/>
                </a:lnTo>
                <a:lnTo>
                  <a:pt x="140335" y="1584324"/>
                </a:lnTo>
                <a:close/>
              </a:path>
              <a:path w="140335" h="1584325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140335" h="1584325">
                <a:moveTo>
                  <a:pt x="127635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127635" y="6349"/>
                </a:lnTo>
                <a:lnTo>
                  <a:pt x="127635" y="12699"/>
                </a:lnTo>
                <a:close/>
              </a:path>
              <a:path w="140335" h="1584325">
                <a:moveTo>
                  <a:pt x="127635" y="1577974"/>
                </a:moveTo>
                <a:lnTo>
                  <a:pt x="127635" y="6349"/>
                </a:lnTo>
                <a:lnTo>
                  <a:pt x="133985" y="12699"/>
                </a:lnTo>
                <a:lnTo>
                  <a:pt x="140335" y="12699"/>
                </a:lnTo>
                <a:lnTo>
                  <a:pt x="140335" y="1571624"/>
                </a:lnTo>
                <a:lnTo>
                  <a:pt x="133985" y="1571624"/>
                </a:lnTo>
                <a:lnTo>
                  <a:pt x="127635" y="1577974"/>
                </a:lnTo>
                <a:close/>
              </a:path>
              <a:path w="140335" h="1584325">
                <a:moveTo>
                  <a:pt x="140335" y="12699"/>
                </a:moveTo>
                <a:lnTo>
                  <a:pt x="133985" y="12699"/>
                </a:lnTo>
                <a:lnTo>
                  <a:pt x="127635" y="6349"/>
                </a:lnTo>
                <a:lnTo>
                  <a:pt x="140335" y="6349"/>
                </a:lnTo>
                <a:lnTo>
                  <a:pt x="140335" y="12699"/>
                </a:lnTo>
                <a:close/>
              </a:path>
              <a:path w="140335" h="1584325">
                <a:moveTo>
                  <a:pt x="12700" y="1577974"/>
                </a:moveTo>
                <a:lnTo>
                  <a:pt x="6350" y="1571624"/>
                </a:lnTo>
                <a:lnTo>
                  <a:pt x="12700" y="1571624"/>
                </a:lnTo>
                <a:lnTo>
                  <a:pt x="12700" y="1577974"/>
                </a:lnTo>
                <a:close/>
              </a:path>
              <a:path w="140335" h="1584325">
                <a:moveTo>
                  <a:pt x="127635" y="1577974"/>
                </a:moveTo>
                <a:lnTo>
                  <a:pt x="12700" y="1577974"/>
                </a:lnTo>
                <a:lnTo>
                  <a:pt x="12700" y="1571624"/>
                </a:lnTo>
                <a:lnTo>
                  <a:pt x="127635" y="1571624"/>
                </a:lnTo>
                <a:lnTo>
                  <a:pt x="127635" y="1577974"/>
                </a:lnTo>
                <a:close/>
              </a:path>
              <a:path w="140335" h="1584325">
                <a:moveTo>
                  <a:pt x="140335" y="1577974"/>
                </a:moveTo>
                <a:lnTo>
                  <a:pt x="127635" y="1577974"/>
                </a:lnTo>
                <a:lnTo>
                  <a:pt x="133985" y="1571624"/>
                </a:lnTo>
                <a:lnTo>
                  <a:pt x="140335" y="1571624"/>
                </a:lnTo>
                <a:lnTo>
                  <a:pt x="140335" y="15779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04715" y="3074479"/>
            <a:ext cx="782320" cy="142875"/>
          </a:xfrm>
          <a:custGeom>
            <a:avLst/>
            <a:gdLst/>
            <a:ahLst/>
            <a:cxnLst/>
            <a:rect l="l" t="t" r="r" b="b"/>
            <a:pathLst>
              <a:path w="782320" h="142875">
                <a:moveTo>
                  <a:pt x="639127" y="142874"/>
                </a:moveTo>
                <a:lnTo>
                  <a:pt x="639127" y="0"/>
                </a:lnTo>
                <a:lnTo>
                  <a:pt x="753427" y="57149"/>
                </a:lnTo>
                <a:lnTo>
                  <a:pt x="692696" y="57149"/>
                </a:lnTo>
                <a:lnTo>
                  <a:pt x="692696" y="85724"/>
                </a:lnTo>
                <a:lnTo>
                  <a:pt x="753427" y="85724"/>
                </a:lnTo>
                <a:lnTo>
                  <a:pt x="639127" y="142874"/>
                </a:lnTo>
                <a:close/>
              </a:path>
              <a:path w="782320" h="142875">
                <a:moveTo>
                  <a:pt x="639127" y="85724"/>
                </a:moveTo>
                <a:lnTo>
                  <a:pt x="0" y="85724"/>
                </a:lnTo>
                <a:lnTo>
                  <a:pt x="0" y="57149"/>
                </a:lnTo>
                <a:lnTo>
                  <a:pt x="639127" y="57149"/>
                </a:lnTo>
                <a:lnTo>
                  <a:pt x="639127" y="85724"/>
                </a:lnTo>
                <a:close/>
              </a:path>
              <a:path w="782320" h="142875">
                <a:moveTo>
                  <a:pt x="753427" y="85724"/>
                </a:moveTo>
                <a:lnTo>
                  <a:pt x="692696" y="85724"/>
                </a:lnTo>
                <a:lnTo>
                  <a:pt x="692696" y="57149"/>
                </a:lnTo>
                <a:lnTo>
                  <a:pt x="753427" y="57149"/>
                </a:lnTo>
                <a:lnTo>
                  <a:pt x="782002" y="71437"/>
                </a:lnTo>
                <a:lnTo>
                  <a:pt x="753427" y="85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90644" y="2388107"/>
            <a:ext cx="128270" cy="1572895"/>
          </a:xfrm>
          <a:custGeom>
            <a:avLst/>
            <a:gdLst/>
            <a:ahLst/>
            <a:cxnLst/>
            <a:rect l="l" t="t" r="r" b="b"/>
            <a:pathLst>
              <a:path w="128270" h="1572895">
                <a:moveTo>
                  <a:pt x="0" y="0"/>
                </a:moveTo>
                <a:lnTo>
                  <a:pt x="128015" y="0"/>
                </a:lnTo>
                <a:lnTo>
                  <a:pt x="128015" y="1572768"/>
                </a:lnTo>
                <a:lnTo>
                  <a:pt x="0" y="15727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381830" y="2379154"/>
            <a:ext cx="146685" cy="1590675"/>
          </a:xfrm>
          <a:custGeom>
            <a:avLst/>
            <a:gdLst/>
            <a:ahLst/>
            <a:cxnLst/>
            <a:rect l="l" t="t" r="r" b="b"/>
            <a:pathLst>
              <a:path w="146685" h="1590675">
                <a:moveTo>
                  <a:pt x="9525" y="1581149"/>
                </a:moveTo>
                <a:lnTo>
                  <a:pt x="0" y="1581149"/>
                </a:lnTo>
                <a:lnTo>
                  <a:pt x="0" y="1562099"/>
                </a:lnTo>
                <a:lnTo>
                  <a:pt x="19050" y="1562099"/>
                </a:lnTo>
                <a:lnTo>
                  <a:pt x="19050" y="1571624"/>
                </a:lnTo>
                <a:lnTo>
                  <a:pt x="9525" y="1571624"/>
                </a:lnTo>
                <a:lnTo>
                  <a:pt x="9525" y="1581149"/>
                </a:lnTo>
                <a:close/>
              </a:path>
              <a:path w="146685" h="1590675">
                <a:moveTo>
                  <a:pt x="17157" y="1590674"/>
                </a:moveTo>
                <a:lnTo>
                  <a:pt x="9525" y="1590674"/>
                </a:lnTo>
                <a:lnTo>
                  <a:pt x="9525" y="1571624"/>
                </a:lnTo>
                <a:lnTo>
                  <a:pt x="17157" y="1571624"/>
                </a:lnTo>
                <a:lnTo>
                  <a:pt x="17157" y="1590674"/>
                </a:lnTo>
                <a:close/>
              </a:path>
              <a:path w="146685" h="1590675">
                <a:moveTo>
                  <a:pt x="19050" y="1581149"/>
                </a:moveTo>
                <a:lnTo>
                  <a:pt x="17157" y="1581149"/>
                </a:lnTo>
                <a:lnTo>
                  <a:pt x="17157" y="1571624"/>
                </a:lnTo>
                <a:lnTo>
                  <a:pt x="19050" y="1571624"/>
                </a:lnTo>
                <a:lnTo>
                  <a:pt x="19050" y="1581149"/>
                </a:lnTo>
                <a:close/>
              </a:path>
              <a:path w="146685" h="1590675">
                <a:moveTo>
                  <a:pt x="19050" y="1543049"/>
                </a:moveTo>
                <a:lnTo>
                  <a:pt x="0" y="1543049"/>
                </a:lnTo>
                <a:lnTo>
                  <a:pt x="0" y="1523999"/>
                </a:lnTo>
                <a:lnTo>
                  <a:pt x="19050" y="1523999"/>
                </a:lnTo>
                <a:lnTo>
                  <a:pt x="19050" y="1543049"/>
                </a:lnTo>
                <a:close/>
              </a:path>
              <a:path w="146685" h="1590675">
                <a:moveTo>
                  <a:pt x="19050" y="1504949"/>
                </a:moveTo>
                <a:lnTo>
                  <a:pt x="0" y="1504949"/>
                </a:lnTo>
                <a:lnTo>
                  <a:pt x="0" y="1485899"/>
                </a:lnTo>
                <a:lnTo>
                  <a:pt x="19050" y="1485899"/>
                </a:lnTo>
                <a:lnTo>
                  <a:pt x="19050" y="1504949"/>
                </a:lnTo>
                <a:close/>
              </a:path>
              <a:path w="146685" h="1590675">
                <a:moveTo>
                  <a:pt x="19050" y="1466849"/>
                </a:moveTo>
                <a:lnTo>
                  <a:pt x="0" y="1466849"/>
                </a:lnTo>
                <a:lnTo>
                  <a:pt x="0" y="1447799"/>
                </a:lnTo>
                <a:lnTo>
                  <a:pt x="19050" y="1447799"/>
                </a:lnTo>
                <a:lnTo>
                  <a:pt x="19050" y="1466849"/>
                </a:lnTo>
                <a:close/>
              </a:path>
              <a:path w="146685" h="1590675">
                <a:moveTo>
                  <a:pt x="19050" y="1428749"/>
                </a:moveTo>
                <a:lnTo>
                  <a:pt x="0" y="1428749"/>
                </a:lnTo>
                <a:lnTo>
                  <a:pt x="0" y="1409699"/>
                </a:lnTo>
                <a:lnTo>
                  <a:pt x="19050" y="1409699"/>
                </a:lnTo>
                <a:lnTo>
                  <a:pt x="19050" y="1428749"/>
                </a:lnTo>
                <a:close/>
              </a:path>
              <a:path w="146685" h="1590675">
                <a:moveTo>
                  <a:pt x="19050" y="1390649"/>
                </a:moveTo>
                <a:lnTo>
                  <a:pt x="0" y="1390649"/>
                </a:lnTo>
                <a:lnTo>
                  <a:pt x="0" y="1371599"/>
                </a:lnTo>
                <a:lnTo>
                  <a:pt x="19050" y="1371599"/>
                </a:lnTo>
                <a:lnTo>
                  <a:pt x="19050" y="1390649"/>
                </a:lnTo>
                <a:close/>
              </a:path>
              <a:path w="146685" h="1590675">
                <a:moveTo>
                  <a:pt x="19050" y="1352549"/>
                </a:moveTo>
                <a:lnTo>
                  <a:pt x="0" y="1352549"/>
                </a:lnTo>
                <a:lnTo>
                  <a:pt x="0" y="1333499"/>
                </a:lnTo>
                <a:lnTo>
                  <a:pt x="19050" y="1333499"/>
                </a:lnTo>
                <a:lnTo>
                  <a:pt x="19050" y="1352549"/>
                </a:lnTo>
                <a:close/>
              </a:path>
              <a:path w="146685" h="1590675">
                <a:moveTo>
                  <a:pt x="19050" y="1314449"/>
                </a:moveTo>
                <a:lnTo>
                  <a:pt x="0" y="1314449"/>
                </a:lnTo>
                <a:lnTo>
                  <a:pt x="0" y="1295399"/>
                </a:lnTo>
                <a:lnTo>
                  <a:pt x="19050" y="1295399"/>
                </a:lnTo>
                <a:lnTo>
                  <a:pt x="19050" y="1314449"/>
                </a:lnTo>
                <a:close/>
              </a:path>
              <a:path w="146685" h="1590675">
                <a:moveTo>
                  <a:pt x="19050" y="1276349"/>
                </a:moveTo>
                <a:lnTo>
                  <a:pt x="0" y="1276349"/>
                </a:lnTo>
                <a:lnTo>
                  <a:pt x="0" y="1257299"/>
                </a:lnTo>
                <a:lnTo>
                  <a:pt x="19050" y="1257299"/>
                </a:lnTo>
                <a:lnTo>
                  <a:pt x="19050" y="1276349"/>
                </a:lnTo>
                <a:close/>
              </a:path>
              <a:path w="146685" h="1590675">
                <a:moveTo>
                  <a:pt x="19050" y="1238249"/>
                </a:moveTo>
                <a:lnTo>
                  <a:pt x="0" y="1238249"/>
                </a:lnTo>
                <a:lnTo>
                  <a:pt x="0" y="1219199"/>
                </a:lnTo>
                <a:lnTo>
                  <a:pt x="19050" y="1219199"/>
                </a:lnTo>
                <a:lnTo>
                  <a:pt x="19050" y="1238249"/>
                </a:lnTo>
                <a:close/>
              </a:path>
              <a:path w="146685" h="1590675">
                <a:moveTo>
                  <a:pt x="19050" y="1200149"/>
                </a:moveTo>
                <a:lnTo>
                  <a:pt x="0" y="1200149"/>
                </a:lnTo>
                <a:lnTo>
                  <a:pt x="0" y="1181099"/>
                </a:lnTo>
                <a:lnTo>
                  <a:pt x="19050" y="1181099"/>
                </a:lnTo>
                <a:lnTo>
                  <a:pt x="19050" y="1200149"/>
                </a:lnTo>
                <a:close/>
              </a:path>
              <a:path w="146685" h="1590675">
                <a:moveTo>
                  <a:pt x="19050" y="1162049"/>
                </a:moveTo>
                <a:lnTo>
                  <a:pt x="0" y="1162049"/>
                </a:lnTo>
                <a:lnTo>
                  <a:pt x="0" y="1142999"/>
                </a:lnTo>
                <a:lnTo>
                  <a:pt x="19050" y="1142999"/>
                </a:lnTo>
                <a:lnTo>
                  <a:pt x="19050" y="1162049"/>
                </a:lnTo>
                <a:close/>
              </a:path>
              <a:path w="146685" h="1590675">
                <a:moveTo>
                  <a:pt x="19050" y="1123949"/>
                </a:moveTo>
                <a:lnTo>
                  <a:pt x="0" y="1123949"/>
                </a:lnTo>
                <a:lnTo>
                  <a:pt x="0" y="1104899"/>
                </a:lnTo>
                <a:lnTo>
                  <a:pt x="19050" y="1104899"/>
                </a:lnTo>
                <a:lnTo>
                  <a:pt x="19050" y="1123949"/>
                </a:lnTo>
                <a:close/>
              </a:path>
              <a:path w="146685" h="1590675">
                <a:moveTo>
                  <a:pt x="19050" y="1085849"/>
                </a:moveTo>
                <a:lnTo>
                  <a:pt x="0" y="1085849"/>
                </a:lnTo>
                <a:lnTo>
                  <a:pt x="0" y="1066799"/>
                </a:lnTo>
                <a:lnTo>
                  <a:pt x="19050" y="1066799"/>
                </a:lnTo>
                <a:lnTo>
                  <a:pt x="19050" y="1085849"/>
                </a:lnTo>
                <a:close/>
              </a:path>
              <a:path w="146685" h="1590675">
                <a:moveTo>
                  <a:pt x="19050" y="1047749"/>
                </a:moveTo>
                <a:lnTo>
                  <a:pt x="0" y="1047749"/>
                </a:lnTo>
                <a:lnTo>
                  <a:pt x="0" y="1028699"/>
                </a:lnTo>
                <a:lnTo>
                  <a:pt x="19050" y="1028699"/>
                </a:lnTo>
                <a:lnTo>
                  <a:pt x="19050" y="1047749"/>
                </a:lnTo>
                <a:close/>
              </a:path>
              <a:path w="146685" h="1590675">
                <a:moveTo>
                  <a:pt x="19050" y="1009649"/>
                </a:moveTo>
                <a:lnTo>
                  <a:pt x="0" y="1009649"/>
                </a:lnTo>
                <a:lnTo>
                  <a:pt x="0" y="990599"/>
                </a:lnTo>
                <a:lnTo>
                  <a:pt x="19050" y="990599"/>
                </a:lnTo>
                <a:lnTo>
                  <a:pt x="19050" y="1009649"/>
                </a:lnTo>
                <a:close/>
              </a:path>
              <a:path w="146685" h="1590675">
                <a:moveTo>
                  <a:pt x="19050" y="971549"/>
                </a:moveTo>
                <a:lnTo>
                  <a:pt x="0" y="971549"/>
                </a:lnTo>
                <a:lnTo>
                  <a:pt x="0" y="952499"/>
                </a:lnTo>
                <a:lnTo>
                  <a:pt x="19050" y="952499"/>
                </a:lnTo>
                <a:lnTo>
                  <a:pt x="19050" y="971549"/>
                </a:lnTo>
                <a:close/>
              </a:path>
              <a:path w="146685" h="1590675">
                <a:moveTo>
                  <a:pt x="19050" y="933449"/>
                </a:moveTo>
                <a:lnTo>
                  <a:pt x="0" y="933449"/>
                </a:lnTo>
                <a:lnTo>
                  <a:pt x="0" y="914399"/>
                </a:lnTo>
                <a:lnTo>
                  <a:pt x="19050" y="914399"/>
                </a:lnTo>
                <a:lnTo>
                  <a:pt x="19050" y="933449"/>
                </a:lnTo>
                <a:close/>
              </a:path>
              <a:path w="146685" h="1590675">
                <a:moveTo>
                  <a:pt x="19050" y="895349"/>
                </a:moveTo>
                <a:lnTo>
                  <a:pt x="0" y="895349"/>
                </a:lnTo>
                <a:lnTo>
                  <a:pt x="0" y="876299"/>
                </a:lnTo>
                <a:lnTo>
                  <a:pt x="19050" y="876299"/>
                </a:lnTo>
                <a:lnTo>
                  <a:pt x="19050" y="895349"/>
                </a:lnTo>
                <a:close/>
              </a:path>
              <a:path w="146685" h="1590675">
                <a:moveTo>
                  <a:pt x="19050" y="857249"/>
                </a:moveTo>
                <a:lnTo>
                  <a:pt x="0" y="857249"/>
                </a:lnTo>
                <a:lnTo>
                  <a:pt x="0" y="838199"/>
                </a:lnTo>
                <a:lnTo>
                  <a:pt x="19050" y="838199"/>
                </a:lnTo>
                <a:lnTo>
                  <a:pt x="19050" y="857249"/>
                </a:lnTo>
                <a:close/>
              </a:path>
              <a:path w="146685" h="1590675">
                <a:moveTo>
                  <a:pt x="19050" y="819149"/>
                </a:moveTo>
                <a:lnTo>
                  <a:pt x="0" y="819149"/>
                </a:lnTo>
                <a:lnTo>
                  <a:pt x="0" y="800099"/>
                </a:lnTo>
                <a:lnTo>
                  <a:pt x="19050" y="800099"/>
                </a:lnTo>
                <a:lnTo>
                  <a:pt x="19050" y="819149"/>
                </a:lnTo>
                <a:close/>
              </a:path>
              <a:path w="146685" h="1590675">
                <a:moveTo>
                  <a:pt x="19050" y="781049"/>
                </a:moveTo>
                <a:lnTo>
                  <a:pt x="0" y="781049"/>
                </a:lnTo>
                <a:lnTo>
                  <a:pt x="0" y="761999"/>
                </a:lnTo>
                <a:lnTo>
                  <a:pt x="19050" y="761999"/>
                </a:lnTo>
                <a:lnTo>
                  <a:pt x="19050" y="781049"/>
                </a:lnTo>
                <a:close/>
              </a:path>
              <a:path w="146685" h="1590675">
                <a:moveTo>
                  <a:pt x="19050" y="742949"/>
                </a:moveTo>
                <a:lnTo>
                  <a:pt x="0" y="742949"/>
                </a:lnTo>
                <a:lnTo>
                  <a:pt x="0" y="723899"/>
                </a:lnTo>
                <a:lnTo>
                  <a:pt x="19050" y="723899"/>
                </a:lnTo>
                <a:lnTo>
                  <a:pt x="19050" y="742949"/>
                </a:lnTo>
                <a:close/>
              </a:path>
              <a:path w="146685" h="1590675">
                <a:moveTo>
                  <a:pt x="19050" y="704849"/>
                </a:moveTo>
                <a:lnTo>
                  <a:pt x="0" y="704849"/>
                </a:lnTo>
                <a:lnTo>
                  <a:pt x="0" y="685799"/>
                </a:lnTo>
                <a:lnTo>
                  <a:pt x="19050" y="685799"/>
                </a:lnTo>
                <a:lnTo>
                  <a:pt x="19050" y="704849"/>
                </a:lnTo>
                <a:close/>
              </a:path>
              <a:path w="146685" h="1590675">
                <a:moveTo>
                  <a:pt x="19050" y="666749"/>
                </a:moveTo>
                <a:lnTo>
                  <a:pt x="0" y="666749"/>
                </a:lnTo>
                <a:lnTo>
                  <a:pt x="0" y="647699"/>
                </a:lnTo>
                <a:lnTo>
                  <a:pt x="19050" y="647699"/>
                </a:lnTo>
                <a:lnTo>
                  <a:pt x="19050" y="666749"/>
                </a:lnTo>
                <a:close/>
              </a:path>
              <a:path w="146685" h="1590675">
                <a:moveTo>
                  <a:pt x="19050" y="628649"/>
                </a:moveTo>
                <a:lnTo>
                  <a:pt x="0" y="628649"/>
                </a:lnTo>
                <a:lnTo>
                  <a:pt x="0" y="609599"/>
                </a:lnTo>
                <a:lnTo>
                  <a:pt x="19050" y="609599"/>
                </a:lnTo>
                <a:lnTo>
                  <a:pt x="19050" y="628649"/>
                </a:lnTo>
                <a:close/>
              </a:path>
              <a:path w="146685" h="1590675">
                <a:moveTo>
                  <a:pt x="19050" y="590549"/>
                </a:moveTo>
                <a:lnTo>
                  <a:pt x="0" y="590549"/>
                </a:lnTo>
                <a:lnTo>
                  <a:pt x="0" y="571499"/>
                </a:lnTo>
                <a:lnTo>
                  <a:pt x="19050" y="571499"/>
                </a:lnTo>
                <a:lnTo>
                  <a:pt x="19050" y="590549"/>
                </a:lnTo>
                <a:close/>
              </a:path>
              <a:path w="146685" h="1590675">
                <a:moveTo>
                  <a:pt x="19050" y="552449"/>
                </a:moveTo>
                <a:lnTo>
                  <a:pt x="0" y="552449"/>
                </a:lnTo>
                <a:lnTo>
                  <a:pt x="0" y="533399"/>
                </a:lnTo>
                <a:lnTo>
                  <a:pt x="19050" y="533399"/>
                </a:lnTo>
                <a:lnTo>
                  <a:pt x="19050" y="552449"/>
                </a:lnTo>
                <a:close/>
              </a:path>
              <a:path w="146685" h="1590675">
                <a:moveTo>
                  <a:pt x="19050" y="514349"/>
                </a:moveTo>
                <a:lnTo>
                  <a:pt x="0" y="514349"/>
                </a:lnTo>
                <a:lnTo>
                  <a:pt x="0" y="495299"/>
                </a:lnTo>
                <a:lnTo>
                  <a:pt x="19050" y="495299"/>
                </a:lnTo>
                <a:lnTo>
                  <a:pt x="19050" y="514349"/>
                </a:lnTo>
                <a:close/>
              </a:path>
              <a:path w="146685" h="1590675">
                <a:moveTo>
                  <a:pt x="19050" y="476249"/>
                </a:moveTo>
                <a:lnTo>
                  <a:pt x="0" y="476249"/>
                </a:lnTo>
                <a:lnTo>
                  <a:pt x="0" y="457199"/>
                </a:lnTo>
                <a:lnTo>
                  <a:pt x="19050" y="457199"/>
                </a:lnTo>
                <a:lnTo>
                  <a:pt x="19050" y="476249"/>
                </a:lnTo>
                <a:close/>
              </a:path>
              <a:path w="146685" h="1590675">
                <a:moveTo>
                  <a:pt x="19050" y="438149"/>
                </a:moveTo>
                <a:lnTo>
                  <a:pt x="0" y="438149"/>
                </a:lnTo>
                <a:lnTo>
                  <a:pt x="0" y="419099"/>
                </a:lnTo>
                <a:lnTo>
                  <a:pt x="19050" y="419099"/>
                </a:lnTo>
                <a:lnTo>
                  <a:pt x="19050" y="438149"/>
                </a:lnTo>
                <a:close/>
              </a:path>
              <a:path w="146685" h="1590675">
                <a:moveTo>
                  <a:pt x="19050" y="400049"/>
                </a:moveTo>
                <a:lnTo>
                  <a:pt x="0" y="400049"/>
                </a:lnTo>
                <a:lnTo>
                  <a:pt x="0" y="380999"/>
                </a:lnTo>
                <a:lnTo>
                  <a:pt x="19050" y="380999"/>
                </a:lnTo>
                <a:lnTo>
                  <a:pt x="19050" y="400049"/>
                </a:lnTo>
                <a:close/>
              </a:path>
              <a:path w="146685" h="1590675">
                <a:moveTo>
                  <a:pt x="19050" y="361949"/>
                </a:moveTo>
                <a:lnTo>
                  <a:pt x="0" y="361949"/>
                </a:lnTo>
                <a:lnTo>
                  <a:pt x="0" y="342899"/>
                </a:lnTo>
                <a:lnTo>
                  <a:pt x="19050" y="342899"/>
                </a:lnTo>
                <a:lnTo>
                  <a:pt x="19050" y="361949"/>
                </a:lnTo>
                <a:close/>
              </a:path>
              <a:path w="146685" h="1590675">
                <a:moveTo>
                  <a:pt x="19050" y="323849"/>
                </a:moveTo>
                <a:lnTo>
                  <a:pt x="0" y="323849"/>
                </a:lnTo>
                <a:lnTo>
                  <a:pt x="0" y="304799"/>
                </a:lnTo>
                <a:lnTo>
                  <a:pt x="19050" y="304799"/>
                </a:lnTo>
                <a:lnTo>
                  <a:pt x="19050" y="323849"/>
                </a:lnTo>
                <a:close/>
              </a:path>
              <a:path w="146685" h="1590675">
                <a:moveTo>
                  <a:pt x="19050" y="285749"/>
                </a:moveTo>
                <a:lnTo>
                  <a:pt x="0" y="285749"/>
                </a:lnTo>
                <a:lnTo>
                  <a:pt x="0" y="266699"/>
                </a:lnTo>
                <a:lnTo>
                  <a:pt x="19050" y="266699"/>
                </a:lnTo>
                <a:lnTo>
                  <a:pt x="19050" y="285749"/>
                </a:lnTo>
                <a:close/>
              </a:path>
              <a:path w="146685" h="1590675">
                <a:moveTo>
                  <a:pt x="19050" y="247649"/>
                </a:moveTo>
                <a:lnTo>
                  <a:pt x="0" y="247649"/>
                </a:lnTo>
                <a:lnTo>
                  <a:pt x="0" y="228599"/>
                </a:lnTo>
                <a:lnTo>
                  <a:pt x="19050" y="228599"/>
                </a:lnTo>
                <a:lnTo>
                  <a:pt x="19050" y="247649"/>
                </a:lnTo>
                <a:close/>
              </a:path>
              <a:path w="146685" h="1590675">
                <a:moveTo>
                  <a:pt x="19050" y="209549"/>
                </a:moveTo>
                <a:lnTo>
                  <a:pt x="0" y="209549"/>
                </a:lnTo>
                <a:lnTo>
                  <a:pt x="0" y="190499"/>
                </a:lnTo>
                <a:lnTo>
                  <a:pt x="19050" y="190499"/>
                </a:lnTo>
                <a:lnTo>
                  <a:pt x="19050" y="209549"/>
                </a:lnTo>
                <a:close/>
              </a:path>
              <a:path w="146685" h="1590675">
                <a:moveTo>
                  <a:pt x="19050" y="171449"/>
                </a:moveTo>
                <a:lnTo>
                  <a:pt x="0" y="171449"/>
                </a:lnTo>
                <a:lnTo>
                  <a:pt x="0" y="152399"/>
                </a:lnTo>
                <a:lnTo>
                  <a:pt x="19050" y="152399"/>
                </a:lnTo>
                <a:lnTo>
                  <a:pt x="19050" y="171449"/>
                </a:lnTo>
                <a:close/>
              </a:path>
              <a:path w="146685" h="1590675">
                <a:moveTo>
                  <a:pt x="19050" y="133349"/>
                </a:moveTo>
                <a:lnTo>
                  <a:pt x="0" y="133349"/>
                </a:lnTo>
                <a:lnTo>
                  <a:pt x="0" y="114299"/>
                </a:lnTo>
                <a:lnTo>
                  <a:pt x="19050" y="114299"/>
                </a:lnTo>
                <a:lnTo>
                  <a:pt x="19050" y="133349"/>
                </a:lnTo>
                <a:close/>
              </a:path>
              <a:path w="146685" h="1590675">
                <a:moveTo>
                  <a:pt x="19050" y="95249"/>
                </a:moveTo>
                <a:lnTo>
                  <a:pt x="0" y="95249"/>
                </a:lnTo>
                <a:lnTo>
                  <a:pt x="0" y="76199"/>
                </a:lnTo>
                <a:lnTo>
                  <a:pt x="19050" y="76199"/>
                </a:lnTo>
                <a:lnTo>
                  <a:pt x="19050" y="95249"/>
                </a:lnTo>
                <a:close/>
              </a:path>
              <a:path w="146685" h="1590675">
                <a:moveTo>
                  <a:pt x="19050" y="57149"/>
                </a:moveTo>
                <a:lnTo>
                  <a:pt x="0" y="57149"/>
                </a:lnTo>
                <a:lnTo>
                  <a:pt x="0" y="38099"/>
                </a:lnTo>
                <a:lnTo>
                  <a:pt x="19050" y="38099"/>
                </a:lnTo>
                <a:lnTo>
                  <a:pt x="19050" y="57149"/>
                </a:lnTo>
                <a:close/>
              </a:path>
              <a:path w="146685" h="1590675">
                <a:moveTo>
                  <a:pt x="9525" y="19049"/>
                </a:moveTo>
                <a:lnTo>
                  <a:pt x="0" y="19049"/>
                </a:lnTo>
                <a:lnTo>
                  <a:pt x="0" y="0"/>
                </a:lnTo>
                <a:lnTo>
                  <a:pt x="19050" y="0"/>
                </a:lnTo>
                <a:lnTo>
                  <a:pt x="19050" y="9524"/>
                </a:lnTo>
                <a:lnTo>
                  <a:pt x="9525" y="19049"/>
                </a:lnTo>
                <a:close/>
              </a:path>
              <a:path w="146685" h="159067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146685" h="1590675">
                <a:moveTo>
                  <a:pt x="57150" y="19049"/>
                </a:moveTo>
                <a:lnTo>
                  <a:pt x="38100" y="19049"/>
                </a:lnTo>
                <a:lnTo>
                  <a:pt x="38100" y="0"/>
                </a:lnTo>
                <a:lnTo>
                  <a:pt x="57150" y="0"/>
                </a:lnTo>
                <a:lnTo>
                  <a:pt x="57150" y="19049"/>
                </a:lnTo>
                <a:close/>
              </a:path>
              <a:path w="146685" h="1590675">
                <a:moveTo>
                  <a:pt x="95250" y="19049"/>
                </a:moveTo>
                <a:lnTo>
                  <a:pt x="76200" y="19049"/>
                </a:lnTo>
                <a:lnTo>
                  <a:pt x="76200" y="0"/>
                </a:lnTo>
                <a:lnTo>
                  <a:pt x="95250" y="0"/>
                </a:lnTo>
                <a:lnTo>
                  <a:pt x="95250" y="19049"/>
                </a:lnTo>
                <a:close/>
              </a:path>
              <a:path w="146685" h="1590675">
                <a:moveTo>
                  <a:pt x="133350" y="19049"/>
                </a:moveTo>
                <a:lnTo>
                  <a:pt x="114300" y="19049"/>
                </a:lnTo>
                <a:lnTo>
                  <a:pt x="114300" y="0"/>
                </a:lnTo>
                <a:lnTo>
                  <a:pt x="133350" y="0"/>
                </a:lnTo>
                <a:lnTo>
                  <a:pt x="133350" y="19049"/>
                </a:lnTo>
                <a:close/>
              </a:path>
              <a:path w="146685" h="1590675">
                <a:moveTo>
                  <a:pt x="146685" y="43814"/>
                </a:moveTo>
                <a:lnTo>
                  <a:pt x="127635" y="43814"/>
                </a:lnTo>
                <a:lnTo>
                  <a:pt x="127635" y="24764"/>
                </a:lnTo>
                <a:lnTo>
                  <a:pt x="146685" y="24764"/>
                </a:lnTo>
                <a:lnTo>
                  <a:pt x="146685" y="43814"/>
                </a:lnTo>
                <a:close/>
              </a:path>
              <a:path w="146685" h="1590675">
                <a:moveTo>
                  <a:pt x="146685" y="81914"/>
                </a:moveTo>
                <a:lnTo>
                  <a:pt x="127635" y="81914"/>
                </a:lnTo>
                <a:lnTo>
                  <a:pt x="127635" y="62864"/>
                </a:lnTo>
                <a:lnTo>
                  <a:pt x="146685" y="62864"/>
                </a:lnTo>
                <a:lnTo>
                  <a:pt x="146685" y="81914"/>
                </a:lnTo>
                <a:close/>
              </a:path>
              <a:path w="146685" h="1590675">
                <a:moveTo>
                  <a:pt x="146685" y="120014"/>
                </a:moveTo>
                <a:lnTo>
                  <a:pt x="127635" y="120014"/>
                </a:lnTo>
                <a:lnTo>
                  <a:pt x="127635" y="100964"/>
                </a:lnTo>
                <a:lnTo>
                  <a:pt x="146685" y="100964"/>
                </a:lnTo>
                <a:lnTo>
                  <a:pt x="146685" y="120014"/>
                </a:lnTo>
                <a:close/>
              </a:path>
              <a:path w="146685" h="1590675">
                <a:moveTo>
                  <a:pt x="146685" y="158114"/>
                </a:moveTo>
                <a:lnTo>
                  <a:pt x="127635" y="158114"/>
                </a:lnTo>
                <a:lnTo>
                  <a:pt x="127635" y="139064"/>
                </a:lnTo>
                <a:lnTo>
                  <a:pt x="146685" y="139064"/>
                </a:lnTo>
                <a:lnTo>
                  <a:pt x="146685" y="158114"/>
                </a:lnTo>
                <a:close/>
              </a:path>
              <a:path w="146685" h="1590675">
                <a:moveTo>
                  <a:pt x="146685" y="196214"/>
                </a:moveTo>
                <a:lnTo>
                  <a:pt x="127635" y="196214"/>
                </a:lnTo>
                <a:lnTo>
                  <a:pt x="127635" y="177164"/>
                </a:lnTo>
                <a:lnTo>
                  <a:pt x="146685" y="177164"/>
                </a:lnTo>
                <a:lnTo>
                  <a:pt x="146685" y="196214"/>
                </a:lnTo>
                <a:close/>
              </a:path>
              <a:path w="146685" h="1590675">
                <a:moveTo>
                  <a:pt x="146685" y="234314"/>
                </a:moveTo>
                <a:lnTo>
                  <a:pt x="127635" y="234314"/>
                </a:lnTo>
                <a:lnTo>
                  <a:pt x="127635" y="215264"/>
                </a:lnTo>
                <a:lnTo>
                  <a:pt x="146685" y="215264"/>
                </a:lnTo>
                <a:lnTo>
                  <a:pt x="146685" y="234314"/>
                </a:lnTo>
                <a:close/>
              </a:path>
              <a:path w="146685" h="1590675">
                <a:moveTo>
                  <a:pt x="146685" y="272414"/>
                </a:moveTo>
                <a:lnTo>
                  <a:pt x="127635" y="272414"/>
                </a:lnTo>
                <a:lnTo>
                  <a:pt x="127635" y="253364"/>
                </a:lnTo>
                <a:lnTo>
                  <a:pt x="146685" y="253364"/>
                </a:lnTo>
                <a:lnTo>
                  <a:pt x="146685" y="272414"/>
                </a:lnTo>
                <a:close/>
              </a:path>
              <a:path w="146685" h="1590675">
                <a:moveTo>
                  <a:pt x="146685" y="310514"/>
                </a:moveTo>
                <a:lnTo>
                  <a:pt x="127635" y="310514"/>
                </a:lnTo>
                <a:lnTo>
                  <a:pt x="127635" y="291464"/>
                </a:lnTo>
                <a:lnTo>
                  <a:pt x="146685" y="291464"/>
                </a:lnTo>
                <a:lnTo>
                  <a:pt x="146685" y="310514"/>
                </a:lnTo>
                <a:close/>
              </a:path>
              <a:path w="146685" h="1590675">
                <a:moveTo>
                  <a:pt x="146685" y="348614"/>
                </a:moveTo>
                <a:lnTo>
                  <a:pt x="127635" y="348614"/>
                </a:lnTo>
                <a:lnTo>
                  <a:pt x="127635" y="329564"/>
                </a:lnTo>
                <a:lnTo>
                  <a:pt x="146685" y="329564"/>
                </a:lnTo>
                <a:lnTo>
                  <a:pt x="146685" y="348614"/>
                </a:lnTo>
                <a:close/>
              </a:path>
              <a:path w="146685" h="1590675">
                <a:moveTo>
                  <a:pt x="146685" y="386714"/>
                </a:moveTo>
                <a:lnTo>
                  <a:pt x="127635" y="386714"/>
                </a:lnTo>
                <a:lnTo>
                  <a:pt x="127635" y="367664"/>
                </a:lnTo>
                <a:lnTo>
                  <a:pt x="146685" y="367664"/>
                </a:lnTo>
                <a:lnTo>
                  <a:pt x="146685" y="386714"/>
                </a:lnTo>
                <a:close/>
              </a:path>
              <a:path w="146685" h="1590675">
                <a:moveTo>
                  <a:pt x="146685" y="424814"/>
                </a:moveTo>
                <a:lnTo>
                  <a:pt x="127635" y="424814"/>
                </a:lnTo>
                <a:lnTo>
                  <a:pt x="127635" y="405764"/>
                </a:lnTo>
                <a:lnTo>
                  <a:pt x="146685" y="405764"/>
                </a:lnTo>
                <a:lnTo>
                  <a:pt x="146685" y="424814"/>
                </a:lnTo>
                <a:close/>
              </a:path>
              <a:path w="146685" h="1590675">
                <a:moveTo>
                  <a:pt x="146685" y="462914"/>
                </a:moveTo>
                <a:lnTo>
                  <a:pt x="127635" y="462914"/>
                </a:lnTo>
                <a:lnTo>
                  <a:pt x="127635" y="443864"/>
                </a:lnTo>
                <a:lnTo>
                  <a:pt x="146685" y="443864"/>
                </a:lnTo>
                <a:lnTo>
                  <a:pt x="146685" y="462914"/>
                </a:lnTo>
                <a:close/>
              </a:path>
              <a:path w="146685" h="1590675">
                <a:moveTo>
                  <a:pt x="146685" y="501014"/>
                </a:moveTo>
                <a:lnTo>
                  <a:pt x="127635" y="501014"/>
                </a:lnTo>
                <a:lnTo>
                  <a:pt x="127635" y="481964"/>
                </a:lnTo>
                <a:lnTo>
                  <a:pt x="146685" y="481964"/>
                </a:lnTo>
                <a:lnTo>
                  <a:pt x="146685" y="501014"/>
                </a:lnTo>
                <a:close/>
              </a:path>
              <a:path w="146685" h="1590675">
                <a:moveTo>
                  <a:pt x="146685" y="539114"/>
                </a:moveTo>
                <a:lnTo>
                  <a:pt x="127635" y="539114"/>
                </a:lnTo>
                <a:lnTo>
                  <a:pt x="127635" y="520064"/>
                </a:lnTo>
                <a:lnTo>
                  <a:pt x="146685" y="520064"/>
                </a:lnTo>
                <a:lnTo>
                  <a:pt x="146685" y="539114"/>
                </a:lnTo>
                <a:close/>
              </a:path>
              <a:path w="146685" h="1590675">
                <a:moveTo>
                  <a:pt x="146685" y="577214"/>
                </a:moveTo>
                <a:lnTo>
                  <a:pt x="127635" y="577214"/>
                </a:lnTo>
                <a:lnTo>
                  <a:pt x="127635" y="558164"/>
                </a:lnTo>
                <a:lnTo>
                  <a:pt x="146685" y="558164"/>
                </a:lnTo>
                <a:lnTo>
                  <a:pt x="146685" y="577214"/>
                </a:lnTo>
                <a:close/>
              </a:path>
              <a:path w="146685" h="1590675">
                <a:moveTo>
                  <a:pt x="146685" y="615314"/>
                </a:moveTo>
                <a:lnTo>
                  <a:pt x="127635" y="615314"/>
                </a:lnTo>
                <a:lnTo>
                  <a:pt x="127635" y="596264"/>
                </a:lnTo>
                <a:lnTo>
                  <a:pt x="146685" y="596264"/>
                </a:lnTo>
                <a:lnTo>
                  <a:pt x="146685" y="615314"/>
                </a:lnTo>
                <a:close/>
              </a:path>
              <a:path w="146685" h="1590675">
                <a:moveTo>
                  <a:pt x="146685" y="653414"/>
                </a:moveTo>
                <a:lnTo>
                  <a:pt x="127635" y="653414"/>
                </a:lnTo>
                <a:lnTo>
                  <a:pt x="127635" y="634364"/>
                </a:lnTo>
                <a:lnTo>
                  <a:pt x="146685" y="634364"/>
                </a:lnTo>
                <a:lnTo>
                  <a:pt x="146685" y="653414"/>
                </a:lnTo>
                <a:close/>
              </a:path>
              <a:path w="146685" h="1590675">
                <a:moveTo>
                  <a:pt x="146685" y="691514"/>
                </a:moveTo>
                <a:lnTo>
                  <a:pt x="127635" y="691514"/>
                </a:lnTo>
                <a:lnTo>
                  <a:pt x="127635" y="672464"/>
                </a:lnTo>
                <a:lnTo>
                  <a:pt x="146685" y="672464"/>
                </a:lnTo>
                <a:lnTo>
                  <a:pt x="146685" y="691514"/>
                </a:lnTo>
                <a:close/>
              </a:path>
              <a:path w="146685" h="1590675">
                <a:moveTo>
                  <a:pt x="146685" y="729614"/>
                </a:moveTo>
                <a:lnTo>
                  <a:pt x="127635" y="729614"/>
                </a:lnTo>
                <a:lnTo>
                  <a:pt x="127635" y="710564"/>
                </a:lnTo>
                <a:lnTo>
                  <a:pt x="146685" y="710564"/>
                </a:lnTo>
                <a:lnTo>
                  <a:pt x="146685" y="729614"/>
                </a:lnTo>
                <a:close/>
              </a:path>
              <a:path w="146685" h="1590675">
                <a:moveTo>
                  <a:pt x="146685" y="767714"/>
                </a:moveTo>
                <a:lnTo>
                  <a:pt x="127635" y="767714"/>
                </a:lnTo>
                <a:lnTo>
                  <a:pt x="127635" y="748664"/>
                </a:lnTo>
                <a:lnTo>
                  <a:pt x="146685" y="748664"/>
                </a:lnTo>
                <a:lnTo>
                  <a:pt x="146685" y="767714"/>
                </a:lnTo>
                <a:close/>
              </a:path>
              <a:path w="146685" h="1590675">
                <a:moveTo>
                  <a:pt x="146685" y="805814"/>
                </a:moveTo>
                <a:lnTo>
                  <a:pt x="127635" y="805814"/>
                </a:lnTo>
                <a:lnTo>
                  <a:pt x="127635" y="786764"/>
                </a:lnTo>
                <a:lnTo>
                  <a:pt x="146685" y="786764"/>
                </a:lnTo>
                <a:lnTo>
                  <a:pt x="146685" y="805814"/>
                </a:lnTo>
                <a:close/>
              </a:path>
              <a:path w="146685" h="1590675">
                <a:moveTo>
                  <a:pt x="146685" y="843914"/>
                </a:moveTo>
                <a:lnTo>
                  <a:pt x="127635" y="843914"/>
                </a:lnTo>
                <a:lnTo>
                  <a:pt x="127635" y="824864"/>
                </a:lnTo>
                <a:lnTo>
                  <a:pt x="146685" y="824864"/>
                </a:lnTo>
                <a:lnTo>
                  <a:pt x="146685" y="843914"/>
                </a:lnTo>
                <a:close/>
              </a:path>
              <a:path w="146685" h="1590675">
                <a:moveTo>
                  <a:pt x="146685" y="882014"/>
                </a:moveTo>
                <a:lnTo>
                  <a:pt x="127635" y="882014"/>
                </a:lnTo>
                <a:lnTo>
                  <a:pt x="127635" y="862964"/>
                </a:lnTo>
                <a:lnTo>
                  <a:pt x="146685" y="862964"/>
                </a:lnTo>
                <a:lnTo>
                  <a:pt x="146685" y="882014"/>
                </a:lnTo>
                <a:close/>
              </a:path>
              <a:path w="146685" h="1590675">
                <a:moveTo>
                  <a:pt x="146685" y="920114"/>
                </a:moveTo>
                <a:lnTo>
                  <a:pt x="127635" y="920114"/>
                </a:lnTo>
                <a:lnTo>
                  <a:pt x="127635" y="901064"/>
                </a:lnTo>
                <a:lnTo>
                  <a:pt x="146685" y="901064"/>
                </a:lnTo>
                <a:lnTo>
                  <a:pt x="146685" y="920114"/>
                </a:lnTo>
                <a:close/>
              </a:path>
              <a:path w="146685" h="1590675">
                <a:moveTo>
                  <a:pt x="146685" y="958214"/>
                </a:moveTo>
                <a:lnTo>
                  <a:pt x="127635" y="958214"/>
                </a:lnTo>
                <a:lnTo>
                  <a:pt x="127635" y="939164"/>
                </a:lnTo>
                <a:lnTo>
                  <a:pt x="146685" y="939164"/>
                </a:lnTo>
                <a:lnTo>
                  <a:pt x="146685" y="958214"/>
                </a:lnTo>
                <a:close/>
              </a:path>
              <a:path w="146685" h="1590675">
                <a:moveTo>
                  <a:pt x="146685" y="996314"/>
                </a:moveTo>
                <a:lnTo>
                  <a:pt x="127635" y="996314"/>
                </a:lnTo>
                <a:lnTo>
                  <a:pt x="127635" y="977264"/>
                </a:lnTo>
                <a:lnTo>
                  <a:pt x="146685" y="977264"/>
                </a:lnTo>
                <a:lnTo>
                  <a:pt x="146685" y="996314"/>
                </a:lnTo>
                <a:close/>
              </a:path>
              <a:path w="146685" h="1590675">
                <a:moveTo>
                  <a:pt x="146685" y="1034414"/>
                </a:moveTo>
                <a:lnTo>
                  <a:pt x="127635" y="1034414"/>
                </a:lnTo>
                <a:lnTo>
                  <a:pt x="127635" y="1015364"/>
                </a:lnTo>
                <a:lnTo>
                  <a:pt x="146685" y="1015364"/>
                </a:lnTo>
                <a:lnTo>
                  <a:pt x="146685" y="1034414"/>
                </a:lnTo>
                <a:close/>
              </a:path>
              <a:path w="146685" h="1590675">
                <a:moveTo>
                  <a:pt x="146685" y="1072514"/>
                </a:moveTo>
                <a:lnTo>
                  <a:pt x="127635" y="1072514"/>
                </a:lnTo>
                <a:lnTo>
                  <a:pt x="127635" y="1053464"/>
                </a:lnTo>
                <a:lnTo>
                  <a:pt x="146685" y="1053464"/>
                </a:lnTo>
                <a:lnTo>
                  <a:pt x="146685" y="1072514"/>
                </a:lnTo>
                <a:close/>
              </a:path>
              <a:path w="146685" h="1590675">
                <a:moveTo>
                  <a:pt x="146685" y="1110614"/>
                </a:moveTo>
                <a:lnTo>
                  <a:pt x="127635" y="1110614"/>
                </a:lnTo>
                <a:lnTo>
                  <a:pt x="127635" y="1091564"/>
                </a:lnTo>
                <a:lnTo>
                  <a:pt x="146685" y="1091564"/>
                </a:lnTo>
                <a:lnTo>
                  <a:pt x="146685" y="1110614"/>
                </a:lnTo>
                <a:close/>
              </a:path>
              <a:path w="146685" h="1590675">
                <a:moveTo>
                  <a:pt x="146685" y="1148714"/>
                </a:moveTo>
                <a:lnTo>
                  <a:pt x="127635" y="1148714"/>
                </a:lnTo>
                <a:lnTo>
                  <a:pt x="127635" y="1129664"/>
                </a:lnTo>
                <a:lnTo>
                  <a:pt x="146685" y="1129664"/>
                </a:lnTo>
                <a:lnTo>
                  <a:pt x="146685" y="1148714"/>
                </a:lnTo>
                <a:close/>
              </a:path>
              <a:path w="146685" h="1590675">
                <a:moveTo>
                  <a:pt x="146685" y="1186814"/>
                </a:moveTo>
                <a:lnTo>
                  <a:pt x="127635" y="1186814"/>
                </a:lnTo>
                <a:lnTo>
                  <a:pt x="127635" y="1167764"/>
                </a:lnTo>
                <a:lnTo>
                  <a:pt x="146685" y="1167764"/>
                </a:lnTo>
                <a:lnTo>
                  <a:pt x="146685" y="1186814"/>
                </a:lnTo>
                <a:close/>
              </a:path>
              <a:path w="146685" h="1590675">
                <a:moveTo>
                  <a:pt x="146685" y="1224914"/>
                </a:moveTo>
                <a:lnTo>
                  <a:pt x="127635" y="1224914"/>
                </a:lnTo>
                <a:lnTo>
                  <a:pt x="127635" y="1205864"/>
                </a:lnTo>
                <a:lnTo>
                  <a:pt x="146685" y="1205864"/>
                </a:lnTo>
                <a:lnTo>
                  <a:pt x="146685" y="1224914"/>
                </a:lnTo>
                <a:close/>
              </a:path>
              <a:path w="146685" h="1590675">
                <a:moveTo>
                  <a:pt x="146685" y="1263014"/>
                </a:moveTo>
                <a:lnTo>
                  <a:pt x="127635" y="1263014"/>
                </a:lnTo>
                <a:lnTo>
                  <a:pt x="127635" y="1243964"/>
                </a:lnTo>
                <a:lnTo>
                  <a:pt x="146685" y="1243964"/>
                </a:lnTo>
                <a:lnTo>
                  <a:pt x="146685" y="1263014"/>
                </a:lnTo>
                <a:close/>
              </a:path>
              <a:path w="146685" h="1590675">
                <a:moveTo>
                  <a:pt x="146685" y="1301114"/>
                </a:moveTo>
                <a:lnTo>
                  <a:pt x="127635" y="1301114"/>
                </a:lnTo>
                <a:lnTo>
                  <a:pt x="127635" y="1282064"/>
                </a:lnTo>
                <a:lnTo>
                  <a:pt x="146685" y="1282064"/>
                </a:lnTo>
                <a:lnTo>
                  <a:pt x="146685" y="1301114"/>
                </a:lnTo>
                <a:close/>
              </a:path>
              <a:path w="146685" h="1590675">
                <a:moveTo>
                  <a:pt x="146685" y="1339214"/>
                </a:moveTo>
                <a:lnTo>
                  <a:pt x="127635" y="1339214"/>
                </a:lnTo>
                <a:lnTo>
                  <a:pt x="127635" y="1320164"/>
                </a:lnTo>
                <a:lnTo>
                  <a:pt x="146685" y="1320164"/>
                </a:lnTo>
                <a:lnTo>
                  <a:pt x="146685" y="1339214"/>
                </a:lnTo>
                <a:close/>
              </a:path>
              <a:path w="146685" h="1590675">
                <a:moveTo>
                  <a:pt x="146685" y="1377314"/>
                </a:moveTo>
                <a:lnTo>
                  <a:pt x="127635" y="1377314"/>
                </a:lnTo>
                <a:lnTo>
                  <a:pt x="127635" y="1358264"/>
                </a:lnTo>
                <a:lnTo>
                  <a:pt x="146685" y="1358264"/>
                </a:lnTo>
                <a:lnTo>
                  <a:pt x="146685" y="1377314"/>
                </a:lnTo>
                <a:close/>
              </a:path>
              <a:path w="146685" h="1590675">
                <a:moveTo>
                  <a:pt x="146685" y="1415414"/>
                </a:moveTo>
                <a:lnTo>
                  <a:pt x="127635" y="1415414"/>
                </a:lnTo>
                <a:lnTo>
                  <a:pt x="127635" y="1396364"/>
                </a:lnTo>
                <a:lnTo>
                  <a:pt x="146685" y="1396364"/>
                </a:lnTo>
                <a:lnTo>
                  <a:pt x="146685" y="1415414"/>
                </a:lnTo>
                <a:close/>
              </a:path>
              <a:path w="146685" h="1590675">
                <a:moveTo>
                  <a:pt x="146685" y="1453514"/>
                </a:moveTo>
                <a:lnTo>
                  <a:pt x="127635" y="1453514"/>
                </a:lnTo>
                <a:lnTo>
                  <a:pt x="127635" y="1434464"/>
                </a:lnTo>
                <a:lnTo>
                  <a:pt x="146685" y="1434464"/>
                </a:lnTo>
                <a:lnTo>
                  <a:pt x="146685" y="1453514"/>
                </a:lnTo>
                <a:close/>
              </a:path>
              <a:path w="146685" h="1590675">
                <a:moveTo>
                  <a:pt x="146685" y="1491614"/>
                </a:moveTo>
                <a:lnTo>
                  <a:pt x="127635" y="1491614"/>
                </a:lnTo>
                <a:lnTo>
                  <a:pt x="127635" y="1472564"/>
                </a:lnTo>
                <a:lnTo>
                  <a:pt x="146685" y="1472564"/>
                </a:lnTo>
                <a:lnTo>
                  <a:pt x="146685" y="1491614"/>
                </a:lnTo>
                <a:close/>
              </a:path>
              <a:path w="146685" h="1590675">
                <a:moveTo>
                  <a:pt x="146685" y="1529714"/>
                </a:moveTo>
                <a:lnTo>
                  <a:pt x="127635" y="1529714"/>
                </a:lnTo>
                <a:lnTo>
                  <a:pt x="127635" y="1510664"/>
                </a:lnTo>
                <a:lnTo>
                  <a:pt x="146685" y="1510664"/>
                </a:lnTo>
                <a:lnTo>
                  <a:pt x="146685" y="1529714"/>
                </a:lnTo>
                <a:close/>
              </a:path>
              <a:path w="146685" h="1590675">
                <a:moveTo>
                  <a:pt x="146685" y="1567814"/>
                </a:moveTo>
                <a:lnTo>
                  <a:pt x="127635" y="1567814"/>
                </a:lnTo>
                <a:lnTo>
                  <a:pt x="127635" y="1548764"/>
                </a:lnTo>
                <a:lnTo>
                  <a:pt x="146685" y="1548764"/>
                </a:lnTo>
                <a:lnTo>
                  <a:pt x="146685" y="1567814"/>
                </a:lnTo>
                <a:close/>
              </a:path>
              <a:path w="146685" h="1590675">
                <a:moveTo>
                  <a:pt x="131457" y="1590674"/>
                </a:moveTo>
                <a:lnTo>
                  <a:pt x="112407" y="1590674"/>
                </a:lnTo>
                <a:lnTo>
                  <a:pt x="112407" y="1571624"/>
                </a:lnTo>
                <a:lnTo>
                  <a:pt x="131457" y="1571624"/>
                </a:lnTo>
                <a:lnTo>
                  <a:pt x="131457" y="1590674"/>
                </a:lnTo>
                <a:close/>
              </a:path>
              <a:path w="146685" h="1590675">
                <a:moveTo>
                  <a:pt x="93357" y="1590674"/>
                </a:moveTo>
                <a:lnTo>
                  <a:pt x="74307" y="1590674"/>
                </a:lnTo>
                <a:lnTo>
                  <a:pt x="74307" y="1571624"/>
                </a:lnTo>
                <a:lnTo>
                  <a:pt x="93357" y="1571624"/>
                </a:lnTo>
                <a:lnTo>
                  <a:pt x="93357" y="1590674"/>
                </a:lnTo>
                <a:close/>
              </a:path>
              <a:path w="146685" h="1590675">
                <a:moveTo>
                  <a:pt x="55257" y="1590674"/>
                </a:moveTo>
                <a:lnTo>
                  <a:pt x="36207" y="1590674"/>
                </a:lnTo>
                <a:lnTo>
                  <a:pt x="36207" y="1571624"/>
                </a:lnTo>
                <a:lnTo>
                  <a:pt x="55257" y="1571624"/>
                </a:lnTo>
                <a:lnTo>
                  <a:pt x="55257" y="15906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18990" y="3074479"/>
            <a:ext cx="767715" cy="142875"/>
          </a:xfrm>
          <a:custGeom>
            <a:avLst/>
            <a:gdLst/>
            <a:ahLst/>
            <a:cxnLst/>
            <a:rect l="l" t="t" r="r" b="b"/>
            <a:pathLst>
              <a:path w="767714" h="142875">
                <a:moveTo>
                  <a:pt x="624839" y="142874"/>
                </a:moveTo>
                <a:lnTo>
                  <a:pt x="624839" y="0"/>
                </a:lnTo>
                <a:lnTo>
                  <a:pt x="739139" y="57149"/>
                </a:lnTo>
                <a:lnTo>
                  <a:pt x="628650" y="57149"/>
                </a:lnTo>
                <a:lnTo>
                  <a:pt x="628650" y="85724"/>
                </a:lnTo>
                <a:lnTo>
                  <a:pt x="739139" y="85724"/>
                </a:lnTo>
                <a:lnTo>
                  <a:pt x="624839" y="142874"/>
                </a:lnTo>
                <a:close/>
              </a:path>
              <a:path w="767714" h="142875">
                <a:moveTo>
                  <a:pt x="657225" y="85724"/>
                </a:moveTo>
                <a:lnTo>
                  <a:pt x="628650" y="85724"/>
                </a:lnTo>
                <a:lnTo>
                  <a:pt x="628650" y="57149"/>
                </a:lnTo>
                <a:lnTo>
                  <a:pt x="657225" y="57149"/>
                </a:lnTo>
                <a:lnTo>
                  <a:pt x="657225" y="85724"/>
                </a:lnTo>
                <a:close/>
              </a:path>
              <a:path w="767714" h="142875">
                <a:moveTo>
                  <a:pt x="739139" y="85724"/>
                </a:moveTo>
                <a:lnTo>
                  <a:pt x="657225" y="85724"/>
                </a:lnTo>
                <a:lnTo>
                  <a:pt x="657225" y="57149"/>
                </a:lnTo>
                <a:lnTo>
                  <a:pt x="739139" y="57149"/>
                </a:lnTo>
                <a:lnTo>
                  <a:pt x="767714" y="71437"/>
                </a:lnTo>
                <a:lnTo>
                  <a:pt x="739139" y="85724"/>
                </a:lnTo>
                <a:close/>
              </a:path>
              <a:path w="767714" h="142875">
                <a:moveTo>
                  <a:pt x="28575" y="85724"/>
                </a:moveTo>
                <a:lnTo>
                  <a:pt x="0" y="85724"/>
                </a:lnTo>
                <a:lnTo>
                  <a:pt x="0" y="57149"/>
                </a:lnTo>
                <a:lnTo>
                  <a:pt x="28575" y="57149"/>
                </a:lnTo>
                <a:lnTo>
                  <a:pt x="28575" y="85724"/>
                </a:lnTo>
                <a:close/>
              </a:path>
              <a:path w="767714" h="142875">
                <a:moveTo>
                  <a:pt x="85725" y="85724"/>
                </a:moveTo>
                <a:lnTo>
                  <a:pt x="57150" y="85724"/>
                </a:lnTo>
                <a:lnTo>
                  <a:pt x="57150" y="57149"/>
                </a:lnTo>
                <a:lnTo>
                  <a:pt x="85725" y="57149"/>
                </a:lnTo>
                <a:lnTo>
                  <a:pt x="85725" y="85724"/>
                </a:lnTo>
                <a:close/>
              </a:path>
              <a:path w="767714" h="142875">
                <a:moveTo>
                  <a:pt x="142875" y="85724"/>
                </a:moveTo>
                <a:lnTo>
                  <a:pt x="114300" y="85724"/>
                </a:lnTo>
                <a:lnTo>
                  <a:pt x="114300" y="57149"/>
                </a:lnTo>
                <a:lnTo>
                  <a:pt x="142875" y="57149"/>
                </a:lnTo>
                <a:lnTo>
                  <a:pt x="142875" y="85724"/>
                </a:lnTo>
                <a:close/>
              </a:path>
              <a:path w="767714" h="142875">
                <a:moveTo>
                  <a:pt x="200025" y="85724"/>
                </a:moveTo>
                <a:lnTo>
                  <a:pt x="171450" y="85724"/>
                </a:lnTo>
                <a:lnTo>
                  <a:pt x="171450" y="57149"/>
                </a:lnTo>
                <a:lnTo>
                  <a:pt x="200025" y="57149"/>
                </a:lnTo>
                <a:lnTo>
                  <a:pt x="200025" y="85724"/>
                </a:lnTo>
                <a:close/>
              </a:path>
              <a:path w="767714" h="142875">
                <a:moveTo>
                  <a:pt x="257175" y="85724"/>
                </a:moveTo>
                <a:lnTo>
                  <a:pt x="228600" y="85724"/>
                </a:lnTo>
                <a:lnTo>
                  <a:pt x="228600" y="57149"/>
                </a:lnTo>
                <a:lnTo>
                  <a:pt x="257175" y="57149"/>
                </a:lnTo>
                <a:lnTo>
                  <a:pt x="257175" y="85724"/>
                </a:lnTo>
                <a:close/>
              </a:path>
              <a:path w="767714" h="142875">
                <a:moveTo>
                  <a:pt x="314325" y="85724"/>
                </a:moveTo>
                <a:lnTo>
                  <a:pt x="285750" y="85724"/>
                </a:lnTo>
                <a:lnTo>
                  <a:pt x="285750" y="57149"/>
                </a:lnTo>
                <a:lnTo>
                  <a:pt x="314325" y="57149"/>
                </a:lnTo>
                <a:lnTo>
                  <a:pt x="314325" y="85724"/>
                </a:lnTo>
                <a:close/>
              </a:path>
              <a:path w="767714" h="142875">
                <a:moveTo>
                  <a:pt x="371475" y="85724"/>
                </a:moveTo>
                <a:lnTo>
                  <a:pt x="342900" y="85724"/>
                </a:lnTo>
                <a:lnTo>
                  <a:pt x="342900" y="57149"/>
                </a:lnTo>
                <a:lnTo>
                  <a:pt x="371475" y="57149"/>
                </a:lnTo>
                <a:lnTo>
                  <a:pt x="371475" y="85724"/>
                </a:lnTo>
                <a:close/>
              </a:path>
              <a:path w="767714" h="142875">
                <a:moveTo>
                  <a:pt x="428625" y="85724"/>
                </a:moveTo>
                <a:lnTo>
                  <a:pt x="400050" y="85724"/>
                </a:lnTo>
                <a:lnTo>
                  <a:pt x="400050" y="57149"/>
                </a:lnTo>
                <a:lnTo>
                  <a:pt x="428625" y="57149"/>
                </a:lnTo>
                <a:lnTo>
                  <a:pt x="428625" y="85724"/>
                </a:lnTo>
                <a:close/>
              </a:path>
              <a:path w="767714" h="142875">
                <a:moveTo>
                  <a:pt x="485775" y="85724"/>
                </a:moveTo>
                <a:lnTo>
                  <a:pt x="457200" y="85724"/>
                </a:lnTo>
                <a:lnTo>
                  <a:pt x="457200" y="57149"/>
                </a:lnTo>
                <a:lnTo>
                  <a:pt x="485775" y="57149"/>
                </a:lnTo>
                <a:lnTo>
                  <a:pt x="485775" y="85724"/>
                </a:lnTo>
                <a:close/>
              </a:path>
              <a:path w="767714" h="142875">
                <a:moveTo>
                  <a:pt x="542925" y="85724"/>
                </a:moveTo>
                <a:lnTo>
                  <a:pt x="514350" y="85724"/>
                </a:lnTo>
                <a:lnTo>
                  <a:pt x="514350" y="57149"/>
                </a:lnTo>
                <a:lnTo>
                  <a:pt x="542925" y="57149"/>
                </a:lnTo>
                <a:lnTo>
                  <a:pt x="542925" y="85724"/>
                </a:lnTo>
                <a:close/>
              </a:path>
              <a:path w="767714" h="142875">
                <a:moveTo>
                  <a:pt x="600075" y="85724"/>
                </a:moveTo>
                <a:lnTo>
                  <a:pt x="571500" y="85724"/>
                </a:lnTo>
                <a:lnTo>
                  <a:pt x="571500" y="57149"/>
                </a:lnTo>
                <a:lnTo>
                  <a:pt x="600075" y="57149"/>
                </a:lnTo>
                <a:lnTo>
                  <a:pt x="600075" y="85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002597" y="1994344"/>
            <a:ext cx="5367655" cy="325310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22095">
              <a:lnSpc>
                <a:spcPts val="3360"/>
              </a:lnSpc>
              <a:spcBef>
                <a:spcPts val="95"/>
              </a:spcBef>
            </a:pPr>
            <a:r>
              <a:rPr dirty="0" sz="2800" spc="-5" b="1" i="1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934085">
              <a:lnSpc>
                <a:spcPts val="2480"/>
              </a:lnSpc>
            </a:pPr>
            <a:r>
              <a:rPr dirty="0" sz="2400" spc="-10" b="1">
                <a:latin typeface="宋体"/>
                <a:cs typeface="宋体"/>
              </a:rPr>
              <a:t>×</a:t>
            </a:r>
            <a:r>
              <a:rPr dirty="0" sz="2400" spc="585" b="1">
                <a:latin typeface="宋体"/>
                <a:cs typeface="宋体"/>
              </a:rPr>
              <a:t> </a:t>
            </a:r>
            <a:r>
              <a:rPr dirty="0" sz="2400" spc="-10" b="1">
                <a:latin typeface="宋体"/>
                <a:cs typeface="宋体"/>
              </a:rPr>
              <a:t>×</a:t>
            </a:r>
            <a:r>
              <a:rPr dirty="0" sz="2400" spc="585" b="1">
                <a:latin typeface="宋体"/>
                <a:cs typeface="宋体"/>
              </a:rPr>
              <a:t> </a:t>
            </a:r>
            <a:r>
              <a:rPr dirty="0" sz="2400" spc="-10" b="1">
                <a:latin typeface="宋体"/>
                <a:cs typeface="宋体"/>
              </a:rPr>
              <a:t>×</a:t>
            </a:r>
            <a:r>
              <a:rPr dirty="0" sz="2400" spc="585" b="1">
                <a:latin typeface="宋体"/>
                <a:cs typeface="宋体"/>
              </a:rPr>
              <a:t> </a:t>
            </a:r>
            <a:r>
              <a:rPr dirty="0" sz="2400" spc="-10" b="1">
                <a:latin typeface="宋体"/>
                <a:cs typeface="宋体"/>
              </a:rPr>
              <a:t>×</a:t>
            </a:r>
            <a:r>
              <a:rPr dirty="0" sz="2400" spc="585" b="1">
                <a:latin typeface="宋体"/>
                <a:cs typeface="宋体"/>
              </a:rPr>
              <a:t> </a:t>
            </a:r>
            <a:r>
              <a:rPr dirty="0" sz="2400" spc="-10" b="1">
                <a:latin typeface="宋体"/>
                <a:cs typeface="宋体"/>
              </a:rPr>
              <a:t>× ×</a:t>
            </a:r>
            <a:r>
              <a:rPr dirty="0" sz="2400" spc="585" b="1">
                <a:latin typeface="宋体"/>
                <a:cs typeface="宋体"/>
              </a:rPr>
              <a:t> </a:t>
            </a:r>
            <a:r>
              <a:rPr dirty="0" sz="2400" spc="-10" b="1">
                <a:latin typeface="宋体"/>
                <a:cs typeface="宋体"/>
              </a:rPr>
              <a:t>×</a:t>
            </a:r>
            <a:r>
              <a:rPr dirty="0" sz="2400" spc="590" b="1">
                <a:latin typeface="宋体"/>
                <a:cs typeface="宋体"/>
              </a:rPr>
              <a:t> </a:t>
            </a:r>
            <a:r>
              <a:rPr dirty="0" sz="2400" spc="-10" b="1">
                <a:latin typeface="宋体"/>
                <a:cs typeface="宋体"/>
              </a:rPr>
              <a:t>×</a:t>
            </a:r>
            <a:endParaRPr sz="2400">
              <a:latin typeface="宋体"/>
              <a:cs typeface="宋体"/>
            </a:endParaRPr>
          </a:p>
          <a:p>
            <a:pPr marL="934085">
              <a:lnSpc>
                <a:spcPts val="3360"/>
              </a:lnSpc>
            </a:pPr>
            <a:r>
              <a:rPr dirty="0" sz="2400" spc="-10" b="1">
                <a:latin typeface="宋体"/>
                <a:cs typeface="宋体"/>
              </a:rPr>
              <a:t>×</a:t>
            </a:r>
            <a:r>
              <a:rPr dirty="0" sz="2400" spc="580" b="1">
                <a:latin typeface="宋体"/>
                <a:cs typeface="宋体"/>
              </a:rPr>
              <a:t> </a:t>
            </a:r>
            <a:r>
              <a:rPr dirty="0" sz="2400" b="1">
                <a:latin typeface="宋体"/>
                <a:cs typeface="宋体"/>
              </a:rPr>
              <a:t>×</a:t>
            </a:r>
            <a:r>
              <a:rPr dirty="0" baseline="5208" sz="4800" b="1" i="1">
                <a:latin typeface="Book Antiqua"/>
                <a:cs typeface="Book Antiqua"/>
              </a:rPr>
              <a:t>v</a:t>
            </a:r>
            <a:r>
              <a:rPr dirty="0" sz="2400" b="1">
                <a:latin typeface="宋体"/>
                <a:cs typeface="宋体"/>
              </a:rPr>
              <a:t>×</a:t>
            </a:r>
            <a:r>
              <a:rPr dirty="0" sz="2400" spc="585" b="1">
                <a:latin typeface="宋体"/>
                <a:cs typeface="宋体"/>
              </a:rPr>
              <a:t> </a:t>
            </a:r>
            <a:r>
              <a:rPr dirty="0" sz="2400" spc="-10" b="1">
                <a:latin typeface="宋体"/>
                <a:cs typeface="宋体"/>
              </a:rPr>
              <a:t>×</a:t>
            </a:r>
            <a:r>
              <a:rPr dirty="0" sz="2400" spc="585" b="1">
                <a:latin typeface="宋体"/>
                <a:cs typeface="宋体"/>
              </a:rPr>
              <a:t> </a:t>
            </a:r>
            <a:r>
              <a:rPr dirty="0" sz="2400" spc="-10" b="1">
                <a:latin typeface="宋体"/>
                <a:cs typeface="宋体"/>
              </a:rPr>
              <a:t>× ×</a:t>
            </a:r>
            <a:r>
              <a:rPr dirty="0" sz="2400" spc="580" b="1">
                <a:latin typeface="宋体"/>
                <a:cs typeface="宋体"/>
              </a:rPr>
              <a:t> </a:t>
            </a:r>
            <a:r>
              <a:rPr dirty="0" sz="2400" spc="-10" b="1">
                <a:latin typeface="宋体"/>
                <a:cs typeface="宋体"/>
              </a:rPr>
              <a:t>×</a:t>
            </a:r>
            <a:r>
              <a:rPr dirty="0" sz="2400" spc="585" b="1">
                <a:latin typeface="宋体"/>
                <a:cs typeface="宋体"/>
              </a:rPr>
              <a:t> </a:t>
            </a:r>
            <a:r>
              <a:rPr dirty="0" sz="2400" spc="-10" b="1">
                <a:latin typeface="宋体"/>
                <a:cs typeface="宋体"/>
              </a:rPr>
              <a:t>×</a:t>
            </a:r>
            <a:endParaRPr sz="2400">
              <a:latin typeface="宋体"/>
              <a:cs typeface="宋体"/>
            </a:endParaRPr>
          </a:p>
          <a:p>
            <a:pPr marL="934085">
              <a:lnSpc>
                <a:spcPts val="2800"/>
              </a:lnSpc>
            </a:pPr>
            <a:r>
              <a:rPr dirty="0" sz="2400" spc="-10" b="1">
                <a:latin typeface="宋体"/>
                <a:cs typeface="宋体"/>
              </a:rPr>
              <a:t>×</a:t>
            </a:r>
            <a:r>
              <a:rPr dirty="0" sz="2400" spc="585" b="1">
                <a:latin typeface="宋体"/>
                <a:cs typeface="宋体"/>
              </a:rPr>
              <a:t> </a:t>
            </a:r>
            <a:r>
              <a:rPr dirty="0" sz="2400" spc="-10" b="1">
                <a:latin typeface="宋体"/>
                <a:cs typeface="宋体"/>
              </a:rPr>
              <a:t>×</a:t>
            </a:r>
            <a:r>
              <a:rPr dirty="0" sz="2400" spc="585" b="1">
                <a:latin typeface="宋体"/>
                <a:cs typeface="宋体"/>
              </a:rPr>
              <a:t> </a:t>
            </a:r>
            <a:r>
              <a:rPr dirty="0" sz="2400" spc="-10" b="1">
                <a:latin typeface="宋体"/>
                <a:cs typeface="宋体"/>
              </a:rPr>
              <a:t>×</a:t>
            </a:r>
            <a:r>
              <a:rPr dirty="0" sz="2400" spc="585" b="1">
                <a:latin typeface="宋体"/>
                <a:cs typeface="宋体"/>
              </a:rPr>
              <a:t> </a:t>
            </a:r>
            <a:r>
              <a:rPr dirty="0" sz="2400" spc="-10" b="1">
                <a:latin typeface="宋体"/>
                <a:cs typeface="宋体"/>
              </a:rPr>
              <a:t>×</a:t>
            </a:r>
            <a:r>
              <a:rPr dirty="0" sz="2400" spc="585" b="1">
                <a:latin typeface="宋体"/>
                <a:cs typeface="宋体"/>
              </a:rPr>
              <a:t> </a:t>
            </a:r>
            <a:r>
              <a:rPr dirty="0" sz="2400" spc="-10" b="1">
                <a:latin typeface="宋体"/>
                <a:cs typeface="宋体"/>
              </a:rPr>
              <a:t>×</a:t>
            </a:r>
            <a:r>
              <a:rPr dirty="0" sz="2400" spc="585" b="1">
                <a:latin typeface="宋体"/>
                <a:cs typeface="宋体"/>
              </a:rPr>
              <a:t> </a:t>
            </a:r>
            <a:r>
              <a:rPr dirty="0" sz="2400" spc="-10" b="1">
                <a:latin typeface="宋体"/>
                <a:cs typeface="宋体"/>
              </a:rPr>
              <a:t>×</a:t>
            </a:r>
            <a:r>
              <a:rPr dirty="0" sz="2400" spc="585" b="1">
                <a:latin typeface="宋体"/>
                <a:cs typeface="宋体"/>
              </a:rPr>
              <a:t> </a:t>
            </a:r>
            <a:r>
              <a:rPr dirty="0" sz="2400" spc="-10" b="1">
                <a:latin typeface="宋体"/>
                <a:cs typeface="宋体"/>
              </a:rPr>
              <a:t>×</a:t>
            </a:r>
            <a:r>
              <a:rPr dirty="0" sz="2400" spc="-5" b="1">
                <a:latin typeface="宋体"/>
                <a:cs typeface="宋体"/>
              </a:rPr>
              <a:t> </a:t>
            </a:r>
            <a:r>
              <a:rPr dirty="0" sz="2400" spc="-10" b="1">
                <a:latin typeface="宋体"/>
                <a:cs typeface="宋体"/>
              </a:rPr>
              <a:t>×</a:t>
            </a:r>
            <a:endParaRPr sz="2400">
              <a:latin typeface="宋体"/>
              <a:cs typeface="宋体"/>
            </a:endParaRPr>
          </a:p>
          <a:p>
            <a:pPr marL="934085">
              <a:lnSpc>
                <a:spcPts val="2770"/>
              </a:lnSpc>
            </a:pPr>
            <a:r>
              <a:rPr dirty="0" sz="2400" spc="-10" b="1">
                <a:latin typeface="宋体"/>
                <a:cs typeface="宋体"/>
              </a:rPr>
              <a:t>×</a:t>
            </a:r>
            <a:r>
              <a:rPr dirty="0" sz="2400" spc="580" b="1">
                <a:latin typeface="宋体"/>
                <a:cs typeface="宋体"/>
              </a:rPr>
              <a:t> </a:t>
            </a:r>
            <a:r>
              <a:rPr dirty="0" sz="2400" spc="-10" b="1">
                <a:latin typeface="宋体"/>
                <a:cs typeface="宋体"/>
              </a:rPr>
              <a:t>×</a:t>
            </a:r>
            <a:r>
              <a:rPr dirty="0" sz="2400" spc="585" b="1">
                <a:latin typeface="宋体"/>
                <a:cs typeface="宋体"/>
              </a:rPr>
              <a:t> </a:t>
            </a:r>
            <a:r>
              <a:rPr dirty="0" sz="2400" spc="-10" b="1">
                <a:latin typeface="宋体"/>
                <a:cs typeface="宋体"/>
              </a:rPr>
              <a:t>×</a:t>
            </a:r>
            <a:r>
              <a:rPr dirty="0" sz="2400" spc="580" b="1">
                <a:latin typeface="宋体"/>
                <a:cs typeface="宋体"/>
              </a:rPr>
              <a:t> </a:t>
            </a:r>
            <a:r>
              <a:rPr dirty="0" sz="2400" spc="-10" b="1">
                <a:latin typeface="宋体"/>
                <a:cs typeface="宋体"/>
              </a:rPr>
              <a:t>×</a:t>
            </a:r>
            <a:r>
              <a:rPr dirty="0" sz="2400" spc="585" b="1">
                <a:latin typeface="宋体"/>
                <a:cs typeface="宋体"/>
              </a:rPr>
              <a:t> </a:t>
            </a:r>
            <a:r>
              <a:rPr dirty="0" sz="2400" spc="60" b="1">
                <a:latin typeface="宋体"/>
                <a:cs typeface="宋体"/>
              </a:rPr>
              <a:t>×</a:t>
            </a:r>
            <a:r>
              <a:rPr dirty="0" baseline="13888" sz="3600" spc="89" b="1" i="1">
                <a:latin typeface="Times New Roman"/>
                <a:cs typeface="Times New Roman"/>
              </a:rPr>
              <a:t>B</a:t>
            </a:r>
            <a:r>
              <a:rPr dirty="0" sz="2400" spc="60" b="1">
                <a:latin typeface="宋体"/>
                <a:cs typeface="宋体"/>
              </a:rPr>
              <a:t>×</a:t>
            </a:r>
            <a:r>
              <a:rPr dirty="0" sz="2400" spc="585" b="1">
                <a:latin typeface="宋体"/>
                <a:cs typeface="宋体"/>
              </a:rPr>
              <a:t> </a:t>
            </a:r>
            <a:r>
              <a:rPr dirty="0" sz="2400" spc="-10" b="1">
                <a:latin typeface="宋体"/>
                <a:cs typeface="宋体"/>
              </a:rPr>
              <a:t>× ×</a:t>
            </a:r>
            <a:endParaRPr sz="2400">
              <a:latin typeface="宋体"/>
              <a:cs typeface="宋体"/>
            </a:endParaRPr>
          </a:p>
          <a:p>
            <a:pPr marL="1590675">
              <a:lnSpc>
                <a:spcPts val="3250"/>
              </a:lnSpc>
            </a:pPr>
            <a:r>
              <a:rPr dirty="0" sz="2800" spc="-5" b="1" i="1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12700" marR="5080" indent="177800">
              <a:lnSpc>
                <a:spcPct val="100000"/>
              </a:lnSpc>
              <a:spcBef>
                <a:spcPts val="675"/>
              </a:spcBef>
            </a:pPr>
            <a:r>
              <a:rPr dirty="0" sz="2800" b="1">
                <a:latin typeface="华文楷体"/>
                <a:cs typeface="华文楷体"/>
              </a:rPr>
              <a:t>当导体做切割磁感线运动而引</a:t>
            </a:r>
            <a:r>
              <a:rPr dirty="0" sz="2800" spc="-10" b="1">
                <a:latin typeface="华文楷体"/>
                <a:cs typeface="华文楷体"/>
              </a:rPr>
              <a:t>起 </a:t>
            </a:r>
            <a:r>
              <a:rPr dirty="0" sz="2800" b="1">
                <a:latin typeface="华文楷体"/>
                <a:cs typeface="华文楷体"/>
              </a:rPr>
              <a:t>磁通量变化时，感应电动势多大</a:t>
            </a:r>
            <a:r>
              <a:rPr dirty="0" sz="2800" spc="-10" b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159495" y="4309871"/>
            <a:ext cx="1453896" cy="14538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513937" y="181637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990581" y="3908698"/>
            <a:ext cx="4104640" cy="0"/>
          </a:xfrm>
          <a:custGeom>
            <a:avLst/>
            <a:gdLst/>
            <a:ahLst/>
            <a:cxnLst/>
            <a:rect l="l" t="t" r="r" b="b"/>
            <a:pathLst>
              <a:path w="4104640" h="0">
                <a:moveTo>
                  <a:pt x="0" y="0"/>
                </a:moveTo>
                <a:lnTo>
                  <a:pt x="4104055" y="0"/>
                </a:lnTo>
              </a:path>
            </a:pathLst>
          </a:custGeom>
          <a:ln w="351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756659" y="3013278"/>
            <a:ext cx="445134" cy="412750"/>
          </a:xfrm>
          <a:custGeom>
            <a:avLst/>
            <a:gdLst/>
            <a:ahLst/>
            <a:cxnLst/>
            <a:rect l="l" t="t" r="r" b="b"/>
            <a:pathLst>
              <a:path w="445135" h="412750">
                <a:moveTo>
                  <a:pt x="222389" y="412216"/>
                </a:moveTo>
                <a:lnTo>
                  <a:pt x="171326" y="406771"/>
                </a:lnTo>
                <a:lnTo>
                  <a:pt x="124457" y="391251"/>
                </a:lnTo>
                <a:lnTo>
                  <a:pt x="83125" y="366881"/>
                </a:lnTo>
                <a:lnTo>
                  <a:pt x="48672" y="334888"/>
                </a:lnTo>
                <a:lnTo>
                  <a:pt x="22439" y="296494"/>
                </a:lnTo>
                <a:lnTo>
                  <a:pt x="5768" y="252927"/>
                </a:lnTo>
                <a:lnTo>
                  <a:pt x="0" y="205409"/>
                </a:lnTo>
                <a:lnTo>
                  <a:pt x="5768" y="158409"/>
                </a:lnTo>
                <a:lnTo>
                  <a:pt x="22439" y="115212"/>
                </a:lnTo>
                <a:lnTo>
                  <a:pt x="48672" y="77067"/>
                </a:lnTo>
                <a:lnTo>
                  <a:pt x="83125" y="45224"/>
                </a:lnTo>
                <a:lnTo>
                  <a:pt x="124457" y="20932"/>
                </a:lnTo>
                <a:lnTo>
                  <a:pt x="171326" y="5441"/>
                </a:lnTo>
                <a:lnTo>
                  <a:pt x="222389" y="0"/>
                </a:lnTo>
                <a:lnTo>
                  <a:pt x="273450" y="5443"/>
                </a:lnTo>
                <a:lnTo>
                  <a:pt x="320323" y="20949"/>
                </a:lnTo>
                <a:lnTo>
                  <a:pt x="361672" y="45279"/>
                </a:lnTo>
                <a:lnTo>
                  <a:pt x="396159" y="77198"/>
                </a:lnTo>
                <a:lnTo>
                  <a:pt x="422448" y="115467"/>
                </a:lnTo>
                <a:lnTo>
                  <a:pt x="439202" y="158849"/>
                </a:lnTo>
                <a:lnTo>
                  <a:pt x="445084" y="206108"/>
                </a:lnTo>
                <a:lnTo>
                  <a:pt x="439202" y="253366"/>
                </a:lnTo>
                <a:lnTo>
                  <a:pt x="422448" y="296749"/>
                </a:lnTo>
                <a:lnTo>
                  <a:pt x="396159" y="335018"/>
                </a:lnTo>
                <a:lnTo>
                  <a:pt x="361672" y="366936"/>
                </a:lnTo>
                <a:lnTo>
                  <a:pt x="320323" y="391267"/>
                </a:lnTo>
                <a:lnTo>
                  <a:pt x="273450" y="406773"/>
                </a:lnTo>
                <a:lnTo>
                  <a:pt x="222389" y="4122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750068" y="3006928"/>
            <a:ext cx="458470" cy="424180"/>
          </a:xfrm>
          <a:custGeom>
            <a:avLst/>
            <a:gdLst/>
            <a:ahLst/>
            <a:cxnLst/>
            <a:rect l="l" t="t" r="r" b="b"/>
            <a:pathLst>
              <a:path w="458470" h="424179">
                <a:moveTo>
                  <a:pt x="246481" y="424180"/>
                </a:moveTo>
                <a:lnTo>
                  <a:pt x="211327" y="424180"/>
                </a:lnTo>
                <a:lnTo>
                  <a:pt x="205460" y="422910"/>
                </a:lnTo>
                <a:lnTo>
                  <a:pt x="182765" y="420370"/>
                </a:lnTo>
                <a:lnTo>
                  <a:pt x="160858" y="415290"/>
                </a:lnTo>
                <a:lnTo>
                  <a:pt x="150507" y="411480"/>
                </a:lnTo>
                <a:lnTo>
                  <a:pt x="139839" y="407670"/>
                </a:lnTo>
                <a:lnTo>
                  <a:pt x="100977" y="388620"/>
                </a:lnTo>
                <a:lnTo>
                  <a:pt x="67081" y="361950"/>
                </a:lnTo>
                <a:lnTo>
                  <a:pt x="39090" y="330200"/>
                </a:lnTo>
                <a:lnTo>
                  <a:pt x="33299" y="322580"/>
                </a:lnTo>
                <a:lnTo>
                  <a:pt x="13830" y="284480"/>
                </a:lnTo>
                <a:lnTo>
                  <a:pt x="3505" y="248920"/>
                </a:lnTo>
                <a:lnTo>
                  <a:pt x="2565" y="243840"/>
                </a:lnTo>
                <a:lnTo>
                  <a:pt x="0" y="217170"/>
                </a:lnTo>
                <a:lnTo>
                  <a:pt x="48" y="205740"/>
                </a:lnTo>
                <a:lnTo>
                  <a:pt x="7226" y="158750"/>
                </a:lnTo>
                <a:lnTo>
                  <a:pt x="22682" y="119380"/>
                </a:lnTo>
                <a:lnTo>
                  <a:pt x="45681" y="83820"/>
                </a:lnTo>
                <a:lnTo>
                  <a:pt x="75272" y="54610"/>
                </a:lnTo>
                <a:lnTo>
                  <a:pt x="110515" y="30480"/>
                </a:lnTo>
                <a:lnTo>
                  <a:pt x="161137" y="8890"/>
                </a:lnTo>
                <a:lnTo>
                  <a:pt x="205689" y="0"/>
                </a:lnTo>
                <a:lnTo>
                  <a:pt x="252488" y="0"/>
                </a:lnTo>
                <a:lnTo>
                  <a:pt x="263931" y="1270"/>
                </a:lnTo>
                <a:lnTo>
                  <a:pt x="297091" y="8890"/>
                </a:lnTo>
                <a:lnTo>
                  <a:pt x="307475" y="12700"/>
                </a:lnTo>
                <a:lnTo>
                  <a:pt x="206946" y="12700"/>
                </a:lnTo>
                <a:lnTo>
                  <a:pt x="195808" y="13970"/>
                </a:lnTo>
                <a:lnTo>
                  <a:pt x="196100" y="13970"/>
                </a:lnTo>
                <a:lnTo>
                  <a:pt x="185127" y="16510"/>
                </a:lnTo>
                <a:lnTo>
                  <a:pt x="185419" y="16510"/>
                </a:lnTo>
                <a:lnTo>
                  <a:pt x="174650" y="17780"/>
                </a:lnTo>
                <a:lnTo>
                  <a:pt x="174942" y="17780"/>
                </a:lnTo>
                <a:lnTo>
                  <a:pt x="164363" y="21590"/>
                </a:lnTo>
                <a:lnTo>
                  <a:pt x="164655" y="21590"/>
                </a:lnTo>
                <a:lnTo>
                  <a:pt x="154304" y="24130"/>
                </a:lnTo>
                <a:lnTo>
                  <a:pt x="154584" y="24130"/>
                </a:lnTo>
                <a:lnTo>
                  <a:pt x="144475" y="27940"/>
                </a:lnTo>
                <a:lnTo>
                  <a:pt x="144741" y="27940"/>
                </a:lnTo>
                <a:lnTo>
                  <a:pt x="134886" y="31750"/>
                </a:lnTo>
                <a:lnTo>
                  <a:pt x="135153" y="31750"/>
                </a:lnTo>
                <a:lnTo>
                  <a:pt x="125552" y="36830"/>
                </a:lnTo>
                <a:lnTo>
                  <a:pt x="125806" y="36830"/>
                </a:lnTo>
                <a:lnTo>
                  <a:pt x="116484" y="40640"/>
                </a:lnTo>
                <a:lnTo>
                  <a:pt x="116738" y="40640"/>
                </a:lnTo>
                <a:lnTo>
                  <a:pt x="109514" y="45720"/>
                </a:lnTo>
                <a:lnTo>
                  <a:pt x="107962" y="45720"/>
                </a:lnTo>
                <a:lnTo>
                  <a:pt x="99225" y="52070"/>
                </a:lnTo>
                <a:lnTo>
                  <a:pt x="99466" y="52070"/>
                </a:lnTo>
                <a:lnTo>
                  <a:pt x="92740" y="57150"/>
                </a:lnTo>
                <a:lnTo>
                  <a:pt x="91300" y="57150"/>
                </a:lnTo>
                <a:lnTo>
                  <a:pt x="84558" y="63500"/>
                </a:lnTo>
                <a:lnTo>
                  <a:pt x="83438" y="63500"/>
                </a:lnTo>
                <a:lnTo>
                  <a:pt x="75704" y="71120"/>
                </a:lnTo>
                <a:lnTo>
                  <a:pt x="75933" y="71120"/>
                </a:lnTo>
                <a:lnTo>
                  <a:pt x="68554" y="77470"/>
                </a:lnTo>
                <a:lnTo>
                  <a:pt x="68770" y="77470"/>
                </a:lnTo>
                <a:lnTo>
                  <a:pt x="61772" y="85090"/>
                </a:lnTo>
                <a:lnTo>
                  <a:pt x="61975" y="85090"/>
                </a:lnTo>
                <a:lnTo>
                  <a:pt x="55359" y="92710"/>
                </a:lnTo>
                <a:lnTo>
                  <a:pt x="55562" y="92710"/>
                </a:lnTo>
                <a:lnTo>
                  <a:pt x="49352" y="100330"/>
                </a:lnTo>
                <a:lnTo>
                  <a:pt x="49529" y="100330"/>
                </a:lnTo>
                <a:lnTo>
                  <a:pt x="43738" y="107950"/>
                </a:lnTo>
                <a:lnTo>
                  <a:pt x="43916" y="107950"/>
                </a:lnTo>
                <a:lnTo>
                  <a:pt x="38557" y="116840"/>
                </a:lnTo>
                <a:lnTo>
                  <a:pt x="38722" y="116840"/>
                </a:lnTo>
                <a:lnTo>
                  <a:pt x="33794" y="125730"/>
                </a:lnTo>
                <a:lnTo>
                  <a:pt x="33947" y="125730"/>
                </a:lnTo>
                <a:lnTo>
                  <a:pt x="29489" y="134620"/>
                </a:lnTo>
                <a:lnTo>
                  <a:pt x="29629" y="134620"/>
                </a:lnTo>
                <a:lnTo>
                  <a:pt x="25641" y="143510"/>
                </a:lnTo>
                <a:lnTo>
                  <a:pt x="22263" y="152400"/>
                </a:lnTo>
                <a:lnTo>
                  <a:pt x="19742" y="161290"/>
                </a:lnTo>
                <a:lnTo>
                  <a:pt x="19456" y="161290"/>
                </a:lnTo>
                <a:lnTo>
                  <a:pt x="16967" y="171450"/>
                </a:lnTo>
                <a:lnTo>
                  <a:pt x="15976" y="176530"/>
                </a:lnTo>
                <a:lnTo>
                  <a:pt x="15100" y="181610"/>
                </a:lnTo>
                <a:lnTo>
                  <a:pt x="14350" y="186690"/>
                </a:lnTo>
                <a:lnTo>
                  <a:pt x="13728" y="191770"/>
                </a:lnTo>
                <a:lnTo>
                  <a:pt x="13271" y="196850"/>
                </a:lnTo>
                <a:lnTo>
                  <a:pt x="12915" y="201930"/>
                </a:lnTo>
                <a:lnTo>
                  <a:pt x="12753" y="205740"/>
                </a:lnTo>
                <a:lnTo>
                  <a:pt x="12700" y="217170"/>
                </a:lnTo>
                <a:lnTo>
                  <a:pt x="12915" y="222250"/>
                </a:lnTo>
                <a:lnTo>
                  <a:pt x="13271" y="227330"/>
                </a:lnTo>
                <a:lnTo>
                  <a:pt x="13754" y="232410"/>
                </a:lnTo>
                <a:lnTo>
                  <a:pt x="14376" y="237490"/>
                </a:lnTo>
                <a:lnTo>
                  <a:pt x="15125" y="242570"/>
                </a:lnTo>
                <a:lnTo>
                  <a:pt x="16014" y="247650"/>
                </a:lnTo>
                <a:lnTo>
                  <a:pt x="17030" y="251460"/>
                </a:lnTo>
                <a:lnTo>
                  <a:pt x="19456" y="261620"/>
                </a:lnTo>
                <a:lnTo>
                  <a:pt x="22364" y="271780"/>
                </a:lnTo>
                <a:lnTo>
                  <a:pt x="22699" y="271780"/>
                </a:lnTo>
                <a:lnTo>
                  <a:pt x="25755" y="280670"/>
                </a:lnTo>
                <a:lnTo>
                  <a:pt x="29629" y="289560"/>
                </a:lnTo>
                <a:lnTo>
                  <a:pt x="29489" y="289560"/>
                </a:lnTo>
                <a:lnTo>
                  <a:pt x="33947" y="298450"/>
                </a:lnTo>
                <a:lnTo>
                  <a:pt x="33794" y="298450"/>
                </a:lnTo>
                <a:lnTo>
                  <a:pt x="38722" y="307340"/>
                </a:lnTo>
                <a:lnTo>
                  <a:pt x="38557" y="307340"/>
                </a:lnTo>
                <a:lnTo>
                  <a:pt x="43916" y="314960"/>
                </a:lnTo>
                <a:lnTo>
                  <a:pt x="43738" y="314960"/>
                </a:lnTo>
                <a:lnTo>
                  <a:pt x="49529" y="323850"/>
                </a:lnTo>
                <a:lnTo>
                  <a:pt x="50239" y="323850"/>
                </a:lnTo>
                <a:lnTo>
                  <a:pt x="55562" y="331470"/>
                </a:lnTo>
                <a:lnTo>
                  <a:pt x="55359" y="331470"/>
                </a:lnTo>
                <a:lnTo>
                  <a:pt x="61975" y="339090"/>
                </a:lnTo>
                <a:lnTo>
                  <a:pt x="61772" y="339090"/>
                </a:lnTo>
                <a:lnTo>
                  <a:pt x="68770" y="345440"/>
                </a:lnTo>
                <a:lnTo>
                  <a:pt x="68554" y="345440"/>
                </a:lnTo>
                <a:lnTo>
                  <a:pt x="75933" y="353060"/>
                </a:lnTo>
                <a:lnTo>
                  <a:pt x="75704" y="353060"/>
                </a:lnTo>
                <a:lnTo>
                  <a:pt x="83438" y="359410"/>
                </a:lnTo>
                <a:lnTo>
                  <a:pt x="83210" y="359410"/>
                </a:lnTo>
                <a:lnTo>
                  <a:pt x="91300" y="365760"/>
                </a:lnTo>
                <a:lnTo>
                  <a:pt x="91059" y="365760"/>
                </a:lnTo>
                <a:lnTo>
                  <a:pt x="99466" y="372110"/>
                </a:lnTo>
                <a:lnTo>
                  <a:pt x="99225" y="372110"/>
                </a:lnTo>
                <a:lnTo>
                  <a:pt x="107962" y="377190"/>
                </a:lnTo>
                <a:lnTo>
                  <a:pt x="107708" y="377190"/>
                </a:lnTo>
                <a:lnTo>
                  <a:pt x="116738" y="382270"/>
                </a:lnTo>
                <a:lnTo>
                  <a:pt x="116484" y="382270"/>
                </a:lnTo>
                <a:lnTo>
                  <a:pt x="125806" y="387350"/>
                </a:lnTo>
                <a:lnTo>
                  <a:pt x="125552" y="387350"/>
                </a:lnTo>
                <a:lnTo>
                  <a:pt x="135153" y="392430"/>
                </a:lnTo>
                <a:lnTo>
                  <a:pt x="137350" y="392430"/>
                </a:lnTo>
                <a:lnTo>
                  <a:pt x="144741" y="396240"/>
                </a:lnTo>
                <a:lnTo>
                  <a:pt x="144475" y="396240"/>
                </a:lnTo>
                <a:lnTo>
                  <a:pt x="154584" y="400050"/>
                </a:lnTo>
                <a:lnTo>
                  <a:pt x="157755" y="400050"/>
                </a:lnTo>
                <a:lnTo>
                  <a:pt x="164655" y="402590"/>
                </a:lnTo>
                <a:lnTo>
                  <a:pt x="164363" y="402590"/>
                </a:lnTo>
                <a:lnTo>
                  <a:pt x="174942" y="405130"/>
                </a:lnTo>
                <a:lnTo>
                  <a:pt x="174650" y="405130"/>
                </a:lnTo>
                <a:lnTo>
                  <a:pt x="185419" y="407670"/>
                </a:lnTo>
                <a:lnTo>
                  <a:pt x="185127" y="407670"/>
                </a:lnTo>
                <a:lnTo>
                  <a:pt x="196100" y="408940"/>
                </a:lnTo>
                <a:lnTo>
                  <a:pt x="195808" y="408940"/>
                </a:lnTo>
                <a:lnTo>
                  <a:pt x="206946" y="410210"/>
                </a:lnTo>
                <a:lnTo>
                  <a:pt x="206730" y="410210"/>
                </a:lnTo>
                <a:lnTo>
                  <a:pt x="212369" y="411480"/>
                </a:lnTo>
                <a:lnTo>
                  <a:pt x="307441" y="411480"/>
                </a:lnTo>
                <a:lnTo>
                  <a:pt x="296811" y="415290"/>
                </a:lnTo>
                <a:lnTo>
                  <a:pt x="274891" y="420370"/>
                </a:lnTo>
                <a:lnTo>
                  <a:pt x="252272" y="422910"/>
                </a:lnTo>
                <a:lnTo>
                  <a:pt x="246481" y="424180"/>
                </a:lnTo>
                <a:close/>
              </a:path>
              <a:path w="458470" h="424179">
                <a:moveTo>
                  <a:pt x="350253" y="46990"/>
                </a:moveTo>
                <a:lnTo>
                  <a:pt x="341210" y="40640"/>
                </a:lnTo>
                <a:lnTo>
                  <a:pt x="341464" y="40640"/>
                </a:lnTo>
                <a:lnTo>
                  <a:pt x="332143" y="36830"/>
                </a:lnTo>
                <a:lnTo>
                  <a:pt x="332409" y="36830"/>
                </a:lnTo>
                <a:lnTo>
                  <a:pt x="322808" y="31750"/>
                </a:lnTo>
                <a:lnTo>
                  <a:pt x="323075" y="31750"/>
                </a:lnTo>
                <a:lnTo>
                  <a:pt x="313207" y="27940"/>
                </a:lnTo>
                <a:lnTo>
                  <a:pt x="313486" y="27940"/>
                </a:lnTo>
                <a:lnTo>
                  <a:pt x="303364" y="24130"/>
                </a:lnTo>
                <a:lnTo>
                  <a:pt x="303644" y="24130"/>
                </a:lnTo>
                <a:lnTo>
                  <a:pt x="293306" y="21590"/>
                </a:lnTo>
                <a:lnTo>
                  <a:pt x="293585" y="21590"/>
                </a:lnTo>
                <a:lnTo>
                  <a:pt x="283019" y="17780"/>
                </a:lnTo>
                <a:lnTo>
                  <a:pt x="283311" y="17780"/>
                </a:lnTo>
                <a:lnTo>
                  <a:pt x="272529" y="16510"/>
                </a:lnTo>
                <a:lnTo>
                  <a:pt x="272821" y="16510"/>
                </a:lnTo>
                <a:lnTo>
                  <a:pt x="261861" y="13970"/>
                </a:lnTo>
                <a:lnTo>
                  <a:pt x="262153" y="13970"/>
                </a:lnTo>
                <a:lnTo>
                  <a:pt x="251002" y="12700"/>
                </a:lnTo>
                <a:lnTo>
                  <a:pt x="307475" y="12700"/>
                </a:lnTo>
                <a:lnTo>
                  <a:pt x="347687" y="30480"/>
                </a:lnTo>
                <a:lnTo>
                  <a:pt x="371139" y="45720"/>
                </a:lnTo>
                <a:lnTo>
                  <a:pt x="349999" y="45720"/>
                </a:lnTo>
                <a:lnTo>
                  <a:pt x="350253" y="46990"/>
                </a:lnTo>
                <a:close/>
              </a:path>
              <a:path w="458470" h="424179">
                <a:moveTo>
                  <a:pt x="107708" y="46990"/>
                </a:moveTo>
                <a:lnTo>
                  <a:pt x="107962" y="45720"/>
                </a:lnTo>
                <a:lnTo>
                  <a:pt x="109514" y="45720"/>
                </a:lnTo>
                <a:lnTo>
                  <a:pt x="107708" y="46990"/>
                </a:lnTo>
                <a:close/>
              </a:path>
              <a:path w="458470" h="424179">
                <a:moveTo>
                  <a:pt x="366890" y="58420"/>
                </a:moveTo>
                <a:lnTo>
                  <a:pt x="358482" y="52070"/>
                </a:lnTo>
                <a:lnTo>
                  <a:pt x="358724" y="52070"/>
                </a:lnTo>
                <a:lnTo>
                  <a:pt x="349999" y="45720"/>
                </a:lnTo>
                <a:lnTo>
                  <a:pt x="371139" y="45720"/>
                </a:lnTo>
                <a:lnTo>
                  <a:pt x="374599" y="48260"/>
                </a:lnTo>
                <a:lnTo>
                  <a:pt x="382917" y="54610"/>
                </a:lnTo>
                <a:lnTo>
                  <a:pt x="386097" y="57150"/>
                </a:lnTo>
                <a:lnTo>
                  <a:pt x="366661" y="57150"/>
                </a:lnTo>
                <a:lnTo>
                  <a:pt x="366890" y="58420"/>
                </a:lnTo>
                <a:close/>
              </a:path>
              <a:path w="458470" h="424179">
                <a:moveTo>
                  <a:pt x="91059" y="58420"/>
                </a:moveTo>
                <a:lnTo>
                  <a:pt x="91300" y="57150"/>
                </a:lnTo>
                <a:lnTo>
                  <a:pt x="92740" y="57150"/>
                </a:lnTo>
                <a:lnTo>
                  <a:pt x="91059" y="58420"/>
                </a:lnTo>
                <a:close/>
              </a:path>
              <a:path w="458470" h="424179">
                <a:moveTo>
                  <a:pt x="374738" y="64770"/>
                </a:moveTo>
                <a:lnTo>
                  <a:pt x="366661" y="57150"/>
                </a:lnTo>
                <a:lnTo>
                  <a:pt x="386097" y="57150"/>
                </a:lnTo>
                <a:lnTo>
                  <a:pt x="390867" y="60960"/>
                </a:lnTo>
                <a:lnTo>
                  <a:pt x="393327" y="63500"/>
                </a:lnTo>
                <a:lnTo>
                  <a:pt x="374510" y="63500"/>
                </a:lnTo>
                <a:lnTo>
                  <a:pt x="374738" y="64770"/>
                </a:lnTo>
                <a:close/>
              </a:path>
              <a:path w="458470" h="424179">
                <a:moveTo>
                  <a:pt x="83210" y="64770"/>
                </a:moveTo>
                <a:lnTo>
                  <a:pt x="83438" y="63500"/>
                </a:lnTo>
                <a:lnTo>
                  <a:pt x="84558" y="63500"/>
                </a:lnTo>
                <a:lnTo>
                  <a:pt x="83210" y="64770"/>
                </a:lnTo>
                <a:close/>
              </a:path>
              <a:path w="458470" h="424179">
                <a:moveTo>
                  <a:pt x="438594" y="162560"/>
                </a:moveTo>
                <a:lnTo>
                  <a:pt x="435584" y="152400"/>
                </a:lnTo>
                <a:lnTo>
                  <a:pt x="432193" y="143510"/>
                </a:lnTo>
                <a:lnTo>
                  <a:pt x="428332" y="134620"/>
                </a:lnTo>
                <a:lnTo>
                  <a:pt x="424002" y="125730"/>
                </a:lnTo>
                <a:lnTo>
                  <a:pt x="424154" y="125730"/>
                </a:lnTo>
                <a:lnTo>
                  <a:pt x="419239" y="116840"/>
                </a:lnTo>
                <a:lnTo>
                  <a:pt x="419404" y="116840"/>
                </a:lnTo>
                <a:lnTo>
                  <a:pt x="414032" y="107950"/>
                </a:lnTo>
                <a:lnTo>
                  <a:pt x="414210" y="107950"/>
                </a:lnTo>
                <a:lnTo>
                  <a:pt x="408419" y="100330"/>
                </a:lnTo>
                <a:lnTo>
                  <a:pt x="408597" y="100330"/>
                </a:lnTo>
                <a:lnTo>
                  <a:pt x="402399" y="92710"/>
                </a:lnTo>
                <a:lnTo>
                  <a:pt x="402589" y="92710"/>
                </a:lnTo>
                <a:lnTo>
                  <a:pt x="395973" y="85090"/>
                </a:lnTo>
                <a:lnTo>
                  <a:pt x="396189" y="85090"/>
                </a:lnTo>
                <a:lnTo>
                  <a:pt x="389178" y="77470"/>
                </a:lnTo>
                <a:lnTo>
                  <a:pt x="389394" y="77470"/>
                </a:lnTo>
                <a:lnTo>
                  <a:pt x="382028" y="71120"/>
                </a:lnTo>
                <a:lnTo>
                  <a:pt x="382244" y="71120"/>
                </a:lnTo>
                <a:lnTo>
                  <a:pt x="374510" y="63500"/>
                </a:lnTo>
                <a:lnTo>
                  <a:pt x="393327" y="63500"/>
                </a:lnTo>
                <a:lnTo>
                  <a:pt x="405663" y="76200"/>
                </a:lnTo>
                <a:lnTo>
                  <a:pt x="412470" y="85090"/>
                </a:lnTo>
                <a:lnTo>
                  <a:pt x="418858" y="92710"/>
                </a:lnTo>
                <a:lnTo>
                  <a:pt x="440016" y="129540"/>
                </a:lnTo>
                <a:lnTo>
                  <a:pt x="451459" y="161290"/>
                </a:lnTo>
                <a:lnTo>
                  <a:pt x="438505" y="161290"/>
                </a:lnTo>
                <a:lnTo>
                  <a:pt x="438594" y="162560"/>
                </a:lnTo>
                <a:close/>
              </a:path>
              <a:path w="458470" h="424179">
                <a:moveTo>
                  <a:pt x="19367" y="162560"/>
                </a:moveTo>
                <a:lnTo>
                  <a:pt x="19456" y="161290"/>
                </a:lnTo>
                <a:lnTo>
                  <a:pt x="19742" y="161290"/>
                </a:lnTo>
                <a:lnTo>
                  <a:pt x="19367" y="162560"/>
                </a:lnTo>
                <a:close/>
              </a:path>
              <a:path w="458470" h="424179">
                <a:moveTo>
                  <a:pt x="448791" y="271780"/>
                </a:moveTo>
                <a:lnTo>
                  <a:pt x="435584" y="271780"/>
                </a:lnTo>
                <a:lnTo>
                  <a:pt x="438594" y="261620"/>
                </a:lnTo>
                <a:lnTo>
                  <a:pt x="440982" y="251460"/>
                </a:lnTo>
                <a:lnTo>
                  <a:pt x="441972" y="247650"/>
                </a:lnTo>
                <a:lnTo>
                  <a:pt x="442849" y="242570"/>
                </a:lnTo>
                <a:lnTo>
                  <a:pt x="443598" y="237490"/>
                </a:lnTo>
                <a:lnTo>
                  <a:pt x="444220" y="232410"/>
                </a:lnTo>
                <a:lnTo>
                  <a:pt x="444703" y="227330"/>
                </a:lnTo>
                <a:lnTo>
                  <a:pt x="445046" y="222250"/>
                </a:lnTo>
                <a:lnTo>
                  <a:pt x="445249" y="217170"/>
                </a:lnTo>
                <a:lnTo>
                  <a:pt x="445249" y="207010"/>
                </a:lnTo>
                <a:lnTo>
                  <a:pt x="445033" y="201930"/>
                </a:lnTo>
                <a:lnTo>
                  <a:pt x="444690" y="196850"/>
                </a:lnTo>
                <a:lnTo>
                  <a:pt x="444195" y="191770"/>
                </a:lnTo>
                <a:lnTo>
                  <a:pt x="443585" y="186690"/>
                </a:lnTo>
                <a:lnTo>
                  <a:pt x="442823" y="181610"/>
                </a:lnTo>
                <a:lnTo>
                  <a:pt x="441947" y="176530"/>
                </a:lnTo>
                <a:lnTo>
                  <a:pt x="440931" y="171450"/>
                </a:lnTo>
                <a:lnTo>
                  <a:pt x="438505" y="161290"/>
                </a:lnTo>
                <a:lnTo>
                  <a:pt x="451459" y="161290"/>
                </a:lnTo>
                <a:lnTo>
                  <a:pt x="453364" y="168910"/>
                </a:lnTo>
                <a:lnTo>
                  <a:pt x="457949" y="205740"/>
                </a:lnTo>
                <a:lnTo>
                  <a:pt x="457949" y="217170"/>
                </a:lnTo>
                <a:lnTo>
                  <a:pt x="455358" y="243840"/>
                </a:lnTo>
                <a:lnTo>
                  <a:pt x="454405" y="250190"/>
                </a:lnTo>
                <a:lnTo>
                  <a:pt x="453313" y="255270"/>
                </a:lnTo>
                <a:lnTo>
                  <a:pt x="450735" y="265430"/>
                </a:lnTo>
                <a:lnTo>
                  <a:pt x="448791" y="271780"/>
                </a:lnTo>
                <a:close/>
              </a:path>
              <a:path w="458470" h="424179">
                <a:moveTo>
                  <a:pt x="22699" y="271780"/>
                </a:moveTo>
                <a:lnTo>
                  <a:pt x="22364" y="271780"/>
                </a:lnTo>
                <a:lnTo>
                  <a:pt x="22263" y="270510"/>
                </a:lnTo>
                <a:lnTo>
                  <a:pt x="22699" y="271780"/>
                </a:lnTo>
                <a:close/>
              </a:path>
              <a:path w="458470" h="424179">
                <a:moveTo>
                  <a:pt x="423795" y="323850"/>
                </a:moveTo>
                <a:lnTo>
                  <a:pt x="408419" y="323850"/>
                </a:lnTo>
                <a:lnTo>
                  <a:pt x="414210" y="314960"/>
                </a:lnTo>
                <a:lnTo>
                  <a:pt x="414032" y="314960"/>
                </a:lnTo>
                <a:lnTo>
                  <a:pt x="419404" y="307340"/>
                </a:lnTo>
                <a:lnTo>
                  <a:pt x="419239" y="307340"/>
                </a:lnTo>
                <a:lnTo>
                  <a:pt x="424154" y="298450"/>
                </a:lnTo>
                <a:lnTo>
                  <a:pt x="424002" y="298450"/>
                </a:lnTo>
                <a:lnTo>
                  <a:pt x="428459" y="289560"/>
                </a:lnTo>
                <a:lnTo>
                  <a:pt x="432320" y="280670"/>
                </a:lnTo>
                <a:lnTo>
                  <a:pt x="435698" y="270510"/>
                </a:lnTo>
                <a:lnTo>
                  <a:pt x="435584" y="271780"/>
                </a:lnTo>
                <a:lnTo>
                  <a:pt x="448791" y="271780"/>
                </a:lnTo>
                <a:lnTo>
                  <a:pt x="447624" y="275590"/>
                </a:lnTo>
                <a:lnTo>
                  <a:pt x="430187" y="313690"/>
                </a:lnTo>
                <a:lnTo>
                  <a:pt x="424649" y="322580"/>
                </a:lnTo>
                <a:lnTo>
                  <a:pt x="423795" y="323850"/>
                </a:lnTo>
                <a:close/>
              </a:path>
              <a:path w="458470" h="424179">
                <a:moveTo>
                  <a:pt x="50239" y="323850"/>
                </a:moveTo>
                <a:lnTo>
                  <a:pt x="49529" y="323850"/>
                </a:lnTo>
                <a:lnTo>
                  <a:pt x="49352" y="322580"/>
                </a:lnTo>
                <a:lnTo>
                  <a:pt x="50239" y="323850"/>
                </a:lnTo>
                <a:close/>
              </a:path>
              <a:path w="458470" h="424179">
                <a:moveTo>
                  <a:pt x="349748" y="392430"/>
                </a:moveTo>
                <a:lnTo>
                  <a:pt x="322808" y="392430"/>
                </a:lnTo>
                <a:lnTo>
                  <a:pt x="332409" y="387350"/>
                </a:lnTo>
                <a:lnTo>
                  <a:pt x="332143" y="387350"/>
                </a:lnTo>
                <a:lnTo>
                  <a:pt x="341464" y="382270"/>
                </a:lnTo>
                <a:lnTo>
                  <a:pt x="341210" y="382270"/>
                </a:lnTo>
                <a:lnTo>
                  <a:pt x="350253" y="377190"/>
                </a:lnTo>
                <a:lnTo>
                  <a:pt x="349999" y="377190"/>
                </a:lnTo>
                <a:lnTo>
                  <a:pt x="358724" y="372110"/>
                </a:lnTo>
                <a:lnTo>
                  <a:pt x="358482" y="372110"/>
                </a:lnTo>
                <a:lnTo>
                  <a:pt x="366890" y="365760"/>
                </a:lnTo>
                <a:lnTo>
                  <a:pt x="366661" y="365760"/>
                </a:lnTo>
                <a:lnTo>
                  <a:pt x="374738" y="359410"/>
                </a:lnTo>
                <a:lnTo>
                  <a:pt x="374510" y="359410"/>
                </a:lnTo>
                <a:lnTo>
                  <a:pt x="382244" y="353060"/>
                </a:lnTo>
                <a:lnTo>
                  <a:pt x="382028" y="353060"/>
                </a:lnTo>
                <a:lnTo>
                  <a:pt x="389394" y="345440"/>
                </a:lnTo>
                <a:lnTo>
                  <a:pt x="389178" y="345440"/>
                </a:lnTo>
                <a:lnTo>
                  <a:pt x="396189" y="339090"/>
                </a:lnTo>
                <a:lnTo>
                  <a:pt x="395973" y="339090"/>
                </a:lnTo>
                <a:lnTo>
                  <a:pt x="402589" y="331470"/>
                </a:lnTo>
                <a:lnTo>
                  <a:pt x="402399" y="331470"/>
                </a:lnTo>
                <a:lnTo>
                  <a:pt x="408597" y="322580"/>
                </a:lnTo>
                <a:lnTo>
                  <a:pt x="408419" y="323850"/>
                </a:lnTo>
                <a:lnTo>
                  <a:pt x="423795" y="323850"/>
                </a:lnTo>
                <a:lnTo>
                  <a:pt x="418668" y="331470"/>
                </a:lnTo>
                <a:lnTo>
                  <a:pt x="412470" y="339090"/>
                </a:lnTo>
                <a:lnTo>
                  <a:pt x="405460" y="346710"/>
                </a:lnTo>
                <a:lnTo>
                  <a:pt x="398246" y="355600"/>
                </a:lnTo>
                <a:lnTo>
                  <a:pt x="390651" y="361950"/>
                </a:lnTo>
                <a:lnTo>
                  <a:pt x="382689" y="369570"/>
                </a:lnTo>
                <a:lnTo>
                  <a:pt x="374370" y="375920"/>
                </a:lnTo>
                <a:lnTo>
                  <a:pt x="365709" y="382270"/>
                </a:lnTo>
                <a:lnTo>
                  <a:pt x="356730" y="388620"/>
                </a:lnTo>
                <a:lnTo>
                  <a:pt x="349748" y="392430"/>
                </a:lnTo>
                <a:close/>
              </a:path>
              <a:path w="458470" h="424179">
                <a:moveTo>
                  <a:pt x="137350" y="392430"/>
                </a:moveTo>
                <a:lnTo>
                  <a:pt x="135153" y="392430"/>
                </a:lnTo>
                <a:lnTo>
                  <a:pt x="134886" y="391160"/>
                </a:lnTo>
                <a:lnTo>
                  <a:pt x="137350" y="392430"/>
                </a:lnTo>
                <a:close/>
              </a:path>
              <a:path w="458470" h="424179">
                <a:moveTo>
                  <a:pt x="335578" y="400050"/>
                </a:moveTo>
                <a:lnTo>
                  <a:pt x="303364" y="400050"/>
                </a:lnTo>
                <a:lnTo>
                  <a:pt x="313486" y="396240"/>
                </a:lnTo>
                <a:lnTo>
                  <a:pt x="313207" y="396240"/>
                </a:lnTo>
                <a:lnTo>
                  <a:pt x="323075" y="391160"/>
                </a:lnTo>
                <a:lnTo>
                  <a:pt x="322808" y="392430"/>
                </a:lnTo>
                <a:lnTo>
                  <a:pt x="349748" y="392430"/>
                </a:lnTo>
                <a:lnTo>
                  <a:pt x="338112" y="398780"/>
                </a:lnTo>
                <a:lnTo>
                  <a:pt x="335578" y="400050"/>
                </a:lnTo>
                <a:close/>
              </a:path>
              <a:path w="458470" h="424179">
                <a:moveTo>
                  <a:pt x="157755" y="400050"/>
                </a:moveTo>
                <a:lnTo>
                  <a:pt x="154584" y="400050"/>
                </a:lnTo>
                <a:lnTo>
                  <a:pt x="154304" y="398780"/>
                </a:lnTo>
                <a:lnTo>
                  <a:pt x="157755" y="400050"/>
                </a:lnTo>
                <a:close/>
              </a:path>
              <a:path w="458470" h="424179">
                <a:moveTo>
                  <a:pt x="307441" y="411480"/>
                </a:moveTo>
                <a:lnTo>
                  <a:pt x="245592" y="411480"/>
                </a:lnTo>
                <a:lnTo>
                  <a:pt x="251231" y="410210"/>
                </a:lnTo>
                <a:lnTo>
                  <a:pt x="251002" y="410210"/>
                </a:lnTo>
                <a:lnTo>
                  <a:pt x="262153" y="408940"/>
                </a:lnTo>
                <a:lnTo>
                  <a:pt x="261861" y="408940"/>
                </a:lnTo>
                <a:lnTo>
                  <a:pt x="272821" y="407670"/>
                </a:lnTo>
                <a:lnTo>
                  <a:pt x="272529" y="407670"/>
                </a:lnTo>
                <a:lnTo>
                  <a:pt x="283311" y="405130"/>
                </a:lnTo>
                <a:lnTo>
                  <a:pt x="283019" y="405130"/>
                </a:lnTo>
                <a:lnTo>
                  <a:pt x="293585" y="402590"/>
                </a:lnTo>
                <a:lnTo>
                  <a:pt x="293306" y="402590"/>
                </a:lnTo>
                <a:lnTo>
                  <a:pt x="303644" y="398780"/>
                </a:lnTo>
                <a:lnTo>
                  <a:pt x="303364" y="400050"/>
                </a:lnTo>
                <a:lnTo>
                  <a:pt x="335578" y="400050"/>
                </a:lnTo>
                <a:lnTo>
                  <a:pt x="327977" y="403860"/>
                </a:lnTo>
                <a:lnTo>
                  <a:pt x="307441" y="411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934269" y="3071342"/>
            <a:ext cx="76200" cy="317500"/>
          </a:xfrm>
          <a:custGeom>
            <a:avLst/>
            <a:gdLst/>
            <a:ahLst/>
            <a:cxnLst/>
            <a:rect l="l" t="t" r="r" b="b"/>
            <a:pathLst>
              <a:path w="76200" h="317500">
                <a:moveTo>
                  <a:pt x="31750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1750" y="57150"/>
                </a:lnTo>
                <a:lnTo>
                  <a:pt x="31750" y="76200"/>
                </a:lnTo>
                <a:close/>
              </a:path>
              <a:path w="76200" h="317500">
                <a:moveTo>
                  <a:pt x="44450" y="317423"/>
                </a:moveTo>
                <a:lnTo>
                  <a:pt x="31750" y="317423"/>
                </a:lnTo>
                <a:lnTo>
                  <a:pt x="31750" y="57150"/>
                </a:lnTo>
                <a:lnTo>
                  <a:pt x="44450" y="57150"/>
                </a:lnTo>
                <a:lnTo>
                  <a:pt x="44450" y="317423"/>
                </a:lnTo>
                <a:close/>
              </a:path>
              <a:path w="76200" h="317500">
                <a:moveTo>
                  <a:pt x="76200" y="76200"/>
                </a:moveTo>
                <a:lnTo>
                  <a:pt x="44450" y="76200"/>
                </a:lnTo>
                <a:lnTo>
                  <a:pt x="44450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54807" y="2322576"/>
            <a:ext cx="3087623" cy="2365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050978" y="2282444"/>
            <a:ext cx="3689985" cy="28473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228600">
              <a:lnSpc>
                <a:spcPct val="110200"/>
              </a:lnSpc>
              <a:spcBef>
                <a:spcPts val="105"/>
              </a:spcBef>
            </a:pPr>
            <a:r>
              <a:rPr dirty="0" sz="2400" b="1">
                <a:latin typeface="华文楷体"/>
                <a:cs typeface="华文楷体"/>
              </a:rPr>
              <a:t>如图将矩形导体框</a:t>
            </a:r>
            <a:r>
              <a:rPr dirty="0" sz="2400" spc="-5" b="1" i="1">
                <a:latin typeface="Times New Roman"/>
                <a:cs typeface="Times New Roman"/>
              </a:rPr>
              <a:t>CDMN  </a:t>
            </a:r>
            <a:r>
              <a:rPr dirty="0" sz="2400" b="1">
                <a:latin typeface="华文楷体"/>
                <a:cs typeface="华文楷体"/>
              </a:rPr>
              <a:t>放在磁感应强度</a:t>
            </a:r>
            <a:r>
              <a:rPr dirty="0" sz="2400" spc="-5" b="1">
                <a:latin typeface="华文楷体"/>
                <a:cs typeface="华文楷体"/>
              </a:rPr>
              <a:t>为</a:t>
            </a:r>
            <a:r>
              <a:rPr dirty="0" sz="2400" spc="-55" b="1">
                <a:latin typeface="华文楷体"/>
                <a:cs typeface="华文楷体"/>
              </a:rPr>
              <a:t> </a:t>
            </a:r>
            <a:r>
              <a:rPr dirty="0" sz="2400" spc="-5" b="1" i="1">
                <a:latin typeface="Times New Roman"/>
                <a:cs typeface="Times New Roman"/>
              </a:rPr>
              <a:t>B</a:t>
            </a:r>
            <a:r>
              <a:rPr dirty="0" sz="2400" b="1">
                <a:latin typeface="华文楷体"/>
                <a:cs typeface="华文楷体"/>
              </a:rPr>
              <a:t>的匀</a:t>
            </a:r>
            <a:r>
              <a:rPr dirty="0" sz="2400" spc="-5" b="1">
                <a:latin typeface="华文楷体"/>
                <a:cs typeface="华文楷体"/>
              </a:rPr>
              <a:t>强 </a:t>
            </a:r>
            <a:r>
              <a:rPr dirty="0" sz="2400" b="1">
                <a:latin typeface="华文楷体"/>
                <a:cs typeface="华文楷体"/>
              </a:rPr>
              <a:t>磁场里，线框平面与磁感</a:t>
            </a:r>
            <a:r>
              <a:rPr dirty="0" sz="2400" spc="-5" b="1">
                <a:latin typeface="华文楷体"/>
                <a:cs typeface="华文楷体"/>
              </a:rPr>
              <a:t>线 </a:t>
            </a:r>
            <a:r>
              <a:rPr dirty="0" sz="2400" b="1">
                <a:latin typeface="华文楷体"/>
                <a:cs typeface="华文楷体"/>
              </a:rPr>
              <a:t>垂直。设线框可动部分</a:t>
            </a:r>
            <a:r>
              <a:rPr dirty="0" sz="2400" b="1" i="1">
                <a:latin typeface="Times New Roman"/>
                <a:cs typeface="Times New Roman"/>
              </a:rPr>
              <a:t>MN  </a:t>
            </a:r>
            <a:r>
              <a:rPr dirty="0" sz="2400" b="1">
                <a:latin typeface="华文楷体"/>
                <a:cs typeface="华文楷体"/>
              </a:rPr>
              <a:t>的长度为</a:t>
            </a:r>
            <a:r>
              <a:rPr dirty="0" sz="2400" spc="-5" b="1" i="1">
                <a:latin typeface="Times New Roman"/>
                <a:cs typeface="Times New Roman"/>
              </a:rPr>
              <a:t>l</a:t>
            </a:r>
            <a:r>
              <a:rPr dirty="0" sz="2400" spc="-5" b="1">
                <a:latin typeface="华文楷体"/>
                <a:cs typeface="华文楷体"/>
              </a:rPr>
              <a:t>，</a:t>
            </a:r>
            <a:r>
              <a:rPr dirty="0" sz="2400" b="1">
                <a:latin typeface="华文楷体"/>
                <a:cs typeface="华文楷体"/>
              </a:rPr>
              <a:t>它以速度</a:t>
            </a:r>
            <a:r>
              <a:rPr dirty="0" sz="2400" b="1" i="1">
                <a:latin typeface="Book Antiqua"/>
                <a:cs typeface="Book Antiqua"/>
              </a:rPr>
              <a:t>v</a:t>
            </a:r>
            <a:r>
              <a:rPr dirty="0" sz="2400" b="1">
                <a:latin typeface="华文楷体"/>
                <a:cs typeface="华文楷体"/>
              </a:rPr>
              <a:t>水</a:t>
            </a:r>
            <a:r>
              <a:rPr dirty="0" sz="2400" spc="-5" b="1">
                <a:latin typeface="华文楷体"/>
                <a:cs typeface="华文楷体"/>
              </a:rPr>
              <a:t>平 </a:t>
            </a:r>
            <a:r>
              <a:rPr dirty="0" sz="2400" b="1">
                <a:latin typeface="华文楷体"/>
                <a:cs typeface="华文楷体"/>
              </a:rPr>
              <a:t>向右运动，求产生的感应</a:t>
            </a:r>
            <a:r>
              <a:rPr dirty="0" sz="2400" spc="-5" b="1">
                <a:latin typeface="华文楷体"/>
                <a:cs typeface="华文楷体"/>
              </a:rPr>
              <a:t>电 </a:t>
            </a:r>
            <a:r>
              <a:rPr dirty="0" sz="2400" b="1">
                <a:latin typeface="华文楷体"/>
                <a:cs typeface="华文楷体"/>
              </a:rPr>
              <a:t>动势大小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97707" y="147370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5" y="0"/>
                </a:lnTo>
                <a:lnTo>
                  <a:pt x="364235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97351" y="1697735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04793" y="178178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568598" y="1284719"/>
            <a:ext cx="535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导体切割磁感线时的感应电动势</a:t>
            </a:r>
          </a:p>
        </p:txBody>
      </p:sp>
      <p:sp>
        <p:nvSpPr>
          <p:cNvPr id="8" name="object 8"/>
          <p:cNvSpPr/>
          <p:nvPr/>
        </p:nvSpPr>
        <p:spPr>
          <a:xfrm>
            <a:off x="4124896" y="2890304"/>
            <a:ext cx="85725" cy="1204595"/>
          </a:xfrm>
          <a:custGeom>
            <a:avLst/>
            <a:gdLst/>
            <a:ahLst/>
            <a:cxnLst/>
            <a:rect l="l" t="t" r="r" b="b"/>
            <a:pathLst>
              <a:path w="85725" h="1204595">
                <a:moveTo>
                  <a:pt x="28575" y="85725"/>
                </a:moveTo>
                <a:lnTo>
                  <a:pt x="0" y="85725"/>
                </a:lnTo>
                <a:lnTo>
                  <a:pt x="42862" y="0"/>
                </a:lnTo>
                <a:lnTo>
                  <a:pt x="75012" y="64300"/>
                </a:lnTo>
                <a:lnTo>
                  <a:pt x="28575" y="64300"/>
                </a:lnTo>
                <a:lnTo>
                  <a:pt x="28575" y="85725"/>
                </a:lnTo>
                <a:close/>
              </a:path>
              <a:path w="85725" h="1204595">
                <a:moveTo>
                  <a:pt x="57150" y="1139913"/>
                </a:moveTo>
                <a:lnTo>
                  <a:pt x="28575" y="1139913"/>
                </a:lnTo>
                <a:lnTo>
                  <a:pt x="28575" y="64300"/>
                </a:lnTo>
                <a:lnTo>
                  <a:pt x="57150" y="64300"/>
                </a:lnTo>
                <a:lnTo>
                  <a:pt x="57150" y="1139913"/>
                </a:lnTo>
                <a:close/>
              </a:path>
              <a:path w="85725" h="1204595">
                <a:moveTo>
                  <a:pt x="85725" y="85725"/>
                </a:moveTo>
                <a:lnTo>
                  <a:pt x="57150" y="85725"/>
                </a:lnTo>
                <a:lnTo>
                  <a:pt x="57150" y="64300"/>
                </a:lnTo>
                <a:lnTo>
                  <a:pt x="75012" y="64300"/>
                </a:lnTo>
                <a:lnTo>
                  <a:pt x="85725" y="85725"/>
                </a:lnTo>
                <a:close/>
              </a:path>
              <a:path w="85725" h="1204595">
                <a:moveTo>
                  <a:pt x="42862" y="1204201"/>
                </a:moveTo>
                <a:lnTo>
                  <a:pt x="0" y="1118476"/>
                </a:lnTo>
                <a:lnTo>
                  <a:pt x="28575" y="1118476"/>
                </a:lnTo>
                <a:lnTo>
                  <a:pt x="28575" y="1139913"/>
                </a:lnTo>
                <a:lnTo>
                  <a:pt x="75006" y="1139913"/>
                </a:lnTo>
                <a:lnTo>
                  <a:pt x="42862" y="1204201"/>
                </a:lnTo>
                <a:close/>
              </a:path>
              <a:path w="85725" h="1204595">
                <a:moveTo>
                  <a:pt x="75006" y="1139913"/>
                </a:moveTo>
                <a:lnTo>
                  <a:pt x="57150" y="1139913"/>
                </a:lnTo>
                <a:lnTo>
                  <a:pt x="57150" y="1118476"/>
                </a:lnTo>
                <a:lnTo>
                  <a:pt x="85725" y="1118476"/>
                </a:lnTo>
                <a:lnTo>
                  <a:pt x="75006" y="113991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982808" y="3204057"/>
            <a:ext cx="107314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i="1">
                <a:latin typeface="Times New Roman"/>
                <a:cs typeface="Times New Roman"/>
              </a:rPr>
              <a:t>l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54807" y="2322576"/>
            <a:ext cx="3087623" cy="2365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723088" y="4403801"/>
            <a:ext cx="28892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155">
                <a:latin typeface="Symbol"/>
                <a:cs typeface="Symbol"/>
              </a:rPr>
              <a:t></a:t>
            </a:r>
            <a:r>
              <a:rPr dirty="0" sz="2500" spc="-5" i="1">
                <a:latin typeface="Times New Roman"/>
                <a:cs typeface="Times New Roman"/>
              </a:rPr>
              <a:t>t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97927" y="4358779"/>
            <a:ext cx="327025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90">
                <a:latin typeface="Symbol"/>
                <a:cs typeface="Symbol"/>
              </a:rPr>
              <a:t></a:t>
            </a:r>
            <a:r>
              <a:rPr dirty="0" sz="2550" spc="5" i="1">
                <a:latin typeface="Times New Roman"/>
                <a:cs typeface="Times New Roman"/>
              </a:rPr>
              <a:t>t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55664" y="3881310"/>
            <a:ext cx="3246755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101725" algn="l"/>
                <a:tab pos="1409065" algn="l"/>
                <a:tab pos="2371725" algn="l"/>
              </a:tabLst>
            </a:pPr>
            <a:r>
              <a:rPr dirty="0" baseline="-42222" sz="3750" spc="-7" i="1">
                <a:latin typeface="Times New Roman"/>
                <a:cs typeface="Times New Roman"/>
              </a:rPr>
              <a:t>E</a:t>
            </a:r>
            <a:r>
              <a:rPr dirty="0" baseline="-42222" sz="3750" spc="-209" i="1">
                <a:latin typeface="Times New Roman"/>
                <a:cs typeface="Times New Roman"/>
              </a:rPr>
              <a:t> </a:t>
            </a:r>
            <a:r>
              <a:rPr dirty="0" baseline="-42222" sz="3750" spc="-7">
                <a:latin typeface="Symbol"/>
                <a:cs typeface="Symbol"/>
              </a:rPr>
              <a:t></a:t>
            </a:r>
            <a:r>
              <a:rPr dirty="0" baseline="-42222" sz="3750" spc="-82">
                <a:latin typeface="Times New Roman"/>
                <a:cs typeface="Times New Roman"/>
              </a:rPr>
              <a:t> </a:t>
            </a:r>
            <a:r>
              <a:rPr dirty="0" u="heavy" baseline="-7777" sz="3750" spc="-12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</a:t>
            </a:r>
            <a:r>
              <a:rPr dirty="0" u="heavy" baseline="-7777" sz="3750" spc="-12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Φ</a:t>
            </a:r>
            <a:r>
              <a:rPr dirty="0" baseline="-7777" sz="3750" spc="-120" i="1">
                <a:latin typeface="Times New Roman"/>
                <a:cs typeface="Times New Roman"/>
              </a:rPr>
              <a:t>	</a:t>
            </a:r>
            <a:r>
              <a:rPr dirty="0" baseline="-34858" sz="3825" spc="15">
                <a:latin typeface="Symbol"/>
                <a:cs typeface="Symbol"/>
              </a:rPr>
              <a:t></a:t>
            </a:r>
            <a:r>
              <a:rPr dirty="0" baseline="-34858" sz="3825" spc="15">
                <a:latin typeface="Times New Roman"/>
                <a:cs typeface="Times New Roman"/>
              </a:rPr>
              <a:t>	</a:t>
            </a:r>
            <a:r>
              <a:rPr dirty="0" u="heavy" sz="2550" spc="1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Bl</a:t>
            </a:r>
            <a:r>
              <a:rPr dirty="0" u="heavy" sz="2550" spc="100" i="1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v</a:t>
            </a:r>
            <a:r>
              <a:rPr dirty="0" u="heavy" sz="2550" spc="10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</a:t>
            </a:r>
            <a:r>
              <a:rPr dirty="0" u="heavy" sz="2550" spc="1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dirty="0" sz="2550" spc="100" i="1">
                <a:latin typeface="Times New Roman"/>
                <a:cs typeface="Times New Roman"/>
              </a:rPr>
              <a:t>	</a:t>
            </a:r>
            <a:r>
              <a:rPr dirty="0" baseline="-37037" sz="4050" spc="15">
                <a:latin typeface="Symbol"/>
                <a:cs typeface="Symbol"/>
              </a:rPr>
              <a:t></a:t>
            </a:r>
            <a:r>
              <a:rPr dirty="0" baseline="-37037" sz="4050" spc="367">
                <a:latin typeface="Times New Roman"/>
                <a:cs typeface="Times New Roman"/>
              </a:rPr>
              <a:t> </a:t>
            </a:r>
            <a:r>
              <a:rPr dirty="0" baseline="-37037" sz="4050" spc="262" i="1">
                <a:latin typeface="Times New Roman"/>
                <a:cs typeface="Times New Roman"/>
              </a:rPr>
              <a:t>Bl</a:t>
            </a:r>
            <a:r>
              <a:rPr dirty="0" baseline="-37037" sz="4050" spc="262" i="1">
                <a:latin typeface="Book Antiqua"/>
                <a:cs typeface="Book Antiqua"/>
              </a:rPr>
              <a:t>v</a:t>
            </a:r>
            <a:endParaRPr baseline="-37037" sz="405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4349" y="3369919"/>
            <a:ext cx="424815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50" spc="95">
                <a:latin typeface="Symbol"/>
                <a:cs typeface="Symbol"/>
              </a:rPr>
              <a:t></a:t>
            </a:r>
            <a:r>
              <a:rPr dirty="0" sz="2750" spc="-15" i="1">
                <a:latin typeface="Times New Roman"/>
                <a:cs typeface="Times New Roman"/>
              </a:rPr>
              <a:t>S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80026" y="4163821"/>
            <a:ext cx="534035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50" spc="75" i="1">
                <a:latin typeface="Book Antiqua"/>
                <a:cs typeface="Book Antiqua"/>
              </a:rPr>
              <a:t>v</a:t>
            </a:r>
            <a:r>
              <a:rPr dirty="0" sz="2750" spc="85">
                <a:latin typeface="Symbol"/>
                <a:cs typeface="Symbol"/>
              </a:rPr>
              <a:t></a:t>
            </a:r>
            <a:r>
              <a:rPr dirty="0" sz="2750" i="1">
                <a:latin typeface="Times New Roman"/>
                <a:cs typeface="Times New Roman"/>
              </a:rPr>
              <a:t>t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57674" y="4196905"/>
            <a:ext cx="822960" cy="85725"/>
          </a:xfrm>
          <a:custGeom>
            <a:avLst/>
            <a:gdLst/>
            <a:ahLst/>
            <a:cxnLst/>
            <a:rect l="l" t="t" r="r" b="b"/>
            <a:pathLst>
              <a:path w="822960" h="85725">
                <a:moveTo>
                  <a:pt x="85725" y="85725"/>
                </a:moveTo>
                <a:lnTo>
                  <a:pt x="0" y="42862"/>
                </a:lnTo>
                <a:lnTo>
                  <a:pt x="85725" y="0"/>
                </a:lnTo>
                <a:lnTo>
                  <a:pt x="85725" y="28575"/>
                </a:lnTo>
                <a:lnTo>
                  <a:pt x="64300" y="28575"/>
                </a:lnTo>
                <a:lnTo>
                  <a:pt x="64300" y="57150"/>
                </a:lnTo>
                <a:lnTo>
                  <a:pt x="85725" y="57150"/>
                </a:lnTo>
                <a:lnTo>
                  <a:pt x="85725" y="85725"/>
                </a:lnTo>
                <a:close/>
              </a:path>
              <a:path w="822960" h="85725">
                <a:moveTo>
                  <a:pt x="736765" y="85725"/>
                </a:moveTo>
                <a:lnTo>
                  <a:pt x="736765" y="0"/>
                </a:lnTo>
                <a:lnTo>
                  <a:pt x="793915" y="28575"/>
                </a:lnTo>
                <a:lnTo>
                  <a:pt x="758189" y="28575"/>
                </a:lnTo>
                <a:lnTo>
                  <a:pt x="758189" y="57150"/>
                </a:lnTo>
                <a:lnTo>
                  <a:pt x="793915" y="57150"/>
                </a:lnTo>
                <a:lnTo>
                  <a:pt x="736765" y="85725"/>
                </a:lnTo>
                <a:close/>
              </a:path>
              <a:path w="822960" h="85725">
                <a:moveTo>
                  <a:pt x="85725" y="57150"/>
                </a:moveTo>
                <a:lnTo>
                  <a:pt x="64300" y="57150"/>
                </a:lnTo>
                <a:lnTo>
                  <a:pt x="64300" y="28575"/>
                </a:lnTo>
                <a:lnTo>
                  <a:pt x="85725" y="28575"/>
                </a:lnTo>
                <a:lnTo>
                  <a:pt x="85725" y="57150"/>
                </a:lnTo>
                <a:close/>
              </a:path>
              <a:path w="822960" h="85725">
                <a:moveTo>
                  <a:pt x="736765" y="57150"/>
                </a:moveTo>
                <a:lnTo>
                  <a:pt x="85725" y="57150"/>
                </a:lnTo>
                <a:lnTo>
                  <a:pt x="85725" y="28575"/>
                </a:lnTo>
                <a:lnTo>
                  <a:pt x="736765" y="28575"/>
                </a:lnTo>
                <a:lnTo>
                  <a:pt x="736765" y="57150"/>
                </a:lnTo>
                <a:close/>
              </a:path>
              <a:path w="822960" h="85725">
                <a:moveTo>
                  <a:pt x="793915" y="57150"/>
                </a:moveTo>
                <a:lnTo>
                  <a:pt x="758189" y="57150"/>
                </a:lnTo>
                <a:lnTo>
                  <a:pt x="758189" y="28575"/>
                </a:lnTo>
                <a:lnTo>
                  <a:pt x="793915" y="28575"/>
                </a:lnTo>
                <a:lnTo>
                  <a:pt x="822490" y="42862"/>
                </a:lnTo>
                <a:lnTo>
                  <a:pt x="793915" y="5715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124896" y="2890304"/>
            <a:ext cx="85725" cy="1204595"/>
          </a:xfrm>
          <a:custGeom>
            <a:avLst/>
            <a:gdLst/>
            <a:ahLst/>
            <a:cxnLst/>
            <a:rect l="l" t="t" r="r" b="b"/>
            <a:pathLst>
              <a:path w="85725" h="1204595">
                <a:moveTo>
                  <a:pt x="28575" y="85725"/>
                </a:moveTo>
                <a:lnTo>
                  <a:pt x="0" y="85725"/>
                </a:lnTo>
                <a:lnTo>
                  <a:pt x="42862" y="0"/>
                </a:lnTo>
                <a:lnTo>
                  <a:pt x="75012" y="64300"/>
                </a:lnTo>
                <a:lnTo>
                  <a:pt x="28575" y="64300"/>
                </a:lnTo>
                <a:lnTo>
                  <a:pt x="28575" y="85725"/>
                </a:lnTo>
                <a:close/>
              </a:path>
              <a:path w="85725" h="1204595">
                <a:moveTo>
                  <a:pt x="57150" y="1139913"/>
                </a:moveTo>
                <a:lnTo>
                  <a:pt x="28575" y="1139913"/>
                </a:lnTo>
                <a:lnTo>
                  <a:pt x="28575" y="64300"/>
                </a:lnTo>
                <a:lnTo>
                  <a:pt x="57150" y="64300"/>
                </a:lnTo>
                <a:lnTo>
                  <a:pt x="57150" y="1139913"/>
                </a:lnTo>
                <a:close/>
              </a:path>
              <a:path w="85725" h="1204595">
                <a:moveTo>
                  <a:pt x="85725" y="85725"/>
                </a:moveTo>
                <a:lnTo>
                  <a:pt x="57150" y="85725"/>
                </a:lnTo>
                <a:lnTo>
                  <a:pt x="57150" y="64300"/>
                </a:lnTo>
                <a:lnTo>
                  <a:pt x="75012" y="64300"/>
                </a:lnTo>
                <a:lnTo>
                  <a:pt x="85725" y="85725"/>
                </a:lnTo>
                <a:close/>
              </a:path>
              <a:path w="85725" h="1204595">
                <a:moveTo>
                  <a:pt x="42862" y="1204201"/>
                </a:moveTo>
                <a:lnTo>
                  <a:pt x="0" y="1118476"/>
                </a:lnTo>
                <a:lnTo>
                  <a:pt x="28575" y="1118476"/>
                </a:lnTo>
                <a:lnTo>
                  <a:pt x="28575" y="1139913"/>
                </a:lnTo>
                <a:lnTo>
                  <a:pt x="75006" y="1139913"/>
                </a:lnTo>
                <a:lnTo>
                  <a:pt x="42862" y="1204201"/>
                </a:lnTo>
                <a:close/>
              </a:path>
              <a:path w="85725" h="1204595">
                <a:moveTo>
                  <a:pt x="75006" y="1139913"/>
                </a:moveTo>
                <a:lnTo>
                  <a:pt x="57150" y="1139913"/>
                </a:lnTo>
                <a:lnTo>
                  <a:pt x="57150" y="1118476"/>
                </a:lnTo>
                <a:lnTo>
                  <a:pt x="85725" y="1118476"/>
                </a:lnTo>
                <a:lnTo>
                  <a:pt x="75006" y="113991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982808" y="3204057"/>
            <a:ext cx="107314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i="1">
                <a:latin typeface="Times New Roman"/>
                <a:cs typeface="Times New Roman"/>
              </a:rPr>
              <a:t>l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21184" y="1863396"/>
            <a:ext cx="3717925" cy="21412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470"/>
              </a:spcBef>
            </a:pPr>
            <a:r>
              <a:rPr dirty="0" sz="2400" spc="-5" b="1">
                <a:solidFill>
                  <a:srgbClr val="0000CC"/>
                </a:solidFill>
                <a:latin typeface="Times New Roman"/>
                <a:cs typeface="Times New Roman"/>
              </a:rPr>
              <a:t>Δ</a:t>
            </a:r>
            <a:r>
              <a:rPr dirty="0" sz="2400" spc="-5" b="1" i="1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dirty="0" sz="2400" b="1">
                <a:solidFill>
                  <a:srgbClr val="0000CC"/>
                </a:solidFill>
                <a:latin typeface="华文楷体"/>
                <a:cs typeface="华文楷体"/>
              </a:rPr>
              <a:t>时间内回路面积增大</a:t>
            </a:r>
            <a:r>
              <a:rPr dirty="0" sz="2400" spc="-5" b="1">
                <a:solidFill>
                  <a:srgbClr val="0000CC"/>
                </a:solidFill>
                <a:latin typeface="华文楷体"/>
                <a:cs typeface="华文楷体"/>
              </a:rPr>
              <a:t>∆</a:t>
            </a:r>
            <a:r>
              <a:rPr dirty="0" sz="2400" spc="-5" b="1" i="1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  <a:p>
            <a:pPr marL="407034">
              <a:lnSpc>
                <a:spcPct val="100000"/>
              </a:lnSpc>
              <a:spcBef>
                <a:spcPts val="425"/>
              </a:spcBef>
            </a:pPr>
            <a:r>
              <a:rPr dirty="0" sz="2550" spc="70">
                <a:latin typeface="Symbol"/>
                <a:cs typeface="Symbol"/>
              </a:rPr>
              <a:t></a:t>
            </a:r>
            <a:r>
              <a:rPr dirty="0" sz="2550" spc="70" i="1">
                <a:latin typeface="Times New Roman"/>
                <a:cs typeface="Times New Roman"/>
              </a:rPr>
              <a:t>S </a:t>
            </a:r>
            <a:r>
              <a:rPr dirty="0" sz="2550" spc="10">
                <a:latin typeface="Symbol"/>
                <a:cs typeface="Symbol"/>
              </a:rPr>
              <a:t></a:t>
            </a:r>
            <a:r>
              <a:rPr dirty="0" sz="2550" spc="10">
                <a:latin typeface="Times New Roman"/>
                <a:cs typeface="Times New Roman"/>
              </a:rPr>
              <a:t> </a:t>
            </a:r>
            <a:r>
              <a:rPr dirty="0" sz="2550" spc="5" i="1">
                <a:latin typeface="Times New Roman"/>
                <a:cs typeface="Times New Roman"/>
              </a:rPr>
              <a:t>l</a:t>
            </a:r>
            <a:r>
              <a:rPr dirty="0" sz="2550" spc="180" i="1">
                <a:latin typeface="Times New Roman"/>
                <a:cs typeface="Times New Roman"/>
              </a:rPr>
              <a:t> </a:t>
            </a:r>
            <a:r>
              <a:rPr dirty="0" sz="2550" spc="-760">
                <a:latin typeface="Symbol"/>
                <a:cs typeface="Symbol"/>
              </a:rPr>
              <a:t></a:t>
            </a:r>
            <a:r>
              <a:rPr dirty="0" sz="2550" spc="-195">
                <a:latin typeface="Times New Roman"/>
                <a:cs typeface="Times New Roman"/>
              </a:rPr>
              <a:t> </a:t>
            </a:r>
            <a:r>
              <a:rPr dirty="0" sz="2550" spc="80" i="1">
                <a:latin typeface="Book Antiqua"/>
                <a:cs typeface="Book Antiqua"/>
              </a:rPr>
              <a:t>v</a:t>
            </a:r>
            <a:r>
              <a:rPr dirty="0" sz="2550" spc="80">
                <a:latin typeface="Symbol"/>
                <a:cs typeface="Symbol"/>
              </a:rPr>
              <a:t></a:t>
            </a:r>
            <a:r>
              <a:rPr dirty="0" sz="2550" spc="80" i="1">
                <a:latin typeface="Times New Roman"/>
                <a:cs typeface="Times New Roman"/>
              </a:rPr>
              <a:t>t</a:t>
            </a: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ts val="2825"/>
              </a:lnSpc>
              <a:spcBef>
                <a:spcPts val="10"/>
              </a:spcBef>
            </a:pPr>
            <a:r>
              <a:rPr dirty="0" sz="2400" b="1">
                <a:solidFill>
                  <a:srgbClr val="0000CC"/>
                </a:solidFill>
                <a:latin typeface="华文楷体"/>
                <a:cs typeface="华文楷体"/>
              </a:rPr>
              <a:t>穿过回路的磁通量变化</a:t>
            </a:r>
            <a:r>
              <a:rPr dirty="0" sz="2400" spc="-5" b="1">
                <a:solidFill>
                  <a:srgbClr val="0000CC"/>
                </a:solidFill>
                <a:latin typeface="华文楷体"/>
                <a:cs typeface="华文楷体"/>
              </a:rPr>
              <a:t>：</a:t>
            </a:r>
            <a:endParaRPr sz="2400">
              <a:latin typeface="华文楷体"/>
              <a:cs typeface="华文楷体"/>
            </a:endParaRPr>
          </a:p>
          <a:p>
            <a:pPr marL="365125">
              <a:lnSpc>
                <a:spcPts val="3425"/>
              </a:lnSpc>
              <a:tabLst>
                <a:tab pos="1934210" algn="l"/>
              </a:tabLst>
            </a:pPr>
            <a:r>
              <a:rPr dirty="0" sz="2650">
                <a:latin typeface="Symbol"/>
                <a:cs typeface="Symbol"/>
              </a:rPr>
              <a:t></a:t>
            </a:r>
            <a:r>
              <a:rPr dirty="0" sz="2650" i="1">
                <a:latin typeface="Times New Roman"/>
                <a:cs typeface="Times New Roman"/>
              </a:rPr>
              <a:t>Φ</a:t>
            </a:r>
            <a:r>
              <a:rPr dirty="0" sz="2650" spc="35" i="1">
                <a:latin typeface="Times New Roman"/>
                <a:cs typeface="Times New Roman"/>
              </a:rPr>
              <a:t> </a:t>
            </a:r>
            <a:r>
              <a:rPr dirty="0" sz="2650">
                <a:latin typeface="Symbol"/>
                <a:cs typeface="Symbol"/>
              </a:rPr>
              <a:t></a:t>
            </a:r>
            <a:r>
              <a:rPr dirty="0" sz="2650" spc="60">
                <a:latin typeface="Times New Roman"/>
                <a:cs typeface="Times New Roman"/>
              </a:rPr>
              <a:t> </a:t>
            </a:r>
            <a:r>
              <a:rPr dirty="0" sz="2650" spc="15" i="1">
                <a:latin typeface="Times New Roman"/>
                <a:cs typeface="Times New Roman"/>
              </a:rPr>
              <a:t>B</a:t>
            </a:r>
            <a:r>
              <a:rPr dirty="0" sz="2650" spc="15">
                <a:latin typeface="Symbol"/>
                <a:cs typeface="Symbol"/>
              </a:rPr>
              <a:t></a:t>
            </a:r>
            <a:r>
              <a:rPr dirty="0" sz="2650" spc="15" i="1">
                <a:latin typeface="Times New Roman"/>
                <a:cs typeface="Times New Roman"/>
              </a:rPr>
              <a:t>S	</a:t>
            </a:r>
            <a:r>
              <a:rPr dirty="0" baseline="-3831" sz="4350" spc="15">
                <a:latin typeface="Symbol"/>
                <a:cs typeface="Symbol"/>
              </a:rPr>
              <a:t></a:t>
            </a:r>
            <a:r>
              <a:rPr dirty="0" baseline="-3831" sz="4350" spc="337">
                <a:latin typeface="Times New Roman"/>
                <a:cs typeface="Times New Roman"/>
              </a:rPr>
              <a:t> </a:t>
            </a:r>
            <a:r>
              <a:rPr dirty="0" baseline="-3831" sz="4350" spc="209" i="1">
                <a:latin typeface="Times New Roman"/>
                <a:cs typeface="Times New Roman"/>
              </a:rPr>
              <a:t>Bl</a:t>
            </a:r>
            <a:r>
              <a:rPr dirty="0" baseline="-3831" sz="4350" spc="209" i="1">
                <a:latin typeface="Book Antiqua"/>
                <a:cs typeface="Book Antiqua"/>
              </a:rPr>
              <a:t>v</a:t>
            </a:r>
            <a:r>
              <a:rPr dirty="0" baseline="-3831" sz="4350" spc="209">
                <a:latin typeface="Symbol"/>
                <a:cs typeface="Symbol"/>
              </a:rPr>
              <a:t></a:t>
            </a:r>
            <a:r>
              <a:rPr dirty="0" baseline="-3831" sz="4350" spc="209" i="1">
                <a:latin typeface="Times New Roman"/>
                <a:cs typeface="Times New Roman"/>
              </a:rPr>
              <a:t>t</a:t>
            </a:r>
            <a:endParaRPr baseline="-3831" sz="4350">
              <a:latin typeface="Times New Roman"/>
              <a:cs typeface="Times New Roman"/>
            </a:endParaRPr>
          </a:p>
          <a:p>
            <a:pPr marL="40005">
              <a:lnSpc>
                <a:spcPct val="100000"/>
              </a:lnSpc>
              <a:spcBef>
                <a:spcPts val="785"/>
              </a:spcBef>
            </a:pPr>
            <a:r>
              <a:rPr dirty="0" sz="2400" b="1">
                <a:solidFill>
                  <a:srgbClr val="0000CC"/>
                </a:solidFill>
                <a:latin typeface="华文楷体"/>
                <a:cs typeface="华文楷体"/>
              </a:rPr>
              <a:t>根据法拉第电磁感应定律</a:t>
            </a:r>
            <a:r>
              <a:rPr dirty="0" sz="2400" spc="-5" b="1">
                <a:solidFill>
                  <a:srgbClr val="0000CC"/>
                </a:solidFill>
                <a:latin typeface="华文楷体"/>
                <a:cs typeface="华文楷体"/>
              </a:rPr>
              <a:t>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33929" y="4708639"/>
            <a:ext cx="6744334" cy="94932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 indent="3969385">
              <a:lnSpc>
                <a:spcPct val="124000"/>
              </a:lnSpc>
              <a:spcBef>
                <a:spcPts val="229"/>
              </a:spcBef>
            </a:pPr>
            <a:r>
              <a:rPr dirty="0" sz="2400" spc="-5" b="1" i="1">
                <a:latin typeface="Times New Roman"/>
                <a:cs typeface="Times New Roman"/>
              </a:rPr>
              <a:t>B</a:t>
            </a:r>
            <a:r>
              <a:rPr dirty="0" sz="2400" b="1">
                <a:latin typeface="华文楷体"/>
                <a:cs typeface="华文楷体"/>
              </a:rPr>
              <a:t>、</a:t>
            </a:r>
            <a:r>
              <a:rPr dirty="0" sz="2400" spc="-5" b="1" i="1">
                <a:latin typeface="Times New Roman"/>
                <a:cs typeface="Times New Roman"/>
              </a:rPr>
              <a:t>l</a:t>
            </a:r>
            <a:r>
              <a:rPr dirty="0" sz="2400" b="1">
                <a:latin typeface="华文楷体"/>
                <a:cs typeface="华文楷体"/>
              </a:rPr>
              <a:t>、</a:t>
            </a:r>
            <a:r>
              <a:rPr dirty="0" sz="2400" spc="-110" b="1" i="1">
                <a:latin typeface="Book Antiqua"/>
                <a:cs typeface="Book Antiqua"/>
              </a:rPr>
              <a:t>v</a:t>
            </a:r>
            <a:r>
              <a:rPr dirty="0" sz="2400" spc="-65" b="1" i="1">
                <a:latin typeface="Book Antiqua"/>
                <a:cs typeface="Book Antiqua"/>
              </a:rPr>
              <a:t> </a:t>
            </a:r>
            <a:r>
              <a:rPr dirty="0" sz="2400" b="1">
                <a:latin typeface="华文楷体"/>
                <a:cs typeface="华文楷体"/>
              </a:rPr>
              <a:t>两两垂</a:t>
            </a:r>
            <a:r>
              <a:rPr dirty="0" sz="2400" spc="-5" b="1">
                <a:latin typeface="华文楷体"/>
                <a:cs typeface="华文楷体"/>
              </a:rPr>
              <a:t>直 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由于导体运动产生的感应电动势，叫动生电动势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97707" y="147370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5" y="0"/>
                </a:lnTo>
                <a:lnTo>
                  <a:pt x="364235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197351" y="1697735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504793" y="178178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568598" y="1284719"/>
            <a:ext cx="535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导体切割磁感线时的感应电动势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04793" y="178178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997707" y="147370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5" y="0"/>
                </a:lnTo>
                <a:lnTo>
                  <a:pt x="364235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97351" y="1697735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008642" y="1933638"/>
            <a:ext cx="5981700" cy="1249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53670">
              <a:lnSpc>
                <a:spcPct val="121400"/>
              </a:lnSpc>
              <a:spcBef>
                <a:spcPts val="95"/>
              </a:spcBef>
            </a:pPr>
            <a:r>
              <a:rPr dirty="0" sz="2400" b="1">
                <a:latin typeface="华文楷体"/>
                <a:cs typeface="华文楷体"/>
              </a:rPr>
              <a:t>导体运动方向与导体本身垂直，但与磁感</a:t>
            </a:r>
            <a:r>
              <a:rPr dirty="0" sz="2400" spc="-5" b="1">
                <a:latin typeface="华文楷体"/>
                <a:cs typeface="华文楷体"/>
              </a:rPr>
              <a:t>应 </a:t>
            </a:r>
            <a:r>
              <a:rPr dirty="0" sz="2400" b="1">
                <a:latin typeface="华文楷体"/>
                <a:cs typeface="华文楷体"/>
              </a:rPr>
              <a:t>强度方向有夹</a:t>
            </a:r>
            <a:r>
              <a:rPr dirty="0" sz="2400" spc="-5" b="1">
                <a:latin typeface="华文楷体"/>
                <a:cs typeface="华文楷体"/>
              </a:rPr>
              <a:t>角</a:t>
            </a:r>
            <a:r>
              <a:rPr dirty="0" sz="2400" b="1">
                <a:latin typeface="华文楷体"/>
                <a:cs typeface="华文楷体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θ</a:t>
            </a:r>
            <a:endParaRPr sz="2400">
              <a:latin typeface="Times New Roman"/>
              <a:cs typeface="Times New Roman"/>
            </a:endParaRPr>
          </a:p>
          <a:p>
            <a:pPr marL="2402205">
              <a:lnSpc>
                <a:spcPts val="2645"/>
              </a:lnSpc>
            </a:pP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将速度进行矢量分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解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7685" y="3154857"/>
            <a:ext cx="1857375" cy="1044575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1230"/>
              </a:spcBef>
            </a:pPr>
            <a:r>
              <a:rPr dirty="0" sz="2400" b="1" i="1">
                <a:latin typeface="Book Antiqua"/>
                <a:cs typeface="Book Antiqua"/>
              </a:rPr>
              <a:t>v</a:t>
            </a:r>
            <a:r>
              <a:rPr dirty="0" baseline="-17921" sz="2325" b="1">
                <a:latin typeface="Times New Roman"/>
                <a:cs typeface="Times New Roman"/>
              </a:rPr>
              <a:t>1 </a:t>
            </a:r>
            <a:r>
              <a:rPr dirty="0" sz="2400" b="1">
                <a:latin typeface="Times New Roman"/>
                <a:cs typeface="Times New Roman"/>
              </a:rPr>
              <a:t>= </a:t>
            </a:r>
            <a:r>
              <a:rPr dirty="0" sz="2400" spc="-5" b="1" i="1">
                <a:latin typeface="Book Antiqua"/>
                <a:cs typeface="Book Antiqua"/>
              </a:rPr>
              <a:t>v</a:t>
            </a:r>
            <a:r>
              <a:rPr dirty="0" sz="2400" spc="-5" b="1">
                <a:latin typeface="Times New Roman"/>
                <a:cs typeface="Times New Roman"/>
              </a:rPr>
              <a:t>sin</a:t>
            </a:r>
            <a:r>
              <a:rPr dirty="0" sz="2400" spc="-215" b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θ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动生电动势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90498" y="3073235"/>
            <a:ext cx="1480820" cy="1129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7005" marR="5080" indent="-154940">
              <a:lnSpc>
                <a:spcPct val="150800"/>
              </a:lnSpc>
              <a:spcBef>
                <a:spcPts val="100"/>
              </a:spcBef>
            </a:pPr>
            <a:r>
              <a:rPr dirty="0" sz="2400" b="1" i="1">
                <a:latin typeface="Book Antiqua"/>
                <a:cs typeface="Book Antiqua"/>
              </a:rPr>
              <a:t>v</a:t>
            </a:r>
            <a:r>
              <a:rPr dirty="0" baseline="-16129" sz="2325" b="1">
                <a:latin typeface="Times New Roman"/>
                <a:cs typeface="Times New Roman"/>
              </a:rPr>
              <a:t>2 </a:t>
            </a:r>
            <a:r>
              <a:rPr dirty="0" sz="2400" b="1">
                <a:latin typeface="Times New Roman"/>
                <a:cs typeface="Times New Roman"/>
              </a:rPr>
              <a:t>= </a:t>
            </a:r>
            <a:r>
              <a:rPr dirty="0" sz="2400" spc="-5" b="1" i="1">
                <a:latin typeface="Book Antiqua"/>
                <a:cs typeface="Book Antiqua"/>
              </a:rPr>
              <a:t>v</a:t>
            </a:r>
            <a:r>
              <a:rPr dirty="0" sz="2400" spc="-5" b="1">
                <a:latin typeface="Times New Roman"/>
                <a:cs typeface="Times New Roman"/>
              </a:rPr>
              <a:t>cos </a:t>
            </a:r>
            <a:r>
              <a:rPr dirty="0" sz="2400" b="1" i="1">
                <a:latin typeface="Times New Roman"/>
                <a:cs typeface="Times New Roman"/>
              </a:rPr>
              <a:t>θ  </a:t>
            </a:r>
            <a:r>
              <a:rPr dirty="0" sz="2400" b="1" i="1">
                <a:latin typeface="Times New Roman"/>
                <a:cs typeface="Times New Roman"/>
              </a:rPr>
              <a:t>E </a:t>
            </a:r>
            <a:r>
              <a:rPr dirty="0" sz="2400">
                <a:latin typeface="华文新魏"/>
                <a:cs typeface="华文新魏"/>
              </a:rPr>
              <a:t>=</a:t>
            </a:r>
            <a:r>
              <a:rPr dirty="0" sz="2400" spc="-50">
                <a:latin typeface="华文新魏"/>
                <a:cs typeface="华文新魏"/>
              </a:rPr>
              <a:t> </a:t>
            </a:r>
            <a:r>
              <a:rPr dirty="0" sz="2400" spc="-5" b="1" i="1">
                <a:latin typeface="Times New Roman"/>
                <a:cs typeface="Times New Roman"/>
              </a:rPr>
              <a:t>Bl</a:t>
            </a:r>
            <a:r>
              <a:rPr dirty="0" sz="2400" spc="-5" b="1" i="1">
                <a:latin typeface="Book Antiqua"/>
                <a:cs typeface="Book Antiqua"/>
              </a:rPr>
              <a:t>v</a:t>
            </a:r>
            <a:r>
              <a:rPr dirty="0" baseline="-17921" sz="2325" spc="-7" b="1">
                <a:latin typeface="Times New Roman"/>
                <a:cs typeface="Times New Roman"/>
              </a:rPr>
              <a:t>1</a:t>
            </a:r>
            <a:endParaRPr baseline="-17921" sz="232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51093" y="4219473"/>
            <a:ext cx="2969895" cy="1416685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  <a:tabLst>
                <a:tab pos="469265" algn="l"/>
              </a:tabLst>
            </a:pPr>
            <a:r>
              <a:rPr dirty="0" sz="2400">
                <a:latin typeface="黑体"/>
                <a:cs typeface="黑体"/>
              </a:rPr>
              <a:t>∴	</a:t>
            </a:r>
            <a:r>
              <a:rPr dirty="0" sz="2400" b="1" i="1">
                <a:latin typeface="Times New Roman"/>
                <a:cs typeface="Times New Roman"/>
              </a:rPr>
              <a:t>E </a:t>
            </a:r>
            <a:r>
              <a:rPr dirty="0" sz="2400" b="1">
                <a:latin typeface="Times New Roman"/>
                <a:cs typeface="Times New Roman"/>
              </a:rPr>
              <a:t>= </a:t>
            </a:r>
            <a:r>
              <a:rPr dirty="0" sz="2400" spc="-5" b="1" i="1">
                <a:latin typeface="Times New Roman"/>
                <a:cs typeface="Times New Roman"/>
              </a:rPr>
              <a:t>Bl</a:t>
            </a:r>
            <a:r>
              <a:rPr dirty="0" sz="2400" spc="-5" b="1" i="1">
                <a:latin typeface="Book Antiqua"/>
                <a:cs typeface="Book Antiqua"/>
              </a:rPr>
              <a:t>v</a:t>
            </a:r>
            <a:r>
              <a:rPr dirty="0" sz="2400" spc="-5" b="1">
                <a:latin typeface="Times New Roman"/>
                <a:cs typeface="Times New Roman"/>
              </a:rPr>
              <a:t>sin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θ</a:t>
            </a:r>
            <a:endParaRPr sz="2400">
              <a:latin typeface="Times New Roman"/>
              <a:cs typeface="Times New Roman"/>
            </a:endParaRPr>
          </a:p>
          <a:p>
            <a:pPr marL="429895">
              <a:lnSpc>
                <a:spcPct val="100000"/>
              </a:lnSpc>
              <a:spcBef>
                <a:spcPts val="715"/>
              </a:spcBef>
            </a:pPr>
            <a:r>
              <a:rPr dirty="0" sz="2400" b="1">
                <a:latin typeface="华文楷体"/>
                <a:cs typeface="华文楷体"/>
              </a:rPr>
              <a:t>当</a:t>
            </a:r>
            <a:r>
              <a:rPr dirty="0" sz="2400" b="1" i="1">
                <a:latin typeface="Times New Roman"/>
                <a:cs typeface="Times New Roman"/>
              </a:rPr>
              <a:t>v</a:t>
            </a:r>
            <a:r>
              <a:rPr dirty="0" sz="2400" spc="-20" b="1" i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//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B</a:t>
            </a:r>
            <a:r>
              <a:rPr dirty="0" sz="2400" spc="-15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华文楷体"/>
                <a:cs typeface="华文楷体"/>
              </a:rPr>
              <a:t>时，</a:t>
            </a:r>
            <a:r>
              <a:rPr dirty="0" sz="2400" b="1" i="1">
                <a:latin typeface="Times New Roman"/>
                <a:cs typeface="Times New Roman"/>
              </a:rPr>
              <a:t>E</a:t>
            </a:r>
            <a:r>
              <a:rPr dirty="0" sz="2400" spc="-15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=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429895">
              <a:lnSpc>
                <a:spcPct val="100000"/>
              </a:lnSpc>
              <a:spcBef>
                <a:spcPts val="875"/>
              </a:spcBef>
            </a:pPr>
            <a:r>
              <a:rPr dirty="0" sz="2400" b="1">
                <a:latin typeface="华文楷体"/>
                <a:cs typeface="华文楷体"/>
              </a:rPr>
              <a:t>当</a:t>
            </a:r>
            <a:r>
              <a:rPr dirty="0" sz="2400" spc="-5" b="1" i="1">
                <a:latin typeface="Times New Roman"/>
                <a:cs typeface="Times New Roman"/>
              </a:rPr>
              <a:t>v</a:t>
            </a:r>
            <a:r>
              <a:rPr dirty="0" sz="2400" spc="-5" b="1">
                <a:latin typeface="宋体"/>
                <a:cs typeface="宋体"/>
              </a:rPr>
              <a:t>⊥</a:t>
            </a:r>
            <a:r>
              <a:rPr dirty="0" sz="2400" spc="-5" b="1" i="1">
                <a:latin typeface="Times New Roman"/>
                <a:cs typeface="Times New Roman"/>
              </a:rPr>
              <a:t>B</a:t>
            </a:r>
            <a:r>
              <a:rPr dirty="0" sz="2400" spc="-40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华文楷体"/>
                <a:cs typeface="华文楷体"/>
              </a:rPr>
              <a:t>时，</a:t>
            </a:r>
            <a:r>
              <a:rPr dirty="0" sz="2400" b="1" i="1">
                <a:latin typeface="Times New Roman"/>
                <a:cs typeface="Times New Roman"/>
              </a:rPr>
              <a:t>E</a:t>
            </a:r>
            <a:r>
              <a:rPr dirty="0" sz="2400" spc="-40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华文楷体"/>
                <a:cs typeface="华文楷体"/>
              </a:rPr>
              <a:t>最</a:t>
            </a:r>
            <a:r>
              <a:rPr dirty="0" sz="2400" spc="-5" b="1">
                <a:latin typeface="华文楷体"/>
                <a:cs typeface="华文楷体"/>
              </a:rPr>
              <a:t>大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27677" y="2985617"/>
            <a:ext cx="2940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Book Antiqua"/>
                <a:cs typeface="Book Antiqua"/>
              </a:rPr>
              <a:t>v</a:t>
            </a:r>
            <a:r>
              <a:rPr dirty="0" baseline="-17921" sz="2325" spc="7" b="1">
                <a:latin typeface="Book Antiqua"/>
                <a:cs typeface="Book Antiqua"/>
              </a:rPr>
              <a:t>1</a:t>
            </a:r>
            <a:endParaRPr baseline="-17921" sz="2325">
              <a:latin typeface="Book Antiqua"/>
              <a:cs typeface="Book Antiqu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98965" y="3051378"/>
            <a:ext cx="114300" cy="2055495"/>
          </a:xfrm>
          <a:custGeom>
            <a:avLst/>
            <a:gdLst/>
            <a:ahLst/>
            <a:cxnLst/>
            <a:rect l="l" t="t" r="r" b="b"/>
            <a:pathLst>
              <a:path w="114300" h="2055495">
                <a:moveTo>
                  <a:pt x="57505" y="1998040"/>
                </a:moveTo>
                <a:lnTo>
                  <a:pt x="38338" y="1979110"/>
                </a:lnTo>
                <a:lnTo>
                  <a:pt x="26111" y="241"/>
                </a:lnTo>
                <a:lnTo>
                  <a:pt x="64211" y="0"/>
                </a:lnTo>
                <a:lnTo>
                  <a:pt x="76438" y="1978874"/>
                </a:lnTo>
                <a:lnTo>
                  <a:pt x="57505" y="1998040"/>
                </a:lnTo>
                <a:close/>
              </a:path>
              <a:path w="114300" h="2055495">
                <a:moveTo>
                  <a:pt x="78899" y="2012454"/>
                </a:moveTo>
                <a:lnTo>
                  <a:pt x="38544" y="2012454"/>
                </a:lnTo>
                <a:lnTo>
                  <a:pt x="76644" y="2012213"/>
                </a:lnTo>
                <a:lnTo>
                  <a:pt x="76438" y="1978874"/>
                </a:lnTo>
                <a:lnTo>
                  <a:pt x="114300" y="1940547"/>
                </a:lnTo>
                <a:lnTo>
                  <a:pt x="78899" y="2012454"/>
                </a:lnTo>
                <a:close/>
              </a:path>
              <a:path w="114300" h="2055495">
                <a:moveTo>
                  <a:pt x="57861" y="2055190"/>
                </a:moveTo>
                <a:lnTo>
                  <a:pt x="0" y="1941245"/>
                </a:lnTo>
                <a:lnTo>
                  <a:pt x="38338" y="1979110"/>
                </a:lnTo>
                <a:lnTo>
                  <a:pt x="38544" y="2012454"/>
                </a:lnTo>
                <a:lnTo>
                  <a:pt x="78899" y="2012454"/>
                </a:lnTo>
                <a:lnTo>
                  <a:pt x="57861" y="2055190"/>
                </a:lnTo>
                <a:close/>
              </a:path>
              <a:path w="114300" h="2055495">
                <a:moveTo>
                  <a:pt x="76556" y="1998040"/>
                </a:moveTo>
                <a:lnTo>
                  <a:pt x="57505" y="1998040"/>
                </a:lnTo>
                <a:lnTo>
                  <a:pt x="76438" y="1978874"/>
                </a:lnTo>
                <a:lnTo>
                  <a:pt x="76556" y="1998040"/>
                </a:lnTo>
                <a:close/>
              </a:path>
              <a:path w="114300" h="2055495">
                <a:moveTo>
                  <a:pt x="38544" y="2012454"/>
                </a:moveTo>
                <a:lnTo>
                  <a:pt x="38338" y="1979110"/>
                </a:lnTo>
                <a:lnTo>
                  <a:pt x="57505" y="1998040"/>
                </a:lnTo>
                <a:lnTo>
                  <a:pt x="76556" y="1998040"/>
                </a:lnTo>
                <a:lnTo>
                  <a:pt x="76644" y="2012213"/>
                </a:lnTo>
                <a:lnTo>
                  <a:pt x="38544" y="2012454"/>
                </a:lnTo>
                <a:close/>
              </a:path>
            </a:pathLst>
          </a:custGeom>
          <a:solidFill>
            <a:srgbClr val="33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868356" y="3029826"/>
            <a:ext cx="114300" cy="2055495"/>
          </a:xfrm>
          <a:custGeom>
            <a:avLst/>
            <a:gdLst/>
            <a:ahLst/>
            <a:cxnLst/>
            <a:rect l="l" t="t" r="r" b="b"/>
            <a:pathLst>
              <a:path w="114300" h="2055495">
                <a:moveTo>
                  <a:pt x="57492" y="1998052"/>
                </a:moveTo>
                <a:lnTo>
                  <a:pt x="38325" y="1979114"/>
                </a:lnTo>
                <a:lnTo>
                  <a:pt x="26098" y="241"/>
                </a:lnTo>
                <a:lnTo>
                  <a:pt x="64198" y="0"/>
                </a:lnTo>
                <a:lnTo>
                  <a:pt x="76425" y="1978887"/>
                </a:lnTo>
                <a:lnTo>
                  <a:pt x="57492" y="1998052"/>
                </a:lnTo>
                <a:close/>
              </a:path>
              <a:path w="114300" h="2055495">
                <a:moveTo>
                  <a:pt x="78891" y="2012454"/>
                </a:moveTo>
                <a:lnTo>
                  <a:pt x="38531" y="2012454"/>
                </a:lnTo>
                <a:lnTo>
                  <a:pt x="76631" y="2012213"/>
                </a:lnTo>
                <a:lnTo>
                  <a:pt x="76425" y="1978887"/>
                </a:lnTo>
                <a:lnTo>
                  <a:pt x="114300" y="1940547"/>
                </a:lnTo>
                <a:lnTo>
                  <a:pt x="78891" y="2012454"/>
                </a:lnTo>
                <a:close/>
              </a:path>
              <a:path w="114300" h="2055495">
                <a:moveTo>
                  <a:pt x="57848" y="2055190"/>
                </a:moveTo>
                <a:lnTo>
                  <a:pt x="0" y="1941245"/>
                </a:lnTo>
                <a:lnTo>
                  <a:pt x="38325" y="1979114"/>
                </a:lnTo>
                <a:lnTo>
                  <a:pt x="38531" y="2012454"/>
                </a:lnTo>
                <a:lnTo>
                  <a:pt x="78891" y="2012454"/>
                </a:lnTo>
                <a:lnTo>
                  <a:pt x="57848" y="2055190"/>
                </a:lnTo>
                <a:close/>
              </a:path>
              <a:path w="114300" h="2055495">
                <a:moveTo>
                  <a:pt x="76544" y="1998052"/>
                </a:moveTo>
                <a:lnTo>
                  <a:pt x="57492" y="1998052"/>
                </a:lnTo>
                <a:lnTo>
                  <a:pt x="76425" y="1978887"/>
                </a:lnTo>
                <a:lnTo>
                  <a:pt x="76544" y="1998052"/>
                </a:lnTo>
                <a:close/>
              </a:path>
              <a:path w="114300" h="2055495">
                <a:moveTo>
                  <a:pt x="38531" y="2012454"/>
                </a:moveTo>
                <a:lnTo>
                  <a:pt x="38325" y="1979114"/>
                </a:lnTo>
                <a:lnTo>
                  <a:pt x="57492" y="1998052"/>
                </a:lnTo>
                <a:lnTo>
                  <a:pt x="76544" y="1998052"/>
                </a:lnTo>
                <a:lnTo>
                  <a:pt x="76631" y="2012213"/>
                </a:lnTo>
                <a:lnTo>
                  <a:pt x="38531" y="2012454"/>
                </a:lnTo>
                <a:close/>
              </a:path>
            </a:pathLst>
          </a:custGeom>
          <a:solidFill>
            <a:srgbClr val="33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25034" y="3041218"/>
            <a:ext cx="114300" cy="2055495"/>
          </a:xfrm>
          <a:custGeom>
            <a:avLst/>
            <a:gdLst/>
            <a:ahLst/>
            <a:cxnLst/>
            <a:rect l="l" t="t" r="r" b="b"/>
            <a:pathLst>
              <a:path w="114300" h="2055495">
                <a:moveTo>
                  <a:pt x="57505" y="1998040"/>
                </a:moveTo>
                <a:lnTo>
                  <a:pt x="38338" y="1979110"/>
                </a:lnTo>
                <a:lnTo>
                  <a:pt x="26111" y="241"/>
                </a:lnTo>
                <a:lnTo>
                  <a:pt x="64211" y="0"/>
                </a:lnTo>
                <a:lnTo>
                  <a:pt x="76438" y="1978874"/>
                </a:lnTo>
                <a:lnTo>
                  <a:pt x="57505" y="1998040"/>
                </a:lnTo>
                <a:close/>
              </a:path>
              <a:path w="114300" h="2055495">
                <a:moveTo>
                  <a:pt x="78899" y="2012454"/>
                </a:moveTo>
                <a:lnTo>
                  <a:pt x="38544" y="2012454"/>
                </a:lnTo>
                <a:lnTo>
                  <a:pt x="76644" y="2012213"/>
                </a:lnTo>
                <a:lnTo>
                  <a:pt x="76438" y="1978874"/>
                </a:lnTo>
                <a:lnTo>
                  <a:pt x="114300" y="1940547"/>
                </a:lnTo>
                <a:lnTo>
                  <a:pt x="78899" y="2012454"/>
                </a:lnTo>
                <a:close/>
              </a:path>
              <a:path w="114300" h="2055495">
                <a:moveTo>
                  <a:pt x="57861" y="2055190"/>
                </a:moveTo>
                <a:lnTo>
                  <a:pt x="0" y="1941245"/>
                </a:lnTo>
                <a:lnTo>
                  <a:pt x="38338" y="1979110"/>
                </a:lnTo>
                <a:lnTo>
                  <a:pt x="38544" y="2012454"/>
                </a:lnTo>
                <a:lnTo>
                  <a:pt x="78899" y="2012454"/>
                </a:lnTo>
                <a:lnTo>
                  <a:pt x="57861" y="2055190"/>
                </a:lnTo>
                <a:close/>
              </a:path>
              <a:path w="114300" h="2055495">
                <a:moveTo>
                  <a:pt x="76556" y="1998040"/>
                </a:moveTo>
                <a:lnTo>
                  <a:pt x="57505" y="1998040"/>
                </a:lnTo>
                <a:lnTo>
                  <a:pt x="76438" y="1978874"/>
                </a:lnTo>
                <a:lnTo>
                  <a:pt x="76556" y="1998040"/>
                </a:lnTo>
                <a:close/>
              </a:path>
              <a:path w="114300" h="2055495">
                <a:moveTo>
                  <a:pt x="38544" y="2012454"/>
                </a:moveTo>
                <a:lnTo>
                  <a:pt x="38338" y="1979110"/>
                </a:lnTo>
                <a:lnTo>
                  <a:pt x="57505" y="1998040"/>
                </a:lnTo>
                <a:lnTo>
                  <a:pt x="76556" y="1998040"/>
                </a:lnTo>
                <a:lnTo>
                  <a:pt x="76644" y="2012213"/>
                </a:lnTo>
                <a:lnTo>
                  <a:pt x="38544" y="2012454"/>
                </a:lnTo>
                <a:close/>
              </a:path>
            </a:pathLst>
          </a:custGeom>
          <a:solidFill>
            <a:srgbClr val="33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401377" y="3295815"/>
            <a:ext cx="836930" cy="1123950"/>
          </a:xfrm>
          <a:custGeom>
            <a:avLst/>
            <a:gdLst/>
            <a:ahLst/>
            <a:cxnLst/>
            <a:rect l="l" t="t" r="r" b="b"/>
            <a:pathLst>
              <a:path w="836929" h="1123950">
                <a:moveTo>
                  <a:pt x="802411" y="1077633"/>
                </a:moveTo>
                <a:lnTo>
                  <a:pt x="775781" y="1073621"/>
                </a:lnTo>
                <a:lnTo>
                  <a:pt x="0" y="22631"/>
                </a:lnTo>
                <a:lnTo>
                  <a:pt x="30657" y="0"/>
                </a:lnTo>
                <a:lnTo>
                  <a:pt x="806425" y="1050988"/>
                </a:lnTo>
                <a:lnTo>
                  <a:pt x="802411" y="1077633"/>
                </a:lnTo>
                <a:close/>
              </a:path>
              <a:path w="836929" h="1123950">
                <a:moveTo>
                  <a:pt x="832327" y="1100442"/>
                </a:moveTo>
                <a:lnTo>
                  <a:pt x="795578" y="1100442"/>
                </a:lnTo>
                <a:lnTo>
                  <a:pt x="826223" y="1077810"/>
                </a:lnTo>
                <a:lnTo>
                  <a:pt x="806425" y="1050988"/>
                </a:lnTo>
                <a:lnTo>
                  <a:pt x="814451" y="997712"/>
                </a:lnTo>
                <a:lnTo>
                  <a:pt x="832327" y="1100442"/>
                </a:lnTo>
                <a:close/>
              </a:path>
              <a:path w="836929" h="1123950">
                <a:moveTo>
                  <a:pt x="826092" y="1077633"/>
                </a:moveTo>
                <a:lnTo>
                  <a:pt x="802411" y="1077633"/>
                </a:lnTo>
                <a:lnTo>
                  <a:pt x="806425" y="1050988"/>
                </a:lnTo>
                <a:lnTo>
                  <a:pt x="826092" y="1077633"/>
                </a:lnTo>
                <a:close/>
              </a:path>
              <a:path w="836929" h="1123950">
                <a:moveTo>
                  <a:pt x="836358" y="1123607"/>
                </a:moveTo>
                <a:lnTo>
                  <a:pt x="722490" y="1065593"/>
                </a:lnTo>
                <a:lnTo>
                  <a:pt x="775781" y="1073621"/>
                </a:lnTo>
                <a:lnTo>
                  <a:pt x="795578" y="1100442"/>
                </a:lnTo>
                <a:lnTo>
                  <a:pt x="832327" y="1100442"/>
                </a:lnTo>
                <a:lnTo>
                  <a:pt x="836358" y="1123607"/>
                </a:lnTo>
                <a:close/>
              </a:path>
              <a:path w="836929" h="1123950">
                <a:moveTo>
                  <a:pt x="795578" y="1100442"/>
                </a:moveTo>
                <a:lnTo>
                  <a:pt x="775781" y="1073621"/>
                </a:lnTo>
                <a:lnTo>
                  <a:pt x="802411" y="1077633"/>
                </a:lnTo>
                <a:lnTo>
                  <a:pt x="826092" y="1077633"/>
                </a:lnTo>
                <a:lnTo>
                  <a:pt x="826223" y="1077810"/>
                </a:lnTo>
                <a:lnTo>
                  <a:pt x="795578" y="11004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93192" y="3273145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79"/>
                </a:lnTo>
              </a:path>
            </a:pathLst>
          </a:custGeom>
          <a:ln w="29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395186" y="3473157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79"/>
                </a:lnTo>
              </a:path>
            </a:pathLst>
          </a:custGeom>
          <a:ln w="29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397173" y="3673170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79"/>
                </a:lnTo>
              </a:path>
            </a:pathLst>
          </a:custGeom>
          <a:ln w="297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399167" y="3873182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79"/>
                </a:lnTo>
              </a:path>
            </a:pathLst>
          </a:custGeom>
          <a:ln w="2971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401155" y="4073194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79"/>
                </a:lnTo>
              </a:path>
            </a:pathLst>
          </a:custGeom>
          <a:ln w="29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403149" y="4273219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579"/>
                </a:lnTo>
              </a:path>
            </a:pathLst>
          </a:custGeom>
          <a:ln w="29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390277" y="4473231"/>
            <a:ext cx="29845" cy="76835"/>
          </a:xfrm>
          <a:custGeom>
            <a:avLst/>
            <a:gdLst/>
            <a:ahLst/>
            <a:cxnLst/>
            <a:rect l="l" t="t" r="r" b="b"/>
            <a:pathLst>
              <a:path w="29845" h="76835">
                <a:moveTo>
                  <a:pt x="762" y="76225"/>
                </a:moveTo>
                <a:lnTo>
                  <a:pt x="0" y="279"/>
                </a:lnTo>
                <a:lnTo>
                  <a:pt x="28575" y="0"/>
                </a:lnTo>
                <a:lnTo>
                  <a:pt x="29337" y="75945"/>
                </a:lnTo>
                <a:lnTo>
                  <a:pt x="762" y="762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054716" y="4846739"/>
            <a:ext cx="2120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72724" y="4220374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Book Antiqua"/>
                <a:cs typeface="Book Antiqua"/>
              </a:rPr>
              <a:t>v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275076" y="3122498"/>
            <a:ext cx="214629" cy="215265"/>
          </a:xfrm>
          <a:custGeom>
            <a:avLst/>
            <a:gdLst/>
            <a:ahLst/>
            <a:cxnLst/>
            <a:rect l="l" t="t" r="r" b="b"/>
            <a:pathLst>
              <a:path w="214629" h="215264">
                <a:moveTo>
                  <a:pt x="106768" y="214985"/>
                </a:moveTo>
                <a:lnTo>
                  <a:pt x="64942" y="206527"/>
                </a:lnTo>
                <a:lnTo>
                  <a:pt x="30853" y="183419"/>
                </a:lnTo>
                <a:lnTo>
                  <a:pt x="8029" y="149063"/>
                </a:lnTo>
                <a:lnTo>
                  <a:pt x="0" y="106857"/>
                </a:lnTo>
                <a:lnTo>
                  <a:pt x="8029" y="65381"/>
                </a:lnTo>
                <a:lnTo>
                  <a:pt x="30853" y="31402"/>
                </a:lnTo>
                <a:lnTo>
                  <a:pt x="64942" y="8436"/>
                </a:lnTo>
                <a:lnTo>
                  <a:pt x="106768" y="0"/>
                </a:lnTo>
                <a:lnTo>
                  <a:pt x="148607" y="8446"/>
                </a:lnTo>
                <a:lnTo>
                  <a:pt x="182775" y="31481"/>
                </a:lnTo>
                <a:lnTo>
                  <a:pt x="205813" y="65649"/>
                </a:lnTo>
                <a:lnTo>
                  <a:pt x="214261" y="107492"/>
                </a:lnTo>
                <a:lnTo>
                  <a:pt x="205813" y="149330"/>
                </a:lnTo>
                <a:lnTo>
                  <a:pt x="182775" y="183499"/>
                </a:lnTo>
                <a:lnTo>
                  <a:pt x="148607" y="206537"/>
                </a:lnTo>
                <a:lnTo>
                  <a:pt x="106768" y="214985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268002" y="3116148"/>
            <a:ext cx="227965" cy="227329"/>
          </a:xfrm>
          <a:custGeom>
            <a:avLst/>
            <a:gdLst/>
            <a:ahLst/>
            <a:cxnLst/>
            <a:rect l="l" t="t" r="r" b="b"/>
            <a:pathLst>
              <a:path w="227964" h="227329">
                <a:moveTo>
                  <a:pt x="131165" y="1270"/>
                </a:moveTo>
                <a:lnTo>
                  <a:pt x="96520" y="1270"/>
                </a:lnTo>
                <a:lnTo>
                  <a:pt x="102209" y="0"/>
                </a:lnTo>
                <a:lnTo>
                  <a:pt x="125475" y="0"/>
                </a:lnTo>
                <a:lnTo>
                  <a:pt x="131165" y="1270"/>
                </a:lnTo>
                <a:close/>
              </a:path>
              <a:path w="227964" h="227329">
                <a:moveTo>
                  <a:pt x="131165" y="226060"/>
                </a:moveTo>
                <a:lnTo>
                  <a:pt x="96520" y="226060"/>
                </a:lnTo>
                <a:lnTo>
                  <a:pt x="79997" y="222250"/>
                </a:lnTo>
                <a:lnTo>
                  <a:pt x="74701" y="219710"/>
                </a:lnTo>
                <a:lnTo>
                  <a:pt x="69532" y="218440"/>
                </a:lnTo>
                <a:lnTo>
                  <a:pt x="64490" y="215900"/>
                </a:lnTo>
                <a:lnTo>
                  <a:pt x="59575" y="213360"/>
                </a:lnTo>
                <a:lnTo>
                  <a:pt x="54813" y="210820"/>
                </a:lnTo>
                <a:lnTo>
                  <a:pt x="50190" y="207010"/>
                </a:lnTo>
                <a:lnTo>
                  <a:pt x="45720" y="204470"/>
                </a:lnTo>
                <a:lnTo>
                  <a:pt x="41427" y="200660"/>
                </a:lnTo>
                <a:lnTo>
                  <a:pt x="37299" y="196850"/>
                </a:lnTo>
                <a:lnTo>
                  <a:pt x="33350" y="194310"/>
                </a:lnTo>
                <a:lnTo>
                  <a:pt x="29578" y="189230"/>
                </a:lnTo>
                <a:lnTo>
                  <a:pt x="25996" y="185420"/>
                </a:lnTo>
                <a:lnTo>
                  <a:pt x="22618" y="181610"/>
                </a:lnTo>
                <a:lnTo>
                  <a:pt x="19443" y="176530"/>
                </a:lnTo>
                <a:lnTo>
                  <a:pt x="16484" y="172720"/>
                </a:lnTo>
                <a:lnTo>
                  <a:pt x="13741" y="167640"/>
                </a:lnTo>
                <a:lnTo>
                  <a:pt x="1308" y="130810"/>
                </a:lnTo>
                <a:lnTo>
                  <a:pt x="0" y="113030"/>
                </a:lnTo>
                <a:lnTo>
                  <a:pt x="152" y="107950"/>
                </a:lnTo>
                <a:lnTo>
                  <a:pt x="584" y="101600"/>
                </a:lnTo>
                <a:lnTo>
                  <a:pt x="1308" y="95250"/>
                </a:lnTo>
                <a:lnTo>
                  <a:pt x="2311" y="90170"/>
                </a:lnTo>
                <a:lnTo>
                  <a:pt x="3581" y="85090"/>
                </a:lnTo>
                <a:lnTo>
                  <a:pt x="5118" y="78740"/>
                </a:lnTo>
                <a:lnTo>
                  <a:pt x="16484" y="54610"/>
                </a:lnTo>
                <a:lnTo>
                  <a:pt x="19443" y="49530"/>
                </a:lnTo>
                <a:lnTo>
                  <a:pt x="45720" y="21590"/>
                </a:lnTo>
                <a:lnTo>
                  <a:pt x="50190" y="19050"/>
                </a:lnTo>
                <a:lnTo>
                  <a:pt x="54813" y="15240"/>
                </a:lnTo>
                <a:lnTo>
                  <a:pt x="59575" y="12700"/>
                </a:lnTo>
                <a:lnTo>
                  <a:pt x="64490" y="10160"/>
                </a:lnTo>
                <a:lnTo>
                  <a:pt x="69532" y="8890"/>
                </a:lnTo>
                <a:lnTo>
                  <a:pt x="74701" y="6350"/>
                </a:lnTo>
                <a:lnTo>
                  <a:pt x="79997" y="5080"/>
                </a:lnTo>
                <a:lnTo>
                  <a:pt x="85394" y="2540"/>
                </a:lnTo>
                <a:lnTo>
                  <a:pt x="90906" y="1270"/>
                </a:lnTo>
                <a:lnTo>
                  <a:pt x="136779" y="1270"/>
                </a:lnTo>
                <a:lnTo>
                  <a:pt x="142290" y="2540"/>
                </a:lnTo>
                <a:lnTo>
                  <a:pt x="147688" y="5080"/>
                </a:lnTo>
                <a:lnTo>
                  <a:pt x="152984" y="6350"/>
                </a:lnTo>
                <a:lnTo>
                  <a:pt x="158153" y="8890"/>
                </a:lnTo>
                <a:lnTo>
                  <a:pt x="163207" y="10160"/>
                </a:lnTo>
                <a:lnTo>
                  <a:pt x="168109" y="12700"/>
                </a:lnTo>
                <a:lnTo>
                  <a:pt x="98590" y="12700"/>
                </a:lnTo>
                <a:lnTo>
                  <a:pt x="93294" y="13970"/>
                </a:lnTo>
                <a:lnTo>
                  <a:pt x="93611" y="13970"/>
                </a:lnTo>
                <a:lnTo>
                  <a:pt x="88404" y="15240"/>
                </a:lnTo>
                <a:lnTo>
                  <a:pt x="88709" y="15240"/>
                </a:lnTo>
                <a:lnTo>
                  <a:pt x="83616" y="16510"/>
                </a:lnTo>
                <a:lnTo>
                  <a:pt x="83908" y="16510"/>
                </a:lnTo>
                <a:lnTo>
                  <a:pt x="78917" y="17780"/>
                </a:lnTo>
                <a:lnTo>
                  <a:pt x="79209" y="17780"/>
                </a:lnTo>
                <a:lnTo>
                  <a:pt x="74333" y="20320"/>
                </a:lnTo>
                <a:lnTo>
                  <a:pt x="74625" y="20320"/>
                </a:lnTo>
                <a:lnTo>
                  <a:pt x="69862" y="21590"/>
                </a:lnTo>
                <a:lnTo>
                  <a:pt x="70142" y="21590"/>
                </a:lnTo>
                <a:lnTo>
                  <a:pt x="65506" y="24130"/>
                </a:lnTo>
                <a:lnTo>
                  <a:pt x="65773" y="24130"/>
                </a:lnTo>
                <a:lnTo>
                  <a:pt x="61264" y="26670"/>
                </a:lnTo>
                <a:lnTo>
                  <a:pt x="61531" y="26670"/>
                </a:lnTo>
                <a:lnTo>
                  <a:pt x="57175" y="29210"/>
                </a:lnTo>
                <a:lnTo>
                  <a:pt x="57429" y="29210"/>
                </a:lnTo>
                <a:lnTo>
                  <a:pt x="53212" y="31750"/>
                </a:lnTo>
                <a:lnTo>
                  <a:pt x="53454" y="31750"/>
                </a:lnTo>
                <a:lnTo>
                  <a:pt x="49390" y="35560"/>
                </a:lnTo>
                <a:lnTo>
                  <a:pt x="49631" y="35560"/>
                </a:lnTo>
                <a:lnTo>
                  <a:pt x="45732" y="38100"/>
                </a:lnTo>
                <a:lnTo>
                  <a:pt x="45948" y="38100"/>
                </a:lnTo>
                <a:lnTo>
                  <a:pt x="42214" y="41910"/>
                </a:lnTo>
                <a:lnTo>
                  <a:pt x="42430" y="41910"/>
                </a:lnTo>
                <a:lnTo>
                  <a:pt x="40060" y="44450"/>
                </a:lnTo>
                <a:lnTo>
                  <a:pt x="39077" y="44450"/>
                </a:lnTo>
                <a:lnTo>
                  <a:pt x="36544" y="48260"/>
                </a:lnTo>
                <a:lnTo>
                  <a:pt x="35890" y="48260"/>
                </a:lnTo>
                <a:lnTo>
                  <a:pt x="33499" y="52070"/>
                </a:lnTo>
                <a:lnTo>
                  <a:pt x="32880" y="52070"/>
                </a:lnTo>
                <a:lnTo>
                  <a:pt x="29883" y="57150"/>
                </a:lnTo>
                <a:lnTo>
                  <a:pt x="30060" y="57150"/>
                </a:lnTo>
                <a:lnTo>
                  <a:pt x="27254" y="60960"/>
                </a:lnTo>
                <a:lnTo>
                  <a:pt x="27419" y="60960"/>
                </a:lnTo>
                <a:lnTo>
                  <a:pt x="24828" y="64770"/>
                </a:lnTo>
                <a:lnTo>
                  <a:pt x="24980" y="64770"/>
                </a:lnTo>
                <a:lnTo>
                  <a:pt x="22606" y="69850"/>
                </a:lnTo>
                <a:lnTo>
                  <a:pt x="20586" y="73660"/>
                </a:lnTo>
                <a:lnTo>
                  <a:pt x="18783" y="78740"/>
                </a:lnTo>
                <a:lnTo>
                  <a:pt x="17618" y="82550"/>
                </a:lnTo>
                <a:lnTo>
                  <a:pt x="17297" y="82550"/>
                </a:lnTo>
                <a:lnTo>
                  <a:pt x="15849" y="87630"/>
                </a:lnTo>
                <a:lnTo>
                  <a:pt x="14719" y="92710"/>
                </a:lnTo>
                <a:lnTo>
                  <a:pt x="13843" y="97790"/>
                </a:lnTo>
                <a:lnTo>
                  <a:pt x="13208" y="102870"/>
                </a:lnTo>
                <a:lnTo>
                  <a:pt x="12827" y="107950"/>
                </a:lnTo>
                <a:lnTo>
                  <a:pt x="12700" y="113030"/>
                </a:lnTo>
                <a:lnTo>
                  <a:pt x="12839" y="118110"/>
                </a:lnTo>
                <a:lnTo>
                  <a:pt x="13233" y="123190"/>
                </a:lnTo>
                <a:lnTo>
                  <a:pt x="13893" y="128270"/>
                </a:lnTo>
                <a:lnTo>
                  <a:pt x="14782" y="133350"/>
                </a:lnTo>
                <a:lnTo>
                  <a:pt x="15925" y="138430"/>
                </a:lnTo>
                <a:lnTo>
                  <a:pt x="17297" y="143510"/>
                </a:lnTo>
                <a:lnTo>
                  <a:pt x="18884" y="148590"/>
                </a:lnTo>
                <a:lnTo>
                  <a:pt x="19262" y="148590"/>
                </a:lnTo>
                <a:lnTo>
                  <a:pt x="20700" y="152400"/>
                </a:lnTo>
                <a:lnTo>
                  <a:pt x="22733" y="157480"/>
                </a:lnTo>
                <a:lnTo>
                  <a:pt x="24980" y="161290"/>
                </a:lnTo>
                <a:lnTo>
                  <a:pt x="24828" y="161290"/>
                </a:lnTo>
                <a:lnTo>
                  <a:pt x="27419" y="166370"/>
                </a:lnTo>
                <a:lnTo>
                  <a:pt x="27955" y="166370"/>
                </a:lnTo>
                <a:lnTo>
                  <a:pt x="30060" y="170180"/>
                </a:lnTo>
                <a:lnTo>
                  <a:pt x="29883" y="170180"/>
                </a:lnTo>
                <a:lnTo>
                  <a:pt x="32880" y="173990"/>
                </a:lnTo>
                <a:lnTo>
                  <a:pt x="32702" y="173990"/>
                </a:lnTo>
                <a:lnTo>
                  <a:pt x="35890" y="177800"/>
                </a:lnTo>
                <a:lnTo>
                  <a:pt x="35699" y="177800"/>
                </a:lnTo>
                <a:lnTo>
                  <a:pt x="39077" y="181610"/>
                </a:lnTo>
                <a:lnTo>
                  <a:pt x="38874" y="181610"/>
                </a:lnTo>
                <a:lnTo>
                  <a:pt x="42430" y="185420"/>
                </a:lnTo>
                <a:lnTo>
                  <a:pt x="43459" y="185420"/>
                </a:lnTo>
                <a:lnTo>
                  <a:pt x="45948" y="187960"/>
                </a:lnTo>
                <a:lnTo>
                  <a:pt x="45732" y="187960"/>
                </a:lnTo>
                <a:lnTo>
                  <a:pt x="49631" y="191770"/>
                </a:lnTo>
                <a:lnTo>
                  <a:pt x="49390" y="191770"/>
                </a:lnTo>
                <a:lnTo>
                  <a:pt x="53454" y="194310"/>
                </a:lnTo>
                <a:lnTo>
                  <a:pt x="53212" y="194310"/>
                </a:lnTo>
                <a:lnTo>
                  <a:pt x="57429" y="196850"/>
                </a:lnTo>
                <a:lnTo>
                  <a:pt x="57175" y="196850"/>
                </a:lnTo>
                <a:lnTo>
                  <a:pt x="61531" y="199390"/>
                </a:lnTo>
                <a:lnTo>
                  <a:pt x="61264" y="199390"/>
                </a:lnTo>
                <a:lnTo>
                  <a:pt x="65773" y="201930"/>
                </a:lnTo>
                <a:lnTo>
                  <a:pt x="65506" y="201930"/>
                </a:lnTo>
                <a:lnTo>
                  <a:pt x="70142" y="204470"/>
                </a:lnTo>
                <a:lnTo>
                  <a:pt x="69862" y="204470"/>
                </a:lnTo>
                <a:lnTo>
                  <a:pt x="74625" y="207010"/>
                </a:lnTo>
                <a:lnTo>
                  <a:pt x="76771" y="207010"/>
                </a:lnTo>
                <a:lnTo>
                  <a:pt x="79209" y="208280"/>
                </a:lnTo>
                <a:lnTo>
                  <a:pt x="78917" y="208280"/>
                </a:lnTo>
                <a:lnTo>
                  <a:pt x="83908" y="209550"/>
                </a:lnTo>
                <a:lnTo>
                  <a:pt x="83616" y="209550"/>
                </a:lnTo>
                <a:lnTo>
                  <a:pt x="88709" y="210820"/>
                </a:lnTo>
                <a:lnTo>
                  <a:pt x="88404" y="210820"/>
                </a:lnTo>
                <a:lnTo>
                  <a:pt x="93611" y="212090"/>
                </a:lnTo>
                <a:lnTo>
                  <a:pt x="93294" y="212090"/>
                </a:lnTo>
                <a:lnTo>
                  <a:pt x="98590" y="213360"/>
                </a:lnTo>
                <a:lnTo>
                  <a:pt x="103339" y="213360"/>
                </a:lnTo>
                <a:lnTo>
                  <a:pt x="108788" y="214630"/>
                </a:lnTo>
                <a:lnTo>
                  <a:pt x="165658" y="214630"/>
                </a:lnTo>
                <a:lnTo>
                  <a:pt x="163207" y="215900"/>
                </a:lnTo>
                <a:lnTo>
                  <a:pt x="158153" y="218440"/>
                </a:lnTo>
                <a:lnTo>
                  <a:pt x="152984" y="219710"/>
                </a:lnTo>
                <a:lnTo>
                  <a:pt x="147688" y="222250"/>
                </a:lnTo>
                <a:lnTo>
                  <a:pt x="131165" y="226060"/>
                </a:lnTo>
                <a:close/>
              </a:path>
              <a:path w="227964" h="227329">
                <a:moveTo>
                  <a:pt x="188810" y="45720"/>
                </a:moveTo>
                <a:lnTo>
                  <a:pt x="185254" y="41910"/>
                </a:lnTo>
                <a:lnTo>
                  <a:pt x="185470" y="41910"/>
                </a:lnTo>
                <a:lnTo>
                  <a:pt x="181737" y="38100"/>
                </a:lnTo>
                <a:lnTo>
                  <a:pt x="181965" y="38100"/>
                </a:lnTo>
                <a:lnTo>
                  <a:pt x="178054" y="35560"/>
                </a:lnTo>
                <a:lnTo>
                  <a:pt x="178295" y="35560"/>
                </a:lnTo>
                <a:lnTo>
                  <a:pt x="174231" y="31750"/>
                </a:lnTo>
                <a:lnTo>
                  <a:pt x="174472" y="31750"/>
                </a:lnTo>
                <a:lnTo>
                  <a:pt x="170256" y="29210"/>
                </a:lnTo>
                <a:lnTo>
                  <a:pt x="170510" y="29210"/>
                </a:lnTo>
                <a:lnTo>
                  <a:pt x="166154" y="26670"/>
                </a:lnTo>
                <a:lnTo>
                  <a:pt x="166420" y="26670"/>
                </a:lnTo>
                <a:lnTo>
                  <a:pt x="161912" y="24130"/>
                </a:lnTo>
                <a:lnTo>
                  <a:pt x="162179" y="24130"/>
                </a:lnTo>
                <a:lnTo>
                  <a:pt x="157556" y="21590"/>
                </a:lnTo>
                <a:lnTo>
                  <a:pt x="157822" y="21590"/>
                </a:lnTo>
                <a:lnTo>
                  <a:pt x="153073" y="20320"/>
                </a:lnTo>
                <a:lnTo>
                  <a:pt x="153352" y="20320"/>
                </a:lnTo>
                <a:lnTo>
                  <a:pt x="148475" y="17780"/>
                </a:lnTo>
                <a:lnTo>
                  <a:pt x="148767" y="17780"/>
                </a:lnTo>
                <a:lnTo>
                  <a:pt x="143776" y="16510"/>
                </a:lnTo>
                <a:lnTo>
                  <a:pt x="144068" y="16510"/>
                </a:lnTo>
                <a:lnTo>
                  <a:pt x="138976" y="15240"/>
                </a:lnTo>
                <a:lnTo>
                  <a:pt x="139280" y="15240"/>
                </a:lnTo>
                <a:lnTo>
                  <a:pt x="134073" y="13970"/>
                </a:lnTo>
                <a:lnTo>
                  <a:pt x="134391" y="13970"/>
                </a:lnTo>
                <a:lnTo>
                  <a:pt x="129095" y="12700"/>
                </a:lnTo>
                <a:lnTo>
                  <a:pt x="168109" y="12700"/>
                </a:lnTo>
                <a:lnTo>
                  <a:pt x="172885" y="15240"/>
                </a:lnTo>
                <a:lnTo>
                  <a:pt x="177495" y="19050"/>
                </a:lnTo>
                <a:lnTo>
                  <a:pt x="181965" y="21590"/>
                </a:lnTo>
                <a:lnTo>
                  <a:pt x="205066" y="44450"/>
                </a:lnTo>
                <a:lnTo>
                  <a:pt x="188607" y="44450"/>
                </a:lnTo>
                <a:lnTo>
                  <a:pt x="188810" y="45720"/>
                </a:lnTo>
                <a:close/>
              </a:path>
              <a:path w="227964" h="227329">
                <a:moveTo>
                  <a:pt x="38874" y="45720"/>
                </a:moveTo>
                <a:lnTo>
                  <a:pt x="39077" y="44450"/>
                </a:lnTo>
                <a:lnTo>
                  <a:pt x="40060" y="44450"/>
                </a:lnTo>
                <a:lnTo>
                  <a:pt x="38874" y="45720"/>
                </a:lnTo>
                <a:close/>
              </a:path>
              <a:path w="227964" h="227329">
                <a:moveTo>
                  <a:pt x="191985" y="49530"/>
                </a:moveTo>
                <a:lnTo>
                  <a:pt x="188607" y="44450"/>
                </a:lnTo>
                <a:lnTo>
                  <a:pt x="205066" y="44450"/>
                </a:lnTo>
                <a:lnTo>
                  <a:pt x="207448" y="48260"/>
                </a:lnTo>
                <a:lnTo>
                  <a:pt x="191795" y="48260"/>
                </a:lnTo>
                <a:lnTo>
                  <a:pt x="191985" y="49530"/>
                </a:lnTo>
                <a:close/>
              </a:path>
              <a:path w="227964" h="227329">
                <a:moveTo>
                  <a:pt x="35699" y="49530"/>
                </a:moveTo>
                <a:lnTo>
                  <a:pt x="35890" y="48260"/>
                </a:lnTo>
                <a:lnTo>
                  <a:pt x="36544" y="48260"/>
                </a:lnTo>
                <a:lnTo>
                  <a:pt x="35699" y="49530"/>
                </a:lnTo>
                <a:close/>
              </a:path>
              <a:path w="227964" h="227329">
                <a:moveTo>
                  <a:pt x="194983" y="53340"/>
                </a:moveTo>
                <a:lnTo>
                  <a:pt x="191795" y="48260"/>
                </a:lnTo>
                <a:lnTo>
                  <a:pt x="207448" y="48260"/>
                </a:lnTo>
                <a:lnTo>
                  <a:pt x="208241" y="49530"/>
                </a:lnTo>
                <a:lnTo>
                  <a:pt x="209721" y="52070"/>
                </a:lnTo>
                <a:lnTo>
                  <a:pt x="194805" y="52070"/>
                </a:lnTo>
                <a:lnTo>
                  <a:pt x="194983" y="53340"/>
                </a:lnTo>
                <a:close/>
              </a:path>
              <a:path w="227964" h="227329">
                <a:moveTo>
                  <a:pt x="32702" y="53340"/>
                </a:moveTo>
                <a:lnTo>
                  <a:pt x="32880" y="52070"/>
                </a:lnTo>
                <a:lnTo>
                  <a:pt x="33499" y="52070"/>
                </a:lnTo>
                <a:lnTo>
                  <a:pt x="32702" y="53340"/>
                </a:lnTo>
                <a:close/>
              </a:path>
              <a:path w="227964" h="227329">
                <a:moveTo>
                  <a:pt x="210489" y="83820"/>
                </a:moveTo>
                <a:lnTo>
                  <a:pt x="208800" y="78740"/>
                </a:lnTo>
                <a:lnTo>
                  <a:pt x="206984" y="73660"/>
                </a:lnTo>
                <a:lnTo>
                  <a:pt x="204952" y="69850"/>
                </a:lnTo>
                <a:lnTo>
                  <a:pt x="202704" y="64770"/>
                </a:lnTo>
                <a:lnTo>
                  <a:pt x="202857" y="64770"/>
                </a:lnTo>
                <a:lnTo>
                  <a:pt x="200266" y="60960"/>
                </a:lnTo>
                <a:lnTo>
                  <a:pt x="200431" y="60960"/>
                </a:lnTo>
                <a:lnTo>
                  <a:pt x="197624" y="57150"/>
                </a:lnTo>
                <a:lnTo>
                  <a:pt x="197802" y="57150"/>
                </a:lnTo>
                <a:lnTo>
                  <a:pt x="194805" y="52070"/>
                </a:lnTo>
                <a:lnTo>
                  <a:pt x="209721" y="52070"/>
                </a:lnTo>
                <a:lnTo>
                  <a:pt x="211200" y="54610"/>
                </a:lnTo>
                <a:lnTo>
                  <a:pt x="213944" y="58420"/>
                </a:lnTo>
                <a:lnTo>
                  <a:pt x="223489" y="82550"/>
                </a:lnTo>
                <a:lnTo>
                  <a:pt x="210388" y="82550"/>
                </a:lnTo>
                <a:lnTo>
                  <a:pt x="210489" y="83820"/>
                </a:lnTo>
                <a:close/>
              </a:path>
              <a:path w="227964" h="227329">
                <a:moveTo>
                  <a:pt x="17195" y="83820"/>
                </a:moveTo>
                <a:lnTo>
                  <a:pt x="17297" y="82550"/>
                </a:lnTo>
                <a:lnTo>
                  <a:pt x="17618" y="82550"/>
                </a:lnTo>
                <a:lnTo>
                  <a:pt x="17195" y="83820"/>
                </a:lnTo>
                <a:close/>
              </a:path>
              <a:path w="227964" h="227329">
                <a:moveTo>
                  <a:pt x="222119" y="148590"/>
                </a:moveTo>
                <a:lnTo>
                  <a:pt x="208800" y="148590"/>
                </a:lnTo>
                <a:lnTo>
                  <a:pt x="210489" y="143510"/>
                </a:lnTo>
                <a:lnTo>
                  <a:pt x="211836" y="138430"/>
                </a:lnTo>
                <a:lnTo>
                  <a:pt x="212966" y="133350"/>
                </a:lnTo>
                <a:lnTo>
                  <a:pt x="213842" y="128270"/>
                </a:lnTo>
                <a:lnTo>
                  <a:pt x="214477" y="123190"/>
                </a:lnTo>
                <a:lnTo>
                  <a:pt x="214858" y="118110"/>
                </a:lnTo>
                <a:lnTo>
                  <a:pt x="214985" y="113030"/>
                </a:lnTo>
                <a:lnTo>
                  <a:pt x="214845" y="107950"/>
                </a:lnTo>
                <a:lnTo>
                  <a:pt x="214452" y="102870"/>
                </a:lnTo>
                <a:lnTo>
                  <a:pt x="213791" y="97790"/>
                </a:lnTo>
                <a:lnTo>
                  <a:pt x="212902" y="92710"/>
                </a:lnTo>
                <a:lnTo>
                  <a:pt x="211759" y="87630"/>
                </a:lnTo>
                <a:lnTo>
                  <a:pt x="210388" y="82550"/>
                </a:lnTo>
                <a:lnTo>
                  <a:pt x="223489" y="82550"/>
                </a:lnTo>
                <a:lnTo>
                  <a:pt x="224104" y="85090"/>
                </a:lnTo>
                <a:lnTo>
                  <a:pt x="225374" y="90170"/>
                </a:lnTo>
                <a:lnTo>
                  <a:pt x="226377" y="95250"/>
                </a:lnTo>
                <a:lnTo>
                  <a:pt x="227101" y="101600"/>
                </a:lnTo>
                <a:lnTo>
                  <a:pt x="227533" y="107950"/>
                </a:lnTo>
                <a:lnTo>
                  <a:pt x="227533" y="119380"/>
                </a:lnTo>
                <a:lnTo>
                  <a:pt x="227101" y="124460"/>
                </a:lnTo>
                <a:lnTo>
                  <a:pt x="226377" y="130810"/>
                </a:lnTo>
                <a:lnTo>
                  <a:pt x="224104" y="142240"/>
                </a:lnTo>
                <a:lnTo>
                  <a:pt x="222567" y="147320"/>
                </a:lnTo>
                <a:lnTo>
                  <a:pt x="222119" y="148590"/>
                </a:lnTo>
                <a:close/>
              </a:path>
              <a:path w="227964" h="227329">
                <a:moveTo>
                  <a:pt x="19262" y="148590"/>
                </a:moveTo>
                <a:lnTo>
                  <a:pt x="18884" y="148590"/>
                </a:lnTo>
                <a:lnTo>
                  <a:pt x="18783" y="147320"/>
                </a:lnTo>
                <a:lnTo>
                  <a:pt x="19262" y="148590"/>
                </a:lnTo>
                <a:close/>
              </a:path>
              <a:path w="227964" h="227329">
                <a:moveTo>
                  <a:pt x="214572" y="166370"/>
                </a:moveTo>
                <a:lnTo>
                  <a:pt x="200266" y="166370"/>
                </a:lnTo>
                <a:lnTo>
                  <a:pt x="202857" y="161290"/>
                </a:lnTo>
                <a:lnTo>
                  <a:pt x="202704" y="161290"/>
                </a:lnTo>
                <a:lnTo>
                  <a:pt x="205079" y="157480"/>
                </a:lnTo>
                <a:lnTo>
                  <a:pt x="207098" y="152400"/>
                </a:lnTo>
                <a:lnTo>
                  <a:pt x="208902" y="147320"/>
                </a:lnTo>
                <a:lnTo>
                  <a:pt x="208800" y="148590"/>
                </a:lnTo>
                <a:lnTo>
                  <a:pt x="222119" y="148590"/>
                </a:lnTo>
                <a:lnTo>
                  <a:pt x="220776" y="152400"/>
                </a:lnTo>
                <a:lnTo>
                  <a:pt x="218732" y="157480"/>
                </a:lnTo>
                <a:lnTo>
                  <a:pt x="216458" y="162560"/>
                </a:lnTo>
                <a:lnTo>
                  <a:pt x="214572" y="166370"/>
                </a:lnTo>
                <a:close/>
              </a:path>
              <a:path w="227964" h="227329">
                <a:moveTo>
                  <a:pt x="27955" y="166370"/>
                </a:moveTo>
                <a:lnTo>
                  <a:pt x="27419" y="166370"/>
                </a:lnTo>
                <a:lnTo>
                  <a:pt x="27254" y="165100"/>
                </a:lnTo>
                <a:lnTo>
                  <a:pt x="27955" y="166370"/>
                </a:lnTo>
                <a:close/>
              </a:path>
              <a:path w="227964" h="227329">
                <a:moveTo>
                  <a:pt x="201688" y="185420"/>
                </a:moveTo>
                <a:lnTo>
                  <a:pt x="185254" y="185420"/>
                </a:lnTo>
                <a:lnTo>
                  <a:pt x="188810" y="181610"/>
                </a:lnTo>
                <a:lnTo>
                  <a:pt x="188607" y="181610"/>
                </a:lnTo>
                <a:lnTo>
                  <a:pt x="191985" y="177800"/>
                </a:lnTo>
                <a:lnTo>
                  <a:pt x="191795" y="177800"/>
                </a:lnTo>
                <a:lnTo>
                  <a:pt x="194983" y="173990"/>
                </a:lnTo>
                <a:lnTo>
                  <a:pt x="194805" y="173990"/>
                </a:lnTo>
                <a:lnTo>
                  <a:pt x="197802" y="170180"/>
                </a:lnTo>
                <a:lnTo>
                  <a:pt x="197624" y="170180"/>
                </a:lnTo>
                <a:lnTo>
                  <a:pt x="200431" y="165100"/>
                </a:lnTo>
                <a:lnTo>
                  <a:pt x="200266" y="166370"/>
                </a:lnTo>
                <a:lnTo>
                  <a:pt x="214572" y="166370"/>
                </a:lnTo>
                <a:lnTo>
                  <a:pt x="213944" y="167640"/>
                </a:lnTo>
                <a:lnTo>
                  <a:pt x="211200" y="172720"/>
                </a:lnTo>
                <a:lnTo>
                  <a:pt x="208241" y="176530"/>
                </a:lnTo>
                <a:lnTo>
                  <a:pt x="205066" y="181610"/>
                </a:lnTo>
                <a:lnTo>
                  <a:pt x="201688" y="185420"/>
                </a:lnTo>
                <a:close/>
              </a:path>
              <a:path w="227964" h="227329">
                <a:moveTo>
                  <a:pt x="43459" y="185420"/>
                </a:moveTo>
                <a:lnTo>
                  <a:pt x="42430" y="185420"/>
                </a:lnTo>
                <a:lnTo>
                  <a:pt x="42214" y="184150"/>
                </a:lnTo>
                <a:lnTo>
                  <a:pt x="43459" y="185420"/>
                </a:lnTo>
                <a:close/>
              </a:path>
              <a:path w="227964" h="227329">
                <a:moveTo>
                  <a:pt x="177495" y="207010"/>
                </a:moveTo>
                <a:lnTo>
                  <a:pt x="153073" y="207010"/>
                </a:lnTo>
                <a:lnTo>
                  <a:pt x="157822" y="204470"/>
                </a:lnTo>
                <a:lnTo>
                  <a:pt x="157556" y="204470"/>
                </a:lnTo>
                <a:lnTo>
                  <a:pt x="162179" y="201930"/>
                </a:lnTo>
                <a:lnTo>
                  <a:pt x="161912" y="201930"/>
                </a:lnTo>
                <a:lnTo>
                  <a:pt x="166420" y="199390"/>
                </a:lnTo>
                <a:lnTo>
                  <a:pt x="166154" y="199390"/>
                </a:lnTo>
                <a:lnTo>
                  <a:pt x="170510" y="196850"/>
                </a:lnTo>
                <a:lnTo>
                  <a:pt x="170256" y="196850"/>
                </a:lnTo>
                <a:lnTo>
                  <a:pt x="174472" y="194310"/>
                </a:lnTo>
                <a:lnTo>
                  <a:pt x="174231" y="194310"/>
                </a:lnTo>
                <a:lnTo>
                  <a:pt x="178295" y="191770"/>
                </a:lnTo>
                <a:lnTo>
                  <a:pt x="178054" y="191770"/>
                </a:lnTo>
                <a:lnTo>
                  <a:pt x="181965" y="187960"/>
                </a:lnTo>
                <a:lnTo>
                  <a:pt x="181737" y="187960"/>
                </a:lnTo>
                <a:lnTo>
                  <a:pt x="185470" y="184150"/>
                </a:lnTo>
                <a:lnTo>
                  <a:pt x="185254" y="185420"/>
                </a:lnTo>
                <a:lnTo>
                  <a:pt x="201688" y="185420"/>
                </a:lnTo>
                <a:lnTo>
                  <a:pt x="198107" y="189230"/>
                </a:lnTo>
                <a:lnTo>
                  <a:pt x="194348" y="194310"/>
                </a:lnTo>
                <a:lnTo>
                  <a:pt x="190385" y="196850"/>
                </a:lnTo>
                <a:lnTo>
                  <a:pt x="186258" y="200660"/>
                </a:lnTo>
                <a:lnTo>
                  <a:pt x="181965" y="204470"/>
                </a:lnTo>
                <a:lnTo>
                  <a:pt x="177495" y="207010"/>
                </a:lnTo>
                <a:close/>
              </a:path>
              <a:path w="227964" h="227329">
                <a:moveTo>
                  <a:pt x="76771" y="207010"/>
                </a:moveTo>
                <a:lnTo>
                  <a:pt x="74625" y="207010"/>
                </a:lnTo>
                <a:lnTo>
                  <a:pt x="74333" y="205740"/>
                </a:lnTo>
                <a:lnTo>
                  <a:pt x="76771" y="207010"/>
                </a:lnTo>
                <a:close/>
              </a:path>
              <a:path w="227964" h="227329">
                <a:moveTo>
                  <a:pt x="165658" y="214630"/>
                </a:moveTo>
                <a:lnTo>
                  <a:pt x="118897" y="214630"/>
                </a:lnTo>
                <a:lnTo>
                  <a:pt x="124358" y="213360"/>
                </a:lnTo>
                <a:lnTo>
                  <a:pt x="129095" y="213360"/>
                </a:lnTo>
                <a:lnTo>
                  <a:pt x="134391" y="212090"/>
                </a:lnTo>
                <a:lnTo>
                  <a:pt x="134073" y="212090"/>
                </a:lnTo>
                <a:lnTo>
                  <a:pt x="139280" y="210820"/>
                </a:lnTo>
                <a:lnTo>
                  <a:pt x="138976" y="210820"/>
                </a:lnTo>
                <a:lnTo>
                  <a:pt x="144068" y="209550"/>
                </a:lnTo>
                <a:lnTo>
                  <a:pt x="143776" y="209550"/>
                </a:lnTo>
                <a:lnTo>
                  <a:pt x="148767" y="208280"/>
                </a:lnTo>
                <a:lnTo>
                  <a:pt x="148475" y="208280"/>
                </a:lnTo>
                <a:lnTo>
                  <a:pt x="153352" y="205740"/>
                </a:lnTo>
                <a:lnTo>
                  <a:pt x="153073" y="207010"/>
                </a:lnTo>
                <a:lnTo>
                  <a:pt x="177495" y="207010"/>
                </a:lnTo>
                <a:lnTo>
                  <a:pt x="172885" y="210820"/>
                </a:lnTo>
                <a:lnTo>
                  <a:pt x="168109" y="213360"/>
                </a:lnTo>
                <a:lnTo>
                  <a:pt x="165658" y="214630"/>
                </a:lnTo>
                <a:close/>
              </a:path>
              <a:path w="227964" h="227329">
                <a:moveTo>
                  <a:pt x="119697" y="227330"/>
                </a:moveTo>
                <a:lnTo>
                  <a:pt x="107988" y="227330"/>
                </a:lnTo>
                <a:lnTo>
                  <a:pt x="102209" y="226060"/>
                </a:lnTo>
                <a:lnTo>
                  <a:pt x="125475" y="226060"/>
                </a:lnTo>
                <a:lnTo>
                  <a:pt x="119697" y="227330"/>
                </a:lnTo>
                <a:close/>
              </a:path>
            </a:pathLst>
          </a:custGeom>
          <a:solidFill>
            <a:srgbClr val="7E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352481" y="3354887"/>
            <a:ext cx="286385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50" spc="-65" i="1">
                <a:latin typeface="Symbol"/>
                <a:cs typeface="Symbol"/>
              </a:rPr>
              <a:t>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444837" y="3270262"/>
            <a:ext cx="790575" cy="114300"/>
          </a:xfrm>
          <a:custGeom>
            <a:avLst/>
            <a:gdLst/>
            <a:ahLst/>
            <a:cxnLst/>
            <a:rect l="l" t="t" r="r" b="b"/>
            <a:pathLst>
              <a:path w="790575" h="114300">
                <a:moveTo>
                  <a:pt x="675855" y="114300"/>
                </a:moveTo>
                <a:lnTo>
                  <a:pt x="733005" y="57150"/>
                </a:lnTo>
                <a:lnTo>
                  <a:pt x="675855" y="0"/>
                </a:lnTo>
                <a:lnTo>
                  <a:pt x="752055" y="38100"/>
                </a:lnTo>
                <a:lnTo>
                  <a:pt x="747293" y="38100"/>
                </a:lnTo>
                <a:lnTo>
                  <a:pt x="747293" y="76200"/>
                </a:lnTo>
                <a:lnTo>
                  <a:pt x="752055" y="76200"/>
                </a:lnTo>
                <a:lnTo>
                  <a:pt x="675855" y="114300"/>
                </a:lnTo>
                <a:close/>
              </a:path>
              <a:path w="790575" h="114300">
                <a:moveTo>
                  <a:pt x="713955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713955" y="38100"/>
                </a:lnTo>
                <a:lnTo>
                  <a:pt x="733005" y="57150"/>
                </a:lnTo>
                <a:lnTo>
                  <a:pt x="713955" y="76200"/>
                </a:lnTo>
                <a:close/>
              </a:path>
              <a:path w="790575" h="114300">
                <a:moveTo>
                  <a:pt x="752055" y="76200"/>
                </a:moveTo>
                <a:lnTo>
                  <a:pt x="747293" y="76200"/>
                </a:lnTo>
                <a:lnTo>
                  <a:pt x="747293" y="38100"/>
                </a:lnTo>
                <a:lnTo>
                  <a:pt x="752055" y="38100"/>
                </a:lnTo>
                <a:lnTo>
                  <a:pt x="790155" y="57150"/>
                </a:lnTo>
                <a:lnTo>
                  <a:pt x="752055" y="762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392627" y="4422381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592652" y="4422381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792677" y="4422381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992702" y="4422381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192727" y="4408093"/>
            <a:ext cx="69215" cy="28575"/>
          </a:xfrm>
          <a:custGeom>
            <a:avLst/>
            <a:gdLst/>
            <a:ahLst/>
            <a:cxnLst/>
            <a:rect l="l" t="t" r="r" b="b"/>
            <a:pathLst>
              <a:path w="69214" h="28575">
                <a:moveTo>
                  <a:pt x="69075" y="28575"/>
                </a:moveTo>
                <a:lnTo>
                  <a:pt x="0" y="28575"/>
                </a:lnTo>
                <a:lnTo>
                  <a:pt x="0" y="0"/>
                </a:lnTo>
                <a:lnTo>
                  <a:pt x="69075" y="0"/>
                </a:lnTo>
                <a:lnTo>
                  <a:pt x="69075" y="2857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343846" y="3307130"/>
            <a:ext cx="114300" cy="1156970"/>
          </a:xfrm>
          <a:custGeom>
            <a:avLst/>
            <a:gdLst/>
            <a:ahLst/>
            <a:cxnLst/>
            <a:rect l="l" t="t" r="r" b="b"/>
            <a:pathLst>
              <a:path w="114300" h="1156970">
                <a:moveTo>
                  <a:pt x="57150" y="1099718"/>
                </a:moveTo>
                <a:lnTo>
                  <a:pt x="38100" y="1080668"/>
                </a:lnTo>
                <a:lnTo>
                  <a:pt x="38100" y="0"/>
                </a:lnTo>
                <a:lnTo>
                  <a:pt x="76200" y="0"/>
                </a:lnTo>
                <a:lnTo>
                  <a:pt x="76200" y="1080668"/>
                </a:lnTo>
                <a:lnTo>
                  <a:pt x="57150" y="1099718"/>
                </a:lnTo>
                <a:close/>
              </a:path>
              <a:path w="114300" h="1156970">
                <a:moveTo>
                  <a:pt x="57150" y="1156868"/>
                </a:moveTo>
                <a:lnTo>
                  <a:pt x="0" y="1042568"/>
                </a:lnTo>
                <a:lnTo>
                  <a:pt x="38100" y="1080668"/>
                </a:lnTo>
                <a:lnTo>
                  <a:pt x="38100" y="1114005"/>
                </a:lnTo>
                <a:lnTo>
                  <a:pt x="78581" y="1114005"/>
                </a:lnTo>
                <a:lnTo>
                  <a:pt x="57150" y="1156868"/>
                </a:lnTo>
                <a:close/>
              </a:path>
              <a:path w="114300" h="1156970">
                <a:moveTo>
                  <a:pt x="78581" y="1114005"/>
                </a:moveTo>
                <a:lnTo>
                  <a:pt x="76200" y="1114005"/>
                </a:lnTo>
                <a:lnTo>
                  <a:pt x="76200" y="1080668"/>
                </a:lnTo>
                <a:lnTo>
                  <a:pt x="114300" y="1042568"/>
                </a:lnTo>
                <a:lnTo>
                  <a:pt x="78581" y="1114005"/>
                </a:lnTo>
                <a:close/>
              </a:path>
              <a:path w="114300" h="1156970">
                <a:moveTo>
                  <a:pt x="76200" y="1114005"/>
                </a:moveTo>
                <a:lnTo>
                  <a:pt x="38100" y="1114005"/>
                </a:lnTo>
                <a:lnTo>
                  <a:pt x="38100" y="1080668"/>
                </a:lnTo>
                <a:lnTo>
                  <a:pt x="57150" y="1099718"/>
                </a:lnTo>
                <a:lnTo>
                  <a:pt x="76200" y="1099718"/>
                </a:lnTo>
                <a:lnTo>
                  <a:pt x="76200" y="1114005"/>
                </a:lnTo>
                <a:close/>
              </a:path>
              <a:path w="114300" h="1156970">
                <a:moveTo>
                  <a:pt x="76200" y="1099718"/>
                </a:moveTo>
                <a:lnTo>
                  <a:pt x="57150" y="1099718"/>
                </a:lnTo>
                <a:lnTo>
                  <a:pt x="76200" y="1080668"/>
                </a:lnTo>
                <a:lnTo>
                  <a:pt x="76200" y="1099718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221327" y="331249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221327" y="351251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221327" y="371254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221327" y="391256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221327" y="411259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207040" y="4312615"/>
            <a:ext cx="28575" cy="52069"/>
          </a:xfrm>
          <a:custGeom>
            <a:avLst/>
            <a:gdLst/>
            <a:ahLst/>
            <a:cxnLst/>
            <a:rect l="l" t="t" r="r" b="b"/>
            <a:pathLst>
              <a:path w="28575" h="52070">
                <a:moveTo>
                  <a:pt x="28575" y="51574"/>
                </a:moveTo>
                <a:lnTo>
                  <a:pt x="0" y="51574"/>
                </a:lnTo>
                <a:lnTo>
                  <a:pt x="0" y="0"/>
                </a:lnTo>
                <a:lnTo>
                  <a:pt x="28575" y="0"/>
                </a:lnTo>
                <a:lnTo>
                  <a:pt x="28575" y="5157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3092513" y="4244467"/>
            <a:ext cx="2940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Book Antiqua"/>
                <a:cs typeface="Book Antiqua"/>
              </a:rPr>
              <a:t>v</a:t>
            </a:r>
            <a:r>
              <a:rPr dirty="0" baseline="-17921" sz="2325" spc="7" b="1">
                <a:latin typeface="Book Antiqua"/>
                <a:cs typeface="Book Antiqua"/>
              </a:rPr>
              <a:t>2</a:t>
            </a:r>
            <a:endParaRPr baseline="-17921" sz="2325">
              <a:latin typeface="Book Antiqua"/>
              <a:cs typeface="Book Antiqu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3568598" y="1284719"/>
            <a:ext cx="535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导体切割磁感线时的感应电动势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84813" y="1283665"/>
            <a:ext cx="2692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复习电源的作用</a:t>
            </a:r>
          </a:p>
        </p:txBody>
      </p:sp>
      <p:sp>
        <p:nvSpPr>
          <p:cNvPr id="3" name="object 3"/>
          <p:cNvSpPr/>
          <p:nvPr/>
        </p:nvSpPr>
        <p:spPr>
          <a:xfrm>
            <a:off x="3525113" y="181226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17520" y="15041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17164" y="1728216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669791" y="2090927"/>
            <a:ext cx="4157471" cy="35600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975032" y="4463084"/>
            <a:ext cx="243103" cy="961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650991" y="3346703"/>
            <a:ext cx="1193800" cy="669290"/>
          </a:xfrm>
          <a:custGeom>
            <a:avLst/>
            <a:gdLst/>
            <a:ahLst/>
            <a:cxnLst/>
            <a:rect l="l" t="t" r="r" b="b"/>
            <a:pathLst>
              <a:path w="1193800" h="669289">
                <a:moveTo>
                  <a:pt x="1193291" y="484632"/>
                </a:moveTo>
                <a:lnTo>
                  <a:pt x="0" y="484632"/>
                </a:lnTo>
                <a:lnTo>
                  <a:pt x="0" y="0"/>
                </a:lnTo>
                <a:lnTo>
                  <a:pt x="1193291" y="0"/>
                </a:lnTo>
                <a:lnTo>
                  <a:pt x="1193291" y="484632"/>
                </a:lnTo>
                <a:close/>
              </a:path>
              <a:path w="1193800" h="669289">
                <a:moveTo>
                  <a:pt x="102108" y="669036"/>
                </a:moveTo>
                <a:lnTo>
                  <a:pt x="199644" y="484632"/>
                </a:lnTo>
                <a:lnTo>
                  <a:pt x="496824" y="484632"/>
                </a:lnTo>
                <a:lnTo>
                  <a:pt x="102108" y="66903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41644" y="3337483"/>
            <a:ext cx="1211580" cy="698500"/>
          </a:xfrm>
          <a:custGeom>
            <a:avLst/>
            <a:gdLst/>
            <a:ahLst/>
            <a:cxnLst/>
            <a:rect l="l" t="t" r="r" b="b"/>
            <a:pathLst>
              <a:path w="1211579" h="698500">
                <a:moveTo>
                  <a:pt x="192464" y="503199"/>
                </a:moveTo>
                <a:lnTo>
                  <a:pt x="0" y="503199"/>
                </a:lnTo>
                <a:lnTo>
                  <a:pt x="0" y="0"/>
                </a:lnTo>
                <a:lnTo>
                  <a:pt x="1211503" y="0"/>
                </a:lnTo>
                <a:lnTo>
                  <a:pt x="1211503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484149"/>
                </a:lnTo>
                <a:lnTo>
                  <a:pt x="9525" y="484149"/>
                </a:lnTo>
                <a:lnTo>
                  <a:pt x="19050" y="493674"/>
                </a:lnTo>
                <a:lnTo>
                  <a:pt x="197498" y="493674"/>
                </a:lnTo>
                <a:lnTo>
                  <a:pt x="192464" y="503199"/>
                </a:lnTo>
                <a:close/>
              </a:path>
              <a:path w="1211579" h="698500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211579" h="698500">
                <a:moveTo>
                  <a:pt x="1192453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192453" y="9525"/>
                </a:lnTo>
                <a:lnTo>
                  <a:pt x="1192453" y="19050"/>
                </a:lnTo>
                <a:close/>
              </a:path>
              <a:path w="1211579" h="698500">
                <a:moveTo>
                  <a:pt x="1192453" y="493674"/>
                </a:moveTo>
                <a:lnTo>
                  <a:pt x="1192453" y="9525"/>
                </a:lnTo>
                <a:lnTo>
                  <a:pt x="1201978" y="19050"/>
                </a:lnTo>
                <a:lnTo>
                  <a:pt x="1211503" y="19050"/>
                </a:lnTo>
                <a:lnTo>
                  <a:pt x="1211503" y="484149"/>
                </a:lnTo>
                <a:lnTo>
                  <a:pt x="1201978" y="484149"/>
                </a:lnTo>
                <a:lnTo>
                  <a:pt x="1192453" y="493674"/>
                </a:lnTo>
                <a:close/>
              </a:path>
              <a:path w="1211579" h="698500">
                <a:moveTo>
                  <a:pt x="1211503" y="19050"/>
                </a:moveTo>
                <a:lnTo>
                  <a:pt x="1201978" y="19050"/>
                </a:lnTo>
                <a:lnTo>
                  <a:pt x="1192453" y="9525"/>
                </a:lnTo>
                <a:lnTo>
                  <a:pt x="1211503" y="9525"/>
                </a:lnTo>
                <a:lnTo>
                  <a:pt x="1211503" y="19050"/>
                </a:lnTo>
                <a:close/>
              </a:path>
              <a:path w="1211579" h="698500">
                <a:moveTo>
                  <a:pt x="19050" y="493674"/>
                </a:moveTo>
                <a:lnTo>
                  <a:pt x="9525" y="484149"/>
                </a:lnTo>
                <a:lnTo>
                  <a:pt x="19050" y="484149"/>
                </a:lnTo>
                <a:lnTo>
                  <a:pt x="19050" y="493674"/>
                </a:lnTo>
                <a:close/>
              </a:path>
              <a:path w="1211579" h="698500">
                <a:moveTo>
                  <a:pt x="197498" y="493674"/>
                </a:moveTo>
                <a:lnTo>
                  <a:pt x="19050" y="493674"/>
                </a:lnTo>
                <a:lnTo>
                  <a:pt x="19050" y="484149"/>
                </a:lnTo>
                <a:lnTo>
                  <a:pt x="224078" y="484149"/>
                </a:lnTo>
                <a:lnTo>
                  <a:pt x="221394" y="489229"/>
                </a:lnTo>
                <a:lnTo>
                  <a:pt x="199847" y="489229"/>
                </a:lnTo>
                <a:lnTo>
                  <a:pt x="197498" y="493674"/>
                </a:lnTo>
                <a:close/>
              </a:path>
              <a:path w="1211579" h="698500">
                <a:moveTo>
                  <a:pt x="124134" y="681977"/>
                </a:moveTo>
                <a:lnTo>
                  <a:pt x="119532" y="681977"/>
                </a:lnTo>
                <a:lnTo>
                  <a:pt x="132754" y="656957"/>
                </a:lnTo>
                <a:lnTo>
                  <a:pt x="504278" y="484149"/>
                </a:lnTo>
                <a:lnTo>
                  <a:pt x="1192453" y="484149"/>
                </a:lnTo>
                <a:lnTo>
                  <a:pt x="1192453" y="493674"/>
                </a:lnTo>
                <a:lnTo>
                  <a:pt x="1211503" y="493674"/>
                </a:lnTo>
                <a:lnTo>
                  <a:pt x="1211503" y="502310"/>
                </a:lnTo>
                <a:lnTo>
                  <a:pt x="510400" y="502310"/>
                </a:lnTo>
                <a:lnTo>
                  <a:pt x="506387" y="503199"/>
                </a:lnTo>
                <a:lnTo>
                  <a:pt x="508489" y="503199"/>
                </a:lnTo>
                <a:lnTo>
                  <a:pt x="124134" y="681977"/>
                </a:lnTo>
                <a:close/>
              </a:path>
              <a:path w="1211579" h="698500">
                <a:moveTo>
                  <a:pt x="1211503" y="493674"/>
                </a:moveTo>
                <a:lnTo>
                  <a:pt x="1192453" y="493674"/>
                </a:lnTo>
                <a:lnTo>
                  <a:pt x="1201978" y="484149"/>
                </a:lnTo>
                <a:lnTo>
                  <a:pt x="1211503" y="484149"/>
                </a:lnTo>
                <a:lnTo>
                  <a:pt x="1211503" y="493674"/>
                </a:lnTo>
                <a:close/>
              </a:path>
              <a:path w="1211579" h="698500">
                <a:moveTo>
                  <a:pt x="89458" y="698106"/>
                </a:moveTo>
                <a:lnTo>
                  <a:pt x="199847" y="489229"/>
                </a:lnTo>
                <a:lnTo>
                  <a:pt x="208267" y="503199"/>
                </a:lnTo>
                <a:lnTo>
                  <a:pt x="214011" y="503199"/>
                </a:lnTo>
                <a:lnTo>
                  <a:pt x="132754" y="656957"/>
                </a:lnTo>
                <a:lnTo>
                  <a:pt x="107086" y="668896"/>
                </a:lnTo>
                <a:lnTo>
                  <a:pt x="119532" y="681977"/>
                </a:lnTo>
                <a:lnTo>
                  <a:pt x="124134" y="681977"/>
                </a:lnTo>
                <a:lnTo>
                  <a:pt x="89458" y="698106"/>
                </a:lnTo>
                <a:close/>
              </a:path>
              <a:path w="1211579" h="698500">
                <a:moveTo>
                  <a:pt x="214011" y="503199"/>
                </a:moveTo>
                <a:lnTo>
                  <a:pt x="208267" y="503199"/>
                </a:lnTo>
                <a:lnTo>
                  <a:pt x="199847" y="489229"/>
                </a:lnTo>
                <a:lnTo>
                  <a:pt x="221394" y="489229"/>
                </a:lnTo>
                <a:lnTo>
                  <a:pt x="214011" y="503199"/>
                </a:lnTo>
                <a:close/>
              </a:path>
              <a:path w="1211579" h="698500">
                <a:moveTo>
                  <a:pt x="508489" y="503199"/>
                </a:moveTo>
                <a:lnTo>
                  <a:pt x="506387" y="503199"/>
                </a:lnTo>
                <a:lnTo>
                  <a:pt x="510400" y="502310"/>
                </a:lnTo>
                <a:lnTo>
                  <a:pt x="508489" y="503199"/>
                </a:lnTo>
                <a:close/>
              </a:path>
              <a:path w="1211579" h="698500">
                <a:moveTo>
                  <a:pt x="1211503" y="503199"/>
                </a:moveTo>
                <a:lnTo>
                  <a:pt x="508489" y="503199"/>
                </a:lnTo>
                <a:lnTo>
                  <a:pt x="510400" y="502310"/>
                </a:lnTo>
                <a:lnTo>
                  <a:pt x="1211503" y="502310"/>
                </a:lnTo>
                <a:lnTo>
                  <a:pt x="1211503" y="503199"/>
                </a:lnTo>
                <a:close/>
              </a:path>
              <a:path w="1211579" h="698500">
                <a:moveTo>
                  <a:pt x="119532" y="681977"/>
                </a:moveTo>
                <a:lnTo>
                  <a:pt x="107086" y="668896"/>
                </a:lnTo>
                <a:lnTo>
                  <a:pt x="132754" y="656957"/>
                </a:lnTo>
                <a:lnTo>
                  <a:pt x="119532" y="6819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667243" y="4448555"/>
            <a:ext cx="1414780" cy="1106805"/>
          </a:xfrm>
          <a:custGeom>
            <a:avLst/>
            <a:gdLst/>
            <a:ahLst/>
            <a:cxnLst/>
            <a:rect l="l" t="t" r="r" b="b"/>
            <a:pathLst>
              <a:path w="1414779" h="1106804">
                <a:moveTo>
                  <a:pt x="682751" y="638556"/>
                </a:moveTo>
                <a:lnTo>
                  <a:pt x="370331" y="638556"/>
                </a:lnTo>
                <a:lnTo>
                  <a:pt x="0" y="0"/>
                </a:lnTo>
                <a:lnTo>
                  <a:pt x="682751" y="638556"/>
                </a:lnTo>
                <a:close/>
              </a:path>
              <a:path w="1414779" h="1106804">
                <a:moveTo>
                  <a:pt x="1414272" y="1106424"/>
                </a:moveTo>
                <a:lnTo>
                  <a:pt x="161544" y="1106424"/>
                </a:lnTo>
                <a:lnTo>
                  <a:pt x="161544" y="638556"/>
                </a:lnTo>
                <a:lnTo>
                  <a:pt x="1414272" y="638556"/>
                </a:lnTo>
                <a:lnTo>
                  <a:pt x="1414272" y="1106424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627124" y="4397006"/>
            <a:ext cx="1464310" cy="1167765"/>
          </a:xfrm>
          <a:custGeom>
            <a:avLst/>
            <a:gdLst/>
            <a:ahLst/>
            <a:cxnLst/>
            <a:rect l="l" t="t" r="r" b="b"/>
            <a:pathLst>
              <a:path w="1464309" h="1167764">
                <a:moveTo>
                  <a:pt x="401713" y="695159"/>
                </a:moveTo>
                <a:lnTo>
                  <a:pt x="0" y="0"/>
                </a:lnTo>
                <a:lnTo>
                  <a:pt x="49249" y="46113"/>
                </a:lnTo>
                <a:lnTo>
                  <a:pt x="48640" y="46113"/>
                </a:lnTo>
                <a:lnTo>
                  <a:pt x="33883" y="57835"/>
                </a:lnTo>
                <a:lnTo>
                  <a:pt x="80802" y="101766"/>
                </a:lnTo>
                <a:lnTo>
                  <a:pt x="415457" y="680872"/>
                </a:lnTo>
                <a:lnTo>
                  <a:pt x="409955" y="680872"/>
                </a:lnTo>
                <a:lnTo>
                  <a:pt x="401713" y="695159"/>
                </a:lnTo>
                <a:close/>
              </a:path>
              <a:path w="1464309" h="1167764">
                <a:moveTo>
                  <a:pt x="80802" y="101766"/>
                </a:moveTo>
                <a:lnTo>
                  <a:pt x="33883" y="57835"/>
                </a:lnTo>
                <a:lnTo>
                  <a:pt x="48640" y="46113"/>
                </a:lnTo>
                <a:lnTo>
                  <a:pt x="80802" y="101766"/>
                </a:lnTo>
                <a:close/>
              </a:path>
              <a:path w="1464309" h="1167764">
                <a:moveTo>
                  <a:pt x="1445234" y="699922"/>
                </a:moveTo>
                <a:lnTo>
                  <a:pt x="719632" y="699922"/>
                </a:lnTo>
                <a:lnTo>
                  <a:pt x="80802" y="101766"/>
                </a:lnTo>
                <a:lnTo>
                  <a:pt x="48640" y="46113"/>
                </a:lnTo>
                <a:lnTo>
                  <a:pt x="49249" y="46113"/>
                </a:lnTo>
                <a:lnTo>
                  <a:pt x="727167" y="680872"/>
                </a:lnTo>
                <a:lnTo>
                  <a:pt x="723404" y="680872"/>
                </a:lnTo>
                <a:lnTo>
                  <a:pt x="729907" y="683437"/>
                </a:lnTo>
                <a:lnTo>
                  <a:pt x="1464284" y="683437"/>
                </a:lnTo>
                <a:lnTo>
                  <a:pt x="1464284" y="690397"/>
                </a:lnTo>
                <a:lnTo>
                  <a:pt x="1445234" y="690397"/>
                </a:lnTo>
                <a:lnTo>
                  <a:pt x="1445234" y="699922"/>
                </a:lnTo>
                <a:close/>
              </a:path>
              <a:path w="1464309" h="1167764">
                <a:moveTo>
                  <a:pt x="1464284" y="1167269"/>
                </a:moveTo>
                <a:lnTo>
                  <a:pt x="191477" y="1167269"/>
                </a:lnTo>
                <a:lnTo>
                  <a:pt x="191477" y="680872"/>
                </a:lnTo>
                <a:lnTo>
                  <a:pt x="393457" y="680872"/>
                </a:lnTo>
                <a:lnTo>
                  <a:pt x="398961" y="690397"/>
                </a:lnTo>
                <a:lnTo>
                  <a:pt x="210527" y="690397"/>
                </a:lnTo>
                <a:lnTo>
                  <a:pt x="201002" y="699922"/>
                </a:lnTo>
                <a:lnTo>
                  <a:pt x="210527" y="699922"/>
                </a:lnTo>
                <a:lnTo>
                  <a:pt x="210527" y="1148219"/>
                </a:lnTo>
                <a:lnTo>
                  <a:pt x="201002" y="1148219"/>
                </a:lnTo>
                <a:lnTo>
                  <a:pt x="210527" y="1157744"/>
                </a:lnTo>
                <a:lnTo>
                  <a:pt x="1464284" y="1157744"/>
                </a:lnTo>
                <a:lnTo>
                  <a:pt x="1464284" y="1167269"/>
                </a:lnTo>
                <a:close/>
              </a:path>
              <a:path w="1464309" h="1167764">
                <a:moveTo>
                  <a:pt x="423713" y="695159"/>
                </a:moveTo>
                <a:lnTo>
                  <a:pt x="401713" y="695159"/>
                </a:lnTo>
                <a:lnTo>
                  <a:pt x="409955" y="680872"/>
                </a:lnTo>
                <a:lnTo>
                  <a:pt x="415457" y="680872"/>
                </a:lnTo>
                <a:lnTo>
                  <a:pt x="423713" y="695159"/>
                </a:lnTo>
                <a:close/>
              </a:path>
              <a:path w="1464309" h="1167764">
                <a:moveTo>
                  <a:pt x="729907" y="683437"/>
                </a:moveTo>
                <a:lnTo>
                  <a:pt x="723404" y="680872"/>
                </a:lnTo>
                <a:lnTo>
                  <a:pt x="727167" y="680872"/>
                </a:lnTo>
                <a:lnTo>
                  <a:pt x="729907" y="683437"/>
                </a:lnTo>
                <a:close/>
              </a:path>
              <a:path w="1464309" h="1167764">
                <a:moveTo>
                  <a:pt x="1464284" y="683437"/>
                </a:moveTo>
                <a:lnTo>
                  <a:pt x="729907" y="683437"/>
                </a:lnTo>
                <a:lnTo>
                  <a:pt x="727167" y="680872"/>
                </a:lnTo>
                <a:lnTo>
                  <a:pt x="1464284" y="680872"/>
                </a:lnTo>
                <a:lnTo>
                  <a:pt x="1464284" y="683437"/>
                </a:lnTo>
                <a:close/>
              </a:path>
              <a:path w="1464309" h="1167764">
                <a:moveTo>
                  <a:pt x="210527" y="699922"/>
                </a:moveTo>
                <a:lnTo>
                  <a:pt x="201002" y="699922"/>
                </a:lnTo>
                <a:lnTo>
                  <a:pt x="210527" y="690397"/>
                </a:lnTo>
                <a:lnTo>
                  <a:pt x="210527" y="699922"/>
                </a:lnTo>
                <a:close/>
              </a:path>
              <a:path w="1464309" h="1167764">
                <a:moveTo>
                  <a:pt x="426465" y="699922"/>
                </a:moveTo>
                <a:lnTo>
                  <a:pt x="210527" y="699922"/>
                </a:lnTo>
                <a:lnTo>
                  <a:pt x="210527" y="690397"/>
                </a:lnTo>
                <a:lnTo>
                  <a:pt x="398961" y="690397"/>
                </a:lnTo>
                <a:lnTo>
                  <a:pt x="401713" y="695159"/>
                </a:lnTo>
                <a:lnTo>
                  <a:pt x="423713" y="695159"/>
                </a:lnTo>
                <a:lnTo>
                  <a:pt x="426465" y="699922"/>
                </a:lnTo>
                <a:close/>
              </a:path>
              <a:path w="1464309" h="1167764">
                <a:moveTo>
                  <a:pt x="1445234" y="1157744"/>
                </a:moveTo>
                <a:lnTo>
                  <a:pt x="1445234" y="690397"/>
                </a:lnTo>
                <a:lnTo>
                  <a:pt x="1454759" y="699922"/>
                </a:lnTo>
                <a:lnTo>
                  <a:pt x="1464284" y="699922"/>
                </a:lnTo>
                <a:lnTo>
                  <a:pt x="1464284" y="1148219"/>
                </a:lnTo>
                <a:lnTo>
                  <a:pt x="1454759" y="1148219"/>
                </a:lnTo>
                <a:lnTo>
                  <a:pt x="1445234" y="1157744"/>
                </a:lnTo>
                <a:close/>
              </a:path>
              <a:path w="1464309" h="1167764">
                <a:moveTo>
                  <a:pt x="1464284" y="699922"/>
                </a:moveTo>
                <a:lnTo>
                  <a:pt x="1454759" y="699922"/>
                </a:lnTo>
                <a:lnTo>
                  <a:pt x="1445234" y="690397"/>
                </a:lnTo>
                <a:lnTo>
                  <a:pt x="1464284" y="690397"/>
                </a:lnTo>
                <a:lnTo>
                  <a:pt x="1464284" y="699922"/>
                </a:lnTo>
                <a:close/>
              </a:path>
              <a:path w="1464309" h="1167764">
                <a:moveTo>
                  <a:pt x="210527" y="1157744"/>
                </a:moveTo>
                <a:lnTo>
                  <a:pt x="201002" y="1148219"/>
                </a:lnTo>
                <a:lnTo>
                  <a:pt x="210527" y="1148219"/>
                </a:lnTo>
                <a:lnTo>
                  <a:pt x="210527" y="1157744"/>
                </a:lnTo>
                <a:close/>
              </a:path>
              <a:path w="1464309" h="1167764">
                <a:moveTo>
                  <a:pt x="1445234" y="1157744"/>
                </a:moveTo>
                <a:lnTo>
                  <a:pt x="210527" y="1157744"/>
                </a:lnTo>
                <a:lnTo>
                  <a:pt x="210527" y="1148219"/>
                </a:lnTo>
                <a:lnTo>
                  <a:pt x="1445234" y="1148219"/>
                </a:lnTo>
                <a:lnTo>
                  <a:pt x="1445234" y="1157744"/>
                </a:lnTo>
                <a:close/>
              </a:path>
              <a:path w="1464309" h="1167764">
                <a:moveTo>
                  <a:pt x="1464284" y="1157744"/>
                </a:moveTo>
                <a:lnTo>
                  <a:pt x="1445234" y="1157744"/>
                </a:lnTo>
                <a:lnTo>
                  <a:pt x="1454759" y="1148219"/>
                </a:lnTo>
                <a:lnTo>
                  <a:pt x="1464284" y="1148219"/>
                </a:lnTo>
                <a:lnTo>
                  <a:pt x="1464284" y="11577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340896" y="3343833"/>
            <a:ext cx="3583940" cy="2131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767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内电</a:t>
            </a:r>
            <a:r>
              <a:rPr dirty="0" sz="2400" spc="-5" b="1">
                <a:latin typeface="华文楷体"/>
                <a:cs typeface="华文楷体"/>
              </a:rPr>
              <a:t>路</a:t>
            </a:r>
            <a:endParaRPr sz="2400">
              <a:latin typeface="华文楷体"/>
              <a:cs typeface="华文楷体"/>
            </a:endParaRPr>
          </a:p>
          <a:p>
            <a:pPr marL="443865">
              <a:lnSpc>
                <a:spcPct val="100000"/>
              </a:lnSpc>
              <a:spcBef>
                <a:spcPts val="2770"/>
              </a:spcBef>
            </a:pPr>
            <a:r>
              <a:rPr dirty="0" sz="2400" spc="-5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dirty="0" baseline="-17921" sz="2325" spc="7" b="1">
                <a:solidFill>
                  <a:srgbClr val="FF0000"/>
                </a:solidFill>
                <a:latin typeface="华文楷体"/>
                <a:cs typeface="华文楷体"/>
              </a:rPr>
              <a:t>电</a:t>
            </a:r>
            <a:endParaRPr baseline="-17921" sz="2325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2400" spc="-5" b="1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dirty="0" baseline="-17921" sz="2325" spc="7" b="1">
                <a:solidFill>
                  <a:srgbClr val="0000FF"/>
                </a:solidFill>
                <a:latin typeface="华文楷体"/>
                <a:cs typeface="华文楷体"/>
              </a:rPr>
              <a:t>非</a:t>
            </a:r>
            <a:endParaRPr baseline="-17921" sz="2325">
              <a:latin typeface="华文楷体"/>
              <a:cs typeface="华文楷体"/>
            </a:endParaRPr>
          </a:p>
          <a:p>
            <a:pPr algn="r" marR="5080">
              <a:lnSpc>
                <a:spcPct val="100000"/>
              </a:lnSpc>
              <a:spcBef>
                <a:spcPts val="1730"/>
              </a:spcBef>
            </a:pPr>
            <a:r>
              <a:rPr dirty="0" sz="2400" b="1">
                <a:latin typeface="华文楷体"/>
                <a:cs typeface="华文楷体"/>
              </a:rPr>
              <a:t>外电</a:t>
            </a:r>
            <a:r>
              <a:rPr dirty="0" sz="2400" spc="-5" b="1">
                <a:latin typeface="华文楷体"/>
                <a:cs typeface="华文楷体"/>
              </a:rPr>
              <a:t>路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60400">
              <a:lnSpc>
                <a:spcPct val="100000"/>
              </a:lnSpc>
              <a:spcBef>
                <a:spcPts val="100"/>
              </a:spcBef>
            </a:pPr>
            <a:r>
              <a:rPr dirty="0"/>
              <a:t>提出问题2</a:t>
            </a:r>
          </a:p>
        </p:txBody>
      </p:sp>
      <p:sp>
        <p:nvSpPr>
          <p:cNvPr id="3" name="object 3"/>
          <p:cNvSpPr/>
          <p:nvPr/>
        </p:nvSpPr>
        <p:spPr>
          <a:xfrm>
            <a:off x="3525113" y="181226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17520" y="15041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17164" y="1728216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024466" y="2169807"/>
            <a:ext cx="6438265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5814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如图，导体棒在匀强磁场中运动，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产</a:t>
            </a:r>
            <a:r>
              <a:rPr dirty="0" sz="2800" spc="-5" b="1">
                <a:solidFill>
                  <a:srgbClr val="FF0000"/>
                </a:solidFill>
                <a:latin typeface="华文楷体"/>
                <a:cs typeface="华文楷体"/>
              </a:rPr>
              <a:t>生 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动生电动势的非静电力是什么力提供的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159495" y="4346447"/>
            <a:ext cx="1453896" cy="14538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40608" y="3131820"/>
            <a:ext cx="1943100" cy="24292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25113" y="181226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17520" y="15041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17164" y="1728216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269471" y="2344750"/>
            <a:ext cx="4161790" cy="21704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60325" marR="5080">
              <a:lnSpc>
                <a:spcPct val="99300"/>
              </a:lnSpc>
              <a:spcBef>
                <a:spcPts val="120"/>
              </a:spcBef>
            </a:pPr>
            <a:r>
              <a:rPr dirty="0" sz="2400" b="1">
                <a:latin typeface="华文楷体"/>
                <a:cs typeface="华文楷体"/>
              </a:rPr>
              <a:t>如图，导体棒</a:t>
            </a:r>
            <a:r>
              <a:rPr dirty="0" sz="2400" spc="-5" b="1" i="1">
                <a:latin typeface="Times New Roman"/>
                <a:cs typeface="Times New Roman"/>
              </a:rPr>
              <a:t>C</a:t>
            </a:r>
            <a:r>
              <a:rPr dirty="0" sz="2400" b="1" i="1">
                <a:latin typeface="Times New Roman"/>
                <a:cs typeface="Times New Roman"/>
              </a:rPr>
              <a:t>D</a:t>
            </a:r>
            <a:r>
              <a:rPr dirty="0" sz="2400" b="1">
                <a:latin typeface="华文楷体"/>
                <a:cs typeface="华文楷体"/>
              </a:rPr>
              <a:t>在匀强磁场</a:t>
            </a:r>
            <a:r>
              <a:rPr dirty="0" sz="2400" spc="-5" b="1">
                <a:latin typeface="华文楷体"/>
                <a:cs typeface="华文楷体"/>
              </a:rPr>
              <a:t>中 </a:t>
            </a:r>
            <a:r>
              <a:rPr dirty="0" sz="2400" b="1">
                <a:latin typeface="华文楷体"/>
                <a:cs typeface="华文楷体"/>
              </a:rPr>
              <a:t>运动，速度方向与磁感应强</a:t>
            </a:r>
            <a:r>
              <a:rPr dirty="0" sz="2400" spc="-5" b="1">
                <a:latin typeface="华文楷体"/>
                <a:cs typeface="华文楷体"/>
              </a:rPr>
              <a:t>度 </a:t>
            </a:r>
            <a:r>
              <a:rPr dirty="0" sz="2400" b="1">
                <a:latin typeface="华文楷体"/>
                <a:cs typeface="华文楷体"/>
              </a:rPr>
              <a:t>方向垂直，且与导体棒垂直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 marL="12700" marR="17145" indent="153670">
              <a:lnSpc>
                <a:spcPct val="100000"/>
              </a:lnSpc>
              <a:spcBef>
                <a:spcPts val="2525"/>
              </a:spcBef>
            </a:pP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为便于讨论，假设导体棒中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的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自由电荷是正电荷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49963" y="1283665"/>
            <a:ext cx="1739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提出问题2</a:t>
            </a:r>
          </a:p>
        </p:txBody>
      </p:sp>
      <p:sp>
        <p:nvSpPr>
          <p:cNvPr id="7" name="object 7"/>
          <p:cNvSpPr/>
          <p:nvPr/>
        </p:nvSpPr>
        <p:spPr>
          <a:xfrm>
            <a:off x="8159495" y="4346447"/>
            <a:ext cx="1453896" cy="14538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41078" y="2331440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526878" y="2331440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26978" y="2331440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069928" y="2331440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841078" y="2989300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526878" y="2989300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326978" y="2989300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069928" y="2989300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41078" y="3647160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517353" y="3647160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339678" y="3647160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079453" y="3647160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841078" y="4305020"/>
            <a:ext cx="196227" cy="1953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517353" y="4305020"/>
            <a:ext cx="196227" cy="1953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339678" y="4305020"/>
            <a:ext cx="196227" cy="1953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079453" y="4305020"/>
            <a:ext cx="196227" cy="1953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841078" y="4962880"/>
            <a:ext cx="196227" cy="1953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517353" y="4962880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799054" y="2212568"/>
            <a:ext cx="30480" cy="3047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339678" y="4962880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079453" y="4962880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832859" y="2299716"/>
            <a:ext cx="431800" cy="2700655"/>
          </a:xfrm>
          <a:custGeom>
            <a:avLst/>
            <a:gdLst/>
            <a:ahLst/>
            <a:cxnLst/>
            <a:rect l="l" t="t" r="r" b="b"/>
            <a:pathLst>
              <a:path w="431800" h="2700654">
                <a:moveTo>
                  <a:pt x="0" y="0"/>
                </a:moveTo>
                <a:lnTo>
                  <a:pt x="431291" y="0"/>
                </a:lnTo>
                <a:lnTo>
                  <a:pt x="431291" y="2700528"/>
                </a:lnTo>
                <a:lnTo>
                  <a:pt x="0" y="2700528"/>
                </a:lnTo>
                <a:lnTo>
                  <a:pt x="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818077" y="2284857"/>
            <a:ext cx="460375" cy="2729230"/>
          </a:xfrm>
          <a:custGeom>
            <a:avLst/>
            <a:gdLst/>
            <a:ahLst/>
            <a:cxnLst/>
            <a:rect l="l" t="t" r="r" b="b"/>
            <a:pathLst>
              <a:path w="460375" h="2729229">
                <a:moveTo>
                  <a:pt x="460375" y="2728912"/>
                </a:moveTo>
                <a:lnTo>
                  <a:pt x="0" y="2728912"/>
                </a:lnTo>
                <a:lnTo>
                  <a:pt x="0" y="0"/>
                </a:lnTo>
                <a:lnTo>
                  <a:pt x="460375" y="0"/>
                </a:lnTo>
                <a:lnTo>
                  <a:pt x="460375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2700337"/>
                </a:lnTo>
                <a:lnTo>
                  <a:pt x="14287" y="2700337"/>
                </a:lnTo>
                <a:lnTo>
                  <a:pt x="28575" y="2714625"/>
                </a:lnTo>
                <a:lnTo>
                  <a:pt x="460375" y="2714625"/>
                </a:lnTo>
                <a:lnTo>
                  <a:pt x="460375" y="2728912"/>
                </a:lnTo>
                <a:close/>
              </a:path>
              <a:path w="460375" h="2729229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460375" h="2729229">
                <a:moveTo>
                  <a:pt x="431800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431800" y="14287"/>
                </a:lnTo>
                <a:lnTo>
                  <a:pt x="431800" y="28575"/>
                </a:lnTo>
                <a:close/>
              </a:path>
              <a:path w="460375" h="2729229">
                <a:moveTo>
                  <a:pt x="431800" y="2714625"/>
                </a:moveTo>
                <a:lnTo>
                  <a:pt x="431800" y="14287"/>
                </a:lnTo>
                <a:lnTo>
                  <a:pt x="446087" y="28575"/>
                </a:lnTo>
                <a:lnTo>
                  <a:pt x="460375" y="28575"/>
                </a:lnTo>
                <a:lnTo>
                  <a:pt x="460375" y="2700337"/>
                </a:lnTo>
                <a:lnTo>
                  <a:pt x="446087" y="2700337"/>
                </a:lnTo>
                <a:lnTo>
                  <a:pt x="431800" y="2714625"/>
                </a:lnTo>
                <a:close/>
              </a:path>
              <a:path w="460375" h="2729229">
                <a:moveTo>
                  <a:pt x="460375" y="28575"/>
                </a:moveTo>
                <a:lnTo>
                  <a:pt x="446087" y="28575"/>
                </a:lnTo>
                <a:lnTo>
                  <a:pt x="431800" y="14287"/>
                </a:lnTo>
                <a:lnTo>
                  <a:pt x="460375" y="14287"/>
                </a:lnTo>
                <a:lnTo>
                  <a:pt x="460375" y="28575"/>
                </a:lnTo>
                <a:close/>
              </a:path>
              <a:path w="460375" h="2729229">
                <a:moveTo>
                  <a:pt x="28575" y="2714625"/>
                </a:moveTo>
                <a:lnTo>
                  <a:pt x="14287" y="2700337"/>
                </a:lnTo>
                <a:lnTo>
                  <a:pt x="28575" y="2700337"/>
                </a:lnTo>
                <a:lnTo>
                  <a:pt x="28575" y="2714625"/>
                </a:lnTo>
                <a:close/>
              </a:path>
              <a:path w="460375" h="2729229">
                <a:moveTo>
                  <a:pt x="431800" y="2714625"/>
                </a:moveTo>
                <a:lnTo>
                  <a:pt x="28575" y="2714625"/>
                </a:lnTo>
                <a:lnTo>
                  <a:pt x="28575" y="2700337"/>
                </a:lnTo>
                <a:lnTo>
                  <a:pt x="431800" y="2700337"/>
                </a:lnTo>
                <a:lnTo>
                  <a:pt x="431800" y="2714625"/>
                </a:lnTo>
                <a:close/>
              </a:path>
              <a:path w="460375" h="2729229">
                <a:moveTo>
                  <a:pt x="460375" y="2714625"/>
                </a:moveTo>
                <a:lnTo>
                  <a:pt x="431800" y="2714625"/>
                </a:lnTo>
                <a:lnTo>
                  <a:pt x="446087" y="2700337"/>
                </a:lnTo>
                <a:lnTo>
                  <a:pt x="460375" y="2700337"/>
                </a:lnTo>
                <a:lnTo>
                  <a:pt x="460375" y="2714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359414" y="3420262"/>
            <a:ext cx="866140" cy="171450"/>
          </a:xfrm>
          <a:custGeom>
            <a:avLst/>
            <a:gdLst/>
            <a:ahLst/>
            <a:cxnLst/>
            <a:rect l="l" t="t" r="r" b="b"/>
            <a:pathLst>
              <a:path w="866139" h="171450">
                <a:moveTo>
                  <a:pt x="694270" y="171450"/>
                </a:moveTo>
                <a:lnTo>
                  <a:pt x="779995" y="85725"/>
                </a:lnTo>
                <a:lnTo>
                  <a:pt x="694270" y="0"/>
                </a:lnTo>
                <a:lnTo>
                  <a:pt x="808570" y="57150"/>
                </a:lnTo>
                <a:lnTo>
                  <a:pt x="801433" y="57150"/>
                </a:lnTo>
                <a:lnTo>
                  <a:pt x="801433" y="114300"/>
                </a:lnTo>
                <a:lnTo>
                  <a:pt x="808570" y="114300"/>
                </a:lnTo>
                <a:lnTo>
                  <a:pt x="694270" y="171450"/>
                </a:lnTo>
                <a:close/>
              </a:path>
              <a:path w="866139" h="171450">
                <a:moveTo>
                  <a:pt x="751420" y="114300"/>
                </a:moveTo>
                <a:lnTo>
                  <a:pt x="0" y="114300"/>
                </a:lnTo>
                <a:lnTo>
                  <a:pt x="0" y="57150"/>
                </a:lnTo>
                <a:lnTo>
                  <a:pt x="751420" y="57150"/>
                </a:lnTo>
                <a:lnTo>
                  <a:pt x="779995" y="85725"/>
                </a:lnTo>
                <a:lnTo>
                  <a:pt x="751420" y="114300"/>
                </a:lnTo>
                <a:close/>
              </a:path>
              <a:path w="866139" h="171450">
                <a:moveTo>
                  <a:pt x="808570" y="114300"/>
                </a:moveTo>
                <a:lnTo>
                  <a:pt x="801433" y="114300"/>
                </a:lnTo>
                <a:lnTo>
                  <a:pt x="801433" y="57150"/>
                </a:lnTo>
                <a:lnTo>
                  <a:pt x="808570" y="57150"/>
                </a:lnTo>
                <a:lnTo>
                  <a:pt x="865720" y="85725"/>
                </a:lnTo>
                <a:lnTo>
                  <a:pt x="80857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704054" y="3060712"/>
            <a:ext cx="2032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Book Antiqua"/>
                <a:cs typeface="Book Antiqua"/>
              </a:rPr>
              <a:t>v</a:t>
            </a:r>
            <a:endParaRPr sz="2800">
              <a:latin typeface="Book Antiqua"/>
              <a:cs typeface="Book Antiqu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910114" y="2685033"/>
            <a:ext cx="297815" cy="297180"/>
          </a:xfrm>
          <a:custGeom>
            <a:avLst/>
            <a:gdLst/>
            <a:ahLst/>
            <a:cxnLst/>
            <a:rect l="l" t="t" r="r" b="b"/>
            <a:pathLst>
              <a:path w="297814" h="297180">
                <a:moveTo>
                  <a:pt x="163779" y="297180"/>
                </a:moveTo>
                <a:lnTo>
                  <a:pt x="133375" y="297180"/>
                </a:lnTo>
                <a:lnTo>
                  <a:pt x="111417" y="293370"/>
                </a:lnTo>
                <a:lnTo>
                  <a:pt x="104584" y="290830"/>
                </a:lnTo>
                <a:lnTo>
                  <a:pt x="97459" y="288290"/>
                </a:lnTo>
                <a:lnTo>
                  <a:pt x="59626" y="267970"/>
                </a:lnTo>
                <a:lnTo>
                  <a:pt x="54013" y="262890"/>
                </a:lnTo>
                <a:lnTo>
                  <a:pt x="48628" y="259080"/>
                </a:lnTo>
                <a:lnTo>
                  <a:pt x="43472" y="254000"/>
                </a:lnTo>
                <a:lnTo>
                  <a:pt x="38544" y="248920"/>
                </a:lnTo>
                <a:lnTo>
                  <a:pt x="33883" y="243840"/>
                </a:lnTo>
                <a:lnTo>
                  <a:pt x="29603" y="237490"/>
                </a:lnTo>
                <a:lnTo>
                  <a:pt x="25336" y="232410"/>
                </a:lnTo>
                <a:lnTo>
                  <a:pt x="8978" y="199390"/>
                </a:lnTo>
                <a:lnTo>
                  <a:pt x="6654" y="193040"/>
                </a:lnTo>
                <a:lnTo>
                  <a:pt x="0" y="148590"/>
                </a:lnTo>
                <a:lnTo>
                  <a:pt x="190" y="140970"/>
                </a:lnTo>
                <a:lnTo>
                  <a:pt x="9067" y="96520"/>
                </a:lnTo>
                <a:lnTo>
                  <a:pt x="29603" y="59690"/>
                </a:lnTo>
                <a:lnTo>
                  <a:pt x="34023" y="53340"/>
                </a:lnTo>
                <a:lnTo>
                  <a:pt x="65646" y="25400"/>
                </a:lnTo>
                <a:lnTo>
                  <a:pt x="71678" y="20320"/>
                </a:lnTo>
                <a:lnTo>
                  <a:pt x="77914" y="17780"/>
                </a:lnTo>
                <a:lnTo>
                  <a:pt x="84328" y="13970"/>
                </a:lnTo>
                <a:lnTo>
                  <a:pt x="97675" y="8890"/>
                </a:lnTo>
                <a:lnTo>
                  <a:pt x="111645" y="3810"/>
                </a:lnTo>
                <a:lnTo>
                  <a:pt x="118618" y="2540"/>
                </a:lnTo>
                <a:lnTo>
                  <a:pt x="133616" y="0"/>
                </a:lnTo>
                <a:lnTo>
                  <a:pt x="164020" y="0"/>
                </a:lnTo>
                <a:lnTo>
                  <a:pt x="185966" y="3810"/>
                </a:lnTo>
                <a:lnTo>
                  <a:pt x="199936" y="8890"/>
                </a:lnTo>
                <a:lnTo>
                  <a:pt x="141655" y="8890"/>
                </a:lnTo>
                <a:lnTo>
                  <a:pt x="134340" y="10160"/>
                </a:lnTo>
                <a:lnTo>
                  <a:pt x="127622" y="10160"/>
                </a:lnTo>
                <a:lnTo>
                  <a:pt x="120523" y="11430"/>
                </a:lnTo>
                <a:lnTo>
                  <a:pt x="120764" y="11430"/>
                </a:lnTo>
                <a:lnTo>
                  <a:pt x="113804" y="12700"/>
                </a:lnTo>
                <a:lnTo>
                  <a:pt x="114033" y="12700"/>
                </a:lnTo>
                <a:lnTo>
                  <a:pt x="107200" y="15240"/>
                </a:lnTo>
                <a:lnTo>
                  <a:pt x="107429" y="15240"/>
                </a:lnTo>
                <a:lnTo>
                  <a:pt x="100736" y="17780"/>
                </a:lnTo>
                <a:lnTo>
                  <a:pt x="100965" y="17780"/>
                </a:lnTo>
                <a:lnTo>
                  <a:pt x="94424" y="20320"/>
                </a:lnTo>
                <a:lnTo>
                  <a:pt x="94640" y="20320"/>
                </a:lnTo>
                <a:lnTo>
                  <a:pt x="88265" y="22860"/>
                </a:lnTo>
                <a:lnTo>
                  <a:pt x="88468" y="22860"/>
                </a:lnTo>
                <a:lnTo>
                  <a:pt x="82270" y="25400"/>
                </a:lnTo>
                <a:lnTo>
                  <a:pt x="82473" y="25400"/>
                </a:lnTo>
                <a:lnTo>
                  <a:pt x="76441" y="29210"/>
                </a:lnTo>
                <a:lnTo>
                  <a:pt x="76644" y="29210"/>
                </a:lnTo>
                <a:lnTo>
                  <a:pt x="70802" y="33020"/>
                </a:lnTo>
                <a:lnTo>
                  <a:pt x="70993" y="33020"/>
                </a:lnTo>
                <a:lnTo>
                  <a:pt x="65341" y="36830"/>
                </a:lnTo>
                <a:lnTo>
                  <a:pt x="65532" y="36830"/>
                </a:lnTo>
                <a:lnTo>
                  <a:pt x="60096" y="40640"/>
                </a:lnTo>
                <a:lnTo>
                  <a:pt x="60261" y="40640"/>
                </a:lnTo>
                <a:lnTo>
                  <a:pt x="56346" y="44450"/>
                </a:lnTo>
                <a:lnTo>
                  <a:pt x="55206" y="44450"/>
                </a:lnTo>
                <a:lnTo>
                  <a:pt x="50215" y="49530"/>
                </a:lnTo>
                <a:lnTo>
                  <a:pt x="50368" y="49530"/>
                </a:lnTo>
                <a:lnTo>
                  <a:pt x="45605" y="54610"/>
                </a:lnTo>
                <a:lnTo>
                  <a:pt x="45758" y="54610"/>
                </a:lnTo>
                <a:lnTo>
                  <a:pt x="41236" y="59690"/>
                </a:lnTo>
                <a:lnTo>
                  <a:pt x="41376" y="59690"/>
                </a:lnTo>
                <a:lnTo>
                  <a:pt x="37109" y="64770"/>
                </a:lnTo>
                <a:lnTo>
                  <a:pt x="37249" y="64770"/>
                </a:lnTo>
                <a:lnTo>
                  <a:pt x="34038" y="69850"/>
                </a:lnTo>
                <a:lnTo>
                  <a:pt x="33362" y="69850"/>
                </a:lnTo>
                <a:lnTo>
                  <a:pt x="29616" y="76200"/>
                </a:lnTo>
                <a:lnTo>
                  <a:pt x="26957" y="81280"/>
                </a:lnTo>
                <a:lnTo>
                  <a:pt x="26377" y="81280"/>
                </a:lnTo>
                <a:lnTo>
                  <a:pt x="23202" y="87630"/>
                </a:lnTo>
                <a:lnTo>
                  <a:pt x="20421" y="93980"/>
                </a:lnTo>
                <a:lnTo>
                  <a:pt x="17932" y="100330"/>
                </a:lnTo>
                <a:lnTo>
                  <a:pt x="15748" y="106680"/>
                </a:lnTo>
                <a:lnTo>
                  <a:pt x="14202" y="113030"/>
                </a:lnTo>
                <a:lnTo>
                  <a:pt x="13931" y="113030"/>
                </a:lnTo>
                <a:lnTo>
                  <a:pt x="12331" y="120650"/>
                </a:lnTo>
                <a:lnTo>
                  <a:pt x="11112" y="127000"/>
                </a:lnTo>
                <a:lnTo>
                  <a:pt x="10236" y="134620"/>
                </a:lnTo>
                <a:lnTo>
                  <a:pt x="9702" y="140970"/>
                </a:lnTo>
                <a:lnTo>
                  <a:pt x="9525" y="148590"/>
                </a:lnTo>
                <a:lnTo>
                  <a:pt x="9715" y="156210"/>
                </a:lnTo>
                <a:lnTo>
                  <a:pt x="10261" y="162560"/>
                </a:lnTo>
                <a:lnTo>
                  <a:pt x="11150" y="170180"/>
                </a:lnTo>
                <a:lnTo>
                  <a:pt x="12382" y="176530"/>
                </a:lnTo>
                <a:lnTo>
                  <a:pt x="13931" y="184150"/>
                </a:lnTo>
                <a:lnTo>
                  <a:pt x="14202" y="184150"/>
                </a:lnTo>
                <a:lnTo>
                  <a:pt x="15811" y="190500"/>
                </a:lnTo>
                <a:lnTo>
                  <a:pt x="18008" y="196850"/>
                </a:lnTo>
                <a:lnTo>
                  <a:pt x="20510" y="203200"/>
                </a:lnTo>
                <a:lnTo>
                  <a:pt x="23304" y="209550"/>
                </a:lnTo>
                <a:lnTo>
                  <a:pt x="26377" y="214630"/>
                </a:lnTo>
                <a:lnTo>
                  <a:pt x="29730" y="220980"/>
                </a:lnTo>
                <a:lnTo>
                  <a:pt x="33362" y="226060"/>
                </a:lnTo>
                <a:lnTo>
                  <a:pt x="37249" y="232410"/>
                </a:lnTo>
                <a:lnTo>
                  <a:pt x="37109" y="232410"/>
                </a:lnTo>
                <a:lnTo>
                  <a:pt x="41376" y="237490"/>
                </a:lnTo>
                <a:lnTo>
                  <a:pt x="41236" y="237490"/>
                </a:lnTo>
                <a:lnTo>
                  <a:pt x="45758" y="242570"/>
                </a:lnTo>
                <a:lnTo>
                  <a:pt x="45605" y="242570"/>
                </a:lnTo>
                <a:lnTo>
                  <a:pt x="50368" y="247650"/>
                </a:lnTo>
                <a:lnTo>
                  <a:pt x="50215" y="247650"/>
                </a:lnTo>
                <a:lnTo>
                  <a:pt x="55206" y="251460"/>
                </a:lnTo>
                <a:lnTo>
                  <a:pt x="55041" y="251460"/>
                </a:lnTo>
                <a:lnTo>
                  <a:pt x="60261" y="256540"/>
                </a:lnTo>
                <a:lnTo>
                  <a:pt x="60096" y="256540"/>
                </a:lnTo>
                <a:lnTo>
                  <a:pt x="65532" y="260350"/>
                </a:lnTo>
                <a:lnTo>
                  <a:pt x="65341" y="260350"/>
                </a:lnTo>
                <a:lnTo>
                  <a:pt x="70993" y="264160"/>
                </a:lnTo>
                <a:lnTo>
                  <a:pt x="70802" y="264160"/>
                </a:lnTo>
                <a:lnTo>
                  <a:pt x="76644" y="267970"/>
                </a:lnTo>
                <a:lnTo>
                  <a:pt x="76441" y="267970"/>
                </a:lnTo>
                <a:lnTo>
                  <a:pt x="82473" y="271780"/>
                </a:lnTo>
                <a:lnTo>
                  <a:pt x="82270" y="271780"/>
                </a:lnTo>
                <a:lnTo>
                  <a:pt x="88468" y="274320"/>
                </a:lnTo>
                <a:lnTo>
                  <a:pt x="88265" y="274320"/>
                </a:lnTo>
                <a:lnTo>
                  <a:pt x="94640" y="276860"/>
                </a:lnTo>
                <a:lnTo>
                  <a:pt x="94424" y="276860"/>
                </a:lnTo>
                <a:lnTo>
                  <a:pt x="100965" y="279400"/>
                </a:lnTo>
                <a:lnTo>
                  <a:pt x="100736" y="279400"/>
                </a:lnTo>
                <a:lnTo>
                  <a:pt x="107429" y="281940"/>
                </a:lnTo>
                <a:lnTo>
                  <a:pt x="107200" y="281940"/>
                </a:lnTo>
                <a:lnTo>
                  <a:pt x="114033" y="283210"/>
                </a:lnTo>
                <a:lnTo>
                  <a:pt x="113804" y="283210"/>
                </a:lnTo>
                <a:lnTo>
                  <a:pt x="120764" y="285750"/>
                </a:lnTo>
                <a:lnTo>
                  <a:pt x="120523" y="285750"/>
                </a:lnTo>
                <a:lnTo>
                  <a:pt x="127622" y="287020"/>
                </a:lnTo>
                <a:lnTo>
                  <a:pt x="134340" y="287020"/>
                </a:lnTo>
                <a:lnTo>
                  <a:pt x="141655" y="288290"/>
                </a:lnTo>
                <a:lnTo>
                  <a:pt x="199720" y="288290"/>
                </a:lnTo>
                <a:lnTo>
                  <a:pt x="185966" y="293370"/>
                </a:lnTo>
                <a:lnTo>
                  <a:pt x="163779" y="297180"/>
                </a:lnTo>
                <a:close/>
              </a:path>
              <a:path w="297814" h="297180">
                <a:moveTo>
                  <a:pt x="242354" y="45720"/>
                </a:moveTo>
                <a:lnTo>
                  <a:pt x="237121" y="40640"/>
                </a:lnTo>
                <a:lnTo>
                  <a:pt x="237299" y="40640"/>
                </a:lnTo>
                <a:lnTo>
                  <a:pt x="231863" y="36830"/>
                </a:lnTo>
                <a:lnTo>
                  <a:pt x="232041" y="36830"/>
                </a:lnTo>
                <a:lnTo>
                  <a:pt x="226402" y="33020"/>
                </a:lnTo>
                <a:lnTo>
                  <a:pt x="226593" y="33020"/>
                </a:lnTo>
                <a:lnTo>
                  <a:pt x="220751" y="29210"/>
                </a:lnTo>
                <a:lnTo>
                  <a:pt x="220954" y="29210"/>
                </a:lnTo>
                <a:lnTo>
                  <a:pt x="214922" y="25400"/>
                </a:lnTo>
                <a:lnTo>
                  <a:pt x="215125" y="25400"/>
                </a:lnTo>
                <a:lnTo>
                  <a:pt x="208915" y="22860"/>
                </a:lnTo>
                <a:lnTo>
                  <a:pt x="209130" y="22860"/>
                </a:lnTo>
                <a:lnTo>
                  <a:pt x="202755" y="20320"/>
                </a:lnTo>
                <a:lnTo>
                  <a:pt x="202971" y="20320"/>
                </a:lnTo>
                <a:lnTo>
                  <a:pt x="196430" y="17780"/>
                </a:lnTo>
                <a:lnTo>
                  <a:pt x="196659" y="17780"/>
                </a:lnTo>
                <a:lnTo>
                  <a:pt x="189966" y="15240"/>
                </a:lnTo>
                <a:lnTo>
                  <a:pt x="190195" y="15240"/>
                </a:lnTo>
                <a:lnTo>
                  <a:pt x="183362" y="12700"/>
                </a:lnTo>
                <a:lnTo>
                  <a:pt x="183591" y="12700"/>
                </a:lnTo>
                <a:lnTo>
                  <a:pt x="176631" y="11430"/>
                </a:lnTo>
                <a:lnTo>
                  <a:pt x="176860" y="11430"/>
                </a:lnTo>
                <a:lnTo>
                  <a:pt x="169773" y="10160"/>
                </a:lnTo>
                <a:lnTo>
                  <a:pt x="163055" y="10160"/>
                </a:lnTo>
                <a:lnTo>
                  <a:pt x="155740" y="8890"/>
                </a:lnTo>
                <a:lnTo>
                  <a:pt x="199936" y="8890"/>
                </a:lnTo>
                <a:lnTo>
                  <a:pt x="206692" y="11430"/>
                </a:lnTo>
                <a:lnTo>
                  <a:pt x="243205" y="33020"/>
                </a:lnTo>
                <a:lnTo>
                  <a:pt x="255152" y="44450"/>
                </a:lnTo>
                <a:lnTo>
                  <a:pt x="242176" y="44450"/>
                </a:lnTo>
                <a:lnTo>
                  <a:pt x="242354" y="45720"/>
                </a:lnTo>
                <a:close/>
              </a:path>
              <a:path w="297814" h="297180">
                <a:moveTo>
                  <a:pt x="55041" y="45720"/>
                </a:moveTo>
                <a:lnTo>
                  <a:pt x="55206" y="44450"/>
                </a:lnTo>
                <a:lnTo>
                  <a:pt x="56346" y="44450"/>
                </a:lnTo>
                <a:lnTo>
                  <a:pt x="55041" y="45720"/>
                </a:lnTo>
                <a:close/>
              </a:path>
              <a:path w="297814" h="297180">
                <a:moveTo>
                  <a:pt x="264160" y="71120"/>
                </a:moveTo>
                <a:lnTo>
                  <a:pt x="260146" y="64770"/>
                </a:lnTo>
                <a:lnTo>
                  <a:pt x="260286" y="64770"/>
                </a:lnTo>
                <a:lnTo>
                  <a:pt x="256006" y="59690"/>
                </a:lnTo>
                <a:lnTo>
                  <a:pt x="256159" y="59690"/>
                </a:lnTo>
                <a:lnTo>
                  <a:pt x="251637" y="54610"/>
                </a:lnTo>
                <a:lnTo>
                  <a:pt x="251790" y="54610"/>
                </a:lnTo>
                <a:lnTo>
                  <a:pt x="247015" y="49530"/>
                </a:lnTo>
                <a:lnTo>
                  <a:pt x="247180" y="49530"/>
                </a:lnTo>
                <a:lnTo>
                  <a:pt x="242176" y="44450"/>
                </a:lnTo>
                <a:lnTo>
                  <a:pt x="255152" y="44450"/>
                </a:lnTo>
                <a:lnTo>
                  <a:pt x="258838" y="48260"/>
                </a:lnTo>
                <a:lnTo>
                  <a:pt x="263512" y="53340"/>
                </a:lnTo>
                <a:lnTo>
                  <a:pt x="267919" y="59690"/>
                </a:lnTo>
                <a:lnTo>
                  <a:pt x="272059" y="64770"/>
                </a:lnTo>
                <a:lnTo>
                  <a:pt x="275056" y="69850"/>
                </a:lnTo>
                <a:lnTo>
                  <a:pt x="264033" y="69850"/>
                </a:lnTo>
                <a:lnTo>
                  <a:pt x="264160" y="71120"/>
                </a:lnTo>
                <a:close/>
              </a:path>
              <a:path w="297814" h="297180">
                <a:moveTo>
                  <a:pt x="33235" y="71120"/>
                </a:moveTo>
                <a:lnTo>
                  <a:pt x="33362" y="69850"/>
                </a:lnTo>
                <a:lnTo>
                  <a:pt x="34038" y="69850"/>
                </a:lnTo>
                <a:lnTo>
                  <a:pt x="33235" y="71120"/>
                </a:lnTo>
                <a:close/>
              </a:path>
              <a:path w="297814" h="297180">
                <a:moveTo>
                  <a:pt x="271119" y="82550"/>
                </a:moveTo>
                <a:lnTo>
                  <a:pt x="267665" y="76200"/>
                </a:lnTo>
                <a:lnTo>
                  <a:pt x="264033" y="69850"/>
                </a:lnTo>
                <a:lnTo>
                  <a:pt x="275056" y="69850"/>
                </a:lnTo>
                <a:lnTo>
                  <a:pt x="279501" y="77470"/>
                </a:lnTo>
                <a:lnTo>
                  <a:pt x="281467" y="81280"/>
                </a:lnTo>
                <a:lnTo>
                  <a:pt x="271018" y="81280"/>
                </a:lnTo>
                <a:lnTo>
                  <a:pt x="271119" y="82550"/>
                </a:lnTo>
                <a:close/>
              </a:path>
              <a:path w="297814" h="297180">
                <a:moveTo>
                  <a:pt x="26263" y="82550"/>
                </a:moveTo>
                <a:lnTo>
                  <a:pt x="26377" y="81280"/>
                </a:lnTo>
                <a:lnTo>
                  <a:pt x="26957" y="81280"/>
                </a:lnTo>
                <a:lnTo>
                  <a:pt x="26263" y="82550"/>
                </a:lnTo>
                <a:close/>
              </a:path>
              <a:path w="297814" h="297180">
                <a:moveTo>
                  <a:pt x="283514" y="114300"/>
                </a:moveTo>
                <a:lnTo>
                  <a:pt x="281571" y="106680"/>
                </a:lnTo>
                <a:lnTo>
                  <a:pt x="279387" y="100330"/>
                </a:lnTo>
                <a:lnTo>
                  <a:pt x="276885" y="93980"/>
                </a:lnTo>
                <a:lnTo>
                  <a:pt x="274091" y="87630"/>
                </a:lnTo>
                <a:lnTo>
                  <a:pt x="271018" y="81280"/>
                </a:lnTo>
                <a:lnTo>
                  <a:pt x="281467" y="81280"/>
                </a:lnTo>
                <a:lnTo>
                  <a:pt x="282778" y="83820"/>
                </a:lnTo>
                <a:lnTo>
                  <a:pt x="285750" y="90170"/>
                </a:lnTo>
                <a:lnTo>
                  <a:pt x="288404" y="97790"/>
                </a:lnTo>
                <a:lnTo>
                  <a:pt x="290741" y="104140"/>
                </a:lnTo>
                <a:lnTo>
                  <a:pt x="292684" y="111760"/>
                </a:lnTo>
                <a:lnTo>
                  <a:pt x="293027" y="113030"/>
                </a:lnTo>
                <a:lnTo>
                  <a:pt x="283451" y="113030"/>
                </a:lnTo>
                <a:lnTo>
                  <a:pt x="283514" y="114300"/>
                </a:lnTo>
                <a:close/>
              </a:path>
              <a:path w="297814" h="297180">
                <a:moveTo>
                  <a:pt x="13881" y="114300"/>
                </a:moveTo>
                <a:lnTo>
                  <a:pt x="13931" y="113030"/>
                </a:lnTo>
                <a:lnTo>
                  <a:pt x="14202" y="113030"/>
                </a:lnTo>
                <a:lnTo>
                  <a:pt x="13881" y="114300"/>
                </a:lnTo>
                <a:close/>
              </a:path>
              <a:path w="297814" h="297180">
                <a:moveTo>
                  <a:pt x="293008" y="184150"/>
                </a:moveTo>
                <a:lnTo>
                  <a:pt x="283451" y="184150"/>
                </a:lnTo>
                <a:lnTo>
                  <a:pt x="285064" y="176530"/>
                </a:lnTo>
                <a:lnTo>
                  <a:pt x="286283" y="170180"/>
                </a:lnTo>
                <a:lnTo>
                  <a:pt x="287159" y="162560"/>
                </a:lnTo>
                <a:lnTo>
                  <a:pt x="287693" y="156210"/>
                </a:lnTo>
                <a:lnTo>
                  <a:pt x="287870" y="148590"/>
                </a:lnTo>
                <a:lnTo>
                  <a:pt x="287680" y="140970"/>
                </a:lnTo>
                <a:lnTo>
                  <a:pt x="287134" y="134620"/>
                </a:lnTo>
                <a:lnTo>
                  <a:pt x="286245" y="127000"/>
                </a:lnTo>
                <a:lnTo>
                  <a:pt x="285013" y="120650"/>
                </a:lnTo>
                <a:lnTo>
                  <a:pt x="283451" y="113030"/>
                </a:lnTo>
                <a:lnTo>
                  <a:pt x="293027" y="113030"/>
                </a:lnTo>
                <a:lnTo>
                  <a:pt x="297383" y="148590"/>
                </a:lnTo>
                <a:lnTo>
                  <a:pt x="297192" y="156210"/>
                </a:lnTo>
                <a:lnTo>
                  <a:pt x="296608" y="163830"/>
                </a:lnTo>
                <a:lnTo>
                  <a:pt x="295656" y="171450"/>
                </a:lnTo>
                <a:lnTo>
                  <a:pt x="294347" y="179070"/>
                </a:lnTo>
                <a:lnTo>
                  <a:pt x="293008" y="184150"/>
                </a:lnTo>
                <a:close/>
              </a:path>
              <a:path w="297814" h="297180">
                <a:moveTo>
                  <a:pt x="14202" y="184150"/>
                </a:moveTo>
                <a:lnTo>
                  <a:pt x="13931" y="184150"/>
                </a:lnTo>
                <a:lnTo>
                  <a:pt x="13881" y="182880"/>
                </a:lnTo>
                <a:lnTo>
                  <a:pt x="14202" y="184150"/>
                </a:lnTo>
                <a:close/>
              </a:path>
              <a:path w="297814" h="297180">
                <a:moveTo>
                  <a:pt x="199720" y="288290"/>
                </a:moveTo>
                <a:lnTo>
                  <a:pt x="155740" y="288290"/>
                </a:lnTo>
                <a:lnTo>
                  <a:pt x="163055" y="287020"/>
                </a:lnTo>
                <a:lnTo>
                  <a:pt x="169773" y="287020"/>
                </a:lnTo>
                <a:lnTo>
                  <a:pt x="176860" y="285750"/>
                </a:lnTo>
                <a:lnTo>
                  <a:pt x="176631" y="285750"/>
                </a:lnTo>
                <a:lnTo>
                  <a:pt x="183591" y="283210"/>
                </a:lnTo>
                <a:lnTo>
                  <a:pt x="183362" y="283210"/>
                </a:lnTo>
                <a:lnTo>
                  <a:pt x="190195" y="281940"/>
                </a:lnTo>
                <a:lnTo>
                  <a:pt x="189966" y="281940"/>
                </a:lnTo>
                <a:lnTo>
                  <a:pt x="196659" y="279400"/>
                </a:lnTo>
                <a:lnTo>
                  <a:pt x="196430" y="279400"/>
                </a:lnTo>
                <a:lnTo>
                  <a:pt x="202971" y="276860"/>
                </a:lnTo>
                <a:lnTo>
                  <a:pt x="202755" y="276860"/>
                </a:lnTo>
                <a:lnTo>
                  <a:pt x="209130" y="274320"/>
                </a:lnTo>
                <a:lnTo>
                  <a:pt x="208915" y="274320"/>
                </a:lnTo>
                <a:lnTo>
                  <a:pt x="215125" y="271780"/>
                </a:lnTo>
                <a:lnTo>
                  <a:pt x="214922" y="271780"/>
                </a:lnTo>
                <a:lnTo>
                  <a:pt x="220954" y="267970"/>
                </a:lnTo>
                <a:lnTo>
                  <a:pt x="220751" y="267970"/>
                </a:lnTo>
                <a:lnTo>
                  <a:pt x="226593" y="264160"/>
                </a:lnTo>
                <a:lnTo>
                  <a:pt x="226402" y="264160"/>
                </a:lnTo>
                <a:lnTo>
                  <a:pt x="232041" y="260350"/>
                </a:lnTo>
                <a:lnTo>
                  <a:pt x="231863" y="260350"/>
                </a:lnTo>
                <a:lnTo>
                  <a:pt x="237299" y="256540"/>
                </a:lnTo>
                <a:lnTo>
                  <a:pt x="237121" y="256540"/>
                </a:lnTo>
                <a:lnTo>
                  <a:pt x="242354" y="251460"/>
                </a:lnTo>
                <a:lnTo>
                  <a:pt x="242176" y="251460"/>
                </a:lnTo>
                <a:lnTo>
                  <a:pt x="247180" y="247650"/>
                </a:lnTo>
                <a:lnTo>
                  <a:pt x="247015" y="247650"/>
                </a:lnTo>
                <a:lnTo>
                  <a:pt x="251790" y="242570"/>
                </a:lnTo>
                <a:lnTo>
                  <a:pt x="251637" y="242570"/>
                </a:lnTo>
                <a:lnTo>
                  <a:pt x="256159" y="237490"/>
                </a:lnTo>
                <a:lnTo>
                  <a:pt x="256006" y="237490"/>
                </a:lnTo>
                <a:lnTo>
                  <a:pt x="260286" y="232410"/>
                </a:lnTo>
                <a:lnTo>
                  <a:pt x="260146" y="232410"/>
                </a:lnTo>
                <a:lnTo>
                  <a:pt x="264160" y="226060"/>
                </a:lnTo>
                <a:lnTo>
                  <a:pt x="267779" y="220980"/>
                </a:lnTo>
                <a:lnTo>
                  <a:pt x="271119" y="214630"/>
                </a:lnTo>
                <a:lnTo>
                  <a:pt x="274193" y="209550"/>
                </a:lnTo>
                <a:lnTo>
                  <a:pt x="276974" y="203200"/>
                </a:lnTo>
                <a:lnTo>
                  <a:pt x="279463" y="196850"/>
                </a:lnTo>
                <a:lnTo>
                  <a:pt x="281647" y="190500"/>
                </a:lnTo>
                <a:lnTo>
                  <a:pt x="283514" y="182880"/>
                </a:lnTo>
                <a:lnTo>
                  <a:pt x="283451" y="184150"/>
                </a:lnTo>
                <a:lnTo>
                  <a:pt x="293008" y="184150"/>
                </a:lnTo>
                <a:lnTo>
                  <a:pt x="290664" y="193040"/>
                </a:lnTo>
                <a:lnTo>
                  <a:pt x="288328" y="199390"/>
                </a:lnTo>
                <a:lnTo>
                  <a:pt x="285661" y="207010"/>
                </a:lnTo>
                <a:lnTo>
                  <a:pt x="267779" y="237490"/>
                </a:lnTo>
                <a:lnTo>
                  <a:pt x="263359" y="243840"/>
                </a:lnTo>
                <a:lnTo>
                  <a:pt x="225907" y="275590"/>
                </a:lnTo>
                <a:lnTo>
                  <a:pt x="213067" y="283210"/>
                </a:lnTo>
                <a:lnTo>
                  <a:pt x="199720" y="28829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3907802" y="1916201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904234" y="3357498"/>
            <a:ext cx="297815" cy="297180"/>
          </a:xfrm>
          <a:custGeom>
            <a:avLst/>
            <a:gdLst/>
            <a:ahLst/>
            <a:cxnLst/>
            <a:rect l="l" t="t" r="r" b="b"/>
            <a:pathLst>
              <a:path w="297814" h="297179">
                <a:moveTo>
                  <a:pt x="163766" y="297179"/>
                </a:moveTo>
                <a:lnTo>
                  <a:pt x="133375" y="297179"/>
                </a:lnTo>
                <a:lnTo>
                  <a:pt x="111417" y="293370"/>
                </a:lnTo>
                <a:lnTo>
                  <a:pt x="71475" y="275589"/>
                </a:lnTo>
                <a:lnTo>
                  <a:pt x="54013" y="262889"/>
                </a:lnTo>
                <a:lnTo>
                  <a:pt x="48615" y="259079"/>
                </a:lnTo>
                <a:lnTo>
                  <a:pt x="43459" y="254000"/>
                </a:lnTo>
                <a:lnTo>
                  <a:pt x="38544" y="248920"/>
                </a:lnTo>
                <a:lnTo>
                  <a:pt x="33870" y="243839"/>
                </a:lnTo>
                <a:lnTo>
                  <a:pt x="29463" y="237489"/>
                </a:lnTo>
                <a:lnTo>
                  <a:pt x="25323" y="232410"/>
                </a:lnTo>
                <a:lnTo>
                  <a:pt x="8978" y="199389"/>
                </a:lnTo>
                <a:lnTo>
                  <a:pt x="6642" y="193039"/>
                </a:lnTo>
                <a:lnTo>
                  <a:pt x="0" y="148589"/>
                </a:lnTo>
                <a:lnTo>
                  <a:pt x="177" y="140970"/>
                </a:lnTo>
                <a:lnTo>
                  <a:pt x="9055" y="96520"/>
                </a:lnTo>
                <a:lnTo>
                  <a:pt x="29603" y="59689"/>
                </a:lnTo>
                <a:lnTo>
                  <a:pt x="34023" y="53339"/>
                </a:lnTo>
                <a:lnTo>
                  <a:pt x="65633" y="25400"/>
                </a:lnTo>
                <a:lnTo>
                  <a:pt x="71678" y="20320"/>
                </a:lnTo>
                <a:lnTo>
                  <a:pt x="77901" y="17779"/>
                </a:lnTo>
                <a:lnTo>
                  <a:pt x="84327" y="13970"/>
                </a:lnTo>
                <a:lnTo>
                  <a:pt x="97447" y="8889"/>
                </a:lnTo>
                <a:lnTo>
                  <a:pt x="111417" y="3810"/>
                </a:lnTo>
                <a:lnTo>
                  <a:pt x="133616" y="0"/>
                </a:lnTo>
                <a:lnTo>
                  <a:pt x="164007" y="0"/>
                </a:lnTo>
                <a:lnTo>
                  <a:pt x="185966" y="3810"/>
                </a:lnTo>
                <a:lnTo>
                  <a:pt x="199923" y="8889"/>
                </a:lnTo>
                <a:lnTo>
                  <a:pt x="141643" y="8889"/>
                </a:lnTo>
                <a:lnTo>
                  <a:pt x="134340" y="10160"/>
                </a:lnTo>
                <a:lnTo>
                  <a:pt x="127609" y="10160"/>
                </a:lnTo>
                <a:lnTo>
                  <a:pt x="120523" y="11429"/>
                </a:lnTo>
                <a:lnTo>
                  <a:pt x="120751" y="11429"/>
                </a:lnTo>
                <a:lnTo>
                  <a:pt x="113791" y="12700"/>
                </a:lnTo>
                <a:lnTo>
                  <a:pt x="114020" y="12700"/>
                </a:lnTo>
                <a:lnTo>
                  <a:pt x="107187" y="15239"/>
                </a:lnTo>
                <a:lnTo>
                  <a:pt x="107416" y="15239"/>
                </a:lnTo>
                <a:lnTo>
                  <a:pt x="100736" y="17779"/>
                </a:lnTo>
                <a:lnTo>
                  <a:pt x="100952" y="17779"/>
                </a:lnTo>
                <a:lnTo>
                  <a:pt x="94411" y="20320"/>
                </a:lnTo>
                <a:lnTo>
                  <a:pt x="94627" y="20320"/>
                </a:lnTo>
                <a:lnTo>
                  <a:pt x="88252" y="22860"/>
                </a:lnTo>
                <a:lnTo>
                  <a:pt x="88468" y="22860"/>
                </a:lnTo>
                <a:lnTo>
                  <a:pt x="82257" y="25400"/>
                </a:lnTo>
                <a:lnTo>
                  <a:pt x="82461" y="25400"/>
                </a:lnTo>
                <a:lnTo>
                  <a:pt x="76428" y="29210"/>
                </a:lnTo>
                <a:lnTo>
                  <a:pt x="76631" y="29210"/>
                </a:lnTo>
                <a:lnTo>
                  <a:pt x="70789" y="33020"/>
                </a:lnTo>
                <a:lnTo>
                  <a:pt x="70980" y="33020"/>
                </a:lnTo>
                <a:lnTo>
                  <a:pt x="65341" y="36829"/>
                </a:lnTo>
                <a:lnTo>
                  <a:pt x="65519" y="36829"/>
                </a:lnTo>
                <a:lnTo>
                  <a:pt x="60083" y="40639"/>
                </a:lnTo>
                <a:lnTo>
                  <a:pt x="60261" y="40639"/>
                </a:lnTo>
                <a:lnTo>
                  <a:pt x="55041" y="45720"/>
                </a:lnTo>
                <a:lnTo>
                  <a:pt x="55206" y="45720"/>
                </a:lnTo>
                <a:lnTo>
                  <a:pt x="50203" y="49529"/>
                </a:lnTo>
                <a:lnTo>
                  <a:pt x="50368" y="49529"/>
                </a:lnTo>
                <a:lnTo>
                  <a:pt x="45605" y="54610"/>
                </a:lnTo>
                <a:lnTo>
                  <a:pt x="45758" y="54610"/>
                </a:lnTo>
                <a:lnTo>
                  <a:pt x="41224" y="59689"/>
                </a:lnTo>
                <a:lnTo>
                  <a:pt x="41376" y="59689"/>
                </a:lnTo>
                <a:lnTo>
                  <a:pt x="37096" y="64770"/>
                </a:lnTo>
                <a:lnTo>
                  <a:pt x="37236" y="64770"/>
                </a:lnTo>
                <a:lnTo>
                  <a:pt x="34025" y="69850"/>
                </a:lnTo>
                <a:lnTo>
                  <a:pt x="33350" y="69850"/>
                </a:lnTo>
                <a:lnTo>
                  <a:pt x="29603" y="76200"/>
                </a:lnTo>
                <a:lnTo>
                  <a:pt x="29730" y="76200"/>
                </a:lnTo>
                <a:lnTo>
                  <a:pt x="26957" y="81279"/>
                </a:lnTo>
                <a:lnTo>
                  <a:pt x="26365" y="81279"/>
                </a:lnTo>
                <a:lnTo>
                  <a:pt x="23190" y="87629"/>
                </a:lnTo>
                <a:lnTo>
                  <a:pt x="20408" y="93979"/>
                </a:lnTo>
                <a:lnTo>
                  <a:pt x="17919" y="100329"/>
                </a:lnTo>
                <a:lnTo>
                  <a:pt x="15735" y="106679"/>
                </a:lnTo>
                <a:lnTo>
                  <a:pt x="14192" y="113029"/>
                </a:lnTo>
                <a:lnTo>
                  <a:pt x="13931" y="113029"/>
                </a:lnTo>
                <a:lnTo>
                  <a:pt x="12318" y="120650"/>
                </a:lnTo>
                <a:lnTo>
                  <a:pt x="11099" y="127000"/>
                </a:lnTo>
                <a:lnTo>
                  <a:pt x="10223" y="134620"/>
                </a:lnTo>
                <a:lnTo>
                  <a:pt x="9690" y="140970"/>
                </a:lnTo>
                <a:lnTo>
                  <a:pt x="9512" y="148589"/>
                </a:lnTo>
                <a:lnTo>
                  <a:pt x="9702" y="156210"/>
                </a:lnTo>
                <a:lnTo>
                  <a:pt x="10248" y="162560"/>
                </a:lnTo>
                <a:lnTo>
                  <a:pt x="11137" y="170179"/>
                </a:lnTo>
                <a:lnTo>
                  <a:pt x="12369" y="176529"/>
                </a:lnTo>
                <a:lnTo>
                  <a:pt x="13931" y="184150"/>
                </a:lnTo>
                <a:lnTo>
                  <a:pt x="14192" y="184150"/>
                </a:lnTo>
                <a:lnTo>
                  <a:pt x="15811" y="190500"/>
                </a:lnTo>
                <a:lnTo>
                  <a:pt x="18008" y="196850"/>
                </a:lnTo>
                <a:lnTo>
                  <a:pt x="20497" y="203200"/>
                </a:lnTo>
                <a:lnTo>
                  <a:pt x="23291" y="209550"/>
                </a:lnTo>
                <a:lnTo>
                  <a:pt x="26365" y="214629"/>
                </a:lnTo>
                <a:lnTo>
                  <a:pt x="29730" y="220979"/>
                </a:lnTo>
                <a:lnTo>
                  <a:pt x="29603" y="220979"/>
                </a:lnTo>
                <a:lnTo>
                  <a:pt x="33350" y="226060"/>
                </a:lnTo>
                <a:lnTo>
                  <a:pt x="37236" y="232410"/>
                </a:lnTo>
                <a:lnTo>
                  <a:pt x="37096" y="232410"/>
                </a:lnTo>
                <a:lnTo>
                  <a:pt x="41376" y="237489"/>
                </a:lnTo>
                <a:lnTo>
                  <a:pt x="41224" y="237489"/>
                </a:lnTo>
                <a:lnTo>
                  <a:pt x="45758" y="242570"/>
                </a:lnTo>
                <a:lnTo>
                  <a:pt x="45605" y="242570"/>
                </a:lnTo>
                <a:lnTo>
                  <a:pt x="50368" y="247650"/>
                </a:lnTo>
                <a:lnTo>
                  <a:pt x="50203" y="247650"/>
                </a:lnTo>
                <a:lnTo>
                  <a:pt x="55206" y="251460"/>
                </a:lnTo>
                <a:lnTo>
                  <a:pt x="55041" y="251460"/>
                </a:lnTo>
                <a:lnTo>
                  <a:pt x="60261" y="256539"/>
                </a:lnTo>
                <a:lnTo>
                  <a:pt x="60083" y="256539"/>
                </a:lnTo>
                <a:lnTo>
                  <a:pt x="65519" y="260350"/>
                </a:lnTo>
                <a:lnTo>
                  <a:pt x="65341" y="260350"/>
                </a:lnTo>
                <a:lnTo>
                  <a:pt x="70980" y="264160"/>
                </a:lnTo>
                <a:lnTo>
                  <a:pt x="70789" y="264160"/>
                </a:lnTo>
                <a:lnTo>
                  <a:pt x="76631" y="267970"/>
                </a:lnTo>
                <a:lnTo>
                  <a:pt x="76428" y="267970"/>
                </a:lnTo>
                <a:lnTo>
                  <a:pt x="82461" y="271779"/>
                </a:lnTo>
                <a:lnTo>
                  <a:pt x="82257" y="271779"/>
                </a:lnTo>
                <a:lnTo>
                  <a:pt x="88468" y="274320"/>
                </a:lnTo>
                <a:lnTo>
                  <a:pt x="88252" y="274320"/>
                </a:lnTo>
                <a:lnTo>
                  <a:pt x="94627" y="276860"/>
                </a:lnTo>
                <a:lnTo>
                  <a:pt x="94411" y="276860"/>
                </a:lnTo>
                <a:lnTo>
                  <a:pt x="100952" y="279400"/>
                </a:lnTo>
                <a:lnTo>
                  <a:pt x="100736" y="279400"/>
                </a:lnTo>
                <a:lnTo>
                  <a:pt x="107416" y="281939"/>
                </a:lnTo>
                <a:lnTo>
                  <a:pt x="107187" y="281939"/>
                </a:lnTo>
                <a:lnTo>
                  <a:pt x="114020" y="283210"/>
                </a:lnTo>
                <a:lnTo>
                  <a:pt x="113791" y="283210"/>
                </a:lnTo>
                <a:lnTo>
                  <a:pt x="120751" y="285750"/>
                </a:lnTo>
                <a:lnTo>
                  <a:pt x="120523" y="285750"/>
                </a:lnTo>
                <a:lnTo>
                  <a:pt x="127609" y="287020"/>
                </a:lnTo>
                <a:lnTo>
                  <a:pt x="134340" y="287020"/>
                </a:lnTo>
                <a:lnTo>
                  <a:pt x="141643" y="288289"/>
                </a:lnTo>
                <a:lnTo>
                  <a:pt x="199707" y="288289"/>
                </a:lnTo>
                <a:lnTo>
                  <a:pt x="185737" y="293370"/>
                </a:lnTo>
                <a:lnTo>
                  <a:pt x="171450" y="295910"/>
                </a:lnTo>
                <a:lnTo>
                  <a:pt x="163766" y="297179"/>
                </a:lnTo>
                <a:close/>
              </a:path>
              <a:path w="297814" h="297179">
                <a:moveTo>
                  <a:pt x="264160" y="71120"/>
                </a:moveTo>
                <a:lnTo>
                  <a:pt x="260146" y="64770"/>
                </a:lnTo>
                <a:lnTo>
                  <a:pt x="256006" y="59689"/>
                </a:lnTo>
                <a:lnTo>
                  <a:pt x="256146" y="59689"/>
                </a:lnTo>
                <a:lnTo>
                  <a:pt x="251625" y="54610"/>
                </a:lnTo>
                <a:lnTo>
                  <a:pt x="251777" y="54610"/>
                </a:lnTo>
                <a:lnTo>
                  <a:pt x="247014" y="49529"/>
                </a:lnTo>
                <a:lnTo>
                  <a:pt x="247167" y="49529"/>
                </a:lnTo>
                <a:lnTo>
                  <a:pt x="242176" y="45720"/>
                </a:lnTo>
                <a:lnTo>
                  <a:pt x="242341" y="45720"/>
                </a:lnTo>
                <a:lnTo>
                  <a:pt x="237121" y="40639"/>
                </a:lnTo>
                <a:lnTo>
                  <a:pt x="237299" y="40639"/>
                </a:lnTo>
                <a:lnTo>
                  <a:pt x="231863" y="36829"/>
                </a:lnTo>
                <a:lnTo>
                  <a:pt x="232041" y="36829"/>
                </a:lnTo>
                <a:lnTo>
                  <a:pt x="226402" y="33020"/>
                </a:lnTo>
                <a:lnTo>
                  <a:pt x="226593" y="33020"/>
                </a:lnTo>
                <a:lnTo>
                  <a:pt x="220751" y="29210"/>
                </a:lnTo>
                <a:lnTo>
                  <a:pt x="220941" y="29210"/>
                </a:lnTo>
                <a:lnTo>
                  <a:pt x="214922" y="25400"/>
                </a:lnTo>
                <a:lnTo>
                  <a:pt x="215125" y="25400"/>
                </a:lnTo>
                <a:lnTo>
                  <a:pt x="208914" y="22860"/>
                </a:lnTo>
                <a:lnTo>
                  <a:pt x="209118" y="22860"/>
                </a:lnTo>
                <a:lnTo>
                  <a:pt x="202742" y="20320"/>
                </a:lnTo>
                <a:lnTo>
                  <a:pt x="202958" y="20320"/>
                </a:lnTo>
                <a:lnTo>
                  <a:pt x="196430" y="17779"/>
                </a:lnTo>
                <a:lnTo>
                  <a:pt x="196646" y="17779"/>
                </a:lnTo>
                <a:lnTo>
                  <a:pt x="189953" y="15239"/>
                </a:lnTo>
                <a:lnTo>
                  <a:pt x="190182" y="15239"/>
                </a:lnTo>
                <a:lnTo>
                  <a:pt x="183349" y="12700"/>
                </a:lnTo>
                <a:lnTo>
                  <a:pt x="183591" y="12700"/>
                </a:lnTo>
                <a:lnTo>
                  <a:pt x="176618" y="11429"/>
                </a:lnTo>
                <a:lnTo>
                  <a:pt x="176860" y="11429"/>
                </a:lnTo>
                <a:lnTo>
                  <a:pt x="169773" y="10160"/>
                </a:lnTo>
                <a:lnTo>
                  <a:pt x="163042" y="10160"/>
                </a:lnTo>
                <a:lnTo>
                  <a:pt x="155727" y="8889"/>
                </a:lnTo>
                <a:lnTo>
                  <a:pt x="199923" y="8889"/>
                </a:lnTo>
                <a:lnTo>
                  <a:pt x="213271" y="13970"/>
                </a:lnTo>
                <a:lnTo>
                  <a:pt x="219671" y="17779"/>
                </a:lnTo>
                <a:lnTo>
                  <a:pt x="225704" y="20320"/>
                </a:lnTo>
                <a:lnTo>
                  <a:pt x="231736" y="25400"/>
                </a:lnTo>
                <a:lnTo>
                  <a:pt x="237756" y="29210"/>
                </a:lnTo>
                <a:lnTo>
                  <a:pt x="243370" y="33020"/>
                </a:lnTo>
                <a:lnTo>
                  <a:pt x="248754" y="38100"/>
                </a:lnTo>
                <a:lnTo>
                  <a:pt x="253758" y="43179"/>
                </a:lnTo>
                <a:lnTo>
                  <a:pt x="258838" y="48260"/>
                </a:lnTo>
                <a:lnTo>
                  <a:pt x="263499" y="53339"/>
                </a:lnTo>
                <a:lnTo>
                  <a:pt x="267906" y="59689"/>
                </a:lnTo>
                <a:lnTo>
                  <a:pt x="272046" y="64770"/>
                </a:lnTo>
                <a:lnTo>
                  <a:pt x="275145" y="69850"/>
                </a:lnTo>
                <a:lnTo>
                  <a:pt x="264032" y="69850"/>
                </a:lnTo>
                <a:lnTo>
                  <a:pt x="264160" y="71120"/>
                </a:lnTo>
                <a:close/>
              </a:path>
              <a:path w="297814" h="297179">
                <a:moveTo>
                  <a:pt x="33223" y="71120"/>
                </a:moveTo>
                <a:lnTo>
                  <a:pt x="33350" y="69850"/>
                </a:lnTo>
                <a:lnTo>
                  <a:pt x="34025" y="69850"/>
                </a:lnTo>
                <a:lnTo>
                  <a:pt x="33223" y="71120"/>
                </a:lnTo>
                <a:close/>
              </a:path>
              <a:path w="297814" h="297179">
                <a:moveTo>
                  <a:pt x="271119" y="82550"/>
                </a:moveTo>
                <a:lnTo>
                  <a:pt x="267652" y="76200"/>
                </a:lnTo>
                <a:lnTo>
                  <a:pt x="264032" y="69850"/>
                </a:lnTo>
                <a:lnTo>
                  <a:pt x="275145" y="69850"/>
                </a:lnTo>
                <a:lnTo>
                  <a:pt x="275920" y="71120"/>
                </a:lnTo>
                <a:lnTo>
                  <a:pt x="279488" y="77470"/>
                </a:lnTo>
                <a:lnTo>
                  <a:pt x="281454" y="81279"/>
                </a:lnTo>
                <a:lnTo>
                  <a:pt x="271005" y="81279"/>
                </a:lnTo>
                <a:lnTo>
                  <a:pt x="271119" y="82550"/>
                </a:lnTo>
                <a:close/>
              </a:path>
              <a:path w="297814" h="297179">
                <a:moveTo>
                  <a:pt x="26263" y="82550"/>
                </a:moveTo>
                <a:lnTo>
                  <a:pt x="26365" y="81279"/>
                </a:lnTo>
                <a:lnTo>
                  <a:pt x="26957" y="81279"/>
                </a:lnTo>
                <a:lnTo>
                  <a:pt x="26263" y="82550"/>
                </a:lnTo>
                <a:close/>
              </a:path>
              <a:path w="297814" h="297179">
                <a:moveTo>
                  <a:pt x="283502" y="114300"/>
                </a:moveTo>
                <a:lnTo>
                  <a:pt x="281571" y="106679"/>
                </a:lnTo>
                <a:lnTo>
                  <a:pt x="279374" y="100329"/>
                </a:lnTo>
                <a:lnTo>
                  <a:pt x="276872" y="93979"/>
                </a:lnTo>
                <a:lnTo>
                  <a:pt x="274091" y="87629"/>
                </a:lnTo>
                <a:lnTo>
                  <a:pt x="271005" y="81279"/>
                </a:lnTo>
                <a:lnTo>
                  <a:pt x="281454" y="81279"/>
                </a:lnTo>
                <a:lnTo>
                  <a:pt x="282765" y="83820"/>
                </a:lnTo>
                <a:lnTo>
                  <a:pt x="285737" y="90170"/>
                </a:lnTo>
                <a:lnTo>
                  <a:pt x="288404" y="97789"/>
                </a:lnTo>
                <a:lnTo>
                  <a:pt x="290728" y="104139"/>
                </a:lnTo>
                <a:lnTo>
                  <a:pt x="293055" y="113029"/>
                </a:lnTo>
                <a:lnTo>
                  <a:pt x="283451" y="113029"/>
                </a:lnTo>
                <a:lnTo>
                  <a:pt x="283502" y="114300"/>
                </a:lnTo>
                <a:close/>
              </a:path>
              <a:path w="297814" h="297179">
                <a:moveTo>
                  <a:pt x="13868" y="114300"/>
                </a:moveTo>
                <a:lnTo>
                  <a:pt x="13931" y="113029"/>
                </a:lnTo>
                <a:lnTo>
                  <a:pt x="14192" y="113029"/>
                </a:lnTo>
                <a:lnTo>
                  <a:pt x="13868" y="114300"/>
                </a:lnTo>
                <a:close/>
              </a:path>
              <a:path w="297814" h="297179">
                <a:moveTo>
                  <a:pt x="293000" y="184150"/>
                </a:moveTo>
                <a:lnTo>
                  <a:pt x="283451" y="184150"/>
                </a:lnTo>
                <a:lnTo>
                  <a:pt x="285051" y="176529"/>
                </a:lnTo>
                <a:lnTo>
                  <a:pt x="286270" y="170179"/>
                </a:lnTo>
                <a:lnTo>
                  <a:pt x="287159" y="162560"/>
                </a:lnTo>
                <a:lnTo>
                  <a:pt x="287680" y="156210"/>
                </a:lnTo>
                <a:lnTo>
                  <a:pt x="287858" y="148589"/>
                </a:lnTo>
                <a:lnTo>
                  <a:pt x="287667" y="140970"/>
                </a:lnTo>
                <a:lnTo>
                  <a:pt x="287134" y="134620"/>
                </a:lnTo>
                <a:lnTo>
                  <a:pt x="286232" y="127000"/>
                </a:lnTo>
                <a:lnTo>
                  <a:pt x="285013" y="120650"/>
                </a:lnTo>
                <a:lnTo>
                  <a:pt x="283451" y="113029"/>
                </a:lnTo>
                <a:lnTo>
                  <a:pt x="293055" y="113029"/>
                </a:lnTo>
                <a:lnTo>
                  <a:pt x="297383" y="148589"/>
                </a:lnTo>
                <a:lnTo>
                  <a:pt x="297179" y="156210"/>
                </a:lnTo>
                <a:lnTo>
                  <a:pt x="296608" y="163829"/>
                </a:lnTo>
                <a:lnTo>
                  <a:pt x="295655" y="171450"/>
                </a:lnTo>
                <a:lnTo>
                  <a:pt x="294335" y="179070"/>
                </a:lnTo>
                <a:lnTo>
                  <a:pt x="293000" y="184150"/>
                </a:lnTo>
                <a:close/>
              </a:path>
              <a:path w="297814" h="297179">
                <a:moveTo>
                  <a:pt x="14192" y="184150"/>
                </a:moveTo>
                <a:lnTo>
                  <a:pt x="13931" y="184150"/>
                </a:lnTo>
                <a:lnTo>
                  <a:pt x="13868" y="182879"/>
                </a:lnTo>
                <a:lnTo>
                  <a:pt x="14192" y="184150"/>
                </a:lnTo>
                <a:close/>
              </a:path>
              <a:path w="297814" h="297179">
                <a:moveTo>
                  <a:pt x="199707" y="288289"/>
                </a:moveTo>
                <a:lnTo>
                  <a:pt x="155727" y="288289"/>
                </a:lnTo>
                <a:lnTo>
                  <a:pt x="163042" y="287020"/>
                </a:lnTo>
                <a:lnTo>
                  <a:pt x="169773" y="287020"/>
                </a:lnTo>
                <a:lnTo>
                  <a:pt x="176860" y="285750"/>
                </a:lnTo>
                <a:lnTo>
                  <a:pt x="176618" y="285750"/>
                </a:lnTo>
                <a:lnTo>
                  <a:pt x="183591" y="283210"/>
                </a:lnTo>
                <a:lnTo>
                  <a:pt x="183349" y="283210"/>
                </a:lnTo>
                <a:lnTo>
                  <a:pt x="190182" y="281939"/>
                </a:lnTo>
                <a:lnTo>
                  <a:pt x="189953" y="281939"/>
                </a:lnTo>
                <a:lnTo>
                  <a:pt x="196646" y="279400"/>
                </a:lnTo>
                <a:lnTo>
                  <a:pt x="196430" y="279400"/>
                </a:lnTo>
                <a:lnTo>
                  <a:pt x="202958" y="276860"/>
                </a:lnTo>
                <a:lnTo>
                  <a:pt x="202742" y="276860"/>
                </a:lnTo>
                <a:lnTo>
                  <a:pt x="209118" y="274320"/>
                </a:lnTo>
                <a:lnTo>
                  <a:pt x="208914" y="274320"/>
                </a:lnTo>
                <a:lnTo>
                  <a:pt x="215125" y="271779"/>
                </a:lnTo>
                <a:lnTo>
                  <a:pt x="214922" y="271779"/>
                </a:lnTo>
                <a:lnTo>
                  <a:pt x="220941" y="267970"/>
                </a:lnTo>
                <a:lnTo>
                  <a:pt x="220751" y="267970"/>
                </a:lnTo>
                <a:lnTo>
                  <a:pt x="226593" y="264160"/>
                </a:lnTo>
                <a:lnTo>
                  <a:pt x="226402" y="264160"/>
                </a:lnTo>
                <a:lnTo>
                  <a:pt x="232041" y="260350"/>
                </a:lnTo>
                <a:lnTo>
                  <a:pt x="231863" y="260350"/>
                </a:lnTo>
                <a:lnTo>
                  <a:pt x="237299" y="256539"/>
                </a:lnTo>
                <a:lnTo>
                  <a:pt x="237121" y="256539"/>
                </a:lnTo>
                <a:lnTo>
                  <a:pt x="242341" y="251460"/>
                </a:lnTo>
                <a:lnTo>
                  <a:pt x="242176" y="251460"/>
                </a:lnTo>
                <a:lnTo>
                  <a:pt x="247167" y="247650"/>
                </a:lnTo>
                <a:lnTo>
                  <a:pt x="247014" y="247650"/>
                </a:lnTo>
                <a:lnTo>
                  <a:pt x="251777" y="242570"/>
                </a:lnTo>
                <a:lnTo>
                  <a:pt x="251625" y="242570"/>
                </a:lnTo>
                <a:lnTo>
                  <a:pt x="256146" y="237489"/>
                </a:lnTo>
                <a:lnTo>
                  <a:pt x="256006" y="237489"/>
                </a:lnTo>
                <a:lnTo>
                  <a:pt x="260273" y="232410"/>
                </a:lnTo>
                <a:lnTo>
                  <a:pt x="264160" y="226060"/>
                </a:lnTo>
                <a:lnTo>
                  <a:pt x="264032" y="226060"/>
                </a:lnTo>
                <a:lnTo>
                  <a:pt x="267766" y="220979"/>
                </a:lnTo>
                <a:lnTo>
                  <a:pt x="271119" y="214629"/>
                </a:lnTo>
                <a:lnTo>
                  <a:pt x="274180" y="209550"/>
                </a:lnTo>
                <a:lnTo>
                  <a:pt x="276974" y="203200"/>
                </a:lnTo>
                <a:lnTo>
                  <a:pt x="279450" y="196850"/>
                </a:lnTo>
                <a:lnTo>
                  <a:pt x="281635" y="190500"/>
                </a:lnTo>
                <a:lnTo>
                  <a:pt x="283502" y="182879"/>
                </a:lnTo>
                <a:lnTo>
                  <a:pt x="283451" y="184150"/>
                </a:lnTo>
                <a:lnTo>
                  <a:pt x="293000" y="184150"/>
                </a:lnTo>
                <a:lnTo>
                  <a:pt x="275793" y="226060"/>
                </a:lnTo>
                <a:lnTo>
                  <a:pt x="267779" y="237489"/>
                </a:lnTo>
                <a:lnTo>
                  <a:pt x="263359" y="243839"/>
                </a:lnTo>
                <a:lnTo>
                  <a:pt x="231736" y="271779"/>
                </a:lnTo>
                <a:lnTo>
                  <a:pt x="213055" y="283210"/>
                </a:lnTo>
                <a:lnTo>
                  <a:pt x="199707" y="288289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917734" y="4018534"/>
            <a:ext cx="297815" cy="297180"/>
          </a:xfrm>
          <a:custGeom>
            <a:avLst/>
            <a:gdLst/>
            <a:ahLst/>
            <a:cxnLst/>
            <a:rect l="l" t="t" r="r" b="b"/>
            <a:pathLst>
              <a:path w="297814" h="297179">
                <a:moveTo>
                  <a:pt x="163779" y="297179"/>
                </a:moveTo>
                <a:lnTo>
                  <a:pt x="133375" y="297179"/>
                </a:lnTo>
                <a:lnTo>
                  <a:pt x="111417" y="293370"/>
                </a:lnTo>
                <a:lnTo>
                  <a:pt x="104584" y="290829"/>
                </a:lnTo>
                <a:lnTo>
                  <a:pt x="97459" y="288289"/>
                </a:lnTo>
                <a:lnTo>
                  <a:pt x="59626" y="267970"/>
                </a:lnTo>
                <a:lnTo>
                  <a:pt x="54013" y="262889"/>
                </a:lnTo>
                <a:lnTo>
                  <a:pt x="48628" y="259079"/>
                </a:lnTo>
                <a:lnTo>
                  <a:pt x="43472" y="254000"/>
                </a:lnTo>
                <a:lnTo>
                  <a:pt x="38544" y="248920"/>
                </a:lnTo>
                <a:lnTo>
                  <a:pt x="33883" y="243839"/>
                </a:lnTo>
                <a:lnTo>
                  <a:pt x="29603" y="237489"/>
                </a:lnTo>
                <a:lnTo>
                  <a:pt x="25336" y="232410"/>
                </a:lnTo>
                <a:lnTo>
                  <a:pt x="8978" y="199389"/>
                </a:lnTo>
                <a:lnTo>
                  <a:pt x="6654" y="193039"/>
                </a:lnTo>
                <a:lnTo>
                  <a:pt x="0" y="148589"/>
                </a:lnTo>
                <a:lnTo>
                  <a:pt x="190" y="140970"/>
                </a:lnTo>
                <a:lnTo>
                  <a:pt x="9067" y="96520"/>
                </a:lnTo>
                <a:lnTo>
                  <a:pt x="29603" y="59689"/>
                </a:lnTo>
                <a:lnTo>
                  <a:pt x="34023" y="53339"/>
                </a:lnTo>
                <a:lnTo>
                  <a:pt x="65646" y="25400"/>
                </a:lnTo>
                <a:lnTo>
                  <a:pt x="71678" y="20320"/>
                </a:lnTo>
                <a:lnTo>
                  <a:pt x="77914" y="17779"/>
                </a:lnTo>
                <a:lnTo>
                  <a:pt x="84327" y="13970"/>
                </a:lnTo>
                <a:lnTo>
                  <a:pt x="97675" y="8889"/>
                </a:lnTo>
                <a:lnTo>
                  <a:pt x="111645" y="3810"/>
                </a:lnTo>
                <a:lnTo>
                  <a:pt x="118617" y="2539"/>
                </a:lnTo>
                <a:lnTo>
                  <a:pt x="133616" y="0"/>
                </a:lnTo>
                <a:lnTo>
                  <a:pt x="164020" y="0"/>
                </a:lnTo>
                <a:lnTo>
                  <a:pt x="185966" y="3810"/>
                </a:lnTo>
                <a:lnTo>
                  <a:pt x="199936" y="8889"/>
                </a:lnTo>
                <a:lnTo>
                  <a:pt x="141655" y="8889"/>
                </a:lnTo>
                <a:lnTo>
                  <a:pt x="134340" y="10160"/>
                </a:lnTo>
                <a:lnTo>
                  <a:pt x="127622" y="10160"/>
                </a:lnTo>
                <a:lnTo>
                  <a:pt x="120523" y="11429"/>
                </a:lnTo>
                <a:lnTo>
                  <a:pt x="120764" y="11429"/>
                </a:lnTo>
                <a:lnTo>
                  <a:pt x="113804" y="12700"/>
                </a:lnTo>
                <a:lnTo>
                  <a:pt x="114033" y="12700"/>
                </a:lnTo>
                <a:lnTo>
                  <a:pt x="107200" y="15239"/>
                </a:lnTo>
                <a:lnTo>
                  <a:pt x="107429" y="15239"/>
                </a:lnTo>
                <a:lnTo>
                  <a:pt x="100736" y="17779"/>
                </a:lnTo>
                <a:lnTo>
                  <a:pt x="100964" y="17779"/>
                </a:lnTo>
                <a:lnTo>
                  <a:pt x="94424" y="20320"/>
                </a:lnTo>
                <a:lnTo>
                  <a:pt x="94640" y="20320"/>
                </a:lnTo>
                <a:lnTo>
                  <a:pt x="88264" y="22860"/>
                </a:lnTo>
                <a:lnTo>
                  <a:pt x="88468" y="22860"/>
                </a:lnTo>
                <a:lnTo>
                  <a:pt x="82270" y="25400"/>
                </a:lnTo>
                <a:lnTo>
                  <a:pt x="82473" y="25400"/>
                </a:lnTo>
                <a:lnTo>
                  <a:pt x="76441" y="29210"/>
                </a:lnTo>
                <a:lnTo>
                  <a:pt x="76631" y="29210"/>
                </a:lnTo>
                <a:lnTo>
                  <a:pt x="70802" y="33020"/>
                </a:lnTo>
                <a:lnTo>
                  <a:pt x="70992" y="33020"/>
                </a:lnTo>
                <a:lnTo>
                  <a:pt x="65341" y="36829"/>
                </a:lnTo>
                <a:lnTo>
                  <a:pt x="65531" y="36829"/>
                </a:lnTo>
                <a:lnTo>
                  <a:pt x="60096" y="40639"/>
                </a:lnTo>
                <a:lnTo>
                  <a:pt x="60261" y="40639"/>
                </a:lnTo>
                <a:lnTo>
                  <a:pt x="56346" y="44450"/>
                </a:lnTo>
                <a:lnTo>
                  <a:pt x="55206" y="44450"/>
                </a:lnTo>
                <a:lnTo>
                  <a:pt x="50215" y="49529"/>
                </a:lnTo>
                <a:lnTo>
                  <a:pt x="50368" y="49529"/>
                </a:lnTo>
                <a:lnTo>
                  <a:pt x="45605" y="54610"/>
                </a:lnTo>
                <a:lnTo>
                  <a:pt x="45758" y="54610"/>
                </a:lnTo>
                <a:lnTo>
                  <a:pt x="41236" y="59689"/>
                </a:lnTo>
                <a:lnTo>
                  <a:pt x="41376" y="59689"/>
                </a:lnTo>
                <a:lnTo>
                  <a:pt x="37109" y="64770"/>
                </a:lnTo>
                <a:lnTo>
                  <a:pt x="37249" y="64770"/>
                </a:lnTo>
                <a:lnTo>
                  <a:pt x="34038" y="69850"/>
                </a:lnTo>
                <a:lnTo>
                  <a:pt x="33362" y="69850"/>
                </a:lnTo>
                <a:lnTo>
                  <a:pt x="29616" y="76200"/>
                </a:lnTo>
                <a:lnTo>
                  <a:pt x="26957" y="81279"/>
                </a:lnTo>
                <a:lnTo>
                  <a:pt x="26377" y="81279"/>
                </a:lnTo>
                <a:lnTo>
                  <a:pt x="23202" y="87629"/>
                </a:lnTo>
                <a:lnTo>
                  <a:pt x="20421" y="93979"/>
                </a:lnTo>
                <a:lnTo>
                  <a:pt x="17932" y="100329"/>
                </a:lnTo>
                <a:lnTo>
                  <a:pt x="15748" y="106679"/>
                </a:lnTo>
                <a:lnTo>
                  <a:pt x="14202" y="113029"/>
                </a:lnTo>
                <a:lnTo>
                  <a:pt x="13931" y="113029"/>
                </a:lnTo>
                <a:lnTo>
                  <a:pt x="12331" y="120650"/>
                </a:lnTo>
                <a:lnTo>
                  <a:pt x="11112" y="127000"/>
                </a:lnTo>
                <a:lnTo>
                  <a:pt x="10236" y="134620"/>
                </a:lnTo>
                <a:lnTo>
                  <a:pt x="9702" y="140970"/>
                </a:lnTo>
                <a:lnTo>
                  <a:pt x="9525" y="148589"/>
                </a:lnTo>
                <a:lnTo>
                  <a:pt x="9715" y="156210"/>
                </a:lnTo>
                <a:lnTo>
                  <a:pt x="10261" y="162560"/>
                </a:lnTo>
                <a:lnTo>
                  <a:pt x="11150" y="170179"/>
                </a:lnTo>
                <a:lnTo>
                  <a:pt x="12382" y="176529"/>
                </a:lnTo>
                <a:lnTo>
                  <a:pt x="13931" y="184150"/>
                </a:lnTo>
                <a:lnTo>
                  <a:pt x="14202" y="184150"/>
                </a:lnTo>
                <a:lnTo>
                  <a:pt x="15811" y="190500"/>
                </a:lnTo>
                <a:lnTo>
                  <a:pt x="18008" y="196850"/>
                </a:lnTo>
                <a:lnTo>
                  <a:pt x="20510" y="203200"/>
                </a:lnTo>
                <a:lnTo>
                  <a:pt x="23304" y="209550"/>
                </a:lnTo>
                <a:lnTo>
                  <a:pt x="26377" y="214629"/>
                </a:lnTo>
                <a:lnTo>
                  <a:pt x="29730" y="220979"/>
                </a:lnTo>
                <a:lnTo>
                  <a:pt x="33362" y="226060"/>
                </a:lnTo>
                <a:lnTo>
                  <a:pt x="37249" y="232410"/>
                </a:lnTo>
                <a:lnTo>
                  <a:pt x="37109" y="232410"/>
                </a:lnTo>
                <a:lnTo>
                  <a:pt x="41376" y="237489"/>
                </a:lnTo>
                <a:lnTo>
                  <a:pt x="41236" y="237489"/>
                </a:lnTo>
                <a:lnTo>
                  <a:pt x="45758" y="242570"/>
                </a:lnTo>
                <a:lnTo>
                  <a:pt x="45605" y="242570"/>
                </a:lnTo>
                <a:lnTo>
                  <a:pt x="50368" y="247650"/>
                </a:lnTo>
                <a:lnTo>
                  <a:pt x="50215" y="247650"/>
                </a:lnTo>
                <a:lnTo>
                  <a:pt x="55206" y="251460"/>
                </a:lnTo>
                <a:lnTo>
                  <a:pt x="55041" y="251460"/>
                </a:lnTo>
                <a:lnTo>
                  <a:pt x="60261" y="256539"/>
                </a:lnTo>
                <a:lnTo>
                  <a:pt x="60096" y="256539"/>
                </a:lnTo>
                <a:lnTo>
                  <a:pt x="65531" y="260350"/>
                </a:lnTo>
                <a:lnTo>
                  <a:pt x="65341" y="260350"/>
                </a:lnTo>
                <a:lnTo>
                  <a:pt x="70992" y="264160"/>
                </a:lnTo>
                <a:lnTo>
                  <a:pt x="70802" y="264160"/>
                </a:lnTo>
                <a:lnTo>
                  <a:pt x="76631" y="267970"/>
                </a:lnTo>
                <a:lnTo>
                  <a:pt x="76441" y="267970"/>
                </a:lnTo>
                <a:lnTo>
                  <a:pt x="82473" y="271779"/>
                </a:lnTo>
                <a:lnTo>
                  <a:pt x="82270" y="271779"/>
                </a:lnTo>
                <a:lnTo>
                  <a:pt x="88468" y="274320"/>
                </a:lnTo>
                <a:lnTo>
                  <a:pt x="88264" y="274320"/>
                </a:lnTo>
                <a:lnTo>
                  <a:pt x="94640" y="276860"/>
                </a:lnTo>
                <a:lnTo>
                  <a:pt x="94424" y="276860"/>
                </a:lnTo>
                <a:lnTo>
                  <a:pt x="100964" y="279400"/>
                </a:lnTo>
                <a:lnTo>
                  <a:pt x="100736" y="279400"/>
                </a:lnTo>
                <a:lnTo>
                  <a:pt x="107429" y="281939"/>
                </a:lnTo>
                <a:lnTo>
                  <a:pt x="107200" y="281939"/>
                </a:lnTo>
                <a:lnTo>
                  <a:pt x="114033" y="283210"/>
                </a:lnTo>
                <a:lnTo>
                  <a:pt x="113804" y="283210"/>
                </a:lnTo>
                <a:lnTo>
                  <a:pt x="120764" y="285750"/>
                </a:lnTo>
                <a:lnTo>
                  <a:pt x="120523" y="285750"/>
                </a:lnTo>
                <a:lnTo>
                  <a:pt x="127622" y="287020"/>
                </a:lnTo>
                <a:lnTo>
                  <a:pt x="134340" y="287020"/>
                </a:lnTo>
                <a:lnTo>
                  <a:pt x="141655" y="288289"/>
                </a:lnTo>
                <a:lnTo>
                  <a:pt x="199720" y="288289"/>
                </a:lnTo>
                <a:lnTo>
                  <a:pt x="185966" y="293370"/>
                </a:lnTo>
                <a:lnTo>
                  <a:pt x="163779" y="297179"/>
                </a:lnTo>
                <a:close/>
              </a:path>
              <a:path w="297814" h="297179">
                <a:moveTo>
                  <a:pt x="242354" y="45720"/>
                </a:moveTo>
                <a:lnTo>
                  <a:pt x="237121" y="40639"/>
                </a:lnTo>
                <a:lnTo>
                  <a:pt x="237299" y="40639"/>
                </a:lnTo>
                <a:lnTo>
                  <a:pt x="231863" y="36829"/>
                </a:lnTo>
                <a:lnTo>
                  <a:pt x="232041" y="36829"/>
                </a:lnTo>
                <a:lnTo>
                  <a:pt x="226402" y="33020"/>
                </a:lnTo>
                <a:lnTo>
                  <a:pt x="226593" y="33020"/>
                </a:lnTo>
                <a:lnTo>
                  <a:pt x="220751" y="29210"/>
                </a:lnTo>
                <a:lnTo>
                  <a:pt x="220954" y="29210"/>
                </a:lnTo>
                <a:lnTo>
                  <a:pt x="214922" y="25400"/>
                </a:lnTo>
                <a:lnTo>
                  <a:pt x="215125" y="25400"/>
                </a:lnTo>
                <a:lnTo>
                  <a:pt x="208914" y="22860"/>
                </a:lnTo>
                <a:lnTo>
                  <a:pt x="209130" y="22860"/>
                </a:lnTo>
                <a:lnTo>
                  <a:pt x="202755" y="20320"/>
                </a:lnTo>
                <a:lnTo>
                  <a:pt x="202971" y="20320"/>
                </a:lnTo>
                <a:lnTo>
                  <a:pt x="196430" y="17779"/>
                </a:lnTo>
                <a:lnTo>
                  <a:pt x="196659" y="17779"/>
                </a:lnTo>
                <a:lnTo>
                  <a:pt x="189966" y="15239"/>
                </a:lnTo>
                <a:lnTo>
                  <a:pt x="190195" y="15239"/>
                </a:lnTo>
                <a:lnTo>
                  <a:pt x="183362" y="12700"/>
                </a:lnTo>
                <a:lnTo>
                  <a:pt x="183591" y="12700"/>
                </a:lnTo>
                <a:lnTo>
                  <a:pt x="176631" y="11429"/>
                </a:lnTo>
                <a:lnTo>
                  <a:pt x="176860" y="11429"/>
                </a:lnTo>
                <a:lnTo>
                  <a:pt x="169773" y="10160"/>
                </a:lnTo>
                <a:lnTo>
                  <a:pt x="163055" y="10160"/>
                </a:lnTo>
                <a:lnTo>
                  <a:pt x="155740" y="8889"/>
                </a:lnTo>
                <a:lnTo>
                  <a:pt x="199936" y="8889"/>
                </a:lnTo>
                <a:lnTo>
                  <a:pt x="206692" y="11429"/>
                </a:lnTo>
                <a:lnTo>
                  <a:pt x="243204" y="33020"/>
                </a:lnTo>
                <a:lnTo>
                  <a:pt x="255152" y="44450"/>
                </a:lnTo>
                <a:lnTo>
                  <a:pt x="242176" y="44450"/>
                </a:lnTo>
                <a:lnTo>
                  <a:pt x="242354" y="45720"/>
                </a:lnTo>
                <a:close/>
              </a:path>
              <a:path w="297814" h="297179">
                <a:moveTo>
                  <a:pt x="55041" y="45720"/>
                </a:moveTo>
                <a:lnTo>
                  <a:pt x="55206" y="44450"/>
                </a:lnTo>
                <a:lnTo>
                  <a:pt x="56346" y="44450"/>
                </a:lnTo>
                <a:lnTo>
                  <a:pt x="55041" y="45720"/>
                </a:lnTo>
                <a:close/>
              </a:path>
              <a:path w="297814" h="297179">
                <a:moveTo>
                  <a:pt x="264160" y="71120"/>
                </a:moveTo>
                <a:lnTo>
                  <a:pt x="260146" y="64770"/>
                </a:lnTo>
                <a:lnTo>
                  <a:pt x="260286" y="64770"/>
                </a:lnTo>
                <a:lnTo>
                  <a:pt x="256006" y="59689"/>
                </a:lnTo>
                <a:lnTo>
                  <a:pt x="256159" y="59689"/>
                </a:lnTo>
                <a:lnTo>
                  <a:pt x="251637" y="54610"/>
                </a:lnTo>
                <a:lnTo>
                  <a:pt x="251790" y="54610"/>
                </a:lnTo>
                <a:lnTo>
                  <a:pt x="247014" y="49529"/>
                </a:lnTo>
                <a:lnTo>
                  <a:pt x="247180" y="49529"/>
                </a:lnTo>
                <a:lnTo>
                  <a:pt x="242176" y="44450"/>
                </a:lnTo>
                <a:lnTo>
                  <a:pt x="255152" y="44450"/>
                </a:lnTo>
                <a:lnTo>
                  <a:pt x="258838" y="48260"/>
                </a:lnTo>
                <a:lnTo>
                  <a:pt x="263512" y="53339"/>
                </a:lnTo>
                <a:lnTo>
                  <a:pt x="267919" y="59689"/>
                </a:lnTo>
                <a:lnTo>
                  <a:pt x="272059" y="64770"/>
                </a:lnTo>
                <a:lnTo>
                  <a:pt x="275056" y="69850"/>
                </a:lnTo>
                <a:lnTo>
                  <a:pt x="264033" y="69850"/>
                </a:lnTo>
                <a:lnTo>
                  <a:pt x="264160" y="71120"/>
                </a:lnTo>
                <a:close/>
              </a:path>
              <a:path w="297814" h="297179">
                <a:moveTo>
                  <a:pt x="33235" y="71120"/>
                </a:moveTo>
                <a:lnTo>
                  <a:pt x="33362" y="69850"/>
                </a:lnTo>
                <a:lnTo>
                  <a:pt x="34038" y="69850"/>
                </a:lnTo>
                <a:lnTo>
                  <a:pt x="33235" y="71120"/>
                </a:lnTo>
                <a:close/>
              </a:path>
              <a:path w="297814" h="297179">
                <a:moveTo>
                  <a:pt x="271119" y="82550"/>
                </a:moveTo>
                <a:lnTo>
                  <a:pt x="267665" y="76200"/>
                </a:lnTo>
                <a:lnTo>
                  <a:pt x="264033" y="69850"/>
                </a:lnTo>
                <a:lnTo>
                  <a:pt x="275056" y="69850"/>
                </a:lnTo>
                <a:lnTo>
                  <a:pt x="279501" y="77470"/>
                </a:lnTo>
                <a:lnTo>
                  <a:pt x="281467" y="81279"/>
                </a:lnTo>
                <a:lnTo>
                  <a:pt x="271017" y="81279"/>
                </a:lnTo>
                <a:lnTo>
                  <a:pt x="271119" y="82550"/>
                </a:lnTo>
                <a:close/>
              </a:path>
              <a:path w="297814" h="297179">
                <a:moveTo>
                  <a:pt x="26263" y="82550"/>
                </a:moveTo>
                <a:lnTo>
                  <a:pt x="26377" y="81279"/>
                </a:lnTo>
                <a:lnTo>
                  <a:pt x="26957" y="81279"/>
                </a:lnTo>
                <a:lnTo>
                  <a:pt x="26263" y="82550"/>
                </a:lnTo>
                <a:close/>
              </a:path>
              <a:path w="297814" h="297179">
                <a:moveTo>
                  <a:pt x="283514" y="114300"/>
                </a:moveTo>
                <a:lnTo>
                  <a:pt x="281571" y="106679"/>
                </a:lnTo>
                <a:lnTo>
                  <a:pt x="279387" y="100329"/>
                </a:lnTo>
                <a:lnTo>
                  <a:pt x="276885" y="93979"/>
                </a:lnTo>
                <a:lnTo>
                  <a:pt x="274091" y="87629"/>
                </a:lnTo>
                <a:lnTo>
                  <a:pt x="271017" y="81279"/>
                </a:lnTo>
                <a:lnTo>
                  <a:pt x="281467" y="81279"/>
                </a:lnTo>
                <a:lnTo>
                  <a:pt x="282778" y="83820"/>
                </a:lnTo>
                <a:lnTo>
                  <a:pt x="285750" y="90170"/>
                </a:lnTo>
                <a:lnTo>
                  <a:pt x="288404" y="97789"/>
                </a:lnTo>
                <a:lnTo>
                  <a:pt x="290741" y="104139"/>
                </a:lnTo>
                <a:lnTo>
                  <a:pt x="292684" y="111760"/>
                </a:lnTo>
                <a:lnTo>
                  <a:pt x="293027" y="113029"/>
                </a:lnTo>
                <a:lnTo>
                  <a:pt x="283451" y="113029"/>
                </a:lnTo>
                <a:lnTo>
                  <a:pt x="283514" y="114300"/>
                </a:lnTo>
                <a:close/>
              </a:path>
              <a:path w="297814" h="297179">
                <a:moveTo>
                  <a:pt x="13881" y="114300"/>
                </a:moveTo>
                <a:lnTo>
                  <a:pt x="13931" y="113029"/>
                </a:lnTo>
                <a:lnTo>
                  <a:pt x="14202" y="113029"/>
                </a:lnTo>
                <a:lnTo>
                  <a:pt x="13881" y="114300"/>
                </a:lnTo>
                <a:close/>
              </a:path>
              <a:path w="297814" h="297179">
                <a:moveTo>
                  <a:pt x="293008" y="184150"/>
                </a:moveTo>
                <a:lnTo>
                  <a:pt x="283451" y="184150"/>
                </a:lnTo>
                <a:lnTo>
                  <a:pt x="285064" y="176529"/>
                </a:lnTo>
                <a:lnTo>
                  <a:pt x="286283" y="170179"/>
                </a:lnTo>
                <a:lnTo>
                  <a:pt x="287159" y="162560"/>
                </a:lnTo>
                <a:lnTo>
                  <a:pt x="287693" y="156210"/>
                </a:lnTo>
                <a:lnTo>
                  <a:pt x="287870" y="148589"/>
                </a:lnTo>
                <a:lnTo>
                  <a:pt x="287680" y="140970"/>
                </a:lnTo>
                <a:lnTo>
                  <a:pt x="287134" y="134620"/>
                </a:lnTo>
                <a:lnTo>
                  <a:pt x="286245" y="127000"/>
                </a:lnTo>
                <a:lnTo>
                  <a:pt x="285013" y="120650"/>
                </a:lnTo>
                <a:lnTo>
                  <a:pt x="283451" y="113029"/>
                </a:lnTo>
                <a:lnTo>
                  <a:pt x="293027" y="113029"/>
                </a:lnTo>
                <a:lnTo>
                  <a:pt x="297383" y="148589"/>
                </a:lnTo>
                <a:lnTo>
                  <a:pt x="297192" y="156210"/>
                </a:lnTo>
                <a:lnTo>
                  <a:pt x="296608" y="163829"/>
                </a:lnTo>
                <a:lnTo>
                  <a:pt x="295655" y="171450"/>
                </a:lnTo>
                <a:lnTo>
                  <a:pt x="294347" y="179070"/>
                </a:lnTo>
                <a:lnTo>
                  <a:pt x="293008" y="184150"/>
                </a:lnTo>
                <a:close/>
              </a:path>
              <a:path w="297814" h="297179">
                <a:moveTo>
                  <a:pt x="14202" y="184150"/>
                </a:moveTo>
                <a:lnTo>
                  <a:pt x="13931" y="184150"/>
                </a:lnTo>
                <a:lnTo>
                  <a:pt x="13881" y="182879"/>
                </a:lnTo>
                <a:lnTo>
                  <a:pt x="14202" y="184150"/>
                </a:lnTo>
                <a:close/>
              </a:path>
              <a:path w="297814" h="297179">
                <a:moveTo>
                  <a:pt x="199720" y="288289"/>
                </a:moveTo>
                <a:lnTo>
                  <a:pt x="155740" y="288289"/>
                </a:lnTo>
                <a:lnTo>
                  <a:pt x="163055" y="287020"/>
                </a:lnTo>
                <a:lnTo>
                  <a:pt x="169773" y="287020"/>
                </a:lnTo>
                <a:lnTo>
                  <a:pt x="176860" y="285750"/>
                </a:lnTo>
                <a:lnTo>
                  <a:pt x="176631" y="285750"/>
                </a:lnTo>
                <a:lnTo>
                  <a:pt x="183591" y="283210"/>
                </a:lnTo>
                <a:lnTo>
                  <a:pt x="183362" y="283210"/>
                </a:lnTo>
                <a:lnTo>
                  <a:pt x="190195" y="281939"/>
                </a:lnTo>
                <a:lnTo>
                  <a:pt x="189966" y="281939"/>
                </a:lnTo>
                <a:lnTo>
                  <a:pt x="196659" y="279400"/>
                </a:lnTo>
                <a:lnTo>
                  <a:pt x="196430" y="279400"/>
                </a:lnTo>
                <a:lnTo>
                  <a:pt x="202971" y="276860"/>
                </a:lnTo>
                <a:lnTo>
                  <a:pt x="202755" y="276860"/>
                </a:lnTo>
                <a:lnTo>
                  <a:pt x="209130" y="274320"/>
                </a:lnTo>
                <a:lnTo>
                  <a:pt x="208914" y="274320"/>
                </a:lnTo>
                <a:lnTo>
                  <a:pt x="215125" y="271779"/>
                </a:lnTo>
                <a:lnTo>
                  <a:pt x="214922" y="271779"/>
                </a:lnTo>
                <a:lnTo>
                  <a:pt x="220954" y="267970"/>
                </a:lnTo>
                <a:lnTo>
                  <a:pt x="220751" y="267970"/>
                </a:lnTo>
                <a:lnTo>
                  <a:pt x="226593" y="264160"/>
                </a:lnTo>
                <a:lnTo>
                  <a:pt x="226402" y="264160"/>
                </a:lnTo>
                <a:lnTo>
                  <a:pt x="232041" y="260350"/>
                </a:lnTo>
                <a:lnTo>
                  <a:pt x="231863" y="260350"/>
                </a:lnTo>
                <a:lnTo>
                  <a:pt x="237299" y="256539"/>
                </a:lnTo>
                <a:lnTo>
                  <a:pt x="237121" y="256539"/>
                </a:lnTo>
                <a:lnTo>
                  <a:pt x="242354" y="251460"/>
                </a:lnTo>
                <a:lnTo>
                  <a:pt x="242176" y="251460"/>
                </a:lnTo>
                <a:lnTo>
                  <a:pt x="247180" y="247650"/>
                </a:lnTo>
                <a:lnTo>
                  <a:pt x="247014" y="247650"/>
                </a:lnTo>
                <a:lnTo>
                  <a:pt x="251790" y="242570"/>
                </a:lnTo>
                <a:lnTo>
                  <a:pt x="251637" y="242570"/>
                </a:lnTo>
                <a:lnTo>
                  <a:pt x="256159" y="237489"/>
                </a:lnTo>
                <a:lnTo>
                  <a:pt x="256006" y="237489"/>
                </a:lnTo>
                <a:lnTo>
                  <a:pt x="260286" y="232410"/>
                </a:lnTo>
                <a:lnTo>
                  <a:pt x="260146" y="232410"/>
                </a:lnTo>
                <a:lnTo>
                  <a:pt x="264160" y="226060"/>
                </a:lnTo>
                <a:lnTo>
                  <a:pt x="267779" y="220979"/>
                </a:lnTo>
                <a:lnTo>
                  <a:pt x="271119" y="214629"/>
                </a:lnTo>
                <a:lnTo>
                  <a:pt x="274192" y="209550"/>
                </a:lnTo>
                <a:lnTo>
                  <a:pt x="276974" y="203200"/>
                </a:lnTo>
                <a:lnTo>
                  <a:pt x="279463" y="196850"/>
                </a:lnTo>
                <a:lnTo>
                  <a:pt x="281647" y="190500"/>
                </a:lnTo>
                <a:lnTo>
                  <a:pt x="283514" y="182879"/>
                </a:lnTo>
                <a:lnTo>
                  <a:pt x="283451" y="184150"/>
                </a:lnTo>
                <a:lnTo>
                  <a:pt x="293008" y="184150"/>
                </a:lnTo>
                <a:lnTo>
                  <a:pt x="290664" y="193039"/>
                </a:lnTo>
                <a:lnTo>
                  <a:pt x="288328" y="199389"/>
                </a:lnTo>
                <a:lnTo>
                  <a:pt x="285661" y="207010"/>
                </a:lnTo>
                <a:lnTo>
                  <a:pt x="267779" y="237489"/>
                </a:lnTo>
                <a:lnTo>
                  <a:pt x="263359" y="243839"/>
                </a:lnTo>
                <a:lnTo>
                  <a:pt x="225907" y="275589"/>
                </a:lnTo>
                <a:lnTo>
                  <a:pt x="213067" y="283210"/>
                </a:lnTo>
                <a:lnTo>
                  <a:pt x="199720" y="288289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3832859" y="2346134"/>
            <a:ext cx="431800" cy="2031364"/>
          </a:xfrm>
          <a:prstGeom prst="rect">
            <a:avLst/>
          </a:prstGeom>
        </p:spPr>
        <p:txBody>
          <a:bodyPr wrap="square" lIns="0" tIns="258445" rIns="0" bIns="0" rtlCol="0" vert="horz">
            <a:spAutoFit/>
          </a:bodyPr>
          <a:lstStyle/>
          <a:p>
            <a:pPr marL="111760">
              <a:lnSpc>
                <a:spcPct val="100000"/>
              </a:lnSpc>
              <a:spcBef>
                <a:spcPts val="2035"/>
              </a:spcBef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  <a:p>
            <a:pPr marL="106045">
              <a:lnSpc>
                <a:spcPct val="100000"/>
              </a:lnSpc>
              <a:spcBef>
                <a:spcPts val="1935"/>
              </a:spcBef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  <a:p>
            <a:pPr marL="119380">
              <a:lnSpc>
                <a:spcPct val="100000"/>
              </a:lnSpc>
              <a:spcBef>
                <a:spcPts val="1845"/>
              </a:spcBef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3102876" y="4318203"/>
            <a:ext cx="1163320" cy="997585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2400" b="1" i="1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944"/>
              </a:spcBef>
            </a:pPr>
            <a:r>
              <a:rPr dirty="0" sz="2400" b="1" i="1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41078" y="2331440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526878" y="2331440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26978" y="2331440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069928" y="2331440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41078" y="2989300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26878" y="2989300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326978" y="2989300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069928" y="2989300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41078" y="3647160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17353" y="3647160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339678" y="3647160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079453" y="3647160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41078" y="4305020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517353" y="4305020"/>
            <a:ext cx="196227" cy="1953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339678" y="4305020"/>
            <a:ext cx="196227" cy="1953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079453" y="4305020"/>
            <a:ext cx="196227" cy="1953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841078" y="4962880"/>
            <a:ext cx="196227" cy="1953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517353" y="4962880"/>
            <a:ext cx="196227" cy="1953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799054" y="2212568"/>
            <a:ext cx="30480" cy="3047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339678" y="4962880"/>
            <a:ext cx="196227" cy="1953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079453" y="4962880"/>
            <a:ext cx="196227" cy="1953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525113" y="181226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017520" y="15041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217164" y="1728216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4121213" y="1283665"/>
            <a:ext cx="4597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动生电动势的非静电力来源</a:t>
            </a:r>
          </a:p>
        </p:txBody>
      </p:sp>
      <p:sp>
        <p:nvSpPr>
          <p:cNvPr id="27" name="object 27"/>
          <p:cNvSpPr/>
          <p:nvPr/>
        </p:nvSpPr>
        <p:spPr>
          <a:xfrm>
            <a:off x="8159495" y="4346447"/>
            <a:ext cx="1453896" cy="145389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832859" y="2299716"/>
            <a:ext cx="431800" cy="2700655"/>
          </a:xfrm>
          <a:custGeom>
            <a:avLst/>
            <a:gdLst/>
            <a:ahLst/>
            <a:cxnLst/>
            <a:rect l="l" t="t" r="r" b="b"/>
            <a:pathLst>
              <a:path w="431800" h="2700654">
                <a:moveTo>
                  <a:pt x="0" y="0"/>
                </a:moveTo>
                <a:lnTo>
                  <a:pt x="431291" y="0"/>
                </a:lnTo>
                <a:lnTo>
                  <a:pt x="431291" y="2700528"/>
                </a:lnTo>
                <a:lnTo>
                  <a:pt x="0" y="2700528"/>
                </a:lnTo>
                <a:lnTo>
                  <a:pt x="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818077" y="2284857"/>
            <a:ext cx="460375" cy="2729230"/>
          </a:xfrm>
          <a:custGeom>
            <a:avLst/>
            <a:gdLst/>
            <a:ahLst/>
            <a:cxnLst/>
            <a:rect l="l" t="t" r="r" b="b"/>
            <a:pathLst>
              <a:path w="460375" h="2729229">
                <a:moveTo>
                  <a:pt x="460375" y="2728912"/>
                </a:moveTo>
                <a:lnTo>
                  <a:pt x="0" y="2728912"/>
                </a:lnTo>
                <a:lnTo>
                  <a:pt x="0" y="0"/>
                </a:lnTo>
                <a:lnTo>
                  <a:pt x="460375" y="0"/>
                </a:lnTo>
                <a:lnTo>
                  <a:pt x="460375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2700337"/>
                </a:lnTo>
                <a:lnTo>
                  <a:pt x="14287" y="2700337"/>
                </a:lnTo>
                <a:lnTo>
                  <a:pt x="28575" y="2714625"/>
                </a:lnTo>
                <a:lnTo>
                  <a:pt x="460375" y="2714625"/>
                </a:lnTo>
                <a:lnTo>
                  <a:pt x="460375" y="2728912"/>
                </a:lnTo>
                <a:close/>
              </a:path>
              <a:path w="460375" h="2729229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460375" h="2729229">
                <a:moveTo>
                  <a:pt x="431800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431800" y="14287"/>
                </a:lnTo>
                <a:lnTo>
                  <a:pt x="431800" y="28575"/>
                </a:lnTo>
                <a:close/>
              </a:path>
              <a:path w="460375" h="2729229">
                <a:moveTo>
                  <a:pt x="431800" y="2714625"/>
                </a:moveTo>
                <a:lnTo>
                  <a:pt x="431800" y="14287"/>
                </a:lnTo>
                <a:lnTo>
                  <a:pt x="446087" y="28575"/>
                </a:lnTo>
                <a:lnTo>
                  <a:pt x="460375" y="28575"/>
                </a:lnTo>
                <a:lnTo>
                  <a:pt x="460375" y="2700337"/>
                </a:lnTo>
                <a:lnTo>
                  <a:pt x="446087" y="2700337"/>
                </a:lnTo>
                <a:lnTo>
                  <a:pt x="431800" y="2714625"/>
                </a:lnTo>
                <a:close/>
              </a:path>
              <a:path w="460375" h="2729229">
                <a:moveTo>
                  <a:pt x="460375" y="28575"/>
                </a:moveTo>
                <a:lnTo>
                  <a:pt x="446087" y="28575"/>
                </a:lnTo>
                <a:lnTo>
                  <a:pt x="431800" y="14287"/>
                </a:lnTo>
                <a:lnTo>
                  <a:pt x="460375" y="14287"/>
                </a:lnTo>
                <a:lnTo>
                  <a:pt x="460375" y="28575"/>
                </a:lnTo>
                <a:close/>
              </a:path>
              <a:path w="460375" h="2729229">
                <a:moveTo>
                  <a:pt x="28575" y="2714625"/>
                </a:moveTo>
                <a:lnTo>
                  <a:pt x="14287" y="2700337"/>
                </a:lnTo>
                <a:lnTo>
                  <a:pt x="28575" y="2700337"/>
                </a:lnTo>
                <a:lnTo>
                  <a:pt x="28575" y="2714625"/>
                </a:lnTo>
                <a:close/>
              </a:path>
              <a:path w="460375" h="2729229">
                <a:moveTo>
                  <a:pt x="431800" y="2714625"/>
                </a:moveTo>
                <a:lnTo>
                  <a:pt x="28575" y="2714625"/>
                </a:lnTo>
                <a:lnTo>
                  <a:pt x="28575" y="2700337"/>
                </a:lnTo>
                <a:lnTo>
                  <a:pt x="431800" y="2700337"/>
                </a:lnTo>
                <a:lnTo>
                  <a:pt x="431800" y="2714625"/>
                </a:lnTo>
                <a:close/>
              </a:path>
              <a:path w="460375" h="2729229">
                <a:moveTo>
                  <a:pt x="460375" y="2714625"/>
                </a:moveTo>
                <a:lnTo>
                  <a:pt x="431800" y="2714625"/>
                </a:lnTo>
                <a:lnTo>
                  <a:pt x="446087" y="2700337"/>
                </a:lnTo>
                <a:lnTo>
                  <a:pt x="460375" y="2700337"/>
                </a:lnTo>
                <a:lnTo>
                  <a:pt x="460375" y="2714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359414" y="3420262"/>
            <a:ext cx="866140" cy="171450"/>
          </a:xfrm>
          <a:custGeom>
            <a:avLst/>
            <a:gdLst/>
            <a:ahLst/>
            <a:cxnLst/>
            <a:rect l="l" t="t" r="r" b="b"/>
            <a:pathLst>
              <a:path w="866139" h="171450">
                <a:moveTo>
                  <a:pt x="694270" y="171450"/>
                </a:moveTo>
                <a:lnTo>
                  <a:pt x="779995" y="85725"/>
                </a:lnTo>
                <a:lnTo>
                  <a:pt x="694270" y="0"/>
                </a:lnTo>
                <a:lnTo>
                  <a:pt x="808570" y="57150"/>
                </a:lnTo>
                <a:lnTo>
                  <a:pt x="801433" y="57150"/>
                </a:lnTo>
                <a:lnTo>
                  <a:pt x="801433" y="114300"/>
                </a:lnTo>
                <a:lnTo>
                  <a:pt x="808570" y="114300"/>
                </a:lnTo>
                <a:lnTo>
                  <a:pt x="694270" y="171450"/>
                </a:lnTo>
                <a:close/>
              </a:path>
              <a:path w="866139" h="171450">
                <a:moveTo>
                  <a:pt x="751420" y="114300"/>
                </a:moveTo>
                <a:lnTo>
                  <a:pt x="0" y="114300"/>
                </a:lnTo>
                <a:lnTo>
                  <a:pt x="0" y="57150"/>
                </a:lnTo>
                <a:lnTo>
                  <a:pt x="751420" y="57150"/>
                </a:lnTo>
                <a:lnTo>
                  <a:pt x="779995" y="85725"/>
                </a:lnTo>
                <a:lnTo>
                  <a:pt x="751420" y="114300"/>
                </a:lnTo>
                <a:close/>
              </a:path>
              <a:path w="866139" h="171450">
                <a:moveTo>
                  <a:pt x="808570" y="114300"/>
                </a:moveTo>
                <a:lnTo>
                  <a:pt x="801433" y="114300"/>
                </a:lnTo>
                <a:lnTo>
                  <a:pt x="801433" y="57150"/>
                </a:lnTo>
                <a:lnTo>
                  <a:pt x="808570" y="57150"/>
                </a:lnTo>
                <a:lnTo>
                  <a:pt x="865720" y="85725"/>
                </a:lnTo>
                <a:lnTo>
                  <a:pt x="80857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4704054" y="3060712"/>
            <a:ext cx="2032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Book Antiqua"/>
                <a:cs typeface="Book Antiqua"/>
              </a:rPr>
              <a:t>v</a:t>
            </a:r>
            <a:endParaRPr sz="2800">
              <a:latin typeface="Book Antiqua"/>
              <a:cs typeface="Book Antiqu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910114" y="2685033"/>
            <a:ext cx="297815" cy="297180"/>
          </a:xfrm>
          <a:custGeom>
            <a:avLst/>
            <a:gdLst/>
            <a:ahLst/>
            <a:cxnLst/>
            <a:rect l="l" t="t" r="r" b="b"/>
            <a:pathLst>
              <a:path w="297814" h="297180">
                <a:moveTo>
                  <a:pt x="163779" y="297180"/>
                </a:moveTo>
                <a:lnTo>
                  <a:pt x="133375" y="297180"/>
                </a:lnTo>
                <a:lnTo>
                  <a:pt x="111417" y="293370"/>
                </a:lnTo>
                <a:lnTo>
                  <a:pt x="104584" y="290830"/>
                </a:lnTo>
                <a:lnTo>
                  <a:pt x="97459" y="288290"/>
                </a:lnTo>
                <a:lnTo>
                  <a:pt x="59626" y="267970"/>
                </a:lnTo>
                <a:lnTo>
                  <a:pt x="54013" y="262890"/>
                </a:lnTo>
                <a:lnTo>
                  <a:pt x="48628" y="259080"/>
                </a:lnTo>
                <a:lnTo>
                  <a:pt x="43472" y="254000"/>
                </a:lnTo>
                <a:lnTo>
                  <a:pt x="38544" y="248920"/>
                </a:lnTo>
                <a:lnTo>
                  <a:pt x="33883" y="243840"/>
                </a:lnTo>
                <a:lnTo>
                  <a:pt x="29603" y="237490"/>
                </a:lnTo>
                <a:lnTo>
                  <a:pt x="25336" y="232410"/>
                </a:lnTo>
                <a:lnTo>
                  <a:pt x="8978" y="199390"/>
                </a:lnTo>
                <a:lnTo>
                  <a:pt x="6654" y="193040"/>
                </a:lnTo>
                <a:lnTo>
                  <a:pt x="0" y="148590"/>
                </a:lnTo>
                <a:lnTo>
                  <a:pt x="190" y="140970"/>
                </a:lnTo>
                <a:lnTo>
                  <a:pt x="9067" y="96520"/>
                </a:lnTo>
                <a:lnTo>
                  <a:pt x="29603" y="59690"/>
                </a:lnTo>
                <a:lnTo>
                  <a:pt x="34023" y="53340"/>
                </a:lnTo>
                <a:lnTo>
                  <a:pt x="65646" y="25400"/>
                </a:lnTo>
                <a:lnTo>
                  <a:pt x="71678" y="20320"/>
                </a:lnTo>
                <a:lnTo>
                  <a:pt x="77914" y="17780"/>
                </a:lnTo>
                <a:lnTo>
                  <a:pt x="84328" y="13970"/>
                </a:lnTo>
                <a:lnTo>
                  <a:pt x="97675" y="8890"/>
                </a:lnTo>
                <a:lnTo>
                  <a:pt x="111645" y="3810"/>
                </a:lnTo>
                <a:lnTo>
                  <a:pt x="118618" y="2540"/>
                </a:lnTo>
                <a:lnTo>
                  <a:pt x="133616" y="0"/>
                </a:lnTo>
                <a:lnTo>
                  <a:pt x="164020" y="0"/>
                </a:lnTo>
                <a:lnTo>
                  <a:pt x="185966" y="3810"/>
                </a:lnTo>
                <a:lnTo>
                  <a:pt x="199936" y="8890"/>
                </a:lnTo>
                <a:lnTo>
                  <a:pt x="141655" y="8890"/>
                </a:lnTo>
                <a:lnTo>
                  <a:pt x="134340" y="10160"/>
                </a:lnTo>
                <a:lnTo>
                  <a:pt x="127622" y="10160"/>
                </a:lnTo>
                <a:lnTo>
                  <a:pt x="120523" y="11430"/>
                </a:lnTo>
                <a:lnTo>
                  <a:pt x="120764" y="11430"/>
                </a:lnTo>
                <a:lnTo>
                  <a:pt x="113804" y="12700"/>
                </a:lnTo>
                <a:lnTo>
                  <a:pt x="114033" y="12700"/>
                </a:lnTo>
                <a:lnTo>
                  <a:pt x="107200" y="15240"/>
                </a:lnTo>
                <a:lnTo>
                  <a:pt x="107429" y="15240"/>
                </a:lnTo>
                <a:lnTo>
                  <a:pt x="100736" y="17780"/>
                </a:lnTo>
                <a:lnTo>
                  <a:pt x="100965" y="17780"/>
                </a:lnTo>
                <a:lnTo>
                  <a:pt x="94424" y="20320"/>
                </a:lnTo>
                <a:lnTo>
                  <a:pt x="94640" y="20320"/>
                </a:lnTo>
                <a:lnTo>
                  <a:pt x="88265" y="22860"/>
                </a:lnTo>
                <a:lnTo>
                  <a:pt x="88468" y="22860"/>
                </a:lnTo>
                <a:lnTo>
                  <a:pt x="82270" y="25400"/>
                </a:lnTo>
                <a:lnTo>
                  <a:pt x="82473" y="25400"/>
                </a:lnTo>
                <a:lnTo>
                  <a:pt x="76441" y="29210"/>
                </a:lnTo>
                <a:lnTo>
                  <a:pt x="76644" y="29210"/>
                </a:lnTo>
                <a:lnTo>
                  <a:pt x="70802" y="33020"/>
                </a:lnTo>
                <a:lnTo>
                  <a:pt x="70993" y="33020"/>
                </a:lnTo>
                <a:lnTo>
                  <a:pt x="65341" y="36830"/>
                </a:lnTo>
                <a:lnTo>
                  <a:pt x="65532" y="36830"/>
                </a:lnTo>
                <a:lnTo>
                  <a:pt x="60096" y="40640"/>
                </a:lnTo>
                <a:lnTo>
                  <a:pt x="60261" y="40640"/>
                </a:lnTo>
                <a:lnTo>
                  <a:pt x="56346" y="44450"/>
                </a:lnTo>
                <a:lnTo>
                  <a:pt x="55206" y="44450"/>
                </a:lnTo>
                <a:lnTo>
                  <a:pt x="50215" y="49530"/>
                </a:lnTo>
                <a:lnTo>
                  <a:pt x="50368" y="49530"/>
                </a:lnTo>
                <a:lnTo>
                  <a:pt x="45605" y="54610"/>
                </a:lnTo>
                <a:lnTo>
                  <a:pt x="45758" y="54610"/>
                </a:lnTo>
                <a:lnTo>
                  <a:pt x="41236" y="59690"/>
                </a:lnTo>
                <a:lnTo>
                  <a:pt x="41376" y="59690"/>
                </a:lnTo>
                <a:lnTo>
                  <a:pt x="37109" y="64770"/>
                </a:lnTo>
                <a:lnTo>
                  <a:pt x="37249" y="64770"/>
                </a:lnTo>
                <a:lnTo>
                  <a:pt x="34038" y="69850"/>
                </a:lnTo>
                <a:lnTo>
                  <a:pt x="33362" y="69850"/>
                </a:lnTo>
                <a:lnTo>
                  <a:pt x="29616" y="76200"/>
                </a:lnTo>
                <a:lnTo>
                  <a:pt x="26957" y="81280"/>
                </a:lnTo>
                <a:lnTo>
                  <a:pt x="26377" y="81280"/>
                </a:lnTo>
                <a:lnTo>
                  <a:pt x="23202" y="87630"/>
                </a:lnTo>
                <a:lnTo>
                  <a:pt x="20421" y="93980"/>
                </a:lnTo>
                <a:lnTo>
                  <a:pt x="17932" y="100330"/>
                </a:lnTo>
                <a:lnTo>
                  <a:pt x="15748" y="106680"/>
                </a:lnTo>
                <a:lnTo>
                  <a:pt x="14202" y="113030"/>
                </a:lnTo>
                <a:lnTo>
                  <a:pt x="13931" y="113030"/>
                </a:lnTo>
                <a:lnTo>
                  <a:pt x="12331" y="120650"/>
                </a:lnTo>
                <a:lnTo>
                  <a:pt x="11112" y="127000"/>
                </a:lnTo>
                <a:lnTo>
                  <a:pt x="10236" y="134620"/>
                </a:lnTo>
                <a:lnTo>
                  <a:pt x="9702" y="140970"/>
                </a:lnTo>
                <a:lnTo>
                  <a:pt x="9525" y="148590"/>
                </a:lnTo>
                <a:lnTo>
                  <a:pt x="9715" y="156210"/>
                </a:lnTo>
                <a:lnTo>
                  <a:pt x="10261" y="162560"/>
                </a:lnTo>
                <a:lnTo>
                  <a:pt x="11150" y="170180"/>
                </a:lnTo>
                <a:lnTo>
                  <a:pt x="12382" y="176530"/>
                </a:lnTo>
                <a:lnTo>
                  <a:pt x="13931" y="184150"/>
                </a:lnTo>
                <a:lnTo>
                  <a:pt x="14202" y="184150"/>
                </a:lnTo>
                <a:lnTo>
                  <a:pt x="15811" y="190500"/>
                </a:lnTo>
                <a:lnTo>
                  <a:pt x="18008" y="196850"/>
                </a:lnTo>
                <a:lnTo>
                  <a:pt x="20510" y="203200"/>
                </a:lnTo>
                <a:lnTo>
                  <a:pt x="23304" y="209550"/>
                </a:lnTo>
                <a:lnTo>
                  <a:pt x="26377" y="214630"/>
                </a:lnTo>
                <a:lnTo>
                  <a:pt x="29730" y="220980"/>
                </a:lnTo>
                <a:lnTo>
                  <a:pt x="33362" y="226060"/>
                </a:lnTo>
                <a:lnTo>
                  <a:pt x="37249" y="232410"/>
                </a:lnTo>
                <a:lnTo>
                  <a:pt x="37109" y="232410"/>
                </a:lnTo>
                <a:lnTo>
                  <a:pt x="41376" y="237490"/>
                </a:lnTo>
                <a:lnTo>
                  <a:pt x="41236" y="237490"/>
                </a:lnTo>
                <a:lnTo>
                  <a:pt x="45758" y="242570"/>
                </a:lnTo>
                <a:lnTo>
                  <a:pt x="45605" y="242570"/>
                </a:lnTo>
                <a:lnTo>
                  <a:pt x="50368" y="247650"/>
                </a:lnTo>
                <a:lnTo>
                  <a:pt x="50215" y="247650"/>
                </a:lnTo>
                <a:lnTo>
                  <a:pt x="55206" y="251460"/>
                </a:lnTo>
                <a:lnTo>
                  <a:pt x="55041" y="251460"/>
                </a:lnTo>
                <a:lnTo>
                  <a:pt x="60261" y="256540"/>
                </a:lnTo>
                <a:lnTo>
                  <a:pt x="60096" y="256540"/>
                </a:lnTo>
                <a:lnTo>
                  <a:pt x="65532" y="260350"/>
                </a:lnTo>
                <a:lnTo>
                  <a:pt x="65341" y="260350"/>
                </a:lnTo>
                <a:lnTo>
                  <a:pt x="70993" y="264160"/>
                </a:lnTo>
                <a:lnTo>
                  <a:pt x="70802" y="264160"/>
                </a:lnTo>
                <a:lnTo>
                  <a:pt x="76644" y="267970"/>
                </a:lnTo>
                <a:lnTo>
                  <a:pt x="76441" y="267970"/>
                </a:lnTo>
                <a:lnTo>
                  <a:pt x="82473" y="271780"/>
                </a:lnTo>
                <a:lnTo>
                  <a:pt x="82270" y="271780"/>
                </a:lnTo>
                <a:lnTo>
                  <a:pt x="88468" y="274320"/>
                </a:lnTo>
                <a:lnTo>
                  <a:pt x="88265" y="274320"/>
                </a:lnTo>
                <a:lnTo>
                  <a:pt x="94640" y="276860"/>
                </a:lnTo>
                <a:lnTo>
                  <a:pt x="94424" y="276860"/>
                </a:lnTo>
                <a:lnTo>
                  <a:pt x="100965" y="279400"/>
                </a:lnTo>
                <a:lnTo>
                  <a:pt x="100736" y="279400"/>
                </a:lnTo>
                <a:lnTo>
                  <a:pt x="107429" y="281940"/>
                </a:lnTo>
                <a:lnTo>
                  <a:pt x="107200" y="281940"/>
                </a:lnTo>
                <a:lnTo>
                  <a:pt x="114033" y="283210"/>
                </a:lnTo>
                <a:lnTo>
                  <a:pt x="113804" y="283210"/>
                </a:lnTo>
                <a:lnTo>
                  <a:pt x="120764" y="285750"/>
                </a:lnTo>
                <a:lnTo>
                  <a:pt x="120523" y="285750"/>
                </a:lnTo>
                <a:lnTo>
                  <a:pt x="127622" y="287020"/>
                </a:lnTo>
                <a:lnTo>
                  <a:pt x="134340" y="287020"/>
                </a:lnTo>
                <a:lnTo>
                  <a:pt x="141655" y="288290"/>
                </a:lnTo>
                <a:lnTo>
                  <a:pt x="199720" y="288290"/>
                </a:lnTo>
                <a:lnTo>
                  <a:pt x="185966" y="293370"/>
                </a:lnTo>
                <a:lnTo>
                  <a:pt x="163779" y="297180"/>
                </a:lnTo>
                <a:close/>
              </a:path>
              <a:path w="297814" h="297180">
                <a:moveTo>
                  <a:pt x="242354" y="45720"/>
                </a:moveTo>
                <a:lnTo>
                  <a:pt x="237121" y="40640"/>
                </a:lnTo>
                <a:lnTo>
                  <a:pt x="237299" y="40640"/>
                </a:lnTo>
                <a:lnTo>
                  <a:pt x="231863" y="36830"/>
                </a:lnTo>
                <a:lnTo>
                  <a:pt x="232041" y="36830"/>
                </a:lnTo>
                <a:lnTo>
                  <a:pt x="226402" y="33020"/>
                </a:lnTo>
                <a:lnTo>
                  <a:pt x="226593" y="33020"/>
                </a:lnTo>
                <a:lnTo>
                  <a:pt x="220751" y="29210"/>
                </a:lnTo>
                <a:lnTo>
                  <a:pt x="220954" y="29210"/>
                </a:lnTo>
                <a:lnTo>
                  <a:pt x="214922" y="25400"/>
                </a:lnTo>
                <a:lnTo>
                  <a:pt x="215125" y="25400"/>
                </a:lnTo>
                <a:lnTo>
                  <a:pt x="208915" y="22860"/>
                </a:lnTo>
                <a:lnTo>
                  <a:pt x="209130" y="22860"/>
                </a:lnTo>
                <a:lnTo>
                  <a:pt x="202755" y="20320"/>
                </a:lnTo>
                <a:lnTo>
                  <a:pt x="202971" y="20320"/>
                </a:lnTo>
                <a:lnTo>
                  <a:pt x="196430" y="17780"/>
                </a:lnTo>
                <a:lnTo>
                  <a:pt x="196659" y="17780"/>
                </a:lnTo>
                <a:lnTo>
                  <a:pt x="189966" y="15240"/>
                </a:lnTo>
                <a:lnTo>
                  <a:pt x="190195" y="15240"/>
                </a:lnTo>
                <a:lnTo>
                  <a:pt x="183362" y="12700"/>
                </a:lnTo>
                <a:lnTo>
                  <a:pt x="183591" y="12700"/>
                </a:lnTo>
                <a:lnTo>
                  <a:pt x="176631" y="11430"/>
                </a:lnTo>
                <a:lnTo>
                  <a:pt x="176860" y="11430"/>
                </a:lnTo>
                <a:lnTo>
                  <a:pt x="169773" y="10160"/>
                </a:lnTo>
                <a:lnTo>
                  <a:pt x="163055" y="10160"/>
                </a:lnTo>
                <a:lnTo>
                  <a:pt x="155740" y="8890"/>
                </a:lnTo>
                <a:lnTo>
                  <a:pt x="199936" y="8890"/>
                </a:lnTo>
                <a:lnTo>
                  <a:pt x="206692" y="11430"/>
                </a:lnTo>
                <a:lnTo>
                  <a:pt x="243205" y="33020"/>
                </a:lnTo>
                <a:lnTo>
                  <a:pt x="255152" y="44450"/>
                </a:lnTo>
                <a:lnTo>
                  <a:pt x="242176" y="44450"/>
                </a:lnTo>
                <a:lnTo>
                  <a:pt x="242354" y="45720"/>
                </a:lnTo>
                <a:close/>
              </a:path>
              <a:path w="297814" h="297180">
                <a:moveTo>
                  <a:pt x="55041" y="45720"/>
                </a:moveTo>
                <a:lnTo>
                  <a:pt x="55206" y="44450"/>
                </a:lnTo>
                <a:lnTo>
                  <a:pt x="56346" y="44450"/>
                </a:lnTo>
                <a:lnTo>
                  <a:pt x="55041" y="45720"/>
                </a:lnTo>
                <a:close/>
              </a:path>
              <a:path w="297814" h="297180">
                <a:moveTo>
                  <a:pt x="264160" y="71120"/>
                </a:moveTo>
                <a:lnTo>
                  <a:pt x="260146" y="64770"/>
                </a:lnTo>
                <a:lnTo>
                  <a:pt x="260286" y="64770"/>
                </a:lnTo>
                <a:lnTo>
                  <a:pt x="256006" y="59690"/>
                </a:lnTo>
                <a:lnTo>
                  <a:pt x="256159" y="59690"/>
                </a:lnTo>
                <a:lnTo>
                  <a:pt x="251637" y="54610"/>
                </a:lnTo>
                <a:lnTo>
                  <a:pt x="251790" y="54610"/>
                </a:lnTo>
                <a:lnTo>
                  <a:pt x="247015" y="49530"/>
                </a:lnTo>
                <a:lnTo>
                  <a:pt x="247180" y="49530"/>
                </a:lnTo>
                <a:lnTo>
                  <a:pt x="242176" y="44450"/>
                </a:lnTo>
                <a:lnTo>
                  <a:pt x="255152" y="44450"/>
                </a:lnTo>
                <a:lnTo>
                  <a:pt x="258838" y="48260"/>
                </a:lnTo>
                <a:lnTo>
                  <a:pt x="263512" y="53340"/>
                </a:lnTo>
                <a:lnTo>
                  <a:pt x="267919" y="59690"/>
                </a:lnTo>
                <a:lnTo>
                  <a:pt x="272059" y="64770"/>
                </a:lnTo>
                <a:lnTo>
                  <a:pt x="275056" y="69850"/>
                </a:lnTo>
                <a:lnTo>
                  <a:pt x="264033" y="69850"/>
                </a:lnTo>
                <a:lnTo>
                  <a:pt x="264160" y="71120"/>
                </a:lnTo>
                <a:close/>
              </a:path>
              <a:path w="297814" h="297180">
                <a:moveTo>
                  <a:pt x="33235" y="71120"/>
                </a:moveTo>
                <a:lnTo>
                  <a:pt x="33362" y="69850"/>
                </a:lnTo>
                <a:lnTo>
                  <a:pt x="34038" y="69850"/>
                </a:lnTo>
                <a:lnTo>
                  <a:pt x="33235" y="71120"/>
                </a:lnTo>
                <a:close/>
              </a:path>
              <a:path w="297814" h="297180">
                <a:moveTo>
                  <a:pt x="271119" y="82550"/>
                </a:moveTo>
                <a:lnTo>
                  <a:pt x="267665" y="76200"/>
                </a:lnTo>
                <a:lnTo>
                  <a:pt x="264033" y="69850"/>
                </a:lnTo>
                <a:lnTo>
                  <a:pt x="275056" y="69850"/>
                </a:lnTo>
                <a:lnTo>
                  <a:pt x="279501" y="77470"/>
                </a:lnTo>
                <a:lnTo>
                  <a:pt x="281467" y="81280"/>
                </a:lnTo>
                <a:lnTo>
                  <a:pt x="271018" y="81280"/>
                </a:lnTo>
                <a:lnTo>
                  <a:pt x="271119" y="82550"/>
                </a:lnTo>
                <a:close/>
              </a:path>
              <a:path w="297814" h="297180">
                <a:moveTo>
                  <a:pt x="26263" y="82550"/>
                </a:moveTo>
                <a:lnTo>
                  <a:pt x="26377" y="81280"/>
                </a:lnTo>
                <a:lnTo>
                  <a:pt x="26957" y="81280"/>
                </a:lnTo>
                <a:lnTo>
                  <a:pt x="26263" y="82550"/>
                </a:lnTo>
                <a:close/>
              </a:path>
              <a:path w="297814" h="297180">
                <a:moveTo>
                  <a:pt x="283514" y="114300"/>
                </a:moveTo>
                <a:lnTo>
                  <a:pt x="281571" y="106680"/>
                </a:lnTo>
                <a:lnTo>
                  <a:pt x="279387" y="100330"/>
                </a:lnTo>
                <a:lnTo>
                  <a:pt x="276885" y="93980"/>
                </a:lnTo>
                <a:lnTo>
                  <a:pt x="274091" y="87630"/>
                </a:lnTo>
                <a:lnTo>
                  <a:pt x="271018" y="81280"/>
                </a:lnTo>
                <a:lnTo>
                  <a:pt x="281467" y="81280"/>
                </a:lnTo>
                <a:lnTo>
                  <a:pt x="282778" y="83820"/>
                </a:lnTo>
                <a:lnTo>
                  <a:pt x="285750" y="90170"/>
                </a:lnTo>
                <a:lnTo>
                  <a:pt x="288404" y="97790"/>
                </a:lnTo>
                <a:lnTo>
                  <a:pt x="290741" y="104140"/>
                </a:lnTo>
                <a:lnTo>
                  <a:pt x="292684" y="111760"/>
                </a:lnTo>
                <a:lnTo>
                  <a:pt x="293027" y="113030"/>
                </a:lnTo>
                <a:lnTo>
                  <a:pt x="283451" y="113030"/>
                </a:lnTo>
                <a:lnTo>
                  <a:pt x="283514" y="114300"/>
                </a:lnTo>
                <a:close/>
              </a:path>
              <a:path w="297814" h="297180">
                <a:moveTo>
                  <a:pt x="13881" y="114300"/>
                </a:moveTo>
                <a:lnTo>
                  <a:pt x="13931" y="113030"/>
                </a:lnTo>
                <a:lnTo>
                  <a:pt x="14202" y="113030"/>
                </a:lnTo>
                <a:lnTo>
                  <a:pt x="13881" y="114300"/>
                </a:lnTo>
                <a:close/>
              </a:path>
              <a:path w="297814" h="297180">
                <a:moveTo>
                  <a:pt x="293008" y="184150"/>
                </a:moveTo>
                <a:lnTo>
                  <a:pt x="283451" y="184150"/>
                </a:lnTo>
                <a:lnTo>
                  <a:pt x="285064" y="176530"/>
                </a:lnTo>
                <a:lnTo>
                  <a:pt x="286283" y="170180"/>
                </a:lnTo>
                <a:lnTo>
                  <a:pt x="287159" y="162560"/>
                </a:lnTo>
                <a:lnTo>
                  <a:pt x="287693" y="156210"/>
                </a:lnTo>
                <a:lnTo>
                  <a:pt x="287870" y="148590"/>
                </a:lnTo>
                <a:lnTo>
                  <a:pt x="287680" y="140970"/>
                </a:lnTo>
                <a:lnTo>
                  <a:pt x="287134" y="134620"/>
                </a:lnTo>
                <a:lnTo>
                  <a:pt x="286245" y="127000"/>
                </a:lnTo>
                <a:lnTo>
                  <a:pt x="285013" y="120650"/>
                </a:lnTo>
                <a:lnTo>
                  <a:pt x="283451" y="113030"/>
                </a:lnTo>
                <a:lnTo>
                  <a:pt x="293027" y="113030"/>
                </a:lnTo>
                <a:lnTo>
                  <a:pt x="297383" y="148590"/>
                </a:lnTo>
                <a:lnTo>
                  <a:pt x="297192" y="156210"/>
                </a:lnTo>
                <a:lnTo>
                  <a:pt x="296608" y="163830"/>
                </a:lnTo>
                <a:lnTo>
                  <a:pt x="295656" y="171450"/>
                </a:lnTo>
                <a:lnTo>
                  <a:pt x="294347" y="179070"/>
                </a:lnTo>
                <a:lnTo>
                  <a:pt x="293008" y="184150"/>
                </a:lnTo>
                <a:close/>
              </a:path>
              <a:path w="297814" h="297180">
                <a:moveTo>
                  <a:pt x="14202" y="184150"/>
                </a:moveTo>
                <a:lnTo>
                  <a:pt x="13931" y="184150"/>
                </a:lnTo>
                <a:lnTo>
                  <a:pt x="13881" y="182880"/>
                </a:lnTo>
                <a:lnTo>
                  <a:pt x="14202" y="184150"/>
                </a:lnTo>
                <a:close/>
              </a:path>
              <a:path w="297814" h="297180">
                <a:moveTo>
                  <a:pt x="199720" y="288290"/>
                </a:moveTo>
                <a:lnTo>
                  <a:pt x="155740" y="288290"/>
                </a:lnTo>
                <a:lnTo>
                  <a:pt x="163055" y="287020"/>
                </a:lnTo>
                <a:lnTo>
                  <a:pt x="169773" y="287020"/>
                </a:lnTo>
                <a:lnTo>
                  <a:pt x="176860" y="285750"/>
                </a:lnTo>
                <a:lnTo>
                  <a:pt x="176631" y="285750"/>
                </a:lnTo>
                <a:lnTo>
                  <a:pt x="183591" y="283210"/>
                </a:lnTo>
                <a:lnTo>
                  <a:pt x="183362" y="283210"/>
                </a:lnTo>
                <a:lnTo>
                  <a:pt x="190195" y="281940"/>
                </a:lnTo>
                <a:lnTo>
                  <a:pt x="189966" y="281940"/>
                </a:lnTo>
                <a:lnTo>
                  <a:pt x="196659" y="279400"/>
                </a:lnTo>
                <a:lnTo>
                  <a:pt x="196430" y="279400"/>
                </a:lnTo>
                <a:lnTo>
                  <a:pt x="202971" y="276860"/>
                </a:lnTo>
                <a:lnTo>
                  <a:pt x="202755" y="276860"/>
                </a:lnTo>
                <a:lnTo>
                  <a:pt x="209130" y="274320"/>
                </a:lnTo>
                <a:lnTo>
                  <a:pt x="208915" y="274320"/>
                </a:lnTo>
                <a:lnTo>
                  <a:pt x="215125" y="271780"/>
                </a:lnTo>
                <a:lnTo>
                  <a:pt x="214922" y="271780"/>
                </a:lnTo>
                <a:lnTo>
                  <a:pt x="220954" y="267970"/>
                </a:lnTo>
                <a:lnTo>
                  <a:pt x="220751" y="267970"/>
                </a:lnTo>
                <a:lnTo>
                  <a:pt x="226593" y="264160"/>
                </a:lnTo>
                <a:lnTo>
                  <a:pt x="226402" y="264160"/>
                </a:lnTo>
                <a:lnTo>
                  <a:pt x="232041" y="260350"/>
                </a:lnTo>
                <a:lnTo>
                  <a:pt x="231863" y="260350"/>
                </a:lnTo>
                <a:lnTo>
                  <a:pt x="237299" y="256540"/>
                </a:lnTo>
                <a:lnTo>
                  <a:pt x="237121" y="256540"/>
                </a:lnTo>
                <a:lnTo>
                  <a:pt x="242354" y="251460"/>
                </a:lnTo>
                <a:lnTo>
                  <a:pt x="242176" y="251460"/>
                </a:lnTo>
                <a:lnTo>
                  <a:pt x="247180" y="247650"/>
                </a:lnTo>
                <a:lnTo>
                  <a:pt x="247015" y="247650"/>
                </a:lnTo>
                <a:lnTo>
                  <a:pt x="251790" y="242570"/>
                </a:lnTo>
                <a:lnTo>
                  <a:pt x="251637" y="242570"/>
                </a:lnTo>
                <a:lnTo>
                  <a:pt x="256159" y="237490"/>
                </a:lnTo>
                <a:lnTo>
                  <a:pt x="256006" y="237490"/>
                </a:lnTo>
                <a:lnTo>
                  <a:pt x="260286" y="232410"/>
                </a:lnTo>
                <a:lnTo>
                  <a:pt x="260146" y="232410"/>
                </a:lnTo>
                <a:lnTo>
                  <a:pt x="264160" y="226060"/>
                </a:lnTo>
                <a:lnTo>
                  <a:pt x="267779" y="220980"/>
                </a:lnTo>
                <a:lnTo>
                  <a:pt x="271119" y="214630"/>
                </a:lnTo>
                <a:lnTo>
                  <a:pt x="274193" y="209550"/>
                </a:lnTo>
                <a:lnTo>
                  <a:pt x="276974" y="203200"/>
                </a:lnTo>
                <a:lnTo>
                  <a:pt x="279463" y="196850"/>
                </a:lnTo>
                <a:lnTo>
                  <a:pt x="281647" y="190500"/>
                </a:lnTo>
                <a:lnTo>
                  <a:pt x="283514" y="182880"/>
                </a:lnTo>
                <a:lnTo>
                  <a:pt x="283451" y="184150"/>
                </a:lnTo>
                <a:lnTo>
                  <a:pt x="293008" y="184150"/>
                </a:lnTo>
                <a:lnTo>
                  <a:pt x="290664" y="193040"/>
                </a:lnTo>
                <a:lnTo>
                  <a:pt x="288328" y="199390"/>
                </a:lnTo>
                <a:lnTo>
                  <a:pt x="285661" y="207010"/>
                </a:lnTo>
                <a:lnTo>
                  <a:pt x="267779" y="237490"/>
                </a:lnTo>
                <a:lnTo>
                  <a:pt x="263359" y="243840"/>
                </a:lnTo>
                <a:lnTo>
                  <a:pt x="225907" y="275590"/>
                </a:lnTo>
                <a:lnTo>
                  <a:pt x="213067" y="283210"/>
                </a:lnTo>
                <a:lnTo>
                  <a:pt x="199720" y="28829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907802" y="1916201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904234" y="3357498"/>
            <a:ext cx="297815" cy="297180"/>
          </a:xfrm>
          <a:custGeom>
            <a:avLst/>
            <a:gdLst/>
            <a:ahLst/>
            <a:cxnLst/>
            <a:rect l="l" t="t" r="r" b="b"/>
            <a:pathLst>
              <a:path w="297814" h="297179">
                <a:moveTo>
                  <a:pt x="163766" y="297179"/>
                </a:moveTo>
                <a:lnTo>
                  <a:pt x="133375" y="297179"/>
                </a:lnTo>
                <a:lnTo>
                  <a:pt x="111417" y="293370"/>
                </a:lnTo>
                <a:lnTo>
                  <a:pt x="71475" y="275589"/>
                </a:lnTo>
                <a:lnTo>
                  <a:pt x="54013" y="262889"/>
                </a:lnTo>
                <a:lnTo>
                  <a:pt x="48615" y="259079"/>
                </a:lnTo>
                <a:lnTo>
                  <a:pt x="43459" y="254000"/>
                </a:lnTo>
                <a:lnTo>
                  <a:pt x="38544" y="248920"/>
                </a:lnTo>
                <a:lnTo>
                  <a:pt x="33870" y="243839"/>
                </a:lnTo>
                <a:lnTo>
                  <a:pt x="29463" y="237489"/>
                </a:lnTo>
                <a:lnTo>
                  <a:pt x="25323" y="232410"/>
                </a:lnTo>
                <a:lnTo>
                  <a:pt x="8978" y="199389"/>
                </a:lnTo>
                <a:lnTo>
                  <a:pt x="6642" y="193039"/>
                </a:lnTo>
                <a:lnTo>
                  <a:pt x="0" y="148589"/>
                </a:lnTo>
                <a:lnTo>
                  <a:pt x="177" y="140970"/>
                </a:lnTo>
                <a:lnTo>
                  <a:pt x="9055" y="96520"/>
                </a:lnTo>
                <a:lnTo>
                  <a:pt x="29603" y="59689"/>
                </a:lnTo>
                <a:lnTo>
                  <a:pt x="34023" y="53339"/>
                </a:lnTo>
                <a:lnTo>
                  <a:pt x="65633" y="25400"/>
                </a:lnTo>
                <a:lnTo>
                  <a:pt x="71678" y="20320"/>
                </a:lnTo>
                <a:lnTo>
                  <a:pt x="77901" y="17779"/>
                </a:lnTo>
                <a:lnTo>
                  <a:pt x="84327" y="13970"/>
                </a:lnTo>
                <a:lnTo>
                  <a:pt x="97447" y="8889"/>
                </a:lnTo>
                <a:lnTo>
                  <a:pt x="111417" y="3810"/>
                </a:lnTo>
                <a:lnTo>
                  <a:pt x="133616" y="0"/>
                </a:lnTo>
                <a:lnTo>
                  <a:pt x="164007" y="0"/>
                </a:lnTo>
                <a:lnTo>
                  <a:pt x="185966" y="3810"/>
                </a:lnTo>
                <a:lnTo>
                  <a:pt x="199923" y="8889"/>
                </a:lnTo>
                <a:lnTo>
                  <a:pt x="141643" y="8889"/>
                </a:lnTo>
                <a:lnTo>
                  <a:pt x="134340" y="10160"/>
                </a:lnTo>
                <a:lnTo>
                  <a:pt x="127609" y="10160"/>
                </a:lnTo>
                <a:lnTo>
                  <a:pt x="120523" y="11429"/>
                </a:lnTo>
                <a:lnTo>
                  <a:pt x="120751" y="11429"/>
                </a:lnTo>
                <a:lnTo>
                  <a:pt x="113791" y="12700"/>
                </a:lnTo>
                <a:lnTo>
                  <a:pt x="114020" y="12700"/>
                </a:lnTo>
                <a:lnTo>
                  <a:pt x="107187" y="15239"/>
                </a:lnTo>
                <a:lnTo>
                  <a:pt x="107416" y="15239"/>
                </a:lnTo>
                <a:lnTo>
                  <a:pt x="100736" y="17779"/>
                </a:lnTo>
                <a:lnTo>
                  <a:pt x="100952" y="17779"/>
                </a:lnTo>
                <a:lnTo>
                  <a:pt x="94411" y="20320"/>
                </a:lnTo>
                <a:lnTo>
                  <a:pt x="94627" y="20320"/>
                </a:lnTo>
                <a:lnTo>
                  <a:pt x="88252" y="22860"/>
                </a:lnTo>
                <a:lnTo>
                  <a:pt x="88468" y="22860"/>
                </a:lnTo>
                <a:lnTo>
                  <a:pt x="82257" y="25400"/>
                </a:lnTo>
                <a:lnTo>
                  <a:pt x="82461" y="25400"/>
                </a:lnTo>
                <a:lnTo>
                  <a:pt x="76428" y="29210"/>
                </a:lnTo>
                <a:lnTo>
                  <a:pt x="76631" y="29210"/>
                </a:lnTo>
                <a:lnTo>
                  <a:pt x="70789" y="33020"/>
                </a:lnTo>
                <a:lnTo>
                  <a:pt x="70980" y="33020"/>
                </a:lnTo>
                <a:lnTo>
                  <a:pt x="65341" y="36829"/>
                </a:lnTo>
                <a:lnTo>
                  <a:pt x="65519" y="36829"/>
                </a:lnTo>
                <a:lnTo>
                  <a:pt x="60083" y="40639"/>
                </a:lnTo>
                <a:lnTo>
                  <a:pt x="60261" y="40639"/>
                </a:lnTo>
                <a:lnTo>
                  <a:pt x="55041" y="45720"/>
                </a:lnTo>
                <a:lnTo>
                  <a:pt x="55206" y="45720"/>
                </a:lnTo>
                <a:lnTo>
                  <a:pt x="50203" y="49529"/>
                </a:lnTo>
                <a:lnTo>
                  <a:pt x="50368" y="49529"/>
                </a:lnTo>
                <a:lnTo>
                  <a:pt x="45605" y="54610"/>
                </a:lnTo>
                <a:lnTo>
                  <a:pt x="45758" y="54610"/>
                </a:lnTo>
                <a:lnTo>
                  <a:pt x="41224" y="59689"/>
                </a:lnTo>
                <a:lnTo>
                  <a:pt x="41376" y="59689"/>
                </a:lnTo>
                <a:lnTo>
                  <a:pt x="37096" y="64770"/>
                </a:lnTo>
                <a:lnTo>
                  <a:pt x="37236" y="64770"/>
                </a:lnTo>
                <a:lnTo>
                  <a:pt x="34025" y="69850"/>
                </a:lnTo>
                <a:lnTo>
                  <a:pt x="33350" y="69850"/>
                </a:lnTo>
                <a:lnTo>
                  <a:pt x="29603" y="76200"/>
                </a:lnTo>
                <a:lnTo>
                  <a:pt x="29730" y="76200"/>
                </a:lnTo>
                <a:lnTo>
                  <a:pt x="26957" y="81279"/>
                </a:lnTo>
                <a:lnTo>
                  <a:pt x="26365" y="81279"/>
                </a:lnTo>
                <a:lnTo>
                  <a:pt x="23190" y="87629"/>
                </a:lnTo>
                <a:lnTo>
                  <a:pt x="20408" y="93979"/>
                </a:lnTo>
                <a:lnTo>
                  <a:pt x="17919" y="100329"/>
                </a:lnTo>
                <a:lnTo>
                  <a:pt x="15735" y="106679"/>
                </a:lnTo>
                <a:lnTo>
                  <a:pt x="14192" y="113029"/>
                </a:lnTo>
                <a:lnTo>
                  <a:pt x="13931" y="113029"/>
                </a:lnTo>
                <a:lnTo>
                  <a:pt x="12318" y="120650"/>
                </a:lnTo>
                <a:lnTo>
                  <a:pt x="11099" y="127000"/>
                </a:lnTo>
                <a:lnTo>
                  <a:pt x="10223" y="134620"/>
                </a:lnTo>
                <a:lnTo>
                  <a:pt x="9690" y="140970"/>
                </a:lnTo>
                <a:lnTo>
                  <a:pt x="9512" y="148589"/>
                </a:lnTo>
                <a:lnTo>
                  <a:pt x="9702" y="156210"/>
                </a:lnTo>
                <a:lnTo>
                  <a:pt x="10248" y="162560"/>
                </a:lnTo>
                <a:lnTo>
                  <a:pt x="11137" y="170179"/>
                </a:lnTo>
                <a:lnTo>
                  <a:pt x="12369" y="176529"/>
                </a:lnTo>
                <a:lnTo>
                  <a:pt x="13931" y="184150"/>
                </a:lnTo>
                <a:lnTo>
                  <a:pt x="14192" y="184150"/>
                </a:lnTo>
                <a:lnTo>
                  <a:pt x="15811" y="190500"/>
                </a:lnTo>
                <a:lnTo>
                  <a:pt x="18008" y="196850"/>
                </a:lnTo>
                <a:lnTo>
                  <a:pt x="20497" y="203200"/>
                </a:lnTo>
                <a:lnTo>
                  <a:pt x="23291" y="209550"/>
                </a:lnTo>
                <a:lnTo>
                  <a:pt x="26365" y="214629"/>
                </a:lnTo>
                <a:lnTo>
                  <a:pt x="29730" y="220979"/>
                </a:lnTo>
                <a:lnTo>
                  <a:pt x="29603" y="220979"/>
                </a:lnTo>
                <a:lnTo>
                  <a:pt x="33350" y="226060"/>
                </a:lnTo>
                <a:lnTo>
                  <a:pt x="37236" y="232410"/>
                </a:lnTo>
                <a:lnTo>
                  <a:pt x="37096" y="232410"/>
                </a:lnTo>
                <a:lnTo>
                  <a:pt x="41376" y="237489"/>
                </a:lnTo>
                <a:lnTo>
                  <a:pt x="41224" y="237489"/>
                </a:lnTo>
                <a:lnTo>
                  <a:pt x="45758" y="242570"/>
                </a:lnTo>
                <a:lnTo>
                  <a:pt x="45605" y="242570"/>
                </a:lnTo>
                <a:lnTo>
                  <a:pt x="50368" y="247650"/>
                </a:lnTo>
                <a:lnTo>
                  <a:pt x="50203" y="247650"/>
                </a:lnTo>
                <a:lnTo>
                  <a:pt x="55206" y="251460"/>
                </a:lnTo>
                <a:lnTo>
                  <a:pt x="55041" y="251460"/>
                </a:lnTo>
                <a:lnTo>
                  <a:pt x="60261" y="256539"/>
                </a:lnTo>
                <a:lnTo>
                  <a:pt x="60083" y="256539"/>
                </a:lnTo>
                <a:lnTo>
                  <a:pt x="65519" y="260350"/>
                </a:lnTo>
                <a:lnTo>
                  <a:pt x="65341" y="260350"/>
                </a:lnTo>
                <a:lnTo>
                  <a:pt x="70980" y="264160"/>
                </a:lnTo>
                <a:lnTo>
                  <a:pt x="70789" y="264160"/>
                </a:lnTo>
                <a:lnTo>
                  <a:pt x="76631" y="267970"/>
                </a:lnTo>
                <a:lnTo>
                  <a:pt x="76428" y="267970"/>
                </a:lnTo>
                <a:lnTo>
                  <a:pt x="82461" y="271779"/>
                </a:lnTo>
                <a:lnTo>
                  <a:pt x="82257" y="271779"/>
                </a:lnTo>
                <a:lnTo>
                  <a:pt x="88468" y="274320"/>
                </a:lnTo>
                <a:lnTo>
                  <a:pt x="88252" y="274320"/>
                </a:lnTo>
                <a:lnTo>
                  <a:pt x="94627" y="276860"/>
                </a:lnTo>
                <a:lnTo>
                  <a:pt x="94411" y="276860"/>
                </a:lnTo>
                <a:lnTo>
                  <a:pt x="100952" y="279400"/>
                </a:lnTo>
                <a:lnTo>
                  <a:pt x="100736" y="279400"/>
                </a:lnTo>
                <a:lnTo>
                  <a:pt x="107416" y="281939"/>
                </a:lnTo>
                <a:lnTo>
                  <a:pt x="107187" y="281939"/>
                </a:lnTo>
                <a:lnTo>
                  <a:pt x="114020" y="283210"/>
                </a:lnTo>
                <a:lnTo>
                  <a:pt x="113791" y="283210"/>
                </a:lnTo>
                <a:lnTo>
                  <a:pt x="120751" y="285750"/>
                </a:lnTo>
                <a:lnTo>
                  <a:pt x="120523" y="285750"/>
                </a:lnTo>
                <a:lnTo>
                  <a:pt x="127609" y="287020"/>
                </a:lnTo>
                <a:lnTo>
                  <a:pt x="134340" y="287020"/>
                </a:lnTo>
                <a:lnTo>
                  <a:pt x="141643" y="288289"/>
                </a:lnTo>
                <a:lnTo>
                  <a:pt x="199707" y="288289"/>
                </a:lnTo>
                <a:lnTo>
                  <a:pt x="185737" y="293370"/>
                </a:lnTo>
                <a:lnTo>
                  <a:pt x="171450" y="295910"/>
                </a:lnTo>
                <a:lnTo>
                  <a:pt x="163766" y="297179"/>
                </a:lnTo>
                <a:close/>
              </a:path>
              <a:path w="297814" h="297179">
                <a:moveTo>
                  <a:pt x="264160" y="71120"/>
                </a:moveTo>
                <a:lnTo>
                  <a:pt x="260146" y="64770"/>
                </a:lnTo>
                <a:lnTo>
                  <a:pt x="256006" y="59689"/>
                </a:lnTo>
                <a:lnTo>
                  <a:pt x="256146" y="59689"/>
                </a:lnTo>
                <a:lnTo>
                  <a:pt x="251625" y="54610"/>
                </a:lnTo>
                <a:lnTo>
                  <a:pt x="251777" y="54610"/>
                </a:lnTo>
                <a:lnTo>
                  <a:pt x="247014" y="49529"/>
                </a:lnTo>
                <a:lnTo>
                  <a:pt x="247167" y="49529"/>
                </a:lnTo>
                <a:lnTo>
                  <a:pt x="242176" y="45720"/>
                </a:lnTo>
                <a:lnTo>
                  <a:pt x="242341" y="45720"/>
                </a:lnTo>
                <a:lnTo>
                  <a:pt x="237121" y="40639"/>
                </a:lnTo>
                <a:lnTo>
                  <a:pt x="237299" y="40639"/>
                </a:lnTo>
                <a:lnTo>
                  <a:pt x="231863" y="36829"/>
                </a:lnTo>
                <a:lnTo>
                  <a:pt x="232041" y="36829"/>
                </a:lnTo>
                <a:lnTo>
                  <a:pt x="226402" y="33020"/>
                </a:lnTo>
                <a:lnTo>
                  <a:pt x="226593" y="33020"/>
                </a:lnTo>
                <a:lnTo>
                  <a:pt x="220751" y="29210"/>
                </a:lnTo>
                <a:lnTo>
                  <a:pt x="220941" y="29210"/>
                </a:lnTo>
                <a:lnTo>
                  <a:pt x="214922" y="25400"/>
                </a:lnTo>
                <a:lnTo>
                  <a:pt x="215125" y="25400"/>
                </a:lnTo>
                <a:lnTo>
                  <a:pt x="208914" y="22860"/>
                </a:lnTo>
                <a:lnTo>
                  <a:pt x="209118" y="22860"/>
                </a:lnTo>
                <a:lnTo>
                  <a:pt x="202742" y="20320"/>
                </a:lnTo>
                <a:lnTo>
                  <a:pt x="202958" y="20320"/>
                </a:lnTo>
                <a:lnTo>
                  <a:pt x="196430" y="17779"/>
                </a:lnTo>
                <a:lnTo>
                  <a:pt x="196646" y="17779"/>
                </a:lnTo>
                <a:lnTo>
                  <a:pt x="189953" y="15239"/>
                </a:lnTo>
                <a:lnTo>
                  <a:pt x="190182" y="15239"/>
                </a:lnTo>
                <a:lnTo>
                  <a:pt x="183349" y="12700"/>
                </a:lnTo>
                <a:lnTo>
                  <a:pt x="183591" y="12700"/>
                </a:lnTo>
                <a:lnTo>
                  <a:pt x="176618" y="11429"/>
                </a:lnTo>
                <a:lnTo>
                  <a:pt x="176860" y="11429"/>
                </a:lnTo>
                <a:lnTo>
                  <a:pt x="169773" y="10160"/>
                </a:lnTo>
                <a:lnTo>
                  <a:pt x="163042" y="10160"/>
                </a:lnTo>
                <a:lnTo>
                  <a:pt x="155727" y="8889"/>
                </a:lnTo>
                <a:lnTo>
                  <a:pt x="199923" y="8889"/>
                </a:lnTo>
                <a:lnTo>
                  <a:pt x="213271" y="13970"/>
                </a:lnTo>
                <a:lnTo>
                  <a:pt x="219671" y="17779"/>
                </a:lnTo>
                <a:lnTo>
                  <a:pt x="225704" y="20320"/>
                </a:lnTo>
                <a:lnTo>
                  <a:pt x="231736" y="25400"/>
                </a:lnTo>
                <a:lnTo>
                  <a:pt x="237756" y="29210"/>
                </a:lnTo>
                <a:lnTo>
                  <a:pt x="243370" y="33020"/>
                </a:lnTo>
                <a:lnTo>
                  <a:pt x="248754" y="38100"/>
                </a:lnTo>
                <a:lnTo>
                  <a:pt x="253758" y="43179"/>
                </a:lnTo>
                <a:lnTo>
                  <a:pt x="258838" y="48260"/>
                </a:lnTo>
                <a:lnTo>
                  <a:pt x="263499" y="53339"/>
                </a:lnTo>
                <a:lnTo>
                  <a:pt x="267906" y="59689"/>
                </a:lnTo>
                <a:lnTo>
                  <a:pt x="272046" y="64770"/>
                </a:lnTo>
                <a:lnTo>
                  <a:pt x="275145" y="69850"/>
                </a:lnTo>
                <a:lnTo>
                  <a:pt x="264032" y="69850"/>
                </a:lnTo>
                <a:lnTo>
                  <a:pt x="264160" y="71120"/>
                </a:lnTo>
                <a:close/>
              </a:path>
              <a:path w="297814" h="297179">
                <a:moveTo>
                  <a:pt x="33223" y="71120"/>
                </a:moveTo>
                <a:lnTo>
                  <a:pt x="33350" y="69850"/>
                </a:lnTo>
                <a:lnTo>
                  <a:pt x="34025" y="69850"/>
                </a:lnTo>
                <a:lnTo>
                  <a:pt x="33223" y="71120"/>
                </a:lnTo>
                <a:close/>
              </a:path>
              <a:path w="297814" h="297179">
                <a:moveTo>
                  <a:pt x="271119" y="82550"/>
                </a:moveTo>
                <a:lnTo>
                  <a:pt x="267652" y="76200"/>
                </a:lnTo>
                <a:lnTo>
                  <a:pt x="264032" y="69850"/>
                </a:lnTo>
                <a:lnTo>
                  <a:pt x="275145" y="69850"/>
                </a:lnTo>
                <a:lnTo>
                  <a:pt x="275920" y="71120"/>
                </a:lnTo>
                <a:lnTo>
                  <a:pt x="279488" y="77470"/>
                </a:lnTo>
                <a:lnTo>
                  <a:pt x="281454" y="81279"/>
                </a:lnTo>
                <a:lnTo>
                  <a:pt x="271005" y="81279"/>
                </a:lnTo>
                <a:lnTo>
                  <a:pt x="271119" y="82550"/>
                </a:lnTo>
                <a:close/>
              </a:path>
              <a:path w="297814" h="297179">
                <a:moveTo>
                  <a:pt x="26263" y="82550"/>
                </a:moveTo>
                <a:lnTo>
                  <a:pt x="26365" y="81279"/>
                </a:lnTo>
                <a:lnTo>
                  <a:pt x="26957" y="81279"/>
                </a:lnTo>
                <a:lnTo>
                  <a:pt x="26263" y="82550"/>
                </a:lnTo>
                <a:close/>
              </a:path>
              <a:path w="297814" h="297179">
                <a:moveTo>
                  <a:pt x="283502" y="114300"/>
                </a:moveTo>
                <a:lnTo>
                  <a:pt x="281571" y="106679"/>
                </a:lnTo>
                <a:lnTo>
                  <a:pt x="279374" y="100329"/>
                </a:lnTo>
                <a:lnTo>
                  <a:pt x="276872" y="93979"/>
                </a:lnTo>
                <a:lnTo>
                  <a:pt x="274091" y="87629"/>
                </a:lnTo>
                <a:lnTo>
                  <a:pt x="271005" y="81279"/>
                </a:lnTo>
                <a:lnTo>
                  <a:pt x="281454" y="81279"/>
                </a:lnTo>
                <a:lnTo>
                  <a:pt x="282765" y="83820"/>
                </a:lnTo>
                <a:lnTo>
                  <a:pt x="285737" y="90170"/>
                </a:lnTo>
                <a:lnTo>
                  <a:pt x="288404" y="97789"/>
                </a:lnTo>
                <a:lnTo>
                  <a:pt x="290728" y="104139"/>
                </a:lnTo>
                <a:lnTo>
                  <a:pt x="293055" y="113029"/>
                </a:lnTo>
                <a:lnTo>
                  <a:pt x="283451" y="113029"/>
                </a:lnTo>
                <a:lnTo>
                  <a:pt x="283502" y="114300"/>
                </a:lnTo>
                <a:close/>
              </a:path>
              <a:path w="297814" h="297179">
                <a:moveTo>
                  <a:pt x="13868" y="114300"/>
                </a:moveTo>
                <a:lnTo>
                  <a:pt x="13931" y="113029"/>
                </a:lnTo>
                <a:lnTo>
                  <a:pt x="14192" y="113029"/>
                </a:lnTo>
                <a:lnTo>
                  <a:pt x="13868" y="114300"/>
                </a:lnTo>
                <a:close/>
              </a:path>
              <a:path w="297814" h="297179">
                <a:moveTo>
                  <a:pt x="293000" y="184150"/>
                </a:moveTo>
                <a:lnTo>
                  <a:pt x="283451" y="184150"/>
                </a:lnTo>
                <a:lnTo>
                  <a:pt x="285051" y="176529"/>
                </a:lnTo>
                <a:lnTo>
                  <a:pt x="286270" y="170179"/>
                </a:lnTo>
                <a:lnTo>
                  <a:pt x="287159" y="162560"/>
                </a:lnTo>
                <a:lnTo>
                  <a:pt x="287680" y="156210"/>
                </a:lnTo>
                <a:lnTo>
                  <a:pt x="287858" y="148589"/>
                </a:lnTo>
                <a:lnTo>
                  <a:pt x="287667" y="140970"/>
                </a:lnTo>
                <a:lnTo>
                  <a:pt x="287134" y="134620"/>
                </a:lnTo>
                <a:lnTo>
                  <a:pt x="286232" y="127000"/>
                </a:lnTo>
                <a:lnTo>
                  <a:pt x="285013" y="120650"/>
                </a:lnTo>
                <a:lnTo>
                  <a:pt x="283451" y="113029"/>
                </a:lnTo>
                <a:lnTo>
                  <a:pt x="293055" y="113029"/>
                </a:lnTo>
                <a:lnTo>
                  <a:pt x="297383" y="148589"/>
                </a:lnTo>
                <a:lnTo>
                  <a:pt x="297179" y="156210"/>
                </a:lnTo>
                <a:lnTo>
                  <a:pt x="296608" y="163829"/>
                </a:lnTo>
                <a:lnTo>
                  <a:pt x="295655" y="171450"/>
                </a:lnTo>
                <a:lnTo>
                  <a:pt x="294335" y="179070"/>
                </a:lnTo>
                <a:lnTo>
                  <a:pt x="293000" y="184150"/>
                </a:lnTo>
                <a:close/>
              </a:path>
              <a:path w="297814" h="297179">
                <a:moveTo>
                  <a:pt x="14192" y="184150"/>
                </a:moveTo>
                <a:lnTo>
                  <a:pt x="13931" y="184150"/>
                </a:lnTo>
                <a:lnTo>
                  <a:pt x="13868" y="182879"/>
                </a:lnTo>
                <a:lnTo>
                  <a:pt x="14192" y="184150"/>
                </a:lnTo>
                <a:close/>
              </a:path>
              <a:path w="297814" h="297179">
                <a:moveTo>
                  <a:pt x="199707" y="288289"/>
                </a:moveTo>
                <a:lnTo>
                  <a:pt x="155727" y="288289"/>
                </a:lnTo>
                <a:lnTo>
                  <a:pt x="163042" y="287020"/>
                </a:lnTo>
                <a:lnTo>
                  <a:pt x="169773" y="287020"/>
                </a:lnTo>
                <a:lnTo>
                  <a:pt x="176860" y="285750"/>
                </a:lnTo>
                <a:lnTo>
                  <a:pt x="176618" y="285750"/>
                </a:lnTo>
                <a:lnTo>
                  <a:pt x="183591" y="283210"/>
                </a:lnTo>
                <a:lnTo>
                  <a:pt x="183349" y="283210"/>
                </a:lnTo>
                <a:lnTo>
                  <a:pt x="190182" y="281939"/>
                </a:lnTo>
                <a:lnTo>
                  <a:pt x="189953" y="281939"/>
                </a:lnTo>
                <a:lnTo>
                  <a:pt x="196646" y="279400"/>
                </a:lnTo>
                <a:lnTo>
                  <a:pt x="196430" y="279400"/>
                </a:lnTo>
                <a:lnTo>
                  <a:pt x="202958" y="276860"/>
                </a:lnTo>
                <a:lnTo>
                  <a:pt x="202742" y="276860"/>
                </a:lnTo>
                <a:lnTo>
                  <a:pt x="209118" y="274320"/>
                </a:lnTo>
                <a:lnTo>
                  <a:pt x="208914" y="274320"/>
                </a:lnTo>
                <a:lnTo>
                  <a:pt x="215125" y="271779"/>
                </a:lnTo>
                <a:lnTo>
                  <a:pt x="214922" y="271779"/>
                </a:lnTo>
                <a:lnTo>
                  <a:pt x="220941" y="267970"/>
                </a:lnTo>
                <a:lnTo>
                  <a:pt x="220751" y="267970"/>
                </a:lnTo>
                <a:lnTo>
                  <a:pt x="226593" y="264160"/>
                </a:lnTo>
                <a:lnTo>
                  <a:pt x="226402" y="264160"/>
                </a:lnTo>
                <a:lnTo>
                  <a:pt x="232041" y="260350"/>
                </a:lnTo>
                <a:lnTo>
                  <a:pt x="231863" y="260350"/>
                </a:lnTo>
                <a:lnTo>
                  <a:pt x="237299" y="256539"/>
                </a:lnTo>
                <a:lnTo>
                  <a:pt x="237121" y="256539"/>
                </a:lnTo>
                <a:lnTo>
                  <a:pt x="242341" y="251460"/>
                </a:lnTo>
                <a:lnTo>
                  <a:pt x="242176" y="251460"/>
                </a:lnTo>
                <a:lnTo>
                  <a:pt x="247167" y="247650"/>
                </a:lnTo>
                <a:lnTo>
                  <a:pt x="247014" y="247650"/>
                </a:lnTo>
                <a:lnTo>
                  <a:pt x="251777" y="242570"/>
                </a:lnTo>
                <a:lnTo>
                  <a:pt x="251625" y="242570"/>
                </a:lnTo>
                <a:lnTo>
                  <a:pt x="256146" y="237489"/>
                </a:lnTo>
                <a:lnTo>
                  <a:pt x="256006" y="237489"/>
                </a:lnTo>
                <a:lnTo>
                  <a:pt x="260273" y="232410"/>
                </a:lnTo>
                <a:lnTo>
                  <a:pt x="264160" y="226060"/>
                </a:lnTo>
                <a:lnTo>
                  <a:pt x="264032" y="226060"/>
                </a:lnTo>
                <a:lnTo>
                  <a:pt x="267766" y="220979"/>
                </a:lnTo>
                <a:lnTo>
                  <a:pt x="271119" y="214629"/>
                </a:lnTo>
                <a:lnTo>
                  <a:pt x="274180" y="209550"/>
                </a:lnTo>
                <a:lnTo>
                  <a:pt x="276974" y="203200"/>
                </a:lnTo>
                <a:lnTo>
                  <a:pt x="279450" y="196850"/>
                </a:lnTo>
                <a:lnTo>
                  <a:pt x="281635" y="190500"/>
                </a:lnTo>
                <a:lnTo>
                  <a:pt x="283502" y="182879"/>
                </a:lnTo>
                <a:lnTo>
                  <a:pt x="283451" y="184150"/>
                </a:lnTo>
                <a:lnTo>
                  <a:pt x="293000" y="184150"/>
                </a:lnTo>
                <a:lnTo>
                  <a:pt x="275793" y="226060"/>
                </a:lnTo>
                <a:lnTo>
                  <a:pt x="267779" y="237489"/>
                </a:lnTo>
                <a:lnTo>
                  <a:pt x="263359" y="243839"/>
                </a:lnTo>
                <a:lnTo>
                  <a:pt x="231736" y="271779"/>
                </a:lnTo>
                <a:lnTo>
                  <a:pt x="213055" y="283210"/>
                </a:lnTo>
                <a:lnTo>
                  <a:pt x="199707" y="288289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917734" y="4018534"/>
            <a:ext cx="297815" cy="297180"/>
          </a:xfrm>
          <a:custGeom>
            <a:avLst/>
            <a:gdLst/>
            <a:ahLst/>
            <a:cxnLst/>
            <a:rect l="l" t="t" r="r" b="b"/>
            <a:pathLst>
              <a:path w="297814" h="297179">
                <a:moveTo>
                  <a:pt x="163779" y="297179"/>
                </a:moveTo>
                <a:lnTo>
                  <a:pt x="133375" y="297179"/>
                </a:lnTo>
                <a:lnTo>
                  <a:pt x="111417" y="293370"/>
                </a:lnTo>
                <a:lnTo>
                  <a:pt x="104584" y="290829"/>
                </a:lnTo>
                <a:lnTo>
                  <a:pt x="97459" y="288289"/>
                </a:lnTo>
                <a:lnTo>
                  <a:pt x="59626" y="267970"/>
                </a:lnTo>
                <a:lnTo>
                  <a:pt x="54013" y="262889"/>
                </a:lnTo>
                <a:lnTo>
                  <a:pt x="48628" y="259079"/>
                </a:lnTo>
                <a:lnTo>
                  <a:pt x="43472" y="254000"/>
                </a:lnTo>
                <a:lnTo>
                  <a:pt x="38544" y="248920"/>
                </a:lnTo>
                <a:lnTo>
                  <a:pt x="33883" y="243839"/>
                </a:lnTo>
                <a:lnTo>
                  <a:pt x="29603" y="237489"/>
                </a:lnTo>
                <a:lnTo>
                  <a:pt x="25336" y="232410"/>
                </a:lnTo>
                <a:lnTo>
                  <a:pt x="8978" y="199389"/>
                </a:lnTo>
                <a:lnTo>
                  <a:pt x="6654" y="193039"/>
                </a:lnTo>
                <a:lnTo>
                  <a:pt x="0" y="148589"/>
                </a:lnTo>
                <a:lnTo>
                  <a:pt x="190" y="140970"/>
                </a:lnTo>
                <a:lnTo>
                  <a:pt x="9067" y="96520"/>
                </a:lnTo>
                <a:lnTo>
                  <a:pt x="29603" y="59689"/>
                </a:lnTo>
                <a:lnTo>
                  <a:pt x="34023" y="53339"/>
                </a:lnTo>
                <a:lnTo>
                  <a:pt x="65646" y="25400"/>
                </a:lnTo>
                <a:lnTo>
                  <a:pt x="71678" y="20320"/>
                </a:lnTo>
                <a:lnTo>
                  <a:pt x="77914" y="17779"/>
                </a:lnTo>
                <a:lnTo>
                  <a:pt x="84327" y="13970"/>
                </a:lnTo>
                <a:lnTo>
                  <a:pt x="97675" y="8889"/>
                </a:lnTo>
                <a:lnTo>
                  <a:pt x="111645" y="3810"/>
                </a:lnTo>
                <a:lnTo>
                  <a:pt x="118617" y="2539"/>
                </a:lnTo>
                <a:lnTo>
                  <a:pt x="133616" y="0"/>
                </a:lnTo>
                <a:lnTo>
                  <a:pt x="164020" y="0"/>
                </a:lnTo>
                <a:lnTo>
                  <a:pt x="185966" y="3810"/>
                </a:lnTo>
                <a:lnTo>
                  <a:pt x="199936" y="8889"/>
                </a:lnTo>
                <a:lnTo>
                  <a:pt x="141655" y="8889"/>
                </a:lnTo>
                <a:lnTo>
                  <a:pt x="134340" y="10160"/>
                </a:lnTo>
                <a:lnTo>
                  <a:pt x="127622" y="10160"/>
                </a:lnTo>
                <a:lnTo>
                  <a:pt x="120523" y="11429"/>
                </a:lnTo>
                <a:lnTo>
                  <a:pt x="120764" y="11429"/>
                </a:lnTo>
                <a:lnTo>
                  <a:pt x="113804" y="12700"/>
                </a:lnTo>
                <a:lnTo>
                  <a:pt x="114033" y="12700"/>
                </a:lnTo>
                <a:lnTo>
                  <a:pt x="107200" y="15239"/>
                </a:lnTo>
                <a:lnTo>
                  <a:pt x="107429" y="15239"/>
                </a:lnTo>
                <a:lnTo>
                  <a:pt x="100736" y="17779"/>
                </a:lnTo>
                <a:lnTo>
                  <a:pt x="100964" y="17779"/>
                </a:lnTo>
                <a:lnTo>
                  <a:pt x="94424" y="20320"/>
                </a:lnTo>
                <a:lnTo>
                  <a:pt x="94640" y="20320"/>
                </a:lnTo>
                <a:lnTo>
                  <a:pt x="88264" y="22860"/>
                </a:lnTo>
                <a:lnTo>
                  <a:pt x="88468" y="22860"/>
                </a:lnTo>
                <a:lnTo>
                  <a:pt x="82270" y="25400"/>
                </a:lnTo>
                <a:lnTo>
                  <a:pt x="82473" y="25400"/>
                </a:lnTo>
                <a:lnTo>
                  <a:pt x="76441" y="29210"/>
                </a:lnTo>
                <a:lnTo>
                  <a:pt x="76631" y="29210"/>
                </a:lnTo>
                <a:lnTo>
                  <a:pt x="70802" y="33020"/>
                </a:lnTo>
                <a:lnTo>
                  <a:pt x="70992" y="33020"/>
                </a:lnTo>
                <a:lnTo>
                  <a:pt x="65341" y="36829"/>
                </a:lnTo>
                <a:lnTo>
                  <a:pt x="65531" y="36829"/>
                </a:lnTo>
                <a:lnTo>
                  <a:pt x="60096" y="40639"/>
                </a:lnTo>
                <a:lnTo>
                  <a:pt x="60261" y="40639"/>
                </a:lnTo>
                <a:lnTo>
                  <a:pt x="56346" y="44450"/>
                </a:lnTo>
                <a:lnTo>
                  <a:pt x="55206" y="44450"/>
                </a:lnTo>
                <a:lnTo>
                  <a:pt x="50215" y="49529"/>
                </a:lnTo>
                <a:lnTo>
                  <a:pt x="50368" y="49529"/>
                </a:lnTo>
                <a:lnTo>
                  <a:pt x="45605" y="54610"/>
                </a:lnTo>
                <a:lnTo>
                  <a:pt x="45758" y="54610"/>
                </a:lnTo>
                <a:lnTo>
                  <a:pt x="41236" y="59689"/>
                </a:lnTo>
                <a:lnTo>
                  <a:pt x="41376" y="59689"/>
                </a:lnTo>
                <a:lnTo>
                  <a:pt x="37109" y="64770"/>
                </a:lnTo>
                <a:lnTo>
                  <a:pt x="37249" y="64770"/>
                </a:lnTo>
                <a:lnTo>
                  <a:pt x="34038" y="69850"/>
                </a:lnTo>
                <a:lnTo>
                  <a:pt x="33362" y="69850"/>
                </a:lnTo>
                <a:lnTo>
                  <a:pt x="29616" y="76200"/>
                </a:lnTo>
                <a:lnTo>
                  <a:pt x="26957" y="81279"/>
                </a:lnTo>
                <a:lnTo>
                  <a:pt x="26377" y="81279"/>
                </a:lnTo>
                <a:lnTo>
                  <a:pt x="23202" y="87629"/>
                </a:lnTo>
                <a:lnTo>
                  <a:pt x="20421" y="93979"/>
                </a:lnTo>
                <a:lnTo>
                  <a:pt x="17932" y="100329"/>
                </a:lnTo>
                <a:lnTo>
                  <a:pt x="15748" y="106679"/>
                </a:lnTo>
                <a:lnTo>
                  <a:pt x="14202" y="113029"/>
                </a:lnTo>
                <a:lnTo>
                  <a:pt x="13931" y="113029"/>
                </a:lnTo>
                <a:lnTo>
                  <a:pt x="12331" y="120650"/>
                </a:lnTo>
                <a:lnTo>
                  <a:pt x="11112" y="127000"/>
                </a:lnTo>
                <a:lnTo>
                  <a:pt x="10236" y="134620"/>
                </a:lnTo>
                <a:lnTo>
                  <a:pt x="9702" y="140970"/>
                </a:lnTo>
                <a:lnTo>
                  <a:pt x="9525" y="148589"/>
                </a:lnTo>
                <a:lnTo>
                  <a:pt x="9715" y="156210"/>
                </a:lnTo>
                <a:lnTo>
                  <a:pt x="10261" y="162560"/>
                </a:lnTo>
                <a:lnTo>
                  <a:pt x="11150" y="170179"/>
                </a:lnTo>
                <a:lnTo>
                  <a:pt x="12382" y="176529"/>
                </a:lnTo>
                <a:lnTo>
                  <a:pt x="13931" y="184150"/>
                </a:lnTo>
                <a:lnTo>
                  <a:pt x="14202" y="184150"/>
                </a:lnTo>
                <a:lnTo>
                  <a:pt x="15811" y="190500"/>
                </a:lnTo>
                <a:lnTo>
                  <a:pt x="18008" y="196850"/>
                </a:lnTo>
                <a:lnTo>
                  <a:pt x="20510" y="203200"/>
                </a:lnTo>
                <a:lnTo>
                  <a:pt x="23304" y="209550"/>
                </a:lnTo>
                <a:lnTo>
                  <a:pt x="26377" y="214629"/>
                </a:lnTo>
                <a:lnTo>
                  <a:pt x="29730" y="220979"/>
                </a:lnTo>
                <a:lnTo>
                  <a:pt x="33362" y="226060"/>
                </a:lnTo>
                <a:lnTo>
                  <a:pt x="37249" y="232410"/>
                </a:lnTo>
                <a:lnTo>
                  <a:pt x="37109" y="232410"/>
                </a:lnTo>
                <a:lnTo>
                  <a:pt x="41376" y="237489"/>
                </a:lnTo>
                <a:lnTo>
                  <a:pt x="41236" y="237489"/>
                </a:lnTo>
                <a:lnTo>
                  <a:pt x="45758" y="242570"/>
                </a:lnTo>
                <a:lnTo>
                  <a:pt x="45605" y="242570"/>
                </a:lnTo>
                <a:lnTo>
                  <a:pt x="50368" y="247650"/>
                </a:lnTo>
                <a:lnTo>
                  <a:pt x="50215" y="247650"/>
                </a:lnTo>
                <a:lnTo>
                  <a:pt x="55206" y="251460"/>
                </a:lnTo>
                <a:lnTo>
                  <a:pt x="55041" y="251460"/>
                </a:lnTo>
                <a:lnTo>
                  <a:pt x="60261" y="256539"/>
                </a:lnTo>
                <a:lnTo>
                  <a:pt x="60096" y="256539"/>
                </a:lnTo>
                <a:lnTo>
                  <a:pt x="65531" y="260350"/>
                </a:lnTo>
                <a:lnTo>
                  <a:pt x="65341" y="260350"/>
                </a:lnTo>
                <a:lnTo>
                  <a:pt x="70992" y="264160"/>
                </a:lnTo>
                <a:lnTo>
                  <a:pt x="70802" y="264160"/>
                </a:lnTo>
                <a:lnTo>
                  <a:pt x="76631" y="267970"/>
                </a:lnTo>
                <a:lnTo>
                  <a:pt x="76441" y="267970"/>
                </a:lnTo>
                <a:lnTo>
                  <a:pt x="82473" y="271779"/>
                </a:lnTo>
                <a:lnTo>
                  <a:pt x="82270" y="271779"/>
                </a:lnTo>
                <a:lnTo>
                  <a:pt x="88468" y="274320"/>
                </a:lnTo>
                <a:lnTo>
                  <a:pt x="88264" y="274320"/>
                </a:lnTo>
                <a:lnTo>
                  <a:pt x="94640" y="276860"/>
                </a:lnTo>
                <a:lnTo>
                  <a:pt x="94424" y="276860"/>
                </a:lnTo>
                <a:lnTo>
                  <a:pt x="100964" y="279400"/>
                </a:lnTo>
                <a:lnTo>
                  <a:pt x="100736" y="279400"/>
                </a:lnTo>
                <a:lnTo>
                  <a:pt x="107429" y="281939"/>
                </a:lnTo>
                <a:lnTo>
                  <a:pt x="107200" y="281939"/>
                </a:lnTo>
                <a:lnTo>
                  <a:pt x="114033" y="283210"/>
                </a:lnTo>
                <a:lnTo>
                  <a:pt x="113804" y="283210"/>
                </a:lnTo>
                <a:lnTo>
                  <a:pt x="120764" y="285750"/>
                </a:lnTo>
                <a:lnTo>
                  <a:pt x="120523" y="285750"/>
                </a:lnTo>
                <a:lnTo>
                  <a:pt x="127622" y="287020"/>
                </a:lnTo>
                <a:lnTo>
                  <a:pt x="134340" y="287020"/>
                </a:lnTo>
                <a:lnTo>
                  <a:pt x="141655" y="288289"/>
                </a:lnTo>
                <a:lnTo>
                  <a:pt x="199720" y="288289"/>
                </a:lnTo>
                <a:lnTo>
                  <a:pt x="185966" y="293370"/>
                </a:lnTo>
                <a:lnTo>
                  <a:pt x="163779" y="297179"/>
                </a:lnTo>
                <a:close/>
              </a:path>
              <a:path w="297814" h="297179">
                <a:moveTo>
                  <a:pt x="242354" y="45720"/>
                </a:moveTo>
                <a:lnTo>
                  <a:pt x="237121" y="40639"/>
                </a:lnTo>
                <a:lnTo>
                  <a:pt x="237299" y="40639"/>
                </a:lnTo>
                <a:lnTo>
                  <a:pt x="231863" y="36829"/>
                </a:lnTo>
                <a:lnTo>
                  <a:pt x="232041" y="36829"/>
                </a:lnTo>
                <a:lnTo>
                  <a:pt x="226402" y="33020"/>
                </a:lnTo>
                <a:lnTo>
                  <a:pt x="226593" y="33020"/>
                </a:lnTo>
                <a:lnTo>
                  <a:pt x="220751" y="29210"/>
                </a:lnTo>
                <a:lnTo>
                  <a:pt x="220954" y="29210"/>
                </a:lnTo>
                <a:lnTo>
                  <a:pt x="214922" y="25400"/>
                </a:lnTo>
                <a:lnTo>
                  <a:pt x="215125" y="25400"/>
                </a:lnTo>
                <a:lnTo>
                  <a:pt x="208914" y="22860"/>
                </a:lnTo>
                <a:lnTo>
                  <a:pt x="209130" y="22860"/>
                </a:lnTo>
                <a:lnTo>
                  <a:pt x="202755" y="20320"/>
                </a:lnTo>
                <a:lnTo>
                  <a:pt x="202971" y="20320"/>
                </a:lnTo>
                <a:lnTo>
                  <a:pt x="196430" y="17779"/>
                </a:lnTo>
                <a:lnTo>
                  <a:pt x="196659" y="17779"/>
                </a:lnTo>
                <a:lnTo>
                  <a:pt x="189966" y="15239"/>
                </a:lnTo>
                <a:lnTo>
                  <a:pt x="190195" y="15239"/>
                </a:lnTo>
                <a:lnTo>
                  <a:pt x="183362" y="12700"/>
                </a:lnTo>
                <a:lnTo>
                  <a:pt x="183591" y="12700"/>
                </a:lnTo>
                <a:lnTo>
                  <a:pt x="176631" y="11429"/>
                </a:lnTo>
                <a:lnTo>
                  <a:pt x="176860" y="11429"/>
                </a:lnTo>
                <a:lnTo>
                  <a:pt x="169773" y="10160"/>
                </a:lnTo>
                <a:lnTo>
                  <a:pt x="163055" y="10160"/>
                </a:lnTo>
                <a:lnTo>
                  <a:pt x="155740" y="8889"/>
                </a:lnTo>
                <a:lnTo>
                  <a:pt x="199936" y="8889"/>
                </a:lnTo>
                <a:lnTo>
                  <a:pt x="206692" y="11429"/>
                </a:lnTo>
                <a:lnTo>
                  <a:pt x="243204" y="33020"/>
                </a:lnTo>
                <a:lnTo>
                  <a:pt x="255152" y="44450"/>
                </a:lnTo>
                <a:lnTo>
                  <a:pt x="242176" y="44450"/>
                </a:lnTo>
                <a:lnTo>
                  <a:pt x="242354" y="45720"/>
                </a:lnTo>
                <a:close/>
              </a:path>
              <a:path w="297814" h="297179">
                <a:moveTo>
                  <a:pt x="55041" y="45720"/>
                </a:moveTo>
                <a:lnTo>
                  <a:pt x="55206" y="44450"/>
                </a:lnTo>
                <a:lnTo>
                  <a:pt x="56346" y="44450"/>
                </a:lnTo>
                <a:lnTo>
                  <a:pt x="55041" y="45720"/>
                </a:lnTo>
                <a:close/>
              </a:path>
              <a:path w="297814" h="297179">
                <a:moveTo>
                  <a:pt x="264160" y="71120"/>
                </a:moveTo>
                <a:lnTo>
                  <a:pt x="260146" y="64770"/>
                </a:lnTo>
                <a:lnTo>
                  <a:pt x="260286" y="64770"/>
                </a:lnTo>
                <a:lnTo>
                  <a:pt x="256006" y="59689"/>
                </a:lnTo>
                <a:lnTo>
                  <a:pt x="256159" y="59689"/>
                </a:lnTo>
                <a:lnTo>
                  <a:pt x="251637" y="54610"/>
                </a:lnTo>
                <a:lnTo>
                  <a:pt x="251790" y="54610"/>
                </a:lnTo>
                <a:lnTo>
                  <a:pt x="247014" y="49529"/>
                </a:lnTo>
                <a:lnTo>
                  <a:pt x="247180" y="49529"/>
                </a:lnTo>
                <a:lnTo>
                  <a:pt x="242176" y="44450"/>
                </a:lnTo>
                <a:lnTo>
                  <a:pt x="255152" y="44450"/>
                </a:lnTo>
                <a:lnTo>
                  <a:pt x="258838" y="48260"/>
                </a:lnTo>
                <a:lnTo>
                  <a:pt x="263512" y="53339"/>
                </a:lnTo>
                <a:lnTo>
                  <a:pt x="267919" y="59689"/>
                </a:lnTo>
                <a:lnTo>
                  <a:pt x="272059" y="64770"/>
                </a:lnTo>
                <a:lnTo>
                  <a:pt x="275056" y="69850"/>
                </a:lnTo>
                <a:lnTo>
                  <a:pt x="264033" y="69850"/>
                </a:lnTo>
                <a:lnTo>
                  <a:pt x="264160" y="71120"/>
                </a:lnTo>
                <a:close/>
              </a:path>
              <a:path w="297814" h="297179">
                <a:moveTo>
                  <a:pt x="33235" y="71120"/>
                </a:moveTo>
                <a:lnTo>
                  <a:pt x="33362" y="69850"/>
                </a:lnTo>
                <a:lnTo>
                  <a:pt x="34038" y="69850"/>
                </a:lnTo>
                <a:lnTo>
                  <a:pt x="33235" y="71120"/>
                </a:lnTo>
                <a:close/>
              </a:path>
              <a:path w="297814" h="297179">
                <a:moveTo>
                  <a:pt x="271119" y="82550"/>
                </a:moveTo>
                <a:lnTo>
                  <a:pt x="267665" y="76200"/>
                </a:lnTo>
                <a:lnTo>
                  <a:pt x="264033" y="69850"/>
                </a:lnTo>
                <a:lnTo>
                  <a:pt x="275056" y="69850"/>
                </a:lnTo>
                <a:lnTo>
                  <a:pt x="279501" y="77470"/>
                </a:lnTo>
                <a:lnTo>
                  <a:pt x="281467" y="81279"/>
                </a:lnTo>
                <a:lnTo>
                  <a:pt x="271017" y="81279"/>
                </a:lnTo>
                <a:lnTo>
                  <a:pt x="271119" y="82550"/>
                </a:lnTo>
                <a:close/>
              </a:path>
              <a:path w="297814" h="297179">
                <a:moveTo>
                  <a:pt x="26263" y="82550"/>
                </a:moveTo>
                <a:lnTo>
                  <a:pt x="26377" y="81279"/>
                </a:lnTo>
                <a:lnTo>
                  <a:pt x="26957" y="81279"/>
                </a:lnTo>
                <a:lnTo>
                  <a:pt x="26263" y="82550"/>
                </a:lnTo>
                <a:close/>
              </a:path>
              <a:path w="297814" h="297179">
                <a:moveTo>
                  <a:pt x="283514" y="114300"/>
                </a:moveTo>
                <a:lnTo>
                  <a:pt x="281571" y="106679"/>
                </a:lnTo>
                <a:lnTo>
                  <a:pt x="279387" y="100329"/>
                </a:lnTo>
                <a:lnTo>
                  <a:pt x="276885" y="93979"/>
                </a:lnTo>
                <a:lnTo>
                  <a:pt x="274091" y="87629"/>
                </a:lnTo>
                <a:lnTo>
                  <a:pt x="271017" y="81279"/>
                </a:lnTo>
                <a:lnTo>
                  <a:pt x="281467" y="81279"/>
                </a:lnTo>
                <a:lnTo>
                  <a:pt x="282778" y="83820"/>
                </a:lnTo>
                <a:lnTo>
                  <a:pt x="285750" y="90170"/>
                </a:lnTo>
                <a:lnTo>
                  <a:pt x="288404" y="97789"/>
                </a:lnTo>
                <a:lnTo>
                  <a:pt x="290741" y="104139"/>
                </a:lnTo>
                <a:lnTo>
                  <a:pt x="292684" y="111760"/>
                </a:lnTo>
                <a:lnTo>
                  <a:pt x="293027" y="113029"/>
                </a:lnTo>
                <a:lnTo>
                  <a:pt x="283451" y="113029"/>
                </a:lnTo>
                <a:lnTo>
                  <a:pt x="283514" y="114300"/>
                </a:lnTo>
                <a:close/>
              </a:path>
              <a:path w="297814" h="297179">
                <a:moveTo>
                  <a:pt x="13881" y="114300"/>
                </a:moveTo>
                <a:lnTo>
                  <a:pt x="13931" y="113029"/>
                </a:lnTo>
                <a:lnTo>
                  <a:pt x="14202" y="113029"/>
                </a:lnTo>
                <a:lnTo>
                  <a:pt x="13881" y="114300"/>
                </a:lnTo>
                <a:close/>
              </a:path>
              <a:path w="297814" h="297179">
                <a:moveTo>
                  <a:pt x="293008" y="184150"/>
                </a:moveTo>
                <a:lnTo>
                  <a:pt x="283451" y="184150"/>
                </a:lnTo>
                <a:lnTo>
                  <a:pt x="285064" y="176529"/>
                </a:lnTo>
                <a:lnTo>
                  <a:pt x="286283" y="170179"/>
                </a:lnTo>
                <a:lnTo>
                  <a:pt x="287159" y="162560"/>
                </a:lnTo>
                <a:lnTo>
                  <a:pt x="287693" y="156210"/>
                </a:lnTo>
                <a:lnTo>
                  <a:pt x="287870" y="148589"/>
                </a:lnTo>
                <a:lnTo>
                  <a:pt x="287680" y="140970"/>
                </a:lnTo>
                <a:lnTo>
                  <a:pt x="287134" y="134620"/>
                </a:lnTo>
                <a:lnTo>
                  <a:pt x="286245" y="127000"/>
                </a:lnTo>
                <a:lnTo>
                  <a:pt x="285013" y="120650"/>
                </a:lnTo>
                <a:lnTo>
                  <a:pt x="283451" y="113029"/>
                </a:lnTo>
                <a:lnTo>
                  <a:pt x="293027" y="113029"/>
                </a:lnTo>
                <a:lnTo>
                  <a:pt x="297383" y="148589"/>
                </a:lnTo>
                <a:lnTo>
                  <a:pt x="297192" y="156210"/>
                </a:lnTo>
                <a:lnTo>
                  <a:pt x="296608" y="163829"/>
                </a:lnTo>
                <a:lnTo>
                  <a:pt x="295655" y="171450"/>
                </a:lnTo>
                <a:lnTo>
                  <a:pt x="294347" y="179070"/>
                </a:lnTo>
                <a:lnTo>
                  <a:pt x="293008" y="184150"/>
                </a:lnTo>
                <a:close/>
              </a:path>
              <a:path w="297814" h="297179">
                <a:moveTo>
                  <a:pt x="14202" y="184150"/>
                </a:moveTo>
                <a:lnTo>
                  <a:pt x="13931" y="184150"/>
                </a:lnTo>
                <a:lnTo>
                  <a:pt x="13881" y="182879"/>
                </a:lnTo>
                <a:lnTo>
                  <a:pt x="14202" y="184150"/>
                </a:lnTo>
                <a:close/>
              </a:path>
              <a:path w="297814" h="297179">
                <a:moveTo>
                  <a:pt x="199720" y="288289"/>
                </a:moveTo>
                <a:lnTo>
                  <a:pt x="155740" y="288289"/>
                </a:lnTo>
                <a:lnTo>
                  <a:pt x="163055" y="287020"/>
                </a:lnTo>
                <a:lnTo>
                  <a:pt x="169773" y="287020"/>
                </a:lnTo>
                <a:lnTo>
                  <a:pt x="176860" y="285750"/>
                </a:lnTo>
                <a:lnTo>
                  <a:pt x="176631" y="285750"/>
                </a:lnTo>
                <a:lnTo>
                  <a:pt x="183591" y="283210"/>
                </a:lnTo>
                <a:lnTo>
                  <a:pt x="183362" y="283210"/>
                </a:lnTo>
                <a:lnTo>
                  <a:pt x="190195" y="281939"/>
                </a:lnTo>
                <a:lnTo>
                  <a:pt x="189966" y="281939"/>
                </a:lnTo>
                <a:lnTo>
                  <a:pt x="196659" y="279400"/>
                </a:lnTo>
                <a:lnTo>
                  <a:pt x="196430" y="279400"/>
                </a:lnTo>
                <a:lnTo>
                  <a:pt x="202971" y="276860"/>
                </a:lnTo>
                <a:lnTo>
                  <a:pt x="202755" y="276860"/>
                </a:lnTo>
                <a:lnTo>
                  <a:pt x="209130" y="274320"/>
                </a:lnTo>
                <a:lnTo>
                  <a:pt x="208914" y="274320"/>
                </a:lnTo>
                <a:lnTo>
                  <a:pt x="215125" y="271779"/>
                </a:lnTo>
                <a:lnTo>
                  <a:pt x="214922" y="271779"/>
                </a:lnTo>
                <a:lnTo>
                  <a:pt x="220954" y="267970"/>
                </a:lnTo>
                <a:lnTo>
                  <a:pt x="220751" y="267970"/>
                </a:lnTo>
                <a:lnTo>
                  <a:pt x="226593" y="264160"/>
                </a:lnTo>
                <a:lnTo>
                  <a:pt x="226402" y="264160"/>
                </a:lnTo>
                <a:lnTo>
                  <a:pt x="232041" y="260350"/>
                </a:lnTo>
                <a:lnTo>
                  <a:pt x="231863" y="260350"/>
                </a:lnTo>
                <a:lnTo>
                  <a:pt x="237299" y="256539"/>
                </a:lnTo>
                <a:lnTo>
                  <a:pt x="237121" y="256539"/>
                </a:lnTo>
                <a:lnTo>
                  <a:pt x="242354" y="251460"/>
                </a:lnTo>
                <a:lnTo>
                  <a:pt x="242176" y="251460"/>
                </a:lnTo>
                <a:lnTo>
                  <a:pt x="247180" y="247650"/>
                </a:lnTo>
                <a:lnTo>
                  <a:pt x="247014" y="247650"/>
                </a:lnTo>
                <a:lnTo>
                  <a:pt x="251790" y="242570"/>
                </a:lnTo>
                <a:lnTo>
                  <a:pt x="251637" y="242570"/>
                </a:lnTo>
                <a:lnTo>
                  <a:pt x="256159" y="237489"/>
                </a:lnTo>
                <a:lnTo>
                  <a:pt x="256006" y="237489"/>
                </a:lnTo>
                <a:lnTo>
                  <a:pt x="260286" y="232410"/>
                </a:lnTo>
                <a:lnTo>
                  <a:pt x="260146" y="232410"/>
                </a:lnTo>
                <a:lnTo>
                  <a:pt x="264160" y="226060"/>
                </a:lnTo>
                <a:lnTo>
                  <a:pt x="267779" y="220979"/>
                </a:lnTo>
                <a:lnTo>
                  <a:pt x="271119" y="214629"/>
                </a:lnTo>
                <a:lnTo>
                  <a:pt x="274192" y="209550"/>
                </a:lnTo>
                <a:lnTo>
                  <a:pt x="276974" y="203200"/>
                </a:lnTo>
                <a:lnTo>
                  <a:pt x="279463" y="196850"/>
                </a:lnTo>
                <a:lnTo>
                  <a:pt x="281647" y="190500"/>
                </a:lnTo>
                <a:lnTo>
                  <a:pt x="283514" y="182879"/>
                </a:lnTo>
                <a:lnTo>
                  <a:pt x="283451" y="184150"/>
                </a:lnTo>
                <a:lnTo>
                  <a:pt x="293008" y="184150"/>
                </a:lnTo>
                <a:lnTo>
                  <a:pt x="290664" y="193039"/>
                </a:lnTo>
                <a:lnTo>
                  <a:pt x="288328" y="199389"/>
                </a:lnTo>
                <a:lnTo>
                  <a:pt x="285661" y="207010"/>
                </a:lnTo>
                <a:lnTo>
                  <a:pt x="267779" y="237489"/>
                </a:lnTo>
                <a:lnTo>
                  <a:pt x="263359" y="243839"/>
                </a:lnTo>
                <a:lnTo>
                  <a:pt x="225907" y="275589"/>
                </a:lnTo>
                <a:lnTo>
                  <a:pt x="213067" y="283210"/>
                </a:lnTo>
                <a:lnTo>
                  <a:pt x="199720" y="288289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3832859" y="2346134"/>
            <a:ext cx="431800" cy="2031364"/>
          </a:xfrm>
          <a:prstGeom prst="rect">
            <a:avLst/>
          </a:prstGeom>
        </p:spPr>
        <p:txBody>
          <a:bodyPr wrap="square" lIns="0" tIns="258445" rIns="0" bIns="0" rtlCol="0" vert="horz">
            <a:spAutoFit/>
          </a:bodyPr>
          <a:lstStyle/>
          <a:p>
            <a:pPr marL="111760">
              <a:lnSpc>
                <a:spcPct val="100000"/>
              </a:lnSpc>
              <a:spcBef>
                <a:spcPts val="2035"/>
              </a:spcBef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  <a:p>
            <a:pPr marL="106045">
              <a:lnSpc>
                <a:spcPct val="100000"/>
              </a:lnSpc>
              <a:spcBef>
                <a:spcPts val="1935"/>
              </a:spcBef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  <a:p>
            <a:pPr marL="119380">
              <a:lnSpc>
                <a:spcPct val="100000"/>
              </a:lnSpc>
              <a:spcBef>
                <a:spcPts val="1845"/>
              </a:spcBef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3102876" y="4318203"/>
            <a:ext cx="1163320" cy="997585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2400" b="1" i="1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944"/>
              </a:spcBef>
            </a:pPr>
            <a:r>
              <a:rPr dirty="0" sz="2400" b="1" i="1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467438" y="2167661"/>
            <a:ext cx="3766820" cy="9093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6875" marR="5080" indent="-384175">
              <a:lnSpc>
                <a:spcPct val="1208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①</a:t>
            </a:r>
            <a:r>
              <a:rPr dirty="0" sz="2400" spc="-65" b="1">
                <a:solidFill>
                  <a:srgbClr val="0000FF"/>
                </a:solidFill>
                <a:latin typeface="华文楷体"/>
                <a:cs typeface="华文楷体"/>
              </a:rPr>
              <a:t>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导体棒中自由电荷沿棒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向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哪个方向运动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40050" y="233555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525850" y="233555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25950" y="233555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068900" y="233555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40050" y="299341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25850" y="299341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325950" y="299341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068900" y="299341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40050" y="365127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16325" y="365127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338650" y="365127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078425" y="365127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40050" y="4309135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516325" y="4309135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338650" y="4309135"/>
            <a:ext cx="196227" cy="1953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078425" y="4309135"/>
            <a:ext cx="196227" cy="1953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840050" y="4966995"/>
            <a:ext cx="196227" cy="1953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516325" y="4966995"/>
            <a:ext cx="196227" cy="1953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798038" y="2216683"/>
            <a:ext cx="30480" cy="3047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338650" y="496699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078425" y="496699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831335" y="2302764"/>
            <a:ext cx="431800" cy="2700655"/>
          </a:xfrm>
          <a:custGeom>
            <a:avLst/>
            <a:gdLst/>
            <a:ahLst/>
            <a:cxnLst/>
            <a:rect l="l" t="t" r="r" b="b"/>
            <a:pathLst>
              <a:path w="431800" h="2700654">
                <a:moveTo>
                  <a:pt x="0" y="0"/>
                </a:moveTo>
                <a:lnTo>
                  <a:pt x="431291" y="0"/>
                </a:lnTo>
                <a:lnTo>
                  <a:pt x="431291" y="2700528"/>
                </a:lnTo>
                <a:lnTo>
                  <a:pt x="0" y="2700528"/>
                </a:lnTo>
                <a:lnTo>
                  <a:pt x="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817061" y="2288971"/>
            <a:ext cx="460375" cy="2729230"/>
          </a:xfrm>
          <a:custGeom>
            <a:avLst/>
            <a:gdLst/>
            <a:ahLst/>
            <a:cxnLst/>
            <a:rect l="l" t="t" r="r" b="b"/>
            <a:pathLst>
              <a:path w="460375" h="2729229">
                <a:moveTo>
                  <a:pt x="460375" y="2728912"/>
                </a:moveTo>
                <a:lnTo>
                  <a:pt x="0" y="2728912"/>
                </a:lnTo>
                <a:lnTo>
                  <a:pt x="0" y="0"/>
                </a:lnTo>
                <a:lnTo>
                  <a:pt x="460375" y="0"/>
                </a:lnTo>
                <a:lnTo>
                  <a:pt x="460375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2700337"/>
                </a:lnTo>
                <a:lnTo>
                  <a:pt x="14287" y="2700337"/>
                </a:lnTo>
                <a:lnTo>
                  <a:pt x="28575" y="2714624"/>
                </a:lnTo>
                <a:lnTo>
                  <a:pt x="460375" y="2714624"/>
                </a:lnTo>
                <a:lnTo>
                  <a:pt x="460375" y="2728912"/>
                </a:lnTo>
                <a:close/>
              </a:path>
              <a:path w="460375" h="2729229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460375" h="2729229">
                <a:moveTo>
                  <a:pt x="431800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431800" y="14287"/>
                </a:lnTo>
                <a:lnTo>
                  <a:pt x="431800" y="28574"/>
                </a:lnTo>
                <a:close/>
              </a:path>
              <a:path w="460375" h="2729229">
                <a:moveTo>
                  <a:pt x="431800" y="2714624"/>
                </a:moveTo>
                <a:lnTo>
                  <a:pt x="431800" y="14287"/>
                </a:lnTo>
                <a:lnTo>
                  <a:pt x="446087" y="28574"/>
                </a:lnTo>
                <a:lnTo>
                  <a:pt x="460375" y="28574"/>
                </a:lnTo>
                <a:lnTo>
                  <a:pt x="460375" y="2700337"/>
                </a:lnTo>
                <a:lnTo>
                  <a:pt x="446087" y="2700337"/>
                </a:lnTo>
                <a:lnTo>
                  <a:pt x="431800" y="2714624"/>
                </a:lnTo>
                <a:close/>
              </a:path>
              <a:path w="460375" h="2729229">
                <a:moveTo>
                  <a:pt x="460375" y="28574"/>
                </a:moveTo>
                <a:lnTo>
                  <a:pt x="446087" y="28574"/>
                </a:lnTo>
                <a:lnTo>
                  <a:pt x="431800" y="14287"/>
                </a:lnTo>
                <a:lnTo>
                  <a:pt x="460375" y="14287"/>
                </a:lnTo>
                <a:lnTo>
                  <a:pt x="460375" y="28574"/>
                </a:lnTo>
                <a:close/>
              </a:path>
              <a:path w="460375" h="2729229">
                <a:moveTo>
                  <a:pt x="28575" y="2714624"/>
                </a:moveTo>
                <a:lnTo>
                  <a:pt x="14287" y="2700337"/>
                </a:lnTo>
                <a:lnTo>
                  <a:pt x="28575" y="2700337"/>
                </a:lnTo>
                <a:lnTo>
                  <a:pt x="28575" y="2714624"/>
                </a:lnTo>
                <a:close/>
              </a:path>
              <a:path w="460375" h="2729229">
                <a:moveTo>
                  <a:pt x="431800" y="2714624"/>
                </a:moveTo>
                <a:lnTo>
                  <a:pt x="28575" y="2714624"/>
                </a:lnTo>
                <a:lnTo>
                  <a:pt x="28575" y="2700337"/>
                </a:lnTo>
                <a:lnTo>
                  <a:pt x="431800" y="2700337"/>
                </a:lnTo>
                <a:lnTo>
                  <a:pt x="431800" y="2714624"/>
                </a:lnTo>
                <a:close/>
              </a:path>
              <a:path w="460375" h="2729229">
                <a:moveTo>
                  <a:pt x="460375" y="2714624"/>
                </a:moveTo>
                <a:lnTo>
                  <a:pt x="431800" y="2714624"/>
                </a:lnTo>
                <a:lnTo>
                  <a:pt x="446087" y="2700337"/>
                </a:lnTo>
                <a:lnTo>
                  <a:pt x="460375" y="2700337"/>
                </a:lnTo>
                <a:lnTo>
                  <a:pt x="460375" y="2714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358398" y="3424377"/>
            <a:ext cx="866140" cy="171450"/>
          </a:xfrm>
          <a:custGeom>
            <a:avLst/>
            <a:gdLst/>
            <a:ahLst/>
            <a:cxnLst/>
            <a:rect l="l" t="t" r="r" b="b"/>
            <a:pathLst>
              <a:path w="866139" h="171450">
                <a:moveTo>
                  <a:pt x="694270" y="171450"/>
                </a:moveTo>
                <a:lnTo>
                  <a:pt x="779995" y="85725"/>
                </a:lnTo>
                <a:lnTo>
                  <a:pt x="694270" y="0"/>
                </a:lnTo>
                <a:lnTo>
                  <a:pt x="808570" y="57150"/>
                </a:lnTo>
                <a:lnTo>
                  <a:pt x="801420" y="57150"/>
                </a:lnTo>
                <a:lnTo>
                  <a:pt x="801420" y="114300"/>
                </a:lnTo>
                <a:lnTo>
                  <a:pt x="808570" y="114300"/>
                </a:lnTo>
                <a:lnTo>
                  <a:pt x="694270" y="171450"/>
                </a:lnTo>
                <a:close/>
              </a:path>
              <a:path w="866139" h="171450">
                <a:moveTo>
                  <a:pt x="751420" y="114300"/>
                </a:moveTo>
                <a:lnTo>
                  <a:pt x="0" y="114300"/>
                </a:lnTo>
                <a:lnTo>
                  <a:pt x="0" y="57150"/>
                </a:lnTo>
                <a:lnTo>
                  <a:pt x="751420" y="57150"/>
                </a:lnTo>
                <a:lnTo>
                  <a:pt x="779995" y="85725"/>
                </a:lnTo>
                <a:lnTo>
                  <a:pt x="751420" y="114300"/>
                </a:lnTo>
                <a:close/>
              </a:path>
              <a:path w="866139" h="171450">
                <a:moveTo>
                  <a:pt x="808570" y="114300"/>
                </a:moveTo>
                <a:lnTo>
                  <a:pt x="801420" y="114300"/>
                </a:lnTo>
                <a:lnTo>
                  <a:pt x="801420" y="57150"/>
                </a:lnTo>
                <a:lnTo>
                  <a:pt x="808570" y="57150"/>
                </a:lnTo>
                <a:lnTo>
                  <a:pt x="865720" y="85725"/>
                </a:lnTo>
                <a:lnTo>
                  <a:pt x="80857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703025" y="3064827"/>
            <a:ext cx="2032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Book Antiqua"/>
                <a:cs typeface="Book Antiqua"/>
              </a:rPr>
              <a:t>v</a:t>
            </a:r>
            <a:endParaRPr sz="2800">
              <a:latin typeface="Book Antiqua"/>
              <a:cs typeface="Book Antiqu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909098" y="2689148"/>
            <a:ext cx="297815" cy="297180"/>
          </a:xfrm>
          <a:custGeom>
            <a:avLst/>
            <a:gdLst/>
            <a:ahLst/>
            <a:cxnLst/>
            <a:rect l="l" t="t" r="r" b="b"/>
            <a:pathLst>
              <a:path w="297814" h="297180">
                <a:moveTo>
                  <a:pt x="163766" y="297179"/>
                </a:moveTo>
                <a:lnTo>
                  <a:pt x="133375" y="297179"/>
                </a:lnTo>
                <a:lnTo>
                  <a:pt x="111417" y="293369"/>
                </a:lnTo>
                <a:lnTo>
                  <a:pt x="71475" y="275589"/>
                </a:lnTo>
                <a:lnTo>
                  <a:pt x="54013" y="262889"/>
                </a:lnTo>
                <a:lnTo>
                  <a:pt x="48615" y="259079"/>
                </a:lnTo>
                <a:lnTo>
                  <a:pt x="43459" y="253999"/>
                </a:lnTo>
                <a:lnTo>
                  <a:pt x="38544" y="248919"/>
                </a:lnTo>
                <a:lnTo>
                  <a:pt x="33870" y="243839"/>
                </a:lnTo>
                <a:lnTo>
                  <a:pt x="29463" y="237489"/>
                </a:lnTo>
                <a:lnTo>
                  <a:pt x="25323" y="232409"/>
                </a:lnTo>
                <a:lnTo>
                  <a:pt x="8978" y="199389"/>
                </a:lnTo>
                <a:lnTo>
                  <a:pt x="6642" y="193039"/>
                </a:lnTo>
                <a:lnTo>
                  <a:pt x="0" y="148589"/>
                </a:lnTo>
                <a:lnTo>
                  <a:pt x="190" y="140969"/>
                </a:lnTo>
                <a:lnTo>
                  <a:pt x="9055" y="96519"/>
                </a:lnTo>
                <a:lnTo>
                  <a:pt x="29603" y="59689"/>
                </a:lnTo>
                <a:lnTo>
                  <a:pt x="34023" y="53339"/>
                </a:lnTo>
                <a:lnTo>
                  <a:pt x="71475" y="21589"/>
                </a:lnTo>
                <a:lnTo>
                  <a:pt x="111645" y="3809"/>
                </a:lnTo>
                <a:lnTo>
                  <a:pt x="133616" y="0"/>
                </a:lnTo>
                <a:lnTo>
                  <a:pt x="164007" y="0"/>
                </a:lnTo>
                <a:lnTo>
                  <a:pt x="185966" y="3809"/>
                </a:lnTo>
                <a:lnTo>
                  <a:pt x="199936" y="8889"/>
                </a:lnTo>
                <a:lnTo>
                  <a:pt x="141643" y="8889"/>
                </a:lnTo>
                <a:lnTo>
                  <a:pt x="134340" y="10159"/>
                </a:lnTo>
                <a:lnTo>
                  <a:pt x="127609" y="10159"/>
                </a:lnTo>
                <a:lnTo>
                  <a:pt x="120523" y="11429"/>
                </a:lnTo>
                <a:lnTo>
                  <a:pt x="120751" y="11429"/>
                </a:lnTo>
                <a:lnTo>
                  <a:pt x="113791" y="12699"/>
                </a:lnTo>
                <a:lnTo>
                  <a:pt x="114020" y="12699"/>
                </a:lnTo>
                <a:lnTo>
                  <a:pt x="107187" y="15239"/>
                </a:lnTo>
                <a:lnTo>
                  <a:pt x="107416" y="15239"/>
                </a:lnTo>
                <a:lnTo>
                  <a:pt x="100736" y="17779"/>
                </a:lnTo>
                <a:lnTo>
                  <a:pt x="100952" y="17779"/>
                </a:lnTo>
                <a:lnTo>
                  <a:pt x="94411" y="20319"/>
                </a:lnTo>
                <a:lnTo>
                  <a:pt x="94627" y="20319"/>
                </a:lnTo>
                <a:lnTo>
                  <a:pt x="88252" y="22859"/>
                </a:lnTo>
                <a:lnTo>
                  <a:pt x="88468" y="22859"/>
                </a:lnTo>
                <a:lnTo>
                  <a:pt x="82257" y="25399"/>
                </a:lnTo>
                <a:lnTo>
                  <a:pt x="82461" y="25399"/>
                </a:lnTo>
                <a:lnTo>
                  <a:pt x="76441" y="29209"/>
                </a:lnTo>
                <a:lnTo>
                  <a:pt x="76631" y="29209"/>
                </a:lnTo>
                <a:lnTo>
                  <a:pt x="70789" y="33019"/>
                </a:lnTo>
                <a:lnTo>
                  <a:pt x="70980" y="33019"/>
                </a:lnTo>
                <a:lnTo>
                  <a:pt x="65341" y="36829"/>
                </a:lnTo>
                <a:lnTo>
                  <a:pt x="65519" y="36829"/>
                </a:lnTo>
                <a:lnTo>
                  <a:pt x="60083" y="40639"/>
                </a:lnTo>
                <a:lnTo>
                  <a:pt x="60261" y="40639"/>
                </a:lnTo>
                <a:lnTo>
                  <a:pt x="56346" y="44449"/>
                </a:lnTo>
                <a:lnTo>
                  <a:pt x="55206" y="44449"/>
                </a:lnTo>
                <a:lnTo>
                  <a:pt x="50203" y="49529"/>
                </a:lnTo>
                <a:lnTo>
                  <a:pt x="50368" y="49529"/>
                </a:lnTo>
                <a:lnTo>
                  <a:pt x="45605" y="54609"/>
                </a:lnTo>
                <a:lnTo>
                  <a:pt x="45758" y="54609"/>
                </a:lnTo>
                <a:lnTo>
                  <a:pt x="41224" y="59689"/>
                </a:lnTo>
                <a:lnTo>
                  <a:pt x="41376" y="59689"/>
                </a:lnTo>
                <a:lnTo>
                  <a:pt x="37096" y="64769"/>
                </a:lnTo>
                <a:lnTo>
                  <a:pt x="37236" y="64769"/>
                </a:lnTo>
                <a:lnTo>
                  <a:pt x="34025" y="69849"/>
                </a:lnTo>
                <a:lnTo>
                  <a:pt x="33350" y="69849"/>
                </a:lnTo>
                <a:lnTo>
                  <a:pt x="29603" y="76199"/>
                </a:lnTo>
                <a:lnTo>
                  <a:pt x="26957" y="81279"/>
                </a:lnTo>
                <a:lnTo>
                  <a:pt x="26365" y="81279"/>
                </a:lnTo>
                <a:lnTo>
                  <a:pt x="23190" y="87629"/>
                </a:lnTo>
                <a:lnTo>
                  <a:pt x="20408" y="93979"/>
                </a:lnTo>
                <a:lnTo>
                  <a:pt x="17919" y="100329"/>
                </a:lnTo>
                <a:lnTo>
                  <a:pt x="15735" y="106679"/>
                </a:lnTo>
                <a:lnTo>
                  <a:pt x="14192" y="113029"/>
                </a:lnTo>
                <a:lnTo>
                  <a:pt x="13931" y="113029"/>
                </a:lnTo>
                <a:lnTo>
                  <a:pt x="12319" y="120649"/>
                </a:lnTo>
                <a:lnTo>
                  <a:pt x="11099" y="126999"/>
                </a:lnTo>
                <a:lnTo>
                  <a:pt x="10223" y="134619"/>
                </a:lnTo>
                <a:lnTo>
                  <a:pt x="9690" y="140969"/>
                </a:lnTo>
                <a:lnTo>
                  <a:pt x="9525" y="148589"/>
                </a:lnTo>
                <a:lnTo>
                  <a:pt x="9702" y="156209"/>
                </a:lnTo>
                <a:lnTo>
                  <a:pt x="10248" y="162559"/>
                </a:lnTo>
                <a:lnTo>
                  <a:pt x="11137" y="170179"/>
                </a:lnTo>
                <a:lnTo>
                  <a:pt x="12369" y="176529"/>
                </a:lnTo>
                <a:lnTo>
                  <a:pt x="13931" y="184149"/>
                </a:lnTo>
                <a:lnTo>
                  <a:pt x="14192" y="184149"/>
                </a:lnTo>
                <a:lnTo>
                  <a:pt x="15811" y="190499"/>
                </a:lnTo>
                <a:lnTo>
                  <a:pt x="18008" y="196849"/>
                </a:lnTo>
                <a:lnTo>
                  <a:pt x="20497" y="203199"/>
                </a:lnTo>
                <a:lnTo>
                  <a:pt x="23291" y="209549"/>
                </a:lnTo>
                <a:lnTo>
                  <a:pt x="26365" y="214629"/>
                </a:lnTo>
                <a:lnTo>
                  <a:pt x="29730" y="220979"/>
                </a:lnTo>
                <a:lnTo>
                  <a:pt x="33350" y="226059"/>
                </a:lnTo>
                <a:lnTo>
                  <a:pt x="37236" y="232409"/>
                </a:lnTo>
                <a:lnTo>
                  <a:pt x="37096" y="232409"/>
                </a:lnTo>
                <a:lnTo>
                  <a:pt x="41376" y="237489"/>
                </a:lnTo>
                <a:lnTo>
                  <a:pt x="41224" y="237489"/>
                </a:lnTo>
                <a:lnTo>
                  <a:pt x="45758" y="242569"/>
                </a:lnTo>
                <a:lnTo>
                  <a:pt x="45605" y="242569"/>
                </a:lnTo>
                <a:lnTo>
                  <a:pt x="50368" y="247649"/>
                </a:lnTo>
                <a:lnTo>
                  <a:pt x="50203" y="247649"/>
                </a:lnTo>
                <a:lnTo>
                  <a:pt x="55206" y="251459"/>
                </a:lnTo>
                <a:lnTo>
                  <a:pt x="55041" y="251459"/>
                </a:lnTo>
                <a:lnTo>
                  <a:pt x="60261" y="256539"/>
                </a:lnTo>
                <a:lnTo>
                  <a:pt x="60083" y="256539"/>
                </a:lnTo>
                <a:lnTo>
                  <a:pt x="65519" y="260349"/>
                </a:lnTo>
                <a:lnTo>
                  <a:pt x="65341" y="260349"/>
                </a:lnTo>
                <a:lnTo>
                  <a:pt x="70980" y="264159"/>
                </a:lnTo>
                <a:lnTo>
                  <a:pt x="70789" y="264159"/>
                </a:lnTo>
                <a:lnTo>
                  <a:pt x="76631" y="267969"/>
                </a:lnTo>
                <a:lnTo>
                  <a:pt x="76441" y="267969"/>
                </a:lnTo>
                <a:lnTo>
                  <a:pt x="82461" y="271779"/>
                </a:lnTo>
                <a:lnTo>
                  <a:pt x="82257" y="271779"/>
                </a:lnTo>
                <a:lnTo>
                  <a:pt x="88468" y="274319"/>
                </a:lnTo>
                <a:lnTo>
                  <a:pt x="88252" y="274319"/>
                </a:lnTo>
                <a:lnTo>
                  <a:pt x="94627" y="276859"/>
                </a:lnTo>
                <a:lnTo>
                  <a:pt x="94411" y="276859"/>
                </a:lnTo>
                <a:lnTo>
                  <a:pt x="100952" y="279399"/>
                </a:lnTo>
                <a:lnTo>
                  <a:pt x="100736" y="279399"/>
                </a:lnTo>
                <a:lnTo>
                  <a:pt x="107416" y="281939"/>
                </a:lnTo>
                <a:lnTo>
                  <a:pt x="107187" y="281939"/>
                </a:lnTo>
                <a:lnTo>
                  <a:pt x="114020" y="283209"/>
                </a:lnTo>
                <a:lnTo>
                  <a:pt x="113791" y="283209"/>
                </a:lnTo>
                <a:lnTo>
                  <a:pt x="120751" y="285749"/>
                </a:lnTo>
                <a:lnTo>
                  <a:pt x="120523" y="285749"/>
                </a:lnTo>
                <a:lnTo>
                  <a:pt x="127609" y="287019"/>
                </a:lnTo>
                <a:lnTo>
                  <a:pt x="134340" y="287019"/>
                </a:lnTo>
                <a:lnTo>
                  <a:pt x="141643" y="288289"/>
                </a:lnTo>
                <a:lnTo>
                  <a:pt x="199936" y="288289"/>
                </a:lnTo>
                <a:lnTo>
                  <a:pt x="192798" y="290829"/>
                </a:lnTo>
                <a:lnTo>
                  <a:pt x="185966" y="293369"/>
                </a:lnTo>
                <a:lnTo>
                  <a:pt x="163766" y="297179"/>
                </a:lnTo>
                <a:close/>
              </a:path>
              <a:path w="297814" h="297180">
                <a:moveTo>
                  <a:pt x="242341" y="45719"/>
                </a:moveTo>
                <a:lnTo>
                  <a:pt x="237121" y="40639"/>
                </a:lnTo>
                <a:lnTo>
                  <a:pt x="237299" y="40639"/>
                </a:lnTo>
                <a:lnTo>
                  <a:pt x="231863" y="36829"/>
                </a:lnTo>
                <a:lnTo>
                  <a:pt x="232041" y="36829"/>
                </a:lnTo>
                <a:lnTo>
                  <a:pt x="226402" y="33019"/>
                </a:lnTo>
                <a:lnTo>
                  <a:pt x="226593" y="33019"/>
                </a:lnTo>
                <a:lnTo>
                  <a:pt x="220751" y="29209"/>
                </a:lnTo>
                <a:lnTo>
                  <a:pt x="220941" y="29209"/>
                </a:lnTo>
                <a:lnTo>
                  <a:pt x="214922" y="25399"/>
                </a:lnTo>
                <a:lnTo>
                  <a:pt x="215125" y="25399"/>
                </a:lnTo>
                <a:lnTo>
                  <a:pt x="208914" y="22859"/>
                </a:lnTo>
                <a:lnTo>
                  <a:pt x="209118" y="22859"/>
                </a:lnTo>
                <a:lnTo>
                  <a:pt x="202742" y="20319"/>
                </a:lnTo>
                <a:lnTo>
                  <a:pt x="202958" y="20319"/>
                </a:lnTo>
                <a:lnTo>
                  <a:pt x="196430" y="17779"/>
                </a:lnTo>
                <a:lnTo>
                  <a:pt x="196646" y="17779"/>
                </a:lnTo>
                <a:lnTo>
                  <a:pt x="189966" y="15239"/>
                </a:lnTo>
                <a:lnTo>
                  <a:pt x="190182" y="15239"/>
                </a:lnTo>
                <a:lnTo>
                  <a:pt x="183362" y="12699"/>
                </a:lnTo>
                <a:lnTo>
                  <a:pt x="183591" y="12699"/>
                </a:lnTo>
                <a:lnTo>
                  <a:pt x="176618" y="11429"/>
                </a:lnTo>
                <a:lnTo>
                  <a:pt x="176860" y="11429"/>
                </a:lnTo>
                <a:lnTo>
                  <a:pt x="169773" y="10159"/>
                </a:lnTo>
                <a:lnTo>
                  <a:pt x="163042" y="10159"/>
                </a:lnTo>
                <a:lnTo>
                  <a:pt x="155740" y="8889"/>
                </a:lnTo>
                <a:lnTo>
                  <a:pt x="199936" y="8889"/>
                </a:lnTo>
                <a:lnTo>
                  <a:pt x="206463" y="11429"/>
                </a:lnTo>
                <a:lnTo>
                  <a:pt x="213271" y="13969"/>
                </a:lnTo>
                <a:lnTo>
                  <a:pt x="248754" y="38099"/>
                </a:lnTo>
                <a:lnTo>
                  <a:pt x="255152" y="44449"/>
                </a:lnTo>
                <a:lnTo>
                  <a:pt x="242176" y="44449"/>
                </a:lnTo>
                <a:lnTo>
                  <a:pt x="242341" y="45719"/>
                </a:lnTo>
                <a:close/>
              </a:path>
              <a:path w="297814" h="297180">
                <a:moveTo>
                  <a:pt x="55041" y="45719"/>
                </a:moveTo>
                <a:lnTo>
                  <a:pt x="55206" y="44449"/>
                </a:lnTo>
                <a:lnTo>
                  <a:pt x="56346" y="44449"/>
                </a:lnTo>
                <a:lnTo>
                  <a:pt x="55041" y="45719"/>
                </a:lnTo>
                <a:close/>
              </a:path>
              <a:path w="297814" h="297180">
                <a:moveTo>
                  <a:pt x="264160" y="71119"/>
                </a:moveTo>
                <a:lnTo>
                  <a:pt x="260146" y="64769"/>
                </a:lnTo>
                <a:lnTo>
                  <a:pt x="260273" y="64769"/>
                </a:lnTo>
                <a:lnTo>
                  <a:pt x="256006" y="59689"/>
                </a:lnTo>
                <a:lnTo>
                  <a:pt x="256146" y="59689"/>
                </a:lnTo>
                <a:lnTo>
                  <a:pt x="251625" y="54609"/>
                </a:lnTo>
                <a:lnTo>
                  <a:pt x="251777" y="54609"/>
                </a:lnTo>
                <a:lnTo>
                  <a:pt x="247014" y="49529"/>
                </a:lnTo>
                <a:lnTo>
                  <a:pt x="247180" y="49529"/>
                </a:lnTo>
                <a:lnTo>
                  <a:pt x="242176" y="44449"/>
                </a:lnTo>
                <a:lnTo>
                  <a:pt x="255152" y="44449"/>
                </a:lnTo>
                <a:lnTo>
                  <a:pt x="258838" y="48259"/>
                </a:lnTo>
                <a:lnTo>
                  <a:pt x="263499" y="53339"/>
                </a:lnTo>
                <a:lnTo>
                  <a:pt x="267919" y="59689"/>
                </a:lnTo>
                <a:lnTo>
                  <a:pt x="272059" y="64769"/>
                </a:lnTo>
                <a:lnTo>
                  <a:pt x="275148" y="69849"/>
                </a:lnTo>
                <a:lnTo>
                  <a:pt x="264033" y="69849"/>
                </a:lnTo>
                <a:lnTo>
                  <a:pt x="264160" y="71119"/>
                </a:lnTo>
                <a:close/>
              </a:path>
              <a:path w="297814" h="297180">
                <a:moveTo>
                  <a:pt x="33223" y="71119"/>
                </a:moveTo>
                <a:lnTo>
                  <a:pt x="33350" y="69849"/>
                </a:lnTo>
                <a:lnTo>
                  <a:pt x="34025" y="69849"/>
                </a:lnTo>
                <a:lnTo>
                  <a:pt x="33223" y="71119"/>
                </a:lnTo>
                <a:close/>
              </a:path>
              <a:path w="297814" h="297180">
                <a:moveTo>
                  <a:pt x="271119" y="82549"/>
                </a:moveTo>
                <a:lnTo>
                  <a:pt x="267652" y="76199"/>
                </a:lnTo>
                <a:lnTo>
                  <a:pt x="264033" y="69849"/>
                </a:lnTo>
                <a:lnTo>
                  <a:pt x="275148" y="69849"/>
                </a:lnTo>
                <a:lnTo>
                  <a:pt x="275920" y="71119"/>
                </a:lnTo>
                <a:lnTo>
                  <a:pt x="279488" y="77469"/>
                </a:lnTo>
                <a:lnTo>
                  <a:pt x="281401" y="81279"/>
                </a:lnTo>
                <a:lnTo>
                  <a:pt x="271005" y="81279"/>
                </a:lnTo>
                <a:lnTo>
                  <a:pt x="271119" y="82549"/>
                </a:lnTo>
                <a:close/>
              </a:path>
              <a:path w="297814" h="297180">
                <a:moveTo>
                  <a:pt x="26263" y="82549"/>
                </a:moveTo>
                <a:lnTo>
                  <a:pt x="26365" y="81279"/>
                </a:lnTo>
                <a:lnTo>
                  <a:pt x="26957" y="81279"/>
                </a:lnTo>
                <a:lnTo>
                  <a:pt x="26263" y="82549"/>
                </a:lnTo>
                <a:close/>
              </a:path>
              <a:path w="297814" h="297180">
                <a:moveTo>
                  <a:pt x="283514" y="114299"/>
                </a:moveTo>
                <a:lnTo>
                  <a:pt x="281571" y="106679"/>
                </a:lnTo>
                <a:lnTo>
                  <a:pt x="279374" y="100329"/>
                </a:lnTo>
                <a:lnTo>
                  <a:pt x="276885" y="93979"/>
                </a:lnTo>
                <a:lnTo>
                  <a:pt x="274091" y="87629"/>
                </a:lnTo>
                <a:lnTo>
                  <a:pt x="271005" y="81279"/>
                </a:lnTo>
                <a:lnTo>
                  <a:pt x="281401" y="81279"/>
                </a:lnTo>
                <a:lnTo>
                  <a:pt x="282676" y="83819"/>
                </a:lnTo>
                <a:lnTo>
                  <a:pt x="285750" y="90169"/>
                </a:lnTo>
                <a:lnTo>
                  <a:pt x="288404" y="97789"/>
                </a:lnTo>
                <a:lnTo>
                  <a:pt x="290728" y="104139"/>
                </a:lnTo>
                <a:lnTo>
                  <a:pt x="293055" y="113029"/>
                </a:lnTo>
                <a:lnTo>
                  <a:pt x="283451" y="113029"/>
                </a:lnTo>
                <a:lnTo>
                  <a:pt x="283514" y="114299"/>
                </a:lnTo>
                <a:close/>
              </a:path>
              <a:path w="297814" h="297180">
                <a:moveTo>
                  <a:pt x="13868" y="114299"/>
                </a:moveTo>
                <a:lnTo>
                  <a:pt x="13931" y="113029"/>
                </a:lnTo>
                <a:lnTo>
                  <a:pt x="14192" y="113029"/>
                </a:lnTo>
                <a:lnTo>
                  <a:pt x="13868" y="114299"/>
                </a:lnTo>
                <a:close/>
              </a:path>
              <a:path w="297814" h="297180">
                <a:moveTo>
                  <a:pt x="293000" y="184149"/>
                </a:moveTo>
                <a:lnTo>
                  <a:pt x="283451" y="184149"/>
                </a:lnTo>
                <a:lnTo>
                  <a:pt x="285051" y="176529"/>
                </a:lnTo>
                <a:lnTo>
                  <a:pt x="286270" y="170179"/>
                </a:lnTo>
                <a:lnTo>
                  <a:pt x="287159" y="162559"/>
                </a:lnTo>
                <a:lnTo>
                  <a:pt x="287680" y="156209"/>
                </a:lnTo>
                <a:lnTo>
                  <a:pt x="287858" y="148589"/>
                </a:lnTo>
                <a:lnTo>
                  <a:pt x="287680" y="140969"/>
                </a:lnTo>
                <a:lnTo>
                  <a:pt x="287134" y="134619"/>
                </a:lnTo>
                <a:lnTo>
                  <a:pt x="286245" y="126999"/>
                </a:lnTo>
                <a:lnTo>
                  <a:pt x="285013" y="120649"/>
                </a:lnTo>
                <a:lnTo>
                  <a:pt x="283451" y="113029"/>
                </a:lnTo>
                <a:lnTo>
                  <a:pt x="293055" y="113029"/>
                </a:lnTo>
                <a:lnTo>
                  <a:pt x="297383" y="148589"/>
                </a:lnTo>
                <a:lnTo>
                  <a:pt x="297179" y="156209"/>
                </a:lnTo>
                <a:lnTo>
                  <a:pt x="296608" y="163829"/>
                </a:lnTo>
                <a:lnTo>
                  <a:pt x="295656" y="171449"/>
                </a:lnTo>
                <a:lnTo>
                  <a:pt x="294335" y="179069"/>
                </a:lnTo>
                <a:lnTo>
                  <a:pt x="293000" y="184149"/>
                </a:lnTo>
                <a:close/>
              </a:path>
              <a:path w="297814" h="297180">
                <a:moveTo>
                  <a:pt x="14192" y="184149"/>
                </a:moveTo>
                <a:lnTo>
                  <a:pt x="13931" y="184149"/>
                </a:lnTo>
                <a:lnTo>
                  <a:pt x="13868" y="182879"/>
                </a:lnTo>
                <a:lnTo>
                  <a:pt x="14192" y="184149"/>
                </a:lnTo>
                <a:close/>
              </a:path>
              <a:path w="297814" h="297180">
                <a:moveTo>
                  <a:pt x="199936" y="288289"/>
                </a:moveTo>
                <a:lnTo>
                  <a:pt x="155740" y="288289"/>
                </a:lnTo>
                <a:lnTo>
                  <a:pt x="163042" y="287019"/>
                </a:lnTo>
                <a:lnTo>
                  <a:pt x="169773" y="287019"/>
                </a:lnTo>
                <a:lnTo>
                  <a:pt x="176860" y="285749"/>
                </a:lnTo>
                <a:lnTo>
                  <a:pt x="176618" y="285749"/>
                </a:lnTo>
                <a:lnTo>
                  <a:pt x="183591" y="283209"/>
                </a:lnTo>
                <a:lnTo>
                  <a:pt x="183362" y="283209"/>
                </a:lnTo>
                <a:lnTo>
                  <a:pt x="190182" y="281939"/>
                </a:lnTo>
                <a:lnTo>
                  <a:pt x="189966" y="281939"/>
                </a:lnTo>
                <a:lnTo>
                  <a:pt x="196646" y="279399"/>
                </a:lnTo>
                <a:lnTo>
                  <a:pt x="196430" y="279399"/>
                </a:lnTo>
                <a:lnTo>
                  <a:pt x="202958" y="276859"/>
                </a:lnTo>
                <a:lnTo>
                  <a:pt x="202742" y="276859"/>
                </a:lnTo>
                <a:lnTo>
                  <a:pt x="209118" y="274319"/>
                </a:lnTo>
                <a:lnTo>
                  <a:pt x="208914" y="274319"/>
                </a:lnTo>
                <a:lnTo>
                  <a:pt x="215125" y="271779"/>
                </a:lnTo>
                <a:lnTo>
                  <a:pt x="214922" y="271779"/>
                </a:lnTo>
                <a:lnTo>
                  <a:pt x="220941" y="267969"/>
                </a:lnTo>
                <a:lnTo>
                  <a:pt x="220751" y="267969"/>
                </a:lnTo>
                <a:lnTo>
                  <a:pt x="226593" y="264159"/>
                </a:lnTo>
                <a:lnTo>
                  <a:pt x="226402" y="264159"/>
                </a:lnTo>
                <a:lnTo>
                  <a:pt x="232041" y="260349"/>
                </a:lnTo>
                <a:lnTo>
                  <a:pt x="231863" y="260349"/>
                </a:lnTo>
                <a:lnTo>
                  <a:pt x="237299" y="256539"/>
                </a:lnTo>
                <a:lnTo>
                  <a:pt x="237121" y="256539"/>
                </a:lnTo>
                <a:lnTo>
                  <a:pt x="242341" y="251459"/>
                </a:lnTo>
                <a:lnTo>
                  <a:pt x="242176" y="251459"/>
                </a:lnTo>
                <a:lnTo>
                  <a:pt x="247180" y="247649"/>
                </a:lnTo>
                <a:lnTo>
                  <a:pt x="247014" y="247649"/>
                </a:lnTo>
                <a:lnTo>
                  <a:pt x="251777" y="242569"/>
                </a:lnTo>
                <a:lnTo>
                  <a:pt x="251625" y="242569"/>
                </a:lnTo>
                <a:lnTo>
                  <a:pt x="256146" y="237489"/>
                </a:lnTo>
                <a:lnTo>
                  <a:pt x="256006" y="237489"/>
                </a:lnTo>
                <a:lnTo>
                  <a:pt x="260273" y="232409"/>
                </a:lnTo>
                <a:lnTo>
                  <a:pt x="260146" y="232409"/>
                </a:lnTo>
                <a:lnTo>
                  <a:pt x="264160" y="226059"/>
                </a:lnTo>
                <a:lnTo>
                  <a:pt x="267766" y="220979"/>
                </a:lnTo>
                <a:lnTo>
                  <a:pt x="271119" y="214629"/>
                </a:lnTo>
                <a:lnTo>
                  <a:pt x="274192" y="209549"/>
                </a:lnTo>
                <a:lnTo>
                  <a:pt x="276974" y="203199"/>
                </a:lnTo>
                <a:lnTo>
                  <a:pt x="279450" y="196849"/>
                </a:lnTo>
                <a:lnTo>
                  <a:pt x="281635" y="190499"/>
                </a:lnTo>
                <a:lnTo>
                  <a:pt x="283514" y="182879"/>
                </a:lnTo>
                <a:lnTo>
                  <a:pt x="283451" y="184149"/>
                </a:lnTo>
                <a:lnTo>
                  <a:pt x="293000" y="184149"/>
                </a:lnTo>
                <a:lnTo>
                  <a:pt x="290664" y="193039"/>
                </a:lnTo>
                <a:lnTo>
                  <a:pt x="288404" y="199389"/>
                </a:lnTo>
                <a:lnTo>
                  <a:pt x="285750" y="207009"/>
                </a:lnTo>
                <a:lnTo>
                  <a:pt x="267779" y="237489"/>
                </a:lnTo>
                <a:lnTo>
                  <a:pt x="263359" y="243839"/>
                </a:lnTo>
                <a:lnTo>
                  <a:pt x="231736" y="271779"/>
                </a:lnTo>
                <a:lnTo>
                  <a:pt x="213055" y="283209"/>
                </a:lnTo>
                <a:lnTo>
                  <a:pt x="199936" y="288289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990352" y="2463482"/>
            <a:ext cx="114300" cy="2524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906786" y="1920316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19613" y="4928565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903205" y="3361613"/>
            <a:ext cx="297815" cy="297180"/>
          </a:xfrm>
          <a:custGeom>
            <a:avLst/>
            <a:gdLst/>
            <a:ahLst/>
            <a:cxnLst/>
            <a:rect l="l" t="t" r="r" b="b"/>
            <a:pathLst>
              <a:path w="297814" h="297179">
                <a:moveTo>
                  <a:pt x="163779" y="297179"/>
                </a:moveTo>
                <a:lnTo>
                  <a:pt x="133375" y="297179"/>
                </a:lnTo>
                <a:lnTo>
                  <a:pt x="111417" y="293370"/>
                </a:lnTo>
                <a:lnTo>
                  <a:pt x="71488" y="275589"/>
                </a:lnTo>
                <a:lnTo>
                  <a:pt x="54013" y="262889"/>
                </a:lnTo>
                <a:lnTo>
                  <a:pt x="48628" y="259079"/>
                </a:lnTo>
                <a:lnTo>
                  <a:pt x="43624" y="254000"/>
                </a:lnTo>
                <a:lnTo>
                  <a:pt x="38544" y="248920"/>
                </a:lnTo>
                <a:lnTo>
                  <a:pt x="33883" y="243839"/>
                </a:lnTo>
                <a:lnTo>
                  <a:pt x="29476" y="237489"/>
                </a:lnTo>
                <a:lnTo>
                  <a:pt x="25336" y="232410"/>
                </a:lnTo>
                <a:lnTo>
                  <a:pt x="21462" y="226060"/>
                </a:lnTo>
                <a:lnTo>
                  <a:pt x="17894" y="219710"/>
                </a:lnTo>
                <a:lnTo>
                  <a:pt x="14617" y="213360"/>
                </a:lnTo>
                <a:lnTo>
                  <a:pt x="11645" y="207010"/>
                </a:lnTo>
                <a:lnTo>
                  <a:pt x="8978" y="199389"/>
                </a:lnTo>
                <a:lnTo>
                  <a:pt x="6654" y="193039"/>
                </a:lnTo>
                <a:lnTo>
                  <a:pt x="0" y="148589"/>
                </a:lnTo>
                <a:lnTo>
                  <a:pt x="190" y="140970"/>
                </a:lnTo>
                <a:lnTo>
                  <a:pt x="8978" y="97789"/>
                </a:lnTo>
                <a:lnTo>
                  <a:pt x="29603" y="59689"/>
                </a:lnTo>
                <a:lnTo>
                  <a:pt x="34023" y="53339"/>
                </a:lnTo>
                <a:lnTo>
                  <a:pt x="65646" y="25400"/>
                </a:lnTo>
                <a:lnTo>
                  <a:pt x="71678" y="20320"/>
                </a:lnTo>
                <a:lnTo>
                  <a:pt x="77711" y="17779"/>
                </a:lnTo>
                <a:lnTo>
                  <a:pt x="84327" y="13970"/>
                </a:lnTo>
                <a:lnTo>
                  <a:pt x="90919" y="11429"/>
                </a:lnTo>
                <a:lnTo>
                  <a:pt x="111417" y="3810"/>
                </a:lnTo>
                <a:lnTo>
                  <a:pt x="133616" y="0"/>
                </a:lnTo>
                <a:lnTo>
                  <a:pt x="164020" y="0"/>
                </a:lnTo>
                <a:lnTo>
                  <a:pt x="185966" y="3810"/>
                </a:lnTo>
                <a:lnTo>
                  <a:pt x="199936" y="8889"/>
                </a:lnTo>
                <a:lnTo>
                  <a:pt x="141655" y="8889"/>
                </a:lnTo>
                <a:lnTo>
                  <a:pt x="134340" y="10160"/>
                </a:lnTo>
                <a:lnTo>
                  <a:pt x="127622" y="10160"/>
                </a:lnTo>
                <a:lnTo>
                  <a:pt x="120523" y="11429"/>
                </a:lnTo>
                <a:lnTo>
                  <a:pt x="120764" y="11429"/>
                </a:lnTo>
                <a:lnTo>
                  <a:pt x="113804" y="12700"/>
                </a:lnTo>
                <a:lnTo>
                  <a:pt x="114033" y="12700"/>
                </a:lnTo>
                <a:lnTo>
                  <a:pt x="107200" y="15239"/>
                </a:lnTo>
                <a:lnTo>
                  <a:pt x="107429" y="15239"/>
                </a:lnTo>
                <a:lnTo>
                  <a:pt x="100736" y="17779"/>
                </a:lnTo>
                <a:lnTo>
                  <a:pt x="100964" y="17779"/>
                </a:lnTo>
                <a:lnTo>
                  <a:pt x="94424" y="20320"/>
                </a:lnTo>
                <a:lnTo>
                  <a:pt x="94640" y="20320"/>
                </a:lnTo>
                <a:lnTo>
                  <a:pt x="88264" y="22860"/>
                </a:lnTo>
                <a:lnTo>
                  <a:pt x="88468" y="22860"/>
                </a:lnTo>
                <a:lnTo>
                  <a:pt x="82270" y="25400"/>
                </a:lnTo>
                <a:lnTo>
                  <a:pt x="82473" y="25400"/>
                </a:lnTo>
                <a:lnTo>
                  <a:pt x="76441" y="29210"/>
                </a:lnTo>
                <a:lnTo>
                  <a:pt x="76631" y="29210"/>
                </a:lnTo>
                <a:lnTo>
                  <a:pt x="70802" y="33020"/>
                </a:lnTo>
                <a:lnTo>
                  <a:pt x="70992" y="33020"/>
                </a:lnTo>
                <a:lnTo>
                  <a:pt x="65341" y="36829"/>
                </a:lnTo>
                <a:lnTo>
                  <a:pt x="65532" y="36829"/>
                </a:lnTo>
                <a:lnTo>
                  <a:pt x="60083" y="40639"/>
                </a:lnTo>
                <a:lnTo>
                  <a:pt x="60261" y="40639"/>
                </a:lnTo>
                <a:lnTo>
                  <a:pt x="56346" y="44450"/>
                </a:lnTo>
                <a:lnTo>
                  <a:pt x="55206" y="44450"/>
                </a:lnTo>
                <a:lnTo>
                  <a:pt x="50215" y="49529"/>
                </a:lnTo>
                <a:lnTo>
                  <a:pt x="50368" y="49529"/>
                </a:lnTo>
                <a:lnTo>
                  <a:pt x="45605" y="54610"/>
                </a:lnTo>
                <a:lnTo>
                  <a:pt x="45758" y="54610"/>
                </a:lnTo>
                <a:lnTo>
                  <a:pt x="41236" y="59689"/>
                </a:lnTo>
                <a:lnTo>
                  <a:pt x="41376" y="59689"/>
                </a:lnTo>
                <a:lnTo>
                  <a:pt x="37109" y="64770"/>
                </a:lnTo>
                <a:lnTo>
                  <a:pt x="37249" y="64770"/>
                </a:lnTo>
                <a:lnTo>
                  <a:pt x="34038" y="69850"/>
                </a:lnTo>
                <a:lnTo>
                  <a:pt x="33362" y="69850"/>
                </a:lnTo>
                <a:lnTo>
                  <a:pt x="29616" y="76200"/>
                </a:lnTo>
                <a:lnTo>
                  <a:pt x="26957" y="81279"/>
                </a:lnTo>
                <a:lnTo>
                  <a:pt x="26377" y="81279"/>
                </a:lnTo>
                <a:lnTo>
                  <a:pt x="23202" y="87629"/>
                </a:lnTo>
                <a:lnTo>
                  <a:pt x="20421" y="93979"/>
                </a:lnTo>
                <a:lnTo>
                  <a:pt x="17932" y="100329"/>
                </a:lnTo>
                <a:lnTo>
                  <a:pt x="15748" y="106679"/>
                </a:lnTo>
                <a:lnTo>
                  <a:pt x="14202" y="113029"/>
                </a:lnTo>
                <a:lnTo>
                  <a:pt x="13931" y="113029"/>
                </a:lnTo>
                <a:lnTo>
                  <a:pt x="12331" y="120650"/>
                </a:lnTo>
                <a:lnTo>
                  <a:pt x="11112" y="127000"/>
                </a:lnTo>
                <a:lnTo>
                  <a:pt x="10236" y="134620"/>
                </a:lnTo>
                <a:lnTo>
                  <a:pt x="9702" y="140970"/>
                </a:lnTo>
                <a:lnTo>
                  <a:pt x="9525" y="148589"/>
                </a:lnTo>
                <a:lnTo>
                  <a:pt x="9715" y="156210"/>
                </a:lnTo>
                <a:lnTo>
                  <a:pt x="10261" y="162560"/>
                </a:lnTo>
                <a:lnTo>
                  <a:pt x="11150" y="170179"/>
                </a:lnTo>
                <a:lnTo>
                  <a:pt x="12382" y="176529"/>
                </a:lnTo>
                <a:lnTo>
                  <a:pt x="13931" y="184150"/>
                </a:lnTo>
                <a:lnTo>
                  <a:pt x="14202" y="184150"/>
                </a:lnTo>
                <a:lnTo>
                  <a:pt x="15811" y="190500"/>
                </a:lnTo>
                <a:lnTo>
                  <a:pt x="18008" y="196850"/>
                </a:lnTo>
                <a:lnTo>
                  <a:pt x="20510" y="203200"/>
                </a:lnTo>
                <a:lnTo>
                  <a:pt x="23304" y="209550"/>
                </a:lnTo>
                <a:lnTo>
                  <a:pt x="26377" y="214629"/>
                </a:lnTo>
                <a:lnTo>
                  <a:pt x="29730" y="220979"/>
                </a:lnTo>
                <a:lnTo>
                  <a:pt x="33362" y="226060"/>
                </a:lnTo>
                <a:lnTo>
                  <a:pt x="37249" y="232410"/>
                </a:lnTo>
                <a:lnTo>
                  <a:pt x="37109" y="232410"/>
                </a:lnTo>
                <a:lnTo>
                  <a:pt x="41376" y="237489"/>
                </a:lnTo>
                <a:lnTo>
                  <a:pt x="41236" y="237489"/>
                </a:lnTo>
                <a:lnTo>
                  <a:pt x="45758" y="242570"/>
                </a:lnTo>
                <a:lnTo>
                  <a:pt x="45605" y="242570"/>
                </a:lnTo>
                <a:lnTo>
                  <a:pt x="50368" y="247650"/>
                </a:lnTo>
                <a:lnTo>
                  <a:pt x="50215" y="247650"/>
                </a:lnTo>
                <a:lnTo>
                  <a:pt x="55206" y="251460"/>
                </a:lnTo>
                <a:lnTo>
                  <a:pt x="55041" y="251460"/>
                </a:lnTo>
                <a:lnTo>
                  <a:pt x="60261" y="256539"/>
                </a:lnTo>
                <a:lnTo>
                  <a:pt x="60083" y="256539"/>
                </a:lnTo>
                <a:lnTo>
                  <a:pt x="65532" y="260350"/>
                </a:lnTo>
                <a:lnTo>
                  <a:pt x="65341" y="260350"/>
                </a:lnTo>
                <a:lnTo>
                  <a:pt x="70992" y="264160"/>
                </a:lnTo>
                <a:lnTo>
                  <a:pt x="70802" y="264160"/>
                </a:lnTo>
                <a:lnTo>
                  <a:pt x="76631" y="267970"/>
                </a:lnTo>
                <a:lnTo>
                  <a:pt x="76441" y="267970"/>
                </a:lnTo>
                <a:lnTo>
                  <a:pt x="82473" y="271779"/>
                </a:lnTo>
                <a:lnTo>
                  <a:pt x="82270" y="271779"/>
                </a:lnTo>
                <a:lnTo>
                  <a:pt x="88468" y="274320"/>
                </a:lnTo>
                <a:lnTo>
                  <a:pt x="88264" y="274320"/>
                </a:lnTo>
                <a:lnTo>
                  <a:pt x="94640" y="276860"/>
                </a:lnTo>
                <a:lnTo>
                  <a:pt x="94424" y="276860"/>
                </a:lnTo>
                <a:lnTo>
                  <a:pt x="100964" y="279400"/>
                </a:lnTo>
                <a:lnTo>
                  <a:pt x="100736" y="279400"/>
                </a:lnTo>
                <a:lnTo>
                  <a:pt x="107429" y="281939"/>
                </a:lnTo>
                <a:lnTo>
                  <a:pt x="107200" y="281939"/>
                </a:lnTo>
                <a:lnTo>
                  <a:pt x="114033" y="283210"/>
                </a:lnTo>
                <a:lnTo>
                  <a:pt x="113804" y="283210"/>
                </a:lnTo>
                <a:lnTo>
                  <a:pt x="120764" y="285750"/>
                </a:lnTo>
                <a:lnTo>
                  <a:pt x="120523" y="285750"/>
                </a:lnTo>
                <a:lnTo>
                  <a:pt x="127622" y="287020"/>
                </a:lnTo>
                <a:lnTo>
                  <a:pt x="134340" y="287020"/>
                </a:lnTo>
                <a:lnTo>
                  <a:pt x="141655" y="288289"/>
                </a:lnTo>
                <a:lnTo>
                  <a:pt x="199720" y="288289"/>
                </a:lnTo>
                <a:lnTo>
                  <a:pt x="185737" y="293370"/>
                </a:lnTo>
                <a:lnTo>
                  <a:pt x="171450" y="295910"/>
                </a:lnTo>
                <a:lnTo>
                  <a:pt x="163779" y="297179"/>
                </a:lnTo>
                <a:close/>
              </a:path>
              <a:path w="297814" h="297179">
                <a:moveTo>
                  <a:pt x="242354" y="45720"/>
                </a:moveTo>
                <a:lnTo>
                  <a:pt x="237121" y="40639"/>
                </a:lnTo>
                <a:lnTo>
                  <a:pt x="237299" y="40639"/>
                </a:lnTo>
                <a:lnTo>
                  <a:pt x="231863" y="36829"/>
                </a:lnTo>
                <a:lnTo>
                  <a:pt x="232041" y="36829"/>
                </a:lnTo>
                <a:lnTo>
                  <a:pt x="226402" y="33020"/>
                </a:lnTo>
                <a:lnTo>
                  <a:pt x="226593" y="33020"/>
                </a:lnTo>
                <a:lnTo>
                  <a:pt x="220751" y="29210"/>
                </a:lnTo>
                <a:lnTo>
                  <a:pt x="220954" y="29210"/>
                </a:lnTo>
                <a:lnTo>
                  <a:pt x="214922" y="25400"/>
                </a:lnTo>
                <a:lnTo>
                  <a:pt x="215125" y="25400"/>
                </a:lnTo>
                <a:lnTo>
                  <a:pt x="208914" y="22860"/>
                </a:lnTo>
                <a:lnTo>
                  <a:pt x="209130" y="22860"/>
                </a:lnTo>
                <a:lnTo>
                  <a:pt x="202755" y="20320"/>
                </a:lnTo>
                <a:lnTo>
                  <a:pt x="202971" y="20320"/>
                </a:lnTo>
                <a:lnTo>
                  <a:pt x="196430" y="17779"/>
                </a:lnTo>
                <a:lnTo>
                  <a:pt x="196659" y="17779"/>
                </a:lnTo>
                <a:lnTo>
                  <a:pt x="189966" y="15239"/>
                </a:lnTo>
                <a:lnTo>
                  <a:pt x="190195" y="15239"/>
                </a:lnTo>
                <a:lnTo>
                  <a:pt x="183362" y="12700"/>
                </a:lnTo>
                <a:lnTo>
                  <a:pt x="183591" y="12700"/>
                </a:lnTo>
                <a:lnTo>
                  <a:pt x="176631" y="11429"/>
                </a:lnTo>
                <a:lnTo>
                  <a:pt x="176860" y="11429"/>
                </a:lnTo>
                <a:lnTo>
                  <a:pt x="169773" y="10160"/>
                </a:lnTo>
                <a:lnTo>
                  <a:pt x="163055" y="10160"/>
                </a:lnTo>
                <a:lnTo>
                  <a:pt x="155740" y="8889"/>
                </a:lnTo>
                <a:lnTo>
                  <a:pt x="199936" y="8889"/>
                </a:lnTo>
                <a:lnTo>
                  <a:pt x="206692" y="11429"/>
                </a:lnTo>
                <a:lnTo>
                  <a:pt x="243370" y="33020"/>
                </a:lnTo>
                <a:lnTo>
                  <a:pt x="248602" y="38100"/>
                </a:lnTo>
                <a:lnTo>
                  <a:pt x="253923" y="43179"/>
                </a:lnTo>
                <a:lnTo>
                  <a:pt x="255152" y="44450"/>
                </a:lnTo>
                <a:lnTo>
                  <a:pt x="242176" y="44450"/>
                </a:lnTo>
                <a:lnTo>
                  <a:pt x="242354" y="45720"/>
                </a:lnTo>
                <a:close/>
              </a:path>
              <a:path w="297814" h="297179">
                <a:moveTo>
                  <a:pt x="55041" y="45720"/>
                </a:moveTo>
                <a:lnTo>
                  <a:pt x="55206" y="44450"/>
                </a:lnTo>
                <a:lnTo>
                  <a:pt x="56346" y="44450"/>
                </a:lnTo>
                <a:lnTo>
                  <a:pt x="55041" y="45720"/>
                </a:lnTo>
                <a:close/>
              </a:path>
              <a:path w="297814" h="297179">
                <a:moveTo>
                  <a:pt x="264160" y="71120"/>
                </a:moveTo>
                <a:lnTo>
                  <a:pt x="260146" y="64770"/>
                </a:lnTo>
                <a:lnTo>
                  <a:pt x="260286" y="64770"/>
                </a:lnTo>
                <a:lnTo>
                  <a:pt x="256006" y="59689"/>
                </a:lnTo>
                <a:lnTo>
                  <a:pt x="256159" y="59689"/>
                </a:lnTo>
                <a:lnTo>
                  <a:pt x="251637" y="54610"/>
                </a:lnTo>
                <a:lnTo>
                  <a:pt x="251790" y="54610"/>
                </a:lnTo>
                <a:lnTo>
                  <a:pt x="247014" y="49529"/>
                </a:lnTo>
                <a:lnTo>
                  <a:pt x="247180" y="49529"/>
                </a:lnTo>
                <a:lnTo>
                  <a:pt x="242176" y="44450"/>
                </a:lnTo>
                <a:lnTo>
                  <a:pt x="255152" y="44450"/>
                </a:lnTo>
                <a:lnTo>
                  <a:pt x="258838" y="48260"/>
                </a:lnTo>
                <a:lnTo>
                  <a:pt x="263512" y="53339"/>
                </a:lnTo>
                <a:lnTo>
                  <a:pt x="267919" y="59689"/>
                </a:lnTo>
                <a:lnTo>
                  <a:pt x="272059" y="64770"/>
                </a:lnTo>
                <a:lnTo>
                  <a:pt x="275148" y="69850"/>
                </a:lnTo>
                <a:lnTo>
                  <a:pt x="264033" y="69850"/>
                </a:lnTo>
                <a:lnTo>
                  <a:pt x="264160" y="71120"/>
                </a:lnTo>
                <a:close/>
              </a:path>
              <a:path w="297814" h="297179">
                <a:moveTo>
                  <a:pt x="33235" y="71120"/>
                </a:moveTo>
                <a:lnTo>
                  <a:pt x="33362" y="69850"/>
                </a:lnTo>
                <a:lnTo>
                  <a:pt x="34038" y="69850"/>
                </a:lnTo>
                <a:lnTo>
                  <a:pt x="33235" y="71120"/>
                </a:lnTo>
                <a:close/>
              </a:path>
              <a:path w="297814" h="297179">
                <a:moveTo>
                  <a:pt x="271119" y="82550"/>
                </a:moveTo>
                <a:lnTo>
                  <a:pt x="267652" y="76200"/>
                </a:lnTo>
                <a:lnTo>
                  <a:pt x="264033" y="69850"/>
                </a:lnTo>
                <a:lnTo>
                  <a:pt x="275148" y="69850"/>
                </a:lnTo>
                <a:lnTo>
                  <a:pt x="275920" y="71120"/>
                </a:lnTo>
                <a:lnTo>
                  <a:pt x="279501" y="77470"/>
                </a:lnTo>
                <a:lnTo>
                  <a:pt x="281467" y="81279"/>
                </a:lnTo>
                <a:lnTo>
                  <a:pt x="271017" y="81279"/>
                </a:lnTo>
                <a:lnTo>
                  <a:pt x="271119" y="82550"/>
                </a:lnTo>
                <a:close/>
              </a:path>
              <a:path w="297814" h="297179">
                <a:moveTo>
                  <a:pt x="26263" y="82550"/>
                </a:moveTo>
                <a:lnTo>
                  <a:pt x="26377" y="81279"/>
                </a:lnTo>
                <a:lnTo>
                  <a:pt x="26957" y="81279"/>
                </a:lnTo>
                <a:lnTo>
                  <a:pt x="26263" y="82550"/>
                </a:lnTo>
                <a:close/>
              </a:path>
              <a:path w="297814" h="297179">
                <a:moveTo>
                  <a:pt x="283514" y="114300"/>
                </a:moveTo>
                <a:lnTo>
                  <a:pt x="281571" y="106679"/>
                </a:lnTo>
                <a:lnTo>
                  <a:pt x="279387" y="100329"/>
                </a:lnTo>
                <a:lnTo>
                  <a:pt x="276885" y="93979"/>
                </a:lnTo>
                <a:lnTo>
                  <a:pt x="274091" y="87629"/>
                </a:lnTo>
                <a:lnTo>
                  <a:pt x="271017" y="81279"/>
                </a:lnTo>
                <a:lnTo>
                  <a:pt x="281467" y="81279"/>
                </a:lnTo>
                <a:lnTo>
                  <a:pt x="282778" y="83820"/>
                </a:lnTo>
                <a:lnTo>
                  <a:pt x="285750" y="90170"/>
                </a:lnTo>
                <a:lnTo>
                  <a:pt x="288404" y="97789"/>
                </a:lnTo>
                <a:lnTo>
                  <a:pt x="290741" y="104139"/>
                </a:lnTo>
                <a:lnTo>
                  <a:pt x="292684" y="111760"/>
                </a:lnTo>
                <a:lnTo>
                  <a:pt x="293027" y="113029"/>
                </a:lnTo>
                <a:lnTo>
                  <a:pt x="283451" y="113029"/>
                </a:lnTo>
                <a:lnTo>
                  <a:pt x="283514" y="114300"/>
                </a:lnTo>
                <a:close/>
              </a:path>
              <a:path w="297814" h="297179">
                <a:moveTo>
                  <a:pt x="13881" y="114300"/>
                </a:moveTo>
                <a:lnTo>
                  <a:pt x="13931" y="113029"/>
                </a:lnTo>
                <a:lnTo>
                  <a:pt x="14202" y="113029"/>
                </a:lnTo>
                <a:lnTo>
                  <a:pt x="13881" y="114300"/>
                </a:lnTo>
                <a:close/>
              </a:path>
              <a:path w="297814" h="297179">
                <a:moveTo>
                  <a:pt x="293016" y="184150"/>
                </a:moveTo>
                <a:lnTo>
                  <a:pt x="283451" y="184150"/>
                </a:lnTo>
                <a:lnTo>
                  <a:pt x="285064" y="176529"/>
                </a:lnTo>
                <a:lnTo>
                  <a:pt x="286283" y="170179"/>
                </a:lnTo>
                <a:lnTo>
                  <a:pt x="287159" y="162560"/>
                </a:lnTo>
                <a:lnTo>
                  <a:pt x="287693" y="156210"/>
                </a:lnTo>
                <a:lnTo>
                  <a:pt x="287870" y="148589"/>
                </a:lnTo>
                <a:lnTo>
                  <a:pt x="287680" y="140970"/>
                </a:lnTo>
                <a:lnTo>
                  <a:pt x="287134" y="134620"/>
                </a:lnTo>
                <a:lnTo>
                  <a:pt x="286245" y="127000"/>
                </a:lnTo>
                <a:lnTo>
                  <a:pt x="285013" y="120650"/>
                </a:lnTo>
                <a:lnTo>
                  <a:pt x="283451" y="113029"/>
                </a:lnTo>
                <a:lnTo>
                  <a:pt x="293027" y="113029"/>
                </a:lnTo>
                <a:lnTo>
                  <a:pt x="297383" y="148589"/>
                </a:lnTo>
                <a:lnTo>
                  <a:pt x="297192" y="156210"/>
                </a:lnTo>
                <a:lnTo>
                  <a:pt x="296608" y="163829"/>
                </a:lnTo>
                <a:lnTo>
                  <a:pt x="295656" y="171450"/>
                </a:lnTo>
                <a:lnTo>
                  <a:pt x="294347" y="179070"/>
                </a:lnTo>
                <a:lnTo>
                  <a:pt x="293016" y="184150"/>
                </a:lnTo>
                <a:close/>
              </a:path>
              <a:path w="297814" h="297179">
                <a:moveTo>
                  <a:pt x="14202" y="184150"/>
                </a:moveTo>
                <a:lnTo>
                  <a:pt x="13931" y="184150"/>
                </a:lnTo>
                <a:lnTo>
                  <a:pt x="13881" y="182879"/>
                </a:lnTo>
                <a:lnTo>
                  <a:pt x="14202" y="184150"/>
                </a:lnTo>
                <a:close/>
              </a:path>
              <a:path w="297814" h="297179">
                <a:moveTo>
                  <a:pt x="199720" y="288289"/>
                </a:moveTo>
                <a:lnTo>
                  <a:pt x="155740" y="288289"/>
                </a:lnTo>
                <a:lnTo>
                  <a:pt x="163055" y="287020"/>
                </a:lnTo>
                <a:lnTo>
                  <a:pt x="169773" y="287020"/>
                </a:lnTo>
                <a:lnTo>
                  <a:pt x="176860" y="285750"/>
                </a:lnTo>
                <a:lnTo>
                  <a:pt x="176631" y="285750"/>
                </a:lnTo>
                <a:lnTo>
                  <a:pt x="183591" y="283210"/>
                </a:lnTo>
                <a:lnTo>
                  <a:pt x="183362" y="283210"/>
                </a:lnTo>
                <a:lnTo>
                  <a:pt x="190195" y="281939"/>
                </a:lnTo>
                <a:lnTo>
                  <a:pt x="189966" y="281939"/>
                </a:lnTo>
                <a:lnTo>
                  <a:pt x="196659" y="279400"/>
                </a:lnTo>
                <a:lnTo>
                  <a:pt x="196430" y="279400"/>
                </a:lnTo>
                <a:lnTo>
                  <a:pt x="202971" y="276860"/>
                </a:lnTo>
                <a:lnTo>
                  <a:pt x="202755" y="276860"/>
                </a:lnTo>
                <a:lnTo>
                  <a:pt x="209130" y="274320"/>
                </a:lnTo>
                <a:lnTo>
                  <a:pt x="208914" y="274320"/>
                </a:lnTo>
                <a:lnTo>
                  <a:pt x="215125" y="271779"/>
                </a:lnTo>
                <a:lnTo>
                  <a:pt x="214922" y="271779"/>
                </a:lnTo>
                <a:lnTo>
                  <a:pt x="220954" y="267970"/>
                </a:lnTo>
                <a:lnTo>
                  <a:pt x="220751" y="267970"/>
                </a:lnTo>
                <a:lnTo>
                  <a:pt x="226593" y="264160"/>
                </a:lnTo>
                <a:lnTo>
                  <a:pt x="226402" y="264160"/>
                </a:lnTo>
                <a:lnTo>
                  <a:pt x="232041" y="260350"/>
                </a:lnTo>
                <a:lnTo>
                  <a:pt x="231863" y="260350"/>
                </a:lnTo>
                <a:lnTo>
                  <a:pt x="237299" y="256539"/>
                </a:lnTo>
                <a:lnTo>
                  <a:pt x="237121" y="256539"/>
                </a:lnTo>
                <a:lnTo>
                  <a:pt x="242354" y="251460"/>
                </a:lnTo>
                <a:lnTo>
                  <a:pt x="242176" y="251460"/>
                </a:lnTo>
                <a:lnTo>
                  <a:pt x="247180" y="247650"/>
                </a:lnTo>
                <a:lnTo>
                  <a:pt x="247014" y="247650"/>
                </a:lnTo>
                <a:lnTo>
                  <a:pt x="251790" y="242570"/>
                </a:lnTo>
                <a:lnTo>
                  <a:pt x="251637" y="242570"/>
                </a:lnTo>
                <a:lnTo>
                  <a:pt x="256159" y="237489"/>
                </a:lnTo>
                <a:lnTo>
                  <a:pt x="256006" y="237489"/>
                </a:lnTo>
                <a:lnTo>
                  <a:pt x="260286" y="232410"/>
                </a:lnTo>
                <a:lnTo>
                  <a:pt x="260146" y="232410"/>
                </a:lnTo>
                <a:lnTo>
                  <a:pt x="264160" y="226060"/>
                </a:lnTo>
                <a:lnTo>
                  <a:pt x="267779" y="220979"/>
                </a:lnTo>
                <a:lnTo>
                  <a:pt x="271119" y="214629"/>
                </a:lnTo>
                <a:lnTo>
                  <a:pt x="274192" y="209550"/>
                </a:lnTo>
                <a:lnTo>
                  <a:pt x="276974" y="203200"/>
                </a:lnTo>
                <a:lnTo>
                  <a:pt x="279463" y="196850"/>
                </a:lnTo>
                <a:lnTo>
                  <a:pt x="281647" y="190500"/>
                </a:lnTo>
                <a:lnTo>
                  <a:pt x="283514" y="182879"/>
                </a:lnTo>
                <a:lnTo>
                  <a:pt x="283451" y="184150"/>
                </a:lnTo>
                <a:lnTo>
                  <a:pt x="293016" y="184150"/>
                </a:lnTo>
                <a:lnTo>
                  <a:pt x="290741" y="193039"/>
                </a:lnTo>
                <a:lnTo>
                  <a:pt x="288328" y="199389"/>
                </a:lnTo>
                <a:lnTo>
                  <a:pt x="285661" y="207010"/>
                </a:lnTo>
                <a:lnTo>
                  <a:pt x="267779" y="237489"/>
                </a:lnTo>
                <a:lnTo>
                  <a:pt x="263512" y="243839"/>
                </a:lnTo>
                <a:lnTo>
                  <a:pt x="225907" y="275589"/>
                </a:lnTo>
                <a:lnTo>
                  <a:pt x="213067" y="283210"/>
                </a:lnTo>
                <a:lnTo>
                  <a:pt x="199720" y="288289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984472" y="3135960"/>
            <a:ext cx="114300" cy="2524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916718" y="4022648"/>
            <a:ext cx="297815" cy="297180"/>
          </a:xfrm>
          <a:custGeom>
            <a:avLst/>
            <a:gdLst/>
            <a:ahLst/>
            <a:cxnLst/>
            <a:rect l="l" t="t" r="r" b="b"/>
            <a:pathLst>
              <a:path w="297814" h="297179">
                <a:moveTo>
                  <a:pt x="163766" y="297179"/>
                </a:moveTo>
                <a:lnTo>
                  <a:pt x="133375" y="297179"/>
                </a:lnTo>
                <a:lnTo>
                  <a:pt x="111417" y="293370"/>
                </a:lnTo>
                <a:lnTo>
                  <a:pt x="71475" y="275589"/>
                </a:lnTo>
                <a:lnTo>
                  <a:pt x="54013" y="262889"/>
                </a:lnTo>
                <a:lnTo>
                  <a:pt x="48615" y="259079"/>
                </a:lnTo>
                <a:lnTo>
                  <a:pt x="43459" y="254000"/>
                </a:lnTo>
                <a:lnTo>
                  <a:pt x="38544" y="248920"/>
                </a:lnTo>
                <a:lnTo>
                  <a:pt x="33870" y="243839"/>
                </a:lnTo>
                <a:lnTo>
                  <a:pt x="29463" y="237489"/>
                </a:lnTo>
                <a:lnTo>
                  <a:pt x="25323" y="232410"/>
                </a:lnTo>
                <a:lnTo>
                  <a:pt x="8978" y="199389"/>
                </a:lnTo>
                <a:lnTo>
                  <a:pt x="6642" y="193039"/>
                </a:lnTo>
                <a:lnTo>
                  <a:pt x="0" y="148589"/>
                </a:lnTo>
                <a:lnTo>
                  <a:pt x="177" y="140970"/>
                </a:lnTo>
                <a:lnTo>
                  <a:pt x="6718" y="104139"/>
                </a:lnTo>
                <a:lnTo>
                  <a:pt x="9055" y="96520"/>
                </a:lnTo>
                <a:lnTo>
                  <a:pt x="29603" y="59689"/>
                </a:lnTo>
                <a:lnTo>
                  <a:pt x="34023" y="53339"/>
                </a:lnTo>
                <a:lnTo>
                  <a:pt x="71475" y="21589"/>
                </a:lnTo>
                <a:lnTo>
                  <a:pt x="111645" y="3810"/>
                </a:lnTo>
                <a:lnTo>
                  <a:pt x="133616" y="0"/>
                </a:lnTo>
                <a:lnTo>
                  <a:pt x="164007" y="0"/>
                </a:lnTo>
                <a:lnTo>
                  <a:pt x="185966" y="3810"/>
                </a:lnTo>
                <a:lnTo>
                  <a:pt x="199936" y="8889"/>
                </a:lnTo>
                <a:lnTo>
                  <a:pt x="141643" y="8889"/>
                </a:lnTo>
                <a:lnTo>
                  <a:pt x="134340" y="10160"/>
                </a:lnTo>
                <a:lnTo>
                  <a:pt x="127609" y="10160"/>
                </a:lnTo>
                <a:lnTo>
                  <a:pt x="120522" y="11429"/>
                </a:lnTo>
                <a:lnTo>
                  <a:pt x="120751" y="11429"/>
                </a:lnTo>
                <a:lnTo>
                  <a:pt x="113791" y="12700"/>
                </a:lnTo>
                <a:lnTo>
                  <a:pt x="114020" y="12700"/>
                </a:lnTo>
                <a:lnTo>
                  <a:pt x="107187" y="15239"/>
                </a:lnTo>
                <a:lnTo>
                  <a:pt x="107416" y="15239"/>
                </a:lnTo>
                <a:lnTo>
                  <a:pt x="100736" y="17779"/>
                </a:lnTo>
                <a:lnTo>
                  <a:pt x="100952" y="17779"/>
                </a:lnTo>
                <a:lnTo>
                  <a:pt x="94411" y="20320"/>
                </a:lnTo>
                <a:lnTo>
                  <a:pt x="94627" y="20320"/>
                </a:lnTo>
                <a:lnTo>
                  <a:pt x="88252" y="22860"/>
                </a:lnTo>
                <a:lnTo>
                  <a:pt x="88468" y="22860"/>
                </a:lnTo>
                <a:lnTo>
                  <a:pt x="82257" y="25400"/>
                </a:lnTo>
                <a:lnTo>
                  <a:pt x="82461" y="25400"/>
                </a:lnTo>
                <a:lnTo>
                  <a:pt x="76441" y="29210"/>
                </a:lnTo>
                <a:lnTo>
                  <a:pt x="76631" y="29210"/>
                </a:lnTo>
                <a:lnTo>
                  <a:pt x="70789" y="33020"/>
                </a:lnTo>
                <a:lnTo>
                  <a:pt x="70980" y="33020"/>
                </a:lnTo>
                <a:lnTo>
                  <a:pt x="65341" y="36829"/>
                </a:lnTo>
                <a:lnTo>
                  <a:pt x="65519" y="36829"/>
                </a:lnTo>
                <a:lnTo>
                  <a:pt x="60083" y="40639"/>
                </a:lnTo>
                <a:lnTo>
                  <a:pt x="60261" y="40639"/>
                </a:lnTo>
                <a:lnTo>
                  <a:pt x="56346" y="44450"/>
                </a:lnTo>
                <a:lnTo>
                  <a:pt x="55206" y="44450"/>
                </a:lnTo>
                <a:lnTo>
                  <a:pt x="50203" y="49529"/>
                </a:lnTo>
                <a:lnTo>
                  <a:pt x="50368" y="49529"/>
                </a:lnTo>
                <a:lnTo>
                  <a:pt x="45605" y="54610"/>
                </a:lnTo>
                <a:lnTo>
                  <a:pt x="45758" y="54610"/>
                </a:lnTo>
                <a:lnTo>
                  <a:pt x="41224" y="59689"/>
                </a:lnTo>
                <a:lnTo>
                  <a:pt x="41376" y="59689"/>
                </a:lnTo>
                <a:lnTo>
                  <a:pt x="37096" y="64770"/>
                </a:lnTo>
                <a:lnTo>
                  <a:pt x="37236" y="64770"/>
                </a:lnTo>
                <a:lnTo>
                  <a:pt x="34025" y="69850"/>
                </a:lnTo>
                <a:lnTo>
                  <a:pt x="33350" y="69850"/>
                </a:lnTo>
                <a:lnTo>
                  <a:pt x="29603" y="76200"/>
                </a:lnTo>
                <a:lnTo>
                  <a:pt x="29730" y="76200"/>
                </a:lnTo>
                <a:lnTo>
                  <a:pt x="26957" y="81279"/>
                </a:lnTo>
                <a:lnTo>
                  <a:pt x="26365" y="81279"/>
                </a:lnTo>
                <a:lnTo>
                  <a:pt x="23190" y="87629"/>
                </a:lnTo>
                <a:lnTo>
                  <a:pt x="20408" y="93979"/>
                </a:lnTo>
                <a:lnTo>
                  <a:pt x="17919" y="100329"/>
                </a:lnTo>
                <a:lnTo>
                  <a:pt x="15735" y="106679"/>
                </a:lnTo>
                <a:lnTo>
                  <a:pt x="14192" y="113029"/>
                </a:lnTo>
                <a:lnTo>
                  <a:pt x="13931" y="113029"/>
                </a:lnTo>
                <a:lnTo>
                  <a:pt x="12318" y="120650"/>
                </a:lnTo>
                <a:lnTo>
                  <a:pt x="11099" y="127000"/>
                </a:lnTo>
                <a:lnTo>
                  <a:pt x="10223" y="134620"/>
                </a:lnTo>
                <a:lnTo>
                  <a:pt x="9690" y="140970"/>
                </a:lnTo>
                <a:lnTo>
                  <a:pt x="9512" y="148589"/>
                </a:lnTo>
                <a:lnTo>
                  <a:pt x="9671" y="154939"/>
                </a:lnTo>
                <a:lnTo>
                  <a:pt x="9783" y="156210"/>
                </a:lnTo>
                <a:lnTo>
                  <a:pt x="10248" y="162560"/>
                </a:lnTo>
                <a:lnTo>
                  <a:pt x="11137" y="170179"/>
                </a:lnTo>
                <a:lnTo>
                  <a:pt x="12369" y="176529"/>
                </a:lnTo>
                <a:lnTo>
                  <a:pt x="13931" y="184150"/>
                </a:lnTo>
                <a:lnTo>
                  <a:pt x="14192" y="184150"/>
                </a:lnTo>
                <a:lnTo>
                  <a:pt x="15811" y="190500"/>
                </a:lnTo>
                <a:lnTo>
                  <a:pt x="18008" y="196850"/>
                </a:lnTo>
                <a:lnTo>
                  <a:pt x="20497" y="203200"/>
                </a:lnTo>
                <a:lnTo>
                  <a:pt x="23291" y="209550"/>
                </a:lnTo>
                <a:lnTo>
                  <a:pt x="26365" y="214629"/>
                </a:lnTo>
                <a:lnTo>
                  <a:pt x="29730" y="220979"/>
                </a:lnTo>
                <a:lnTo>
                  <a:pt x="29603" y="220979"/>
                </a:lnTo>
                <a:lnTo>
                  <a:pt x="33350" y="226060"/>
                </a:lnTo>
                <a:lnTo>
                  <a:pt x="37236" y="232410"/>
                </a:lnTo>
                <a:lnTo>
                  <a:pt x="37096" y="232410"/>
                </a:lnTo>
                <a:lnTo>
                  <a:pt x="41376" y="237489"/>
                </a:lnTo>
                <a:lnTo>
                  <a:pt x="41224" y="237489"/>
                </a:lnTo>
                <a:lnTo>
                  <a:pt x="45758" y="242570"/>
                </a:lnTo>
                <a:lnTo>
                  <a:pt x="45605" y="242570"/>
                </a:lnTo>
                <a:lnTo>
                  <a:pt x="50368" y="247650"/>
                </a:lnTo>
                <a:lnTo>
                  <a:pt x="50203" y="247650"/>
                </a:lnTo>
                <a:lnTo>
                  <a:pt x="55206" y="251460"/>
                </a:lnTo>
                <a:lnTo>
                  <a:pt x="55041" y="251460"/>
                </a:lnTo>
                <a:lnTo>
                  <a:pt x="60261" y="256539"/>
                </a:lnTo>
                <a:lnTo>
                  <a:pt x="60083" y="256539"/>
                </a:lnTo>
                <a:lnTo>
                  <a:pt x="65519" y="260350"/>
                </a:lnTo>
                <a:lnTo>
                  <a:pt x="65341" y="260350"/>
                </a:lnTo>
                <a:lnTo>
                  <a:pt x="70980" y="264160"/>
                </a:lnTo>
                <a:lnTo>
                  <a:pt x="70789" y="264160"/>
                </a:lnTo>
                <a:lnTo>
                  <a:pt x="76631" y="267970"/>
                </a:lnTo>
                <a:lnTo>
                  <a:pt x="76441" y="267970"/>
                </a:lnTo>
                <a:lnTo>
                  <a:pt x="82461" y="271779"/>
                </a:lnTo>
                <a:lnTo>
                  <a:pt x="82257" y="271779"/>
                </a:lnTo>
                <a:lnTo>
                  <a:pt x="88468" y="274320"/>
                </a:lnTo>
                <a:lnTo>
                  <a:pt x="88252" y="274320"/>
                </a:lnTo>
                <a:lnTo>
                  <a:pt x="94627" y="276860"/>
                </a:lnTo>
                <a:lnTo>
                  <a:pt x="94411" y="276860"/>
                </a:lnTo>
                <a:lnTo>
                  <a:pt x="100952" y="279400"/>
                </a:lnTo>
                <a:lnTo>
                  <a:pt x="100736" y="279400"/>
                </a:lnTo>
                <a:lnTo>
                  <a:pt x="107416" y="281939"/>
                </a:lnTo>
                <a:lnTo>
                  <a:pt x="107187" y="281939"/>
                </a:lnTo>
                <a:lnTo>
                  <a:pt x="114020" y="283210"/>
                </a:lnTo>
                <a:lnTo>
                  <a:pt x="113791" y="283210"/>
                </a:lnTo>
                <a:lnTo>
                  <a:pt x="120751" y="285750"/>
                </a:lnTo>
                <a:lnTo>
                  <a:pt x="120522" y="285750"/>
                </a:lnTo>
                <a:lnTo>
                  <a:pt x="127609" y="287020"/>
                </a:lnTo>
                <a:lnTo>
                  <a:pt x="134340" y="287020"/>
                </a:lnTo>
                <a:lnTo>
                  <a:pt x="141643" y="288289"/>
                </a:lnTo>
                <a:lnTo>
                  <a:pt x="199936" y="288289"/>
                </a:lnTo>
                <a:lnTo>
                  <a:pt x="192798" y="290829"/>
                </a:lnTo>
                <a:lnTo>
                  <a:pt x="185966" y="293370"/>
                </a:lnTo>
                <a:lnTo>
                  <a:pt x="163766" y="297179"/>
                </a:lnTo>
                <a:close/>
              </a:path>
              <a:path w="297814" h="297179">
                <a:moveTo>
                  <a:pt x="242341" y="45720"/>
                </a:moveTo>
                <a:lnTo>
                  <a:pt x="237121" y="40639"/>
                </a:lnTo>
                <a:lnTo>
                  <a:pt x="237299" y="40639"/>
                </a:lnTo>
                <a:lnTo>
                  <a:pt x="231863" y="36829"/>
                </a:lnTo>
                <a:lnTo>
                  <a:pt x="232041" y="36829"/>
                </a:lnTo>
                <a:lnTo>
                  <a:pt x="226402" y="33020"/>
                </a:lnTo>
                <a:lnTo>
                  <a:pt x="226593" y="33020"/>
                </a:lnTo>
                <a:lnTo>
                  <a:pt x="220751" y="29210"/>
                </a:lnTo>
                <a:lnTo>
                  <a:pt x="220941" y="29210"/>
                </a:lnTo>
                <a:lnTo>
                  <a:pt x="214922" y="25400"/>
                </a:lnTo>
                <a:lnTo>
                  <a:pt x="215125" y="25400"/>
                </a:lnTo>
                <a:lnTo>
                  <a:pt x="208914" y="22860"/>
                </a:lnTo>
                <a:lnTo>
                  <a:pt x="209118" y="22860"/>
                </a:lnTo>
                <a:lnTo>
                  <a:pt x="202742" y="20320"/>
                </a:lnTo>
                <a:lnTo>
                  <a:pt x="202958" y="20320"/>
                </a:lnTo>
                <a:lnTo>
                  <a:pt x="196430" y="17779"/>
                </a:lnTo>
                <a:lnTo>
                  <a:pt x="196646" y="17779"/>
                </a:lnTo>
                <a:lnTo>
                  <a:pt x="189966" y="15239"/>
                </a:lnTo>
                <a:lnTo>
                  <a:pt x="190182" y="15239"/>
                </a:lnTo>
                <a:lnTo>
                  <a:pt x="183349" y="12700"/>
                </a:lnTo>
                <a:lnTo>
                  <a:pt x="183591" y="12700"/>
                </a:lnTo>
                <a:lnTo>
                  <a:pt x="176618" y="11429"/>
                </a:lnTo>
                <a:lnTo>
                  <a:pt x="176860" y="11429"/>
                </a:lnTo>
                <a:lnTo>
                  <a:pt x="169773" y="10160"/>
                </a:lnTo>
                <a:lnTo>
                  <a:pt x="163042" y="10160"/>
                </a:lnTo>
                <a:lnTo>
                  <a:pt x="155740" y="8889"/>
                </a:lnTo>
                <a:lnTo>
                  <a:pt x="199936" y="8889"/>
                </a:lnTo>
                <a:lnTo>
                  <a:pt x="206463" y="11429"/>
                </a:lnTo>
                <a:lnTo>
                  <a:pt x="213271" y="13970"/>
                </a:lnTo>
                <a:lnTo>
                  <a:pt x="248754" y="38100"/>
                </a:lnTo>
                <a:lnTo>
                  <a:pt x="255152" y="44450"/>
                </a:lnTo>
                <a:lnTo>
                  <a:pt x="242176" y="44450"/>
                </a:lnTo>
                <a:lnTo>
                  <a:pt x="242341" y="45720"/>
                </a:lnTo>
                <a:close/>
              </a:path>
              <a:path w="297814" h="297179">
                <a:moveTo>
                  <a:pt x="55041" y="45720"/>
                </a:moveTo>
                <a:lnTo>
                  <a:pt x="55206" y="44450"/>
                </a:lnTo>
                <a:lnTo>
                  <a:pt x="56346" y="44450"/>
                </a:lnTo>
                <a:lnTo>
                  <a:pt x="55041" y="45720"/>
                </a:lnTo>
                <a:close/>
              </a:path>
              <a:path w="297814" h="297179">
                <a:moveTo>
                  <a:pt x="264159" y="71120"/>
                </a:moveTo>
                <a:lnTo>
                  <a:pt x="260146" y="64770"/>
                </a:lnTo>
                <a:lnTo>
                  <a:pt x="256006" y="59689"/>
                </a:lnTo>
                <a:lnTo>
                  <a:pt x="256146" y="59689"/>
                </a:lnTo>
                <a:lnTo>
                  <a:pt x="251625" y="54610"/>
                </a:lnTo>
                <a:lnTo>
                  <a:pt x="251777" y="54610"/>
                </a:lnTo>
                <a:lnTo>
                  <a:pt x="247014" y="49529"/>
                </a:lnTo>
                <a:lnTo>
                  <a:pt x="247180" y="49529"/>
                </a:lnTo>
                <a:lnTo>
                  <a:pt x="242176" y="44450"/>
                </a:lnTo>
                <a:lnTo>
                  <a:pt x="255152" y="44450"/>
                </a:lnTo>
                <a:lnTo>
                  <a:pt x="258838" y="48260"/>
                </a:lnTo>
                <a:lnTo>
                  <a:pt x="263499" y="53339"/>
                </a:lnTo>
                <a:lnTo>
                  <a:pt x="267919" y="59689"/>
                </a:lnTo>
                <a:lnTo>
                  <a:pt x="272059" y="64770"/>
                </a:lnTo>
                <a:lnTo>
                  <a:pt x="275148" y="69850"/>
                </a:lnTo>
                <a:lnTo>
                  <a:pt x="264032" y="69850"/>
                </a:lnTo>
                <a:lnTo>
                  <a:pt x="264159" y="71120"/>
                </a:lnTo>
                <a:close/>
              </a:path>
              <a:path w="297814" h="297179">
                <a:moveTo>
                  <a:pt x="33223" y="71120"/>
                </a:moveTo>
                <a:lnTo>
                  <a:pt x="33350" y="69850"/>
                </a:lnTo>
                <a:lnTo>
                  <a:pt x="34025" y="69850"/>
                </a:lnTo>
                <a:lnTo>
                  <a:pt x="33223" y="71120"/>
                </a:lnTo>
                <a:close/>
              </a:path>
              <a:path w="297814" h="297179">
                <a:moveTo>
                  <a:pt x="271119" y="82550"/>
                </a:moveTo>
                <a:lnTo>
                  <a:pt x="267652" y="76200"/>
                </a:lnTo>
                <a:lnTo>
                  <a:pt x="264032" y="69850"/>
                </a:lnTo>
                <a:lnTo>
                  <a:pt x="275148" y="69850"/>
                </a:lnTo>
                <a:lnTo>
                  <a:pt x="275920" y="71120"/>
                </a:lnTo>
                <a:lnTo>
                  <a:pt x="279488" y="77470"/>
                </a:lnTo>
                <a:lnTo>
                  <a:pt x="281401" y="81279"/>
                </a:lnTo>
                <a:lnTo>
                  <a:pt x="271005" y="81279"/>
                </a:lnTo>
                <a:lnTo>
                  <a:pt x="271119" y="82550"/>
                </a:lnTo>
                <a:close/>
              </a:path>
              <a:path w="297814" h="297179">
                <a:moveTo>
                  <a:pt x="26263" y="82550"/>
                </a:moveTo>
                <a:lnTo>
                  <a:pt x="26365" y="81279"/>
                </a:lnTo>
                <a:lnTo>
                  <a:pt x="26957" y="81279"/>
                </a:lnTo>
                <a:lnTo>
                  <a:pt x="26263" y="82550"/>
                </a:lnTo>
                <a:close/>
              </a:path>
              <a:path w="297814" h="297179">
                <a:moveTo>
                  <a:pt x="283514" y="114300"/>
                </a:moveTo>
                <a:lnTo>
                  <a:pt x="281571" y="106679"/>
                </a:lnTo>
                <a:lnTo>
                  <a:pt x="279374" y="100329"/>
                </a:lnTo>
                <a:lnTo>
                  <a:pt x="276872" y="93979"/>
                </a:lnTo>
                <a:lnTo>
                  <a:pt x="274091" y="87629"/>
                </a:lnTo>
                <a:lnTo>
                  <a:pt x="271005" y="81279"/>
                </a:lnTo>
                <a:lnTo>
                  <a:pt x="281401" y="81279"/>
                </a:lnTo>
                <a:lnTo>
                  <a:pt x="282676" y="83820"/>
                </a:lnTo>
                <a:lnTo>
                  <a:pt x="285737" y="90170"/>
                </a:lnTo>
                <a:lnTo>
                  <a:pt x="288404" y="97789"/>
                </a:lnTo>
                <a:lnTo>
                  <a:pt x="290728" y="104139"/>
                </a:lnTo>
                <a:lnTo>
                  <a:pt x="293055" y="113029"/>
                </a:lnTo>
                <a:lnTo>
                  <a:pt x="283451" y="113029"/>
                </a:lnTo>
                <a:lnTo>
                  <a:pt x="283514" y="114300"/>
                </a:lnTo>
                <a:close/>
              </a:path>
              <a:path w="297814" h="297179">
                <a:moveTo>
                  <a:pt x="13868" y="114300"/>
                </a:moveTo>
                <a:lnTo>
                  <a:pt x="13931" y="113029"/>
                </a:lnTo>
                <a:lnTo>
                  <a:pt x="14192" y="113029"/>
                </a:lnTo>
                <a:lnTo>
                  <a:pt x="13868" y="114300"/>
                </a:lnTo>
                <a:close/>
              </a:path>
              <a:path w="297814" h="297179">
                <a:moveTo>
                  <a:pt x="297179" y="156210"/>
                </a:moveTo>
                <a:lnTo>
                  <a:pt x="287680" y="156210"/>
                </a:lnTo>
                <a:lnTo>
                  <a:pt x="287858" y="148589"/>
                </a:lnTo>
                <a:lnTo>
                  <a:pt x="287680" y="140970"/>
                </a:lnTo>
                <a:lnTo>
                  <a:pt x="287134" y="134620"/>
                </a:lnTo>
                <a:lnTo>
                  <a:pt x="286245" y="127000"/>
                </a:lnTo>
                <a:lnTo>
                  <a:pt x="285013" y="120650"/>
                </a:lnTo>
                <a:lnTo>
                  <a:pt x="283451" y="113029"/>
                </a:lnTo>
                <a:lnTo>
                  <a:pt x="293055" y="113029"/>
                </a:lnTo>
                <a:lnTo>
                  <a:pt x="297383" y="148589"/>
                </a:lnTo>
                <a:lnTo>
                  <a:pt x="297179" y="156210"/>
                </a:lnTo>
                <a:close/>
              </a:path>
              <a:path w="297814" h="297179">
                <a:moveTo>
                  <a:pt x="9783" y="156210"/>
                </a:moveTo>
                <a:lnTo>
                  <a:pt x="9690" y="154939"/>
                </a:lnTo>
                <a:lnTo>
                  <a:pt x="9783" y="156210"/>
                </a:lnTo>
                <a:close/>
              </a:path>
              <a:path w="297814" h="297179">
                <a:moveTo>
                  <a:pt x="293000" y="184150"/>
                </a:moveTo>
                <a:lnTo>
                  <a:pt x="283451" y="184150"/>
                </a:lnTo>
                <a:lnTo>
                  <a:pt x="285051" y="176529"/>
                </a:lnTo>
                <a:lnTo>
                  <a:pt x="286270" y="170179"/>
                </a:lnTo>
                <a:lnTo>
                  <a:pt x="287159" y="162560"/>
                </a:lnTo>
                <a:lnTo>
                  <a:pt x="287680" y="154939"/>
                </a:lnTo>
                <a:lnTo>
                  <a:pt x="287680" y="156210"/>
                </a:lnTo>
                <a:lnTo>
                  <a:pt x="297179" y="156210"/>
                </a:lnTo>
                <a:lnTo>
                  <a:pt x="296608" y="163829"/>
                </a:lnTo>
                <a:lnTo>
                  <a:pt x="295655" y="171450"/>
                </a:lnTo>
                <a:lnTo>
                  <a:pt x="294335" y="179070"/>
                </a:lnTo>
                <a:lnTo>
                  <a:pt x="293000" y="184150"/>
                </a:lnTo>
                <a:close/>
              </a:path>
              <a:path w="297814" h="297179">
                <a:moveTo>
                  <a:pt x="14192" y="184150"/>
                </a:moveTo>
                <a:lnTo>
                  <a:pt x="13931" y="184150"/>
                </a:lnTo>
                <a:lnTo>
                  <a:pt x="13868" y="182879"/>
                </a:lnTo>
                <a:lnTo>
                  <a:pt x="14192" y="184150"/>
                </a:lnTo>
                <a:close/>
              </a:path>
              <a:path w="297814" h="297179">
                <a:moveTo>
                  <a:pt x="199936" y="288289"/>
                </a:moveTo>
                <a:lnTo>
                  <a:pt x="155740" y="288289"/>
                </a:lnTo>
                <a:lnTo>
                  <a:pt x="163042" y="287020"/>
                </a:lnTo>
                <a:lnTo>
                  <a:pt x="169773" y="287020"/>
                </a:lnTo>
                <a:lnTo>
                  <a:pt x="176860" y="285750"/>
                </a:lnTo>
                <a:lnTo>
                  <a:pt x="176618" y="285750"/>
                </a:lnTo>
                <a:lnTo>
                  <a:pt x="183591" y="283210"/>
                </a:lnTo>
                <a:lnTo>
                  <a:pt x="183349" y="283210"/>
                </a:lnTo>
                <a:lnTo>
                  <a:pt x="190182" y="281939"/>
                </a:lnTo>
                <a:lnTo>
                  <a:pt x="189966" y="281939"/>
                </a:lnTo>
                <a:lnTo>
                  <a:pt x="196646" y="279400"/>
                </a:lnTo>
                <a:lnTo>
                  <a:pt x="196430" y="279400"/>
                </a:lnTo>
                <a:lnTo>
                  <a:pt x="202958" y="276860"/>
                </a:lnTo>
                <a:lnTo>
                  <a:pt x="202742" y="276860"/>
                </a:lnTo>
                <a:lnTo>
                  <a:pt x="209118" y="274320"/>
                </a:lnTo>
                <a:lnTo>
                  <a:pt x="208914" y="274320"/>
                </a:lnTo>
                <a:lnTo>
                  <a:pt x="215125" y="271779"/>
                </a:lnTo>
                <a:lnTo>
                  <a:pt x="214922" y="271779"/>
                </a:lnTo>
                <a:lnTo>
                  <a:pt x="220941" y="267970"/>
                </a:lnTo>
                <a:lnTo>
                  <a:pt x="220751" y="267970"/>
                </a:lnTo>
                <a:lnTo>
                  <a:pt x="226593" y="264160"/>
                </a:lnTo>
                <a:lnTo>
                  <a:pt x="226402" y="264160"/>
                </a:lnTo>
                <a:lnTo>
                  <a:pt x="232041" y="260350"/>
                </a:lnTo>
                <a:lnTo>
                  <a:pt x="231863" y="260350"/>
                </a:lnTo>
                <a:lnTo>
                  <a:pt x="237299" y="256539"/>
                </a:lnTo>
                <a:lnTo>
                  <a:pt x="237121" y="256539"/>
                </a:lnTo>
                <a:lnTo>
                  <a:pt x="242341" y="251460"/>
                </a:lnTo>
                <a:lnTo>
                  <a:pt x="242176" y="251460"/>
                </a:lnTo>
                <a:lnTo>
                  <a:pt x="247180" y="247650"/>
                </a:lnTo>
                <a:lnTo>
                  <a:pt x="247014" y="247650"/>
                </a:lnTo>
                <a:lnTo>
                  <a:pt x="251777" y="242570"/>
                </a:lnTo>
                <a:lnTo>
                  <a:pt x="251625" y="242570"/>
                </a:lnTo>
                <a:lnTo>
                  <a:pt x="256146" y="237489"/>
                </a:lnTo>
                <a:lnTo>
                  <a:pt x="256006" y="237489"/>
                </a:lnTo>
                <a:lnTo>
                  <a:pt x="260273" y="232410"/>
                </a:lnTo>
                <a:lnTo>
                  <a:pt x="264159" y="226060"/>
                </a:lnTo>
                <a:lnTo>
                  <a:pt x="267766" y="220979"/>
                </a:lnTo>
                <a:lnTo>
                  <a:pt x="271119" y="214629"/>
                </a:lnTo>
                <a:lnTo>
                  <a:pt x="274192" y="209550"/>
                </a:lnTo>
                <a:lnTo>
                  <a:pt x="276974" y="203200"/>
                </a:lnTo>
                <a:lnTo>
                  <a:pt x="279450" y="196850"/>
                </a:lnTo>
                <a:lnTo>
                  <a:pt x="281635" y="190500"/>
                </a:lnTo>
                <a:lnTo>
                  <a:pt x="283514" y="182879"/>
                </a:lnTo>
                <a:lnTo>
                  <a:pt x="283451" y="184150"/>
                </a:lnTo>
                <a:lnTo>
                  <a:pt x="293000" y="184150"/>
                </a:lnTo>
                <a:lnTo>
                  <a:pt x="275920" y="226060"/>
                </a:lnTo>
                <a:lnTo>
                  <a:pt x="267779" y="237489"/>
                </a:lnTo>
                <a:lnTo>
                  <a:pt x="263359" y="243839"/>
                </a:lnTo>
                <a:lnTo>
                  <a:pt x="231736" y="271779"/>
                </a:lnTo>
                <a:lnTo>
                  <a:pt x="213055" y="283210"/>
                </a:lnTo>
                <a:lnTo>
                  <a:pt x="199936" y="288289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997972" y="3796982"/>
            <a:ext cx="114300" cy="2524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831335" y="2322944"/>
            <a:ext cx="431800" cy="2058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3340">
              <a:lnSpc>
                <a:spcPts val="2155"/>
              </a:lnSpc>
              <a:spcBef>
                <a:spcPts val="100"/>
              </a:spcBef>
            </a:pP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  <a:p>
            <a:pPr algn="r" marR="97790">
              <a:lnSpc>
                <a:spcPts val="3250"/>
              </a:lnSpc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  <a:p>
            <a:pPr algn="r" marR="59690">
              <a:lnSpc>
                <a:spcPts val="2045"/>
              </a:lnSpc>
            </a:pP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  <a:p>
            <a:pPr algn="r" marR="103505">
              <a:lnSpc>
                <a:spcPts val="3200"/>
              </a:lnSpc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  <a:p>
            <a:pPr algn="r" marR="45720">
              <a:lnSpc>
                <a:spcPts val="2000"/>
              </a:lnSpc>
            </a:pP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  <a:p>
            <a:pPr algn="r" marR="90170">
              <a:lnSpc>
                <a:spcPts val="3354"/>
              </a:lnSpc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4120197" y="1287779"/>
            <a:ext cx="4597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动生电动势的非静电力来源</a:t>
            </a:r>
          </a:p>
        </p:txBody>
      </p:sp>
      <p:sp>
        <p:nvSpPr>
          <p:cNvPr id="37" name="object 37"/>
          <p:cNvSpPr/>
          <p:nvPr/>
        </p:nvSpPr>
        <p:spPr>
          <a:xfrm>
            <a:off x="3524097" y="181637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017520" y="1508760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1" y="0"/>
                </a:lnTo>
                <a:lnTo>
                  <a:pt x="362711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215639" y="1732788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157971" y="4351020"/>
            <a:ext cx="1453896" cy="145389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5451398" y="2171776"/>
            <a:ext cx="3782060" cy="2426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1480" marR="5080" indent="-384175">
              <a:lnSpc>
                <a:spcPct val="1208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①</a:t>
            </a:r>
            <a:r>
              <a:rPr dirty="0" sz="2400" spc="-65" b="1">
                <a:solidFill>
                  <a:srgbClr val="0000FF"/>
                </a:solidFill>
                <a:latin typeface="华文楷体"/>
                <a:cs typeface="华文楷体"/>
              </a:rPr>
              <a:t>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导体棒中自由电荷沿棒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向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哪个方向运动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  <a:p>
            <a:pPr algn="just" marL="319405" marR="19685" indent="-307340">
              <a:lnSpc>
                <a:spcPct val="120800"/>
              </a:lnSpc>
              <a:spcBef>
                <a:spcPts val="1505"/>
              </a:spcBef>
            </a:pP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②</a:t>
            </a:r>
            <a:r>
              <a:rPr dirty="0" sz="2400" spc="-65" b="1">
                <a:solidFill>
                  <a:srgbClr val="0000FF"/>
                </a:solidFill>
                <a:latin typeface="华文楷体"/>
                <a:cs typeface="华文楷体"/>
              </a:rPr>
              <a:t>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导体棒一直运动下去，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自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由电荷也会沿导体棒一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直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运动吗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3101860" y="4442561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37432" y="2302764"/>
            <a:ext cx="431800" cy="2700655"/>
          </a:xfrm>
          <a:custGeom>
            <a:avLst/>
            <a:gdLst/>
            <a:ahLst/>
            <a:cxnLst/>
            <a:rect l="l" t="t" r="r" b="b"/>
            <a:pathLst>
              <a:path w="431800" h="2700654">
                <a:moveTo>
                  <a:pt x="0" y="0"/>
                </a:moveTo>
                <a:lnTo>
                  <a:pt x="431291" y="0"/>
                </a:lnTo>
                <a:lnTo>
                  <a:pt x="431291" y="2700528"/>
                </a:lnTo>
                <a:lnTo>
                  <a:pt x="0" y="2700528"/>
                </a:lnTo>
                <a:lnTo>
                  <a:pt x="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822776" y="2288971"/>
            <a:ext cx="460375" cy="2729230"/>
          </a:xfrm>
          <a:custGeom>
            <a:avLst/>
            <a:gdLst/>
            <a:ahLst/>
            <a:cxnLst/>
            <a:rect l="l" t="t" r="r" b="b"/>
            <a:pathLst>
              <a:path w="460375" h="2729229">
                <a:moveTo>
                  <a:pt x="460375" y="2728912"/>
                </a:moveTo>
                <a:lnTo>
                  <a:pt x="0" y="2728912"/>
                </a:lnTo>
                <a:lnTo>
                  <a:pt x="0" y="0"/>
                </a:lnTo>
                <a:lnTo>
                  <a:pt x="460375" y="0"/>
                </a:lnTo>
                <a:lnTo>
                  <a:pt x="460375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2700337"/>
                </a:lnTo>
                <a:lnTo>
                  <a:pt x="14287" y="2700337"/>
                </a:lnTo>
                <a:lnTo>
                  <a:pt x="28575" y="2714624"/>
                </a:lnTo>
                <a:lnTo>
                  <a:pt x="460375" y="2714624"/>
                </a:lnTo>
                <a:lnTo>
                  <a:pt x="460375" y="2728912"/>
                </a:lnTo>
                <a:close/>
              </a:path>
              <a:path w="460375" h="2729229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460375" h="2729229">
                <a:moveTo>
                  <a:pt x="431800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431800" y="14287"/>
                </a:lnTo>
                <a:lnTo>
                  <a:pt x="431800" y="28574"/>
                </a:lnTo>
                <a:close/>
              </a:path>
              <a:path w="460375" h="2729229">
                <a:moveTo>
                  <a:pt x="431800" y="2714624"/>
                </a:moveTo>
                <a:lnTo>
                  <a:pt x="431800" y="14287"/>
                </a:lnTo>
                <a:lnTo>
                  <a:pt x="446087" y="28574"/>
                </a:lnTo>
                <a:lnTo>
                  <a:pt x="460375" y="28574"/>
                </a:lnTo>
                <a:lnTo>
                  <a:pt x="460375" y="2700337"/>
                </a:lnTo>
                <a:lnTo>
                  <a:pt x="446087" y="2700337"/>
                </a:lnTo>
                <a:lnTo>
                  <a:pt x="431800" y="2714624"/>
                </a:lnTo>
                <a:close/>
              </a:path>
              <a:path w="460375" h="2729229">
                <a:moveTo>
                  <a:pt x="460375" y="28574"/>
                </a:moveTo>
                <a:lnTo>
                  <a:pt x="446087" y="28574"/>
                </a:lnTo>
                <a:lnTo>
                  <a:pt x="431800" y="14287"/>
                </a:lnTo>
                <a:lnTo>
                  <a:pt x="460375" y="14287"/>
                </a:lnTo>
                <a:lnTo>
                  <a:pt x="460375" y="28574"/>
                </a:lnTo>
                <a:close/>
              </a:path>
              <a:path w="460375" h="2729229">
                <a:moveTo>
                  <a:pt x="28575" y="2714624"/>
                </a:moveTo>
                <a:lnTo>
                  <a:pt x="14287" y="2700337"/>
                </a:lnTo>
                <a:lnTo>
                  <a:pt x="28575" y="2700337"/>
                </a:lnTo>
                <a:lnTo>
                  <a:pt x="28575" y="2714624"/>
                </a:lnTo>
                <a:close/>
              </a:path>
              <a:path w="460375" h="2729229">
                <a:moveTo>
                  <a:pt x="431800" y="2714624"/>
                </a:moveTo>
                <a:lnTo>
                  <a:pt x="28575" y="2714624"/>
                </a:lnTo>
                <a:lnTo>
                  <a:pt x="28575" y="2700337"/>
                </a:lnTo>
                <a:lnTo>
                  <a:pt x="431800" y="2700337"/>
                </a:lnTo>
                <a:lnTo>
                  <a:pt x="431800" y="2714624"/>
                </a:lnTo>
                <a:close/>
              </a:path>
              <a:path w="460375" h="2729229">
                <a:moveTo>
                  <a:pt x="460375" y="2714624"/>
                </a:moveTo>
                <a:lnTo>
                  <a:pt x="431800" y="2714624"/>
                </a:lnTo>
                <a:lnTo>
                  <a:pt x="446087" y="2700337"/>
                </a:lnTo>
                <a:lnTo>
                  <a:pt x="460375" y="2700337"/>
                </a:lnTo>
                <a:lnTo>
                  <a:pt x="460375" y="2714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45765" y="233555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31565" y="233555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31665" y="233555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74615" y="2335555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45765" y="299341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531565" y="299341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31665" y="299341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074615" y="2993415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845765" y="365127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522040" y="365127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344365" y="365127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084140" y="365127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45765" y="4309135"/>
            <a:ext cx="196227" cy="1953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522040" y="4309135"/>
            <a:ext cx="196227" cy="1953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344365" y="4309135"/>
            <a:ext cx="196227" cy="1953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084140" y="4309135"/>
            <a:ext cx="196227" cy="1953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845765" y="4966995"/>
            <a:ext cx="196227" cy="1953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522040" y="496699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803753" y="2216683"/>
            <a:ext cx="30480" cy="3047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344365" y="496699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084140" y="496699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364113" y="3424377"/>
            <a:ext cx="866140" cy="171450"/>
          </a:xfrm>
          <a:custGeom>
            <a:avLst/>
            <a:gdLst/>
            <a:ahLst/>
            <a:cxnLst/>
            <a:rect l="l" t="t" r="r" b="b"/>
            <a:pathLst>
              <a:path w="866139" h="171450">
                <a:moveTo>
                  <a:pt x="694270" y="171450"/>
                </a:moveTo>
                <a:lnTo>
                  <a:pt x="779995" y="85725"/>
                </a:lnTo>
                <a:lnTo>
                  <a:pt x="694270" y="0"/>
                </a:lnTo>
                <a:lnTo>
                  <a:pt x="808570" y="57150"/>
                </a:lnTo>
                <a:lnTo>
                  <a:pt x="801420" y="57150"/>
                </a:lnTo>
                <a:lnTo>
                  <a:pt x="801420" y="114300"/>
                </a:lnTo>
                <a:lnTo>
                  <a:pt x="808570" y="114300"/>
                </a:lnTo>
                <a:lnTo>
                  <a:pt x="694270" y="171450"/>
                </a:lnTo>
                <a:close/>
              </a:path>
              <a:path w="866139" h="171450">
                <a:moveTo>
                  <a:pt x="751420" y="114300"/>
                </a:moveTo>
                <a:lnTo>
                  <a:pt x="0" y="114300"/>
                </a:lnTo>
                <a:lnTo>
                  <a:pt x="0" y="57150"/>
                </a:lnTo>
                <a:lnTo>
                  <a:pt x="751420" y="57150"/>
                </a:lnTo>
                <a:lnTo>
                  <a:pt x="779995" y="85725"/>
                </a:lnTo>
                <a:lnTo>
                  <a:pt x="751420" y="114300"/>
                </a:lnTo>
                <a:close/>
              </a:path>
              <a:path w="866139" h="171450">
                <a:moveTo>
                  <a:pt x="808570" y="114300"/>
                </a:moveTo>
                <a:lnTo>
                  <a:pt x="801420" y="114300"/>
                </a:lnTo>
                <a:lnTo>
                  <a:pt x="801420" y="57150"/>
                </a:lnTo>
                <a:lnTo>
                  <a:pt x="808570" y="57150"/>
                </a:lnTo>
                <a:lnTo>
                  <a:pt x="865720" y="85725"/>
                </a:lnTo>
                <a:lnTo>
                  <a:pt x="80857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708740" y="3064827"/>
            <a:ext cx="2032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Book Antiqua"/>
                <a:cs typeface="Book Antiqua"/>
              </a:rPr>
              <a:t>v</a:t>
            </a:r>
            <a:endParaRPr sz="2800">
              <a:latin typeface="Book Antiqua"/>
              <a:cs typeface="Book Antiqu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914812" y="2689148"/>
            <a:ext cx="297815" cy="297180"/>
          </a:xfrm>
          <a:custGeom>
            <a:avLst/>
            <a:gdLst/>
            <a:ahLst/>
            <a:cxnLst/>
            <a:rect l="l" t="t" r="r" b="b"/>
            <a:pathLst>
              <a:path w="297814" h="297180">
                <a:moveTo>
                  <a:pt x="163766" y="297179"/>
                </a:moveTo>
                <a:lnTo>
                  <a:pt x="133375" y="297179"/>
                </a:lnTo>
                <a:lnTo>
                  <a:pt x="111417" y="293369"/>
                </a:lnTo>
                <a:lnTo>
                  <a:pt x="71475" y="275589"/>
                </a:lnTo>
                <a:lnTo>
                  <a:pt x="54013" y="262889"/>
                </a:lnTo>
                <a:lnTo>
                  <a:pt x="48615" y="259079"/>
                </a:lnTo>
                <a:lnTo>
                  <a:pt x="43459" y="253999"/>
                </a:lnTo>
                <a:lnTo>
                  <a:pt x="38544" y="248919"/>
                </a:lnTo>
                <a:lnTo>
                  <a:pt x="33870" y="243839"/>
                </a:lnTo>
                <a:lnTo>
                  <a:pt x="29463" y="237489"/>
                </a:lnTo>
                <a:lnTo>
                  <a:pt x="25323" y="232409"/>
                </a:lnTo>
                <a:lnTo>
                  <a:pt x="8978" y="199389"/>
                </a:lnTo>
                <a:lnTo>
                  <a:pt x="6642" y="193039"/>
                </a:lnTo>
                <a:lnTo>
                  <a:pt x="0" y="148589"/>
                </a:lnTo>
                <a:lnTo>
                  <a:pt x="177" y="140969"/>
                </a:lnTo>
                <a:lnTo>
                  <a:pt x="9055" y="96519"/>
                </a:lnTo>
                <a:lnTo>
                  <a:pt x="29603" y="59689"/>
                </a:lnTo>
                <a:lnTo>
                  <a:pt x="34023" y="53339"/>
                </a:lnTo>
                <a:lnTo>
                  <a:pt x="71475" y="21589"/>
                </a:lnTo>
                <a:lnTo>
                  <a:pt x="111645" y="3809"/>
                </a:lnTo>
                <a:lnTo>
                  <a:pt x="133616" y="0"/>
                </a:lnTo>
                <a:lnTo>
                  <a:pt x="164007" y="0"/>
                </a:lnTo>
                <a:lnTo>
                  <a:pt x="185966" y="3809"/>
                </a:lnTo>
                <a:lnTo>
                  <a:pt x="199936" y="8889"/>
                </a:lnTo>
                <a:lnTo>
                  <a:pt x="141643" y="8889"/>
                </a:lnTo>
                <a:lnTo>
                  <a:pt x="134340" y="10159"/>
                </a:lnTo>
                <a:lnTo>
                  <a:pt x="127609" y="10159"/>
                </a:lnTo>
                <a:lnTo>
                  <a:pt x="120523" y="11429"/>
                </a:lnTo>
                <a:lnTo>
                  <a:pt x="120751" y="11429"/>
                </a:lnTo>
                <a:lnTo>
                  <a:pt x="113792" y="12699"/>
                </a:lnTo>
                <a:lnTo>
                  <a:pt x="114020" y="12699"/>
                </a:lnTo>
                <a:lnTo>
                  <a:pt x="107187" y="15239"/>
                </a:lnTo>
                <a:lnTo>
                  <a:pt x="107416" y="15239"/>
                </a:lnTo>
                <a:lnTo>
                  <a:pt x="100736" y="17779"/>
                </a:lnTo>
                <a:lnTo>
                  <a:pt x="100952" y="17779"/>
                </a:lnTo>
                <a:lnTo>
                  <a:pt x="94411" y="20319"/>
                </a:lnTo>
                <a:lnTo>
                  <a:pt x="94627" y="20319"/>
                </a:lnTo>
                <a:lnTo>
                  <a:pt x="88252" y="22859"/>
                </a:lnTo>
                <a:lnTo>
                  <a:pt x="88468" y="22859"/>
                </a:lnTo>
                <a:lnTo>
                  <a:pt x="82257" y="25399"/>
                </a:lnTo>
                <a:lnTo>
                  <a:pt x="82461" y="25399"/>
                </a:lnTo>
                <a:lnTo>
                  <a:pt x="76441" y="29209"/>
                </a:lnTo>
                <a:lnTo>
                  <a:pt x="76631" y="29209"/>
                </a:lnTo>
                <a:lnTo>
                  <a:pt x="70789" y="33019"/>
                </a:lnTo>
                <a:lnTo>
                  <a:pt x="70980" y="33019"/>
                </a:lnTo>
                <a:lnTo>
                  <a:pt x="65341" y="36829"/>
                </a:lnTo>
                <a:lnTo>
                  <a:pt x="65519" y="36829"/>
                </a:lnTo>
                <a:lnTo>
                  <a:pt x="60083" y="40639"/>
                </a:lnTo>
                <a:lnTo>
                  <a:pt x="60261" y="40639"/>
                </a:lnTo>
                <a:lnTo>
                  <a:pt x="56346" y="44449"/>
                </a:lnTo>
                <a:lnTo>
                  <a:pt x="55206" y="44449"/>
                </a:lnTo>
                <a:lnTo>
                  <a:pt x="50203" y="49529"/>
                </a:lnTo>
                <a:lnTo>
                  <a:pt x="50368" y="49529"/>
                </a:lnTo>
                <a:lnTo>
                  <a:pt x="45605" y="54609"/>
                </a:lnTo>
                <a:lnTo>
                  <a:pt x="45758" y="54609"/>
                </a:lnTo>
                <a:lnTo>
                  <a:pt x="41224" y="59689"/>
                </a:lnTo>
                <a:lnTo>
                  <a:pt x="41376" y="59689"/>
                </a:lnTo>
                <a:lnTo>
                  <a:pt x="37096" y="64769"/>
                </a:lnTo>
                <a:lnTo>
                  <a:pt x="37236" y="64769"/>
                </a:lnTo>
                <a:lnTo>
                  <a:pt x="34025" y="69849"/>
                </a:lnTo>
                <a:lnTo>
                  <a:pt x="33350" y="69849"/>
                </a:lnTo>
                <a:lnTo>
                  <a:pt x="29603" y="76199"/>
                </a:lnTo>
                <a:lnTo>
                  <a:pt x="26957" y="81279"/>
                </a:lnTo>
                <a:lnTo>
                  <a:pt x="26365" y="81279"/>
                </a:lnTo>
                <a:lnTo>
                  <a:pt x="23190" y="87629"/>
                </a:lnTo>
                <a:lnTo>
                  <a:pt x="20408" y="93979"/>
                </a:lnTo>
                <a:lnTo>
                  <a:pt x="17919" y="100329"/>
                </a:lnTo>
                <a:lnTo>
                  <a:pt x="15735" y="106679"/>
                </a:lnTo>
                <a:lnTo>
                  <a:pt x="14192" y="113029"/>
                </a:lnTo>
                <a:lnTo>
                  <a:pt x="13931" y="113029"/>
                </a:lnTo>
                <a:lnTo>
                  <a:pt x="12319" y="120649"/>
                </a:lnTo>
                <a:lnTo>
                  <a:pt x="11099" y="126999"/>
                </a:lnTo>
                <a:lnTo>
                  <a:pt x="10223" y="134619"/>
                </a:lnTo>
                <a:lnTo>
                  <a:pt x="9690" y="140969"/>
                </a:lnTo>
                <a:lnTo>
                  <a:pt x="9525" y="148589"/>
                </a:lnTo>
                <a:lnTo>
                  <a:pt x="9702" y="156209"/>
                </a:lnTo>
                <a:lnTo>
                  <a:pt x="10248" y="162559"/>
                </a:lnTo>
                <a:lnTo>
                  <a:pt x="11137" y="170179"/>
                </a:lnTo>
                <a:lnTo>
                  <a:pt x="12369" y="176529"/>
                </a:lnTo>
                <a:lnTo>
                  <a:pt x="13931" y="184149"/>
                </a:lnTo>
                <a:lnTo>
                  <a:pt x="14192" y="184149"/>
                </a:lnTo>
                <a:lnTo>
                  <a:pt x="15811" y="190499"/>
                </a:lnTo>
                <a:lnTo>
                  <a:pt x="18008" y="196849"/>
                </a:lnTo>
                <a:lnTo>
                  <a:pt x="20497" y="203199"/>
                </a:lnTo>
                <a:lnTo>
                  <a:pt x="23291" y="209549"/>
                </a:lnTo>
                <a:lnTo>
                  <a:pt x="26365" y="214629"/>
                </a:lnTo>
                <a:lnTo>
                  <a:pt x="29730" y="220979"/>
                </a:lnTo>
                <a:lnTo>
                  <a:pt x="33350" y="226059"/>
                </a:lnTo>
                <a:lnTo>
                  <a:pt x="37236" y="232409"/>
                </a:lnTo>
                <a:lnTo>
                  <a:pt x="37096" y="232409"/>
                </a:lnTo>
                <a:lnTo>
                  <a:pt x="41376" y="237489"/>
                </a:lnTo>
                <a:lnTo>
                  <a:pt x="41224" y="237489"/>
                </a:lnTo>
                <a:lnTo>
                  <a:pt x="45758" y="242569"/>
                </a:lnTo>
                <a:lnTo>
                  <a:pt x="45605" y="242569"/>
                </a:lnTo>
                <a:lnTo>
                  <a:pt x="50368" y="247649"/>
                </a:lnTo>
                <a:lnTo>
                  <a:pt x="50203" y="247649"/>
                </a:lnTo>
                <a:lnTo>
                  <a:pt x="55206" y="251459"/>
                </a:lnTo>
                <a:lnTo>
                  <a:pt x="55041" y="251459"/>
                </a:lnTo>
                <a:lnTo>
                  <a:pt x="60261" y="256539"/>
                </a:lnTo>
                <a:lnTo>
                  <a:pt x="60083" y="256539"/>
                </a:lnTo>
                <a:lnTo>
                  <a:pt x="65519" y="260349"/>
                </a:lnTo>
                <a:lnTo>
                  <a:pt x="65341" y="260349"/>
                </a:lnTo>
                <a:lnTo>
                  <a:pt x="70980" y="264159"/>
                </a:lnTo>
                <a:lnTo>
                  <a:pt x="70789" y="264159"/>
                </a:lnTo>
                <a:lnTo>
                  <a:pt x="76631" y="267969"/>
                </a:lnTo>
                <a:lnTo>
                  <a:pt x="76441" y="267969"/>
                </a:lnTo>
                <a:lnTo>
                  <a:pt x="82461" y="271779"/>
                </a:lnTo>
                <a:lnTo>
                  <a:pt x="82257" y="271779"/>
                </a:lnTo>
                <a:lnTo>
                  <a:pt x="88468" y="274319"/>
                </a:lnTo>
                <a:lnTo>
                  <a:pt x="88252" y="274319"/>
                </a:lnTo>
                <a:lnTo>
                  <a:pt x="94627" y="276859"/>
                </a:lnTo>
                <a:lnTo>
                  <a:pt x="94411" y="276859"/>
                </a:lnTo>
                <a:lnTo>
                  <a:pt x="100952" y="279399"/>
                </a:lnTo>
                <a:lnTo>
                  <a:pt x="100736" y="279399"/>
                </a:lnTo>
                <a:lnTo>
                  <a:pt x="107416" y="281939"/>
                </a:lnTo>
                <a:lnTo>
                  <a:pt x="107187" y="281939"/>
                </a:lnTo>
                <a:lnTo>
                  <a:pt x="114020" y="283209"/>
                </a:lnTo>
                <a:lnTo>
                  <a:pt x="113792" y="283209"/>
                </a:lnTo>
                <a:lnTo>
                  <a:pt x="120751" y="285749"/>
                </a:lnTo>
                <a:lnTo>
                  <a:pt x="120523" y="285749"/>
                </a:lnTo>
                <a:lnTo>
                  <a:pt x="127609" y="287019"/>
                </a:lnTo>
                <a:lnTo>
                  <a:pt x="134340" y="287019"/>
                </a:lnTo>
                <a:lnTo>
                  <a:pt x="141643" y="288289"/>
                </a:lnTo>
                <a:lnTo>
                  <a:pt x="199936" y="288289"/>
                </a:lnTo>
                <a:lnTo>
                  <a:pt x="192798" y="290829"/>
                </a:lnTo>
                <a:lnTo>
                  <a:pt x="185966" y="293369"/>
                </a:lnTo>
                <a:lnTo>
                  <a:pt x="163766" y="297179"/>
                </a:lnTo>
                <a:close/>
              </a:path>
              <a:path w="297814" h="297180">
                <a:moveTo>
                  <a:pt x="242341" y="45719"/>
                </a:moveTo>
                <a:lnTo>
                  <a:pt x="237121" y="40639"/>
                </a:lnTo>
                <a:lnTo>
                  <a:pt x="237299" y="40639"/>
                </a:lnTo>
                <a:lnTo>
                  <a:pt x="231863" y="36829"/>
                </a:lnTo>
                <a:lnTo>
                  <a:pt x="232041" y="36829"/>
                </a:lnTo>
                <a:lnTo>
                  <a:pt x="226402" y="33019"/>
                </a:lnTo>
                <a:lnTo>
                  <a:pt x="226593" y="33019"/>
                </a:lnTo>
                <a:lnTo>
                  <a:pt x="220751" y="29209"/>
                </a:lnTo>
                <a:lnTo>
                  <a:pt x="220941" y="29209"/>
                </a:lnTo>
                <a:lnTo>
                  <a:pt x="214922" y="25399"/>
                </a:lnTo>
                <a:lnTo>
                  <a:pt x="215125" y="25399"/>
                </a:lnTo>
                <a:lnTo>
                  <a:pt x="208914" y="22859"/>
                </a:lnTo>
                <a:lnTo>
                  <a:pt x="209118" y="22859"/>
                </a:lnTo>
                <a:lnTo>
                  <a:pt x="202742" y="20319"/>
                </a:lnTo>
                <a:lnTo>
                  <a:pt x="202958" y="20319"/>
                </a:lnTo>
                <a:lnTo>
                  <a:pt x="196430" y="17779"/>
                </a:lnTo>
                <a:lnTo>
                  <a:pt x="196646" y="17779"/>
                </a:lnTo>
                <a:lnTo>
                  <a:pt x="189966" y="15239"/>
                </a:lnTo>
                <a:lnTo>
                  <a:pt x="190182" y="15239"/>
                </a:lnTo>
                <a:lnTo>
                  <a:pt x="183349" y="12699"/>
                </a:lnTo>
                <a:lnTo>
                  <a:pt x="183591" y="12699"/>
                </a:lnTo>
                <a:lnTo>
                  <a:pt x="176618" y="11429"/>
                </a:lnTo>
                <a:lnTo>
                  <a:pt x="176860" y="11429"/>
                </a:lnTo>
                <a:lnTo>
                  <a:pt x="169773" y="10159"/>
                </a:lnTo>
                <a:lnTo>
                  <a:pt x="163042" y="10159"/>
                </a:lnTo>
                <a:lnTo>
                  <a:pt x="155740" y="8889"/>
                </a:lnTo>
                <a:lnTo>
                  <a:pt x="199936" y="8889"/>
                </a:lnTo>
                <a:lnTo>
                  <a:pt x="206463" y="11429"/>
                </a:lnTo>
                <a:lnTo>
                  <a:pt x="213271" y="13969"/>
                </a:lnTo>
                <a:lnTo>
                  <a:pt x="248754" y="38099"/>
                </a:lnTo>
                <a:lnTo>
                  <a:pt x="255152" y="44449"/>
                </a:lnTo>
                <a:lnTo>
                  <a:pt x="242176" y="44449"/>
                </a:lnTo>
                <a:lnTo>
                  <a:pt x="242341" y="45719"/>
                </a:lnTo>
                <a:close/>
              </a:path>
              <a:path w="297814" h="297180">
                <a:moveTo>
                  <a:pt x="55041" y="45719"/>
                </a:moveTo>
                <a:lnTo>
                  <a:pt x="55206" y="44449"/>
                </a:lnTo>
                <a:lnTo>
                  <a:pt x="56346" y="44449"/>
                </a:lnTo>
                <a:lnTo>
                  <a:pt x="55041" y="45719"/>
                </a:lnTo>
                <a:close/>
              </a:path>
              <a:path w="297814" h="297180">
                <a:moveTo>
                  <a:pt x="264160" y="71119"/>
                </a:moveTo>
                <a:lnTo>
                  <a:pt x="260146" y="64769"/>
                </a:lnTo>
                <a:lnTo>
                  <a:pt x="256006" y="59689"/>
                </a:lnTo>
                <a:lnTo>
                  <a:pt x="256146" y="59689"/>
                </a:lnTo>
                <a:lnTo>
                  <a:pt x="251625" y="54609"/>
                </a:lnTo>
                <a:lnTo>
                  <a:pt x="251777" y="54609"/>
                </a:lnTo>
                <a:lnTo>
                  <a:pt x="247014" y="49529"/>
                </a:lnTo>
                <a:lnTo>
                  <a:pt x="247180" y="49529"/>
                </a:lnTo>
                <a:lnTo>
                  <a:pt x="242176" y="44449"/>
                </a:lnTo>
                <a:lnTo>
                  <a:pt x="255152" y="44449"/>
                </a:lnTo>
                <a:lnTo>
                  <a:pt x="258838" y="48259"/>
                </a:lnTo>
                <a:lnTo>
                  <a:pt x="263499" y="53339"/>
                </a:lnTo>
                <a:lnTo>
                  <a:pt x="267919" y="59689"/>
                </a:lnTo>
                <a:lnTo>
                  <a:pt x="272059" y="64769"/>
                </a:lnTo>
                <a:lnTo>
                  <a:pt x="275148" y="69849"/>
                </a:lnTo>
                <a:lnTo>
                  <a:pt x="264033" y="69849"/>
                </a:lnTo>
                <a:lnTo>
                  <a:pt x="264160" y="71119"/>
                </a:lnTo>
                <a:close/>
              </a:path>
              <a:path w="297814" h="297180">
                <a:moveTo>
                  <a:pt x="33223" y="71119"/>
                </a:moveTo>
                <a:lnTo>
                  <a:pt x="33350" y="69849"/>
                </a:lnTo>
                <a:lnTo>
                  <a:pt x="34025" y="69849"/>
                </a:lnTo>
                <a:lnTo>
                  <a:pt x="33223" y="71119"/>
                </a:lnTo>
                <a:close/>
              </a:path>
              <a:path w="297814" h="297180">
                <a:moveTo>
                  <a:pt x="271119" y="82549"/>
                </a:moveTo>
                <a:lnTo>
                  <a:pt x="267652" y="76199"/>
                </a:lnTo>
                <a:lnTo>
                  <a:pt x="264033" y="69849"/>
                </a:lnTo>
                <a:lnTo>
                  <a:pt x="275148" y="69849"/>
                </a:lnTo>
                <a:lnTo>
                  <a:pt x="275920" y="71119"/>
                </a:lnTo>
                <a:lnTo>
                  <a:pt x="279488" y="77469"/>
                </a:lnTo>
                <a:lnTo>
                  <a:pt x="281401" y="81279"/>
                </a:lnTo>
                <a:lnTo>
                  <a:pt x="271005" y="81279"/>
                </a:lnTo>
                <a:lnTo>
                  <a:pt x="271119" y="82549"/>
                </a:lnTo>
                <a:close/>
              </a:path>
              <a:path w="297814" h="297180">
                <a:moveTo>
                  <a:pt x="26263" y="82549"/>
                </a:moveTo>
                <a:lnTo>
                  <a:pt x="26365" y="81279"/>
                </a:lnTo>
                <a:lnTo>
                  <a:pt x="26957" y="81279"/>
                </a:lnTo>
                <a:lnTo>
                  <a:pt x="26263" y="82549"/>
                </a:lnTo>
                <a:close/>
              </a:path>
              <a:path w="297814" h="297180">
                <a:moveTo>
                  <a:pt x="283514" y="114299"/>
                </a:moveTo>
                <a:lnTo>
                  <a:pt x="281571" y="106679"/>
                </a:lnTo>
                <a:lnTo>
                  <a:pt x="279374" y="100329"/>
                </a:lnTo>
                <a:lnTo>
                  <a:pt x="276885" y="93979"/>
                </a:lnTo>
                <a:lnTo>
                  <a:pt x="274091" y="87629"/>
                </a:lnTo>
                <a:lnTo>
                  <a:pt x="271005" y="81279"/>
                </a:lnTo>
                <a:lnTo>
                  <a:pt x="281401" y="81279"/>
                </a:lnTo>
                <a:lnTo>
                  <a:pt x="282676" y="83819"/>
                </a:lnTo>
                <a:lnTo>
                  <a:pt x="285750" y="90169"/>
                </a:lnTo>
                <a:lnTo>
                  <a:pt x="288404" y="97789"/>
                </a:lnTo>
                <a:lnTo>
                  <a:pt x="290728" y="104139"/>
                </a:lnTo>
                <a:lnTo>
                  <a:pt x="293055" y="113029"/>
                </a:lnTo>
                <a:lnTo>
                  <a:pt x="283451" y="113029"/>
                </a:lnTo>
                <a:lnTo>
                  <a:pt x="283514" y="114299"/>
                </a:lnTo>
                <a:close/>
              </a:path>
              <a:path w="297814" h="297180">
                <a:moveTo>
                  <a:pt x="13868" y="114299"/>
                </a:moveTo>
                <a:lnTo>
                  <a:pt x="13931" y="113029"/>
                </a:lnTo>
                <a:lnTo>
                  <a:pt x="14192" y="113029"/>
                </a:lnTo>
                <a:lnTo>
                  <a:pt x="13868" y="114299"/>
                </a:lnTo>
                <a:close/>
              </a:path>
              <a:path w="297814" h="297180">
                <a:moveTo>
                  <a:pt x="293000" y="184149"/>
                </a:moveTo>
                <a:lnTo>
                  <a:pt x="283451" y="184149"/>
                </a:lnTo>
                <a:lnTo>
                  <a:pt x="285051" y="176529"/>
                </a:lnTo>
                <a:lnTo>
                  <a:pt x="286270" y="170179"/>
                </a:lnTo>
                <a:lnTo>
                  <a:pt x="287159" y="162559"/>
                </a:lnTo>
                <a:lnTo>
                  <a:pt x="287680" y="156209"/>
                </a:lnTo>
                <a:lnTo>
                  <a:pt x="287858" y="148589"/>
                </a:lnTo>
                <a:lnTo>
                  <a:pt x="287680" y="140969"/>
                </a:lnTo>
                <a:lnTo>
                  <a:pt x="287134" y="134619"/>
                </a:lnTo>
                <a:lnTo>
                  <a:pt x="286245" y="126999"/>
                </a:lnTo>
                <a:lnTo>
                  <a:pt x="285013" y="120649"/>
                </a:lnTo>
                <a:lnTo>
                  <a:pt x="283451" y="113029"/>
                </a:lnTo>
                <a:lnTo>
                  <a:pt x="293055" y="113029"/>
                </a:lnTo>
                <a:lnTo>
                  <a:pt x="297383" y="148589"/>
                </a:lnTo>
                <a:lnTo>
                  <a:pt x="297180" y="156209"/>
                </a:lnTo>
                <a:lnTo>
                  <a:pt x="296608" y="163829"/>
                </a:lnTo>
                <a:lnTo>
                  <a:pt x="295656" y="171449"/>
                </a:lnTo>
                <a:lnTo>
                  <a:pt x="294335" y="179069"/>
                </a:lnTo>
                <a:lnTo>
                  <a:pt x="293000" y="184149"/>
                </a:lnTo>
                <a:close/>
              </a:path>
              <a:path w="297814" h="297180">
                <a:moveTo>
                  <a:pt x="14192" y="184149"/>
                </a:moveTo>
                <a:lnTo>
                  <a:pt x="13931" y="184149"/>
                </a:lnTo>
                <a:lnTo>
                  <a:pt x="13868" y="182879"/>
                </a:lnTo>
                <a:lnTo>
                  <a:pt x="14192" y="184149"/>
                </a:lnTo>
                <a:close/>
              </a:path>
              <a:path w="297814" h="297180">
                <a:moveTo>
                  <a:pt x="199936" y="288289"/>
                </a:moveTo>
                <a:lnTo>
                  <a:pt x="155740" y="288289"/>
                </a:lnTo>
                <a:lnTo>
                  <a:pt x="163042" y="287019"/>
                </a:lnTo>
                <a:lnTo>
                  <a:pt x="169773" y="287019"/>
                </a:lnTo>
                <a:lnTo>
                  <a:pt x="176860" y="285749"/>
                </a:lnTo>
                <a:lnTo>
                  <a:pt x="176618" y="285749"/>
                </a:lnTo>
                <a:lnTo>
                  <a:pt x="183591" y="283209"/>
                </a:lnTo>
                <a:lnTo>
                  <a:pt x="183349" y="283209"/>
                </a:lnTo>
                <a:lnTo>
                  <a:pt x="190182" y="281939"/>
                </a:lnTo>
                <a:lnTo>
                  <a:pt x="189966" y="281939"/>
                </a:lnTo>
                <a:lnTo>
                  <a:pt x="196646" y="279399"/>
                </a:lnTo>
                <a:lnTo>
                  <a:pt x="196430" y="279399"/>
                </a:lnTo>
                <a:lnTo>
                  <a:pt x="202958" y="276859"/>
                </a:lnTo>
                <a:lnTo>
                  <a:pt x="202742" y="276859"/>
                </a:lnTo>
                <a:lnTo>
                  <a:pt x="209118" y="274319"/>
                </a:lnTo>
                <a:lnTo>
                  <a:pt x="208914" y="274319"/>
                </a:lnTo>
                <a:lnTo>
                  <a:pt x="215125" y="271779"/>
                </a:lnTo>
                <a:lnTo>
                  <a:pt x="214922" y="271779"/>
                </a:lnTo>
                <a:lnTo>
                  <a:pt x="220941" y="267969"/>
                </a:lnTo>
                <a:lnTo>
                  <a:pt x="220751" y="267969"/>
                </a:lnTo>
                <a:lnTo>
                  <a:pt x="226593" y="264159"/>
                </a:lnTo>
                <a:lnTo>
                  <a:pt x="226402" y="264159"/>
                </a:lnTo>
                <a:lnTo>
                  <a:pt x="232041" y="260349"/>
                </a:lnTo>
                <a:lnTo>
                  <a:pt x="231863" y="260349"/>
                </a:lnTo>
                <a:lnTo>
                  <a:pt x="237299" y="256539"/>
                </a:lnTo>
                <a:lnTo>
                  <a:pt x="237121" y="256539"/>
                </a:lnTo>
                <a:lnTo>
                  <a:pt x="242341" y="251459"/>
                </a:lnTo>
                <a:lnTo>
                  <a:pt x="242176" y="251459"/>
                </a:lnTo>
                <a:lnTo>
                  <a:pt x="247180" y="247649"/>
                </a:lnTo>
                <a:lnTo>
                  <a:pt x="247014" y="247649"/>
                </a:lnTo>
                <a:lnTo>
                  <a:pt x="251777" y="242569"/>
                </a:lnTo>
                <a:lnTo>
                  <a:pt x="251625" y="242569"/>
                </a:lnTo>
                <a:lnTo>
                  <a:pt x="256146" y="237489"/>
                </a:lnTo>
                <a:lnTo>
                  <a:pt x="256006" y="237489"/>
                </a:lnTo>
                <a:lnTo>
                  <a:pt x="260273" y="232409"/>
                </a:lnTo>
                <a:lnTo>
                  <a:pt x="264160" y="226059"/>
                </a:lnTo>
                <a:lnTo>
                  <a:pt x="267766" y="220979"/>
                </a:lnTo>
                <a:lnTo>
                  <a:pt x="271119" y="214629"/>
                </a:lnTo>
                <a:lnTo>
                  <a:pt x="274193" y="209549"/>
                </a:lnTo>
                <a:lnTo>
                  <a:pt x="276974" y="203199"/>
                </a:lnTo>
                <a:lnTo>
                  <a:pt x="279450" y="196849"/>
                </a:lnTo>
                <a:lnTo>
                  <a:pt x="281635" y="190499"/>
                </a:lnTo>
                <a:lnTo>
                  <a:pt x="283514" y="182879"/>
                </a:lnTo>
                <a:lnTo>
                  <a:pt x="283451" y="184149"/>
                </a:lnTo>
                <a:lnTo>
                  <a:pt x="293000" y="184149"/>
                </a:lnTo>
                <a:lnTo>
                  <a:pt x="290664" y="193039"/>
                </a:lnTo>
                <a:lnTo>
                  <a:pt x="288404" y="199389"/>
                </a:lnTo>
                <a:lnTo>
                  <a:pt x="285750" y="207009"/>
                </a:lnTo>
                <a:lnTo>
                  <a:pt x="267779" y="237489"/>
                </a:lnTo>
                <a:lnTo>
                  <a:pt x="263359" y="243839"/>
                </a:lnTo>
                <a:lnTo>
                  <a:pt x="231736" y="271779"/>
                </a:lnTo>
                <a:lnTo>
                  <a:pt x="213055" y="283209"/>
                </a:lnTo>
                <a:lnTo>
                  <a:pt x="199936" y="288289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996067" y="2463482"/>
            <a:ext cx="114300" cy="2524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912501" y="1920316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25328" y="4928565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346191" y="3645408"/>
            <a:ext cx="490855" cy="250190"/>
          </a:xfrm>
          <a:custGeom>
            <a:avLst/>
            <a:gdLst/>
            <a:ahLst/>
            <a:cxnLst/>
            <a:rect l="l" t="t" r="r" b="b"/>
            <a:pathLst>
              <a:path w="490854" h="250189">
                <a:moveTo>
                  <a:pt x="329184" y="249936"/>
                </a:moveTo>
                <a:lnTo>
                  <a:pt x="329184" y="187451"/>
                </a:lnTo>
                <a:lnTo>
                  <a:pt x="0" y="187451"/>
                </a:lnTo>
                <a:lnTo>
                  <a:pt x="0" y="62483"/>
                </a:lnTo>
                <a:lnTo>
                  <a:pt x="329184" y="62483"/>
                </a:lnTo>
                <a:lnTo>
                  <a:pt x="329184" y="0"/>
                </a:lnTo>
                <a:lnTo>
                  <a:pt x="490728" y="124967"/>
                </a:lnTo>
                <a:lnTo>
                  <a:pt x="329184" y="24993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342064" y="3635857"/>
            <a:ext cx="502920" cy="269875"/>
          </a:xfrm>
          <a:custGeom>
            <a:avLst/>
            <a:gdLst/>
            <a:ahLst/>
            <a:cxnLst/>
            <a:rect l="l" t="t" r="r" b="b"/>
            <a:pathLst>
              <a:path w="502920" h="269875">
                <a:moveTo>
                  <a:pt x="329018" y="72288"/>
                </a:moveTo>
                <a:lnTo>
                  <a:pt x="329018" y="0"/>
                </a:lnTo>
                <a:lnTo>
                  <a:pt x="341553" y="9728"/>
                </a:lnTo>
                <a:lnTo>
                  <a:pt x="338543" y="9728"/>
                </a:lnTo>
                <a:lnTo>
                  <a:pt x="330860" y="13487"/>
                </a:lnTo>
                <a:lnTo>
                  <a:pt x="338543" y="19450"/>
                </a:lnTo>
                <a:lnTo>
                  <a:pt x="338543" y="67525"/>
                </a:lnTo>
                <a:lnTo>
                  <a:pt x="333781" y="67525"/>
                </a:lnTo>
                <a:lnTo>
                  <a:pt x="329018" y="72288"/>
                </a:lnTo>
                <a:close/>
              </a:path>
              <a:path w="502920" h="269875">
                <a:moveTo>
                  <a:pt x="338543" y="19450"/>
                </a:moveTo>
                <a:lnTo>
                  <a:pt x="330860" y="13487"/>
                </a:lnTo>
                <a:lnTo>
                  <a:pt x="338543" y="9728"/>
                </a:lnTo>
                <a:lnTo>
                  <a:pt x="338543" y="19450"/>
                </a:lnTo>
                <a:close/>
              </a:path>
              <a:path w="502920" h="269875">
                <a:moveTo>
                  <a:pt x="487243" y="134861"/>
                </a:moveTo>
                <a:lnTo>
                  <a:pt x="338543" y="19450"/>
                </a:lnTo>
                <a:lnTo>
                  <a:pt x="338543" y="9728"/>
                </a:lnTo>
                <a:lnTo>
                  <a:pt x="341553" y="9728"/>
                </a:lnTo>
                <a:lnTo>
                  <a:pt x="497936" y="131102"/>
                </a:lnTo>
                <a:lnTo>
                  <a:pt x="492086" y="131102"/>
                </a:lnTo>
                <a:lnTo>
                  <a:pt x="487243" y="134861"/>
                </a:lnTo>
                <a:close/>
              </a:path>
              <a:path w="502920" h="269875">
                <a:moveTo>
                  <a:pt x="329018" y="202196"/>
                </a:moveTo>
                <a:lnTo>
                  <a:pt x="0" y="202196"/>
                </a:lnTo>
                <a:lnTo>
                  <a:pt x="0" y="67525"/>
                </a:lnTo>
                <a:lnTo>
                  <a:pt x="329018" y="67525"/>
                </a:lnTo>
                <a:lnTo>
                  <a:pt x="329018" y="72288"/>
                </a:lnTo>
                <a:lnTo>
                  <a:pt x="9525" y="72288"/>
                </a:lnTo>
                <a:lnTo>
                  <a:pt x="4762" y="77050"/>
                </a:lnTo>
                <a:lnTo>
                  <a:pt x="9525" y="77050"/>
                </a:lnTo>
                <a:lnTo>
                  <a:pt x="9525" y="192671"/>
                </a:lnTo>
                <a:lnTo>
                  <a:pt x="4762" y="192671"/>
                </a:lnTo>
                <a:lnTo>
                  <a:pt x="9525" y="197434"/>
                </a:lnTo>
                <a:lnTo>
                  <a:pt x="329018" y="197434"/>
                </a:lnTo>
                <a:lnTo>
                  <a:pt x="329018" y="202196"/>
                </a:lnTo>
                <a:close/>
              </a:path>
              <a:path w="502920" h="269875">
                <a:moveTo>
                  <a:pt x="338543" y="77050"/>
                </a:moveTo>
                <a:lnTo>
                  <a:pt x="9525" y="77050"/>
                </a:lnTo>
                <a:lnTo>
                  <a:pt x="9525" y="72288"/>
                </a:lnTo>
                <a:lnTo>
                  <a:pt x="329018" y="72288"/>
                </a:lnTo>
                <a:lnTo>
                  <a:pt x="333781" y="67525"/>
                </a:lnTo>
                <a:lnTo>
                  <a:pt x="338543" y="67525"/>
                </a:lnTo>
                <a:lnTo>
                  <a:pt x="338543" y="77050"/>
                </a:lnTo>
                <a:close/>
              </a:path>
              <a:path w="502920" h="269875">
                <a:moveTo>
                  <a:pt x="9525" y="77050"/>
                </a:moveTo>
                <a:lnTo>
                  <a:pt x="4762" y="77050"/>
                </a:lnTo>
                <a:lnTo>
                  <a:pt x="9525" y="72288"/>
                </a:lnTo>
                <a:lnTo>
                  <a:pt x="9525" y="77050"/>
                </a:lnTo>
                <a:close/>
              </a:path>
              <a:path w="502920" h="269875">
                <a:moveTo>
                  <a:pt x="492086" y="138620"/>
                </a:moveTo>
                <a:lnTo>
                  <a:pt x="487243" y="134861"/>
                </a:lnTo>
                <a:lnTo>
                  <a:pt x="492086" y="131102"/>
                </a:lnTo>
                <a:lnTo>
                  <a:pt x="492086" y="138620"/>
                </a:lnTo>
                <a:close/>
              </a:path>
              <a:path w="502920" h="269875">
                <a:moveTo>
                  <a:pt x="497937" y="138620"/>
                </a:moveTo>
                <a:lnTo>
                  <a:pt x="492086" y="138620"/>
                </a:lnTo>
                <a:lnTo>
                  <a:pt x="492086" y="131102"/>
                </a:lnTo>
                <a:lnTo>
                  <a:pt x="497936" y="131102"/>
                </a:lnTo>
                <a:lnTo>
                  <a:pt x="502780" y="134861"/>
                </a:lnTo>
                <a:lnTo>
                  <a:pt x="497937" y="138620"/>
                </a:lnTo>
                <a:close/>
              </a:path>
              <a:path w="502920" h="269875">
                <a:moveTo>
                  <a:pt x="341551" y="260007"/>
                </a:moveTo>
                <a:lnTo>
                  <a:pt x="338543" y="260007"/>
                </a:lnTo>
                <a:lnTo>
                  <a:pt x="338543" y="250283"/>
                </a:lnTo>
                <a:lnTo>
                  <a:pt x="487243" y="134861"/>
                </a:lnTo>
                <a:lnTo>
                  <a:pt x="492086" y="138620"/>
                </a:lnTo>
                <a:lnTo>
                  <a:pt x="497937" y="138620"/>
                </a:lnTo>
                <a:lnTo>
                  <a:pt x="341551" y="260007"/>
                </a:lnTo>
                <a:close/>
              </a:path>
              <a:path w="502920" h="269875">
                <a:moveTo>
                  <a:pt x="9525" y="197434"/>
                </a:moveTo>
                <a:lnTo>
                  <a:pt x="4762" y="192671"/>
                </a:lnTo>
                <a:lnTo>
                  <a:pt x="9525" y="192671"/>
                </a:lnTo>
                <a:lnTo>
                  <a:pt x="9525" y="197434"/>
                </a:lnTo>
                <a:close/>
              </a:path>
              <a:path w="502920" h="269875">
                <a:moveTo>
                  <a:pt x="338543" y="202196"/>
                </a:moveTo>
                <a:lnTo>
                  <a:pt x="333781" y="202196"/>
                </a:lnTo>
                <a:lnTo>
                  <a:pt x="329018" y="197434"/>
                </a:lnTo>
                <a:lnTo>
                  <a:pt x="9525" y="197434"/>
                </a:lnTo>
                <a:lnTo>
                  <a:pt x="9525" y="192671"/>
                </a:lnTo>
                <a:lnTo>
                  <a:pt x="338543" y="192671"/>
                </a:lnTo>
                <a:lnTo>
                  <a:pt x="338543" y="202196"/>
                </a:lnTo>
                <a:close/>
              </a:path>
              <a:path w="502920" h="269875">
                <a:moveTo>
                  <a:pt x="329018" y="269735"/>
                </a:moveTo>
                <a:lnTo>
                  <a:pt x="329018" y="197434"/>
                </a:lnTo>
                <a:lnTo>
                  <a:pt x="333781" y="202196"/>
                </a:lnTo>
                <a:lnTo>
                  <a:pt x="338543" y="202196"/>
                </a:lnTo>
                <a:lnTo>
                  <a:pt x="338543" y="250283"/>
                </a:lnTo>
                <a:lnTo>
                  <a:pt x="330860" y="256247"/>
                </a:lnTo>
                <a:lnTo>
                  <a:pt x="338543" y="260007"/>
                </a:lnTo>
                <a:lnTo>
                  <a:pt x="341551" y="260007"/>
                </a:lnTo>
                <a:lnTo>
                  <a:pt x="329018" y="269735"/>
                </a:lnTo>
                <a:close/>
              </a:path>
              <a:path w="502920" h="269875">
                <a:moveTo>
                  <a:pt x="338543" y="260007"/>
                </a:moveTo>
                <a:lnTo>
                  <a:pt x="330860" y="256247"/>
                </a:lnTo>
                <a:lnTo>
                  <a:pt x="338543" y="250283"/>
                </a:lnTo>
                <a:lnTo>
                  <a:pt x="338543" y="26000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908920" y="3361613"/>
            <a:ext cx="297815" cy="297180"/>
          </a:xfrm>
          <a:custGeom>
            <a:avLst/>
            <a:gdLst/>
            <a:ahLst/>
            <a:cxnLst/>
            <a:rect l="l" t="t" r="r" b="b"/>
            <a:pathLst>
              <a:path w="297814" h="297179">
                <a:moveTo>
                  <a:pt x="163779" y="297179"/>
                </a:moveTo>
                <a:lnTo>
                  <a:pt x="133375" y="297179"/>
                </a:lnTo>
                <a:lnTo>
                  <a:pt x="111417" y="293370"/>
                </a:lnTo>
                <a:lnTo>
                  <a:pt x="71488" y="275589"/>
                </a:lnTo>
                <a:lnTo>
                  <a:pt x="54013" y="262889"/>
                </a:lnTo>
                <a:lnTo>
                  <a:pt x="48628" y="259079"/>
                </a:lnTo>
                <a:lnTo>
                  <a:pt x="43624" y="254000"/>
                </a:lnTo>
                <a:lnTo>
                  <a:pt x="38544" y="248920"/>
                </a:lnTo>
                <a:lnTo>
                  <a:pt x="33883" y="243839"/>
                </a:lnTo>
                <a:lnTo>
                  <a:pt x="29476" y="237489"/>
                </a:lnTo>
                <a:lnTo>
                  <a:pt x="25336" y="232410"/>
                </a:lnTo>
                <a:lnTo>
                  <a:pt x="21462" y="226060"/>
                </a:lnTo>
                <a:lnTo>
                  <a:pt x="17894" y="219710"/>
                </a:lnTo>
                <a:lnTo>
                  <a:pt x="14617" y="213360"/>
                </a:lnTo>
                <a:lnTo>
                  <a:pt x="11645" y="207010"/>
                </a:lnTo>
                <a:lnTo>
                  <a:pt x="8978" y="199389"/>
                </a:lnTo>
                <a:lnTo>
                  <a:pt x="6654" y="193039"/>
                </a:lnTo>
                <a:lnTo>
                  <a:pt x="0" y="148589"/>
                </a:lnTo>
                <a:lnTo>
                  <a:pt x="190" y="140970"/>
                </a:lnTo>
                <a:lnTo>
                  <a:pt x="8978" y="97789"/>
                </a:lnTo>
                <a:lnTo>
                  <a:pt x="29603" y="59689"/>
                </a:lnTo>
                <a:lnTo>
                  <a:pt x="34023" y="53339"/>
                </a:lnTo>
                <a:lnTo>
                  <a:pt x="65646" y="25400"/>
                </a:lnTo>
                <a:lnTo>
                  <a:pt x="71678" y="20320"/>
                </a:lnTo>
                <a:lnTo>
                  <a:pt x="77711" y="17779"/>
                </a:lnTo>
                <a:lnTo>
                  <a:pt x="84327" y="13970"/>
                </a:lnTo>
                <a:lnTo>
                  <a:pt x="90919" y="11429"/>
                </a:lnTo>
                <a:lnTo>
                  <a:pt x="111417" y="3810"/>
                </a:lnTo>
                <a:lnTo>
                  <a:pt x="133616" y="0"/>
                </a:lnTo>
                <a:lnTo>
                  <a:pt x="164020" y="0"/>
                </a:lnTo>
                <a:lnTo>
                  <a:pt x="185966" y="3810"/>
                </a:lnTo>
                <a:lnTo>
                  <a:pt x="199936" y="8889"/>
                </a:lnTo>
                <a:lnTo>
                  <a:pt x="141655" y="8889"/>
                </a:lnTo>
                <a:lnTo>
                  <a:pt x="134340" y="10160"/>
                </a:lnTo>
                <a:lnTo>
                  <a:pt x="127622" y="10160"/>
                </a:lnTo>
                <a:lnTo>
                  <a:pt x="120523" y="11429"/>
                </a:lnTo>
                <a:lnTo>
                  <a:pt x="120764" y="11429"/>
                </a:lnTo>
                <a:lnTo>
                  <a:pt x="113804" y="12700"/>
                </a:lnTo>
                <a:lnTo>
                  <a:pt x="114033" y="12700"/>
                </a:lnTo>
                <a:lnTo>
                  <a:pt x="107200" y="15239"/>
                </a:lnTo>
                <a:lnTo>
                  <a:pt x="107429" y="15239"/>
                </a:lnTo>
                <a:lnTo>
                  <a:pt x="100736" y="17779"/>
                </a:lnTo>
                <a:lnTo>
                  <a:pt x="100964" y="17779"/>
                </a:lnTo>
                <a:lnTo>
                  <a:pt x="94424" y="20320"/>
                </a:lnTo>
                <a:lnTo>
                  <a:pt x="94640" y="20320"/>
                </a:lnTo>
                <a:lnTo>
                  <a:pt x="88264" y="22860"/>
                </a:lnTo>
                <a:lnTo>
                  <a:pt x="88468" y="22860"/>
                </a:lnTo>
                <a:lnTo>
                  <a:pt x="82270" y="25400"/>
                </a:lnTo>
                <a:lnTo>
                  <a:pt x="82473" y="25400"/>
                </a:lnTo>
                <a:lnTo>
                  <a:pt x="76441" y="29210"/>
                </a:lnTo>
                <a:lnTo>
                  <a:pt x="76631" y="29210"/>
                </a:lnTo>
                <a:lnTo>
                  <a:pt x="70802" y="33020"/>
                </a:lnTo>
                <a:lnTo>
                  <a:pt x="70993" y="33020"/>
                </a:lnTo>
                <a:lnTo>
                  <a:pt x="65341" y="36829"/>
                </a:lnTo>
                <a:lnTo>
                  <a:pt x="65532" y="36829"/>
                </a:lnTo>
                <a:lnTo>
                  <a:pt x="60096" y="40639"/>
                </a:lnTo>
                <a:lnTo>
                  <a:pt x="60261" y="40639"/>
                </a:lnTo>
                <a:lnTo>
                  <a:pt x="56346" y="44450"/>
                </a:lnTo>
                <a:lnTo>
                  <a:pt x="55206" y="44450"/>
                </a:lnTo>
                <a:lnTo>
                  <a:pt x="50215" y="49529"/>
                </a:lnTo>
                <a:lnTo>
                  <a:pt x="50368" y="49529"/>
                </a:lnTo>
                <a:lnTo>
                  <a:pt x="45605" y="54610"/>
                </a:lnTo>
                <a:lnTo>
                  <a:pt x="45758" y="54610"/>
                </a:lnTo>
                <a:lnTo>
                  <a:pt x="41236" y="59689"/>
                </a:lnTo>
                <a:lnTo>
                  <a:pt x="41376" y="59689"/>
                </a:lnTo>
                <a:lnTo>
                  <a:pt x="37109" y="64770"/>
                </a:lnTo>
                <a:lnTo>
                  <a:pt x="37249" y="64770"/>
                </a:lnTo>
                <a:lnTo>
                  <a:pt x="34038" y="69850"/>
                </a:lnTo>
                <a:lnTo>
                  <a:pt x="33362" y="69850"/>
                </a:lnTo>
                <a:lnTo>
                  <a:pt x="29616" y="76200"/>
                </a:lnTo>
                <a:lnTo>
                  <a:pt x="26957" y="81279"/>
                </a:lnTo>
                <a:lnTo>
                  <a:pt x="26377" y="81279"/>
                </a:lnTo>
                <a:lnTo>
                  <a:pt x="23202" y="87629"/>
                </a:lnTo>
                <a:lnTo>
                  <a:pt x="20421" y="93979"/>
                </a:lnTo>
                <a:lnTo>
                  <a:pt x="17932" y="100329"/>
                </a:lnTo>
                <a:lnTo>
                  <a:pt x="15748" y="106679"/>
                </a:lnTo>
                <a:lnTo>
                  <a:pt x="14202" y="113029"/>
                </a:lnTo>
                <a:lnTo>
                  <a:pt x="13931" y="113029"/>
                </a:lnTo>
                <a:lnTo>
                  <a:pt x="12331" y="120650"/>
                </a:lnTo>
                <a:lnTo>
                  <a:pt x="11112" y="127000"/>
                </a:lnTo>
                <a:lnTo>
                  <a:pt x="10236" y="134620"/>
                </a:lnTo>
                <a:lnTo>
                  <a:pt x="9702" y="140970"/>
                </a:lnTo>
                <a:lnTo>
                  <a:pt x="9525" y="148589"/>
                </a:lnTo>
                <a:lnTo>
                  <a:pt x="9715" y="156210"/>
                </a:lnTo>
                <a:lnTo>
                  <a:pt x="10261" y="162560"/>
                </a:lnTo>
                <a:lnTo>
                  <a:pt x="11150" y="170179"/>
                </a:lnTo>
                <a:lnTo>
                  <a:pt x="12382" y="176529"/>
                </a:lnTo>
                <a:lnTo>
                  <a:pt x="13931" y="184150"/>
                </a:lnTo>
                <a:lnTo>
                  <a:pt x="14202" y="184150"/>
                </a:lnTo>
                <a:lnTo>
                  <a:pt x="15811" y="190500"/>
                </a:lnTo>
                <a:lnTo>
                  <a:pt x="18008" y="196850"/>
                </a:lnTo>
                <a:lnTo>
                  <a:pt x="20510" y="203200"/>
                </a:lnTo>
                <a:lnTo>
                  <a:pt x="23304" y="209550"/>
                </a:lnTo>
                <a:lnTo>
                  <a:pt x="26377" y="214629"/>
                </a:lnTo>
                <a:lnTo>
                  <a:pt x="29730" y="220979"/>
                </a:lnTo>
                <a:lnTo>
                  <a:pt x="33362" y="226060"/>
                </a:lnTo>
                <a:lnTo>
                  <a:pt x="37249" y="232410"/>
                </a:lnTo>
                <a:lnTo>
                  <a:pt x="37109" y="232410"/>
                </a:lnTo>
                <a:lnTo>
                  <a:pt x="41376" y="237489"/>
                </a:lnTo>
                <a:lnTo>
                  <a:pt x="41236" y="237489"/>
                </a:lnTo>
                <a:lnTo>
                  <a:pt x="45758" y="242570"/>
                </a:lnTo>
                <a:lnTo>
                  <a:pt x="45605" y="242570"/>
                </a:lnTo>
                <a:lnTo>
                  <a:pt x="50368" y="247650"/>
                </a:lnTo>
                <a:lnTo>
                  <a:pt x="50215" y="247650"/>
                </a:lnTo>
                <a:lnTo>
                  <a:pt x="55206" y="251460"/>
                </a:lnTo>
                <a:lnTo>
                  <a:pt x="55041" y="251460"/>
                </a:lnTo>
                <a:lnTo>
                  <a:pt x="60261" y="256539"/>
                </a:lnTo>
                <a:lnTo>
                  <a:pt x="60096" y="256539"/>
                </a:lnTo>
                <a:lnTo>
                  <a:pt x="65532" y="260350"/>
                </a:lnTo>
                <a:lnTo>
                  <a:pt x="65341" y="260350"/>
                </a:lnTo>
                <a:lnTo>
                  <a:pt x="70993" y="264160"/>
                </a:lnTo>
                <a:lnTo>
                  <a:pt x="70802" y="264160"/>
                </a:lnTo>
                <a:lnTo>
                  <a:pt x="76631" y="267970"/>
                </a:lnTo>
                <a:lnTo>
                  <a:pt x="76441" y="267970"/>
                </a:lnTo>
                <a:lnTo>
                  <a:pt x="82473" y="271779"/>
                </a:lnTo>
                <a:lnTo>
                  <a:pt x="82270" y="271779"/>
                </a:lnTo>
                <a:lnTo>
                  <a:pt x="88468" y="274320"/>
                </a:lnTo>
                <a:lnTo>
                  <a:pt x="88264" y="274320"/>
                </a:lnTo>
                <a:lnTo>
                  <a:pt x="94640" y="276860"/>
                </a:lnTo>
                <a:lnTo>
                  <a:pt x="94424" y="276860"/>
                </a:lnTo>
                <a:lnTo>
                  <a:pt x="100964" y="279400"/>
                </a:lnTo>
                <a:lnTo>
                  <a:pt x="100736" y="279400"/>
                </a:lnTo>
                <a:lnTo>
                  <a:pt x="107429" y="281939"/>
                </a:lnTo>
                <a:lnTo>
                  <a:pt x="107200" y="281939"/>
                </a:lnTo>
                <a:lnTo>
                  <a:pt x="114033" y="283210"/>
                </a:lnTo>
                <a:lnTo>
                  <a:pt x="113804" y="283210"/>
                </a:lnTo>
                <a:lnTo>
                  <a:pt x="120764" y="285750"/>
                </a:lnTo>
                <a:lnTo>
                  <a:pt x="120523" y="285750"/>
                </a:lnTo>
                <a:lnTo>
                  <a:pt x="127622" y="287020"/>
                </a:lnTo>
                <a:lnTo>
                  <a:pt x="134340" y="287020"/>
                </a:lnTo>
                <a:lnTo>
                  <a:pt x="141655" y="288289"/>
                </a:lnTo>
                <a:lnTo>
                  <a:pt x="199720" y="288289"/>
                </a:lnTo>
                <a:lnTo>
                  <a:pt x="185737" y="293370"/>
                </a:lnTo>
                <a:lnTo>
                  <a:pt x="171450" y="295910"/>
                </a:lnTo>
                <a:lnTo>
                  <a:pt x="163779" y="297179"/>
                </a:lnTo>
                <a:close/>
              </a:path>
              <a:path w="297814" h="297179">
                <a:moveTo>
                  <a:pt x="242354" y="45720"/>
                </a:moveTo>
                <a:lnTo>
                  <a:pt x="237121" y="40639"/>
                </a:lnTo>
                <a:lnTo>
                  <a:pt x="237299" y="40639"/>
                </a:lnTo>
                <a:lnTo>
                  <a:pt x="231863" y="36829"/>
                </a:lnTo>
                <a:lnTo>
                  <a:pt x="232041" y="36829"/>
                </a:lnTo>
                <a:lnTo>
                  <a:pt x="226402" y="33020"/>
                </a:lnTo>
                <a:lnTo>
                  <a:pt x="226593" y="33020"/>
                </a:lnTo>
                <a:lnTo>
                  <a:pt x="220751" y="29210"/>
                </a:lnTo>
                <a:lnTo>
                  <a:pt x="220954" y="29210"/>
                </a:lnTo>
                <a:lnTo>
                  <a:pt x="214922" y="25400"/>
                </a:lnTo>
                <a:lnTo>
                  <a:pt x="215125" y="25400"/>
                </a:lnTo>
                <a:lnTo>
                  <a:pt x="208914" y="22860"/>
                </a:lnTo>
                <a:lnTo>
                  <a:pt x="209130" y="22860"/>
                </a:lnTo>
                <a:lnTo>
                  <a:pt x="202755" y="20320"/>
                </a:lnTo>
                <a:lnTo>
                  <a:pt x="202971" y="20320"/>
                </a:lnTo>
                <a:lnTo>
                  <a:pt x="196430" y="17779"/>
                </a:lnTo>
                <a:lnTo>
                  <a:pt x="196659" y="17779"/>
                </a:lnTo>
                <a:lnTo>
                  <a:pt x="189966" y="15239"/>
                </a:lnTo>
                <a:lnTo>
                  <a:pt x="190195" y="15239"/>
                </a:lnTo>
                <a:lnTo>
                  <a:pt x="183362" y="12700"/>
                </a:lnTo>
                <a:lnTo>
                  <a:pt x="183591" y="12700"/>
                </a:lnTo>
                <a:lnTo>
                  <a:pt x="176631" y="11429"/>
                </a:lnTo>
                <a:lnTo>
                  <a:pt x="176860" y="11429"/>
                </a:lnTo>
                <a:lnTo>
                  <a:pt x="169773" y="10160"/>
                </a:lnTo>
                <a:lnTo>
                  <a:pt x="163055" y="10160"/>
                </a:lnTo>
                <a:lnTo>
                  <a:pt x="155740" y="8889"/>
                </a:lnTo>
                <a:lnTo>
                  <a:pt x="199936" y="8889"/>
                </a:lnTo>
                <a:lnTo>
                  <a:pt x="206692" y="11429"/>
                </a:lnTo>
                <a:lnTo>
                  <a:pt x="243370" y="33020"/>
                </a:lnTo>
                <a:lnTo>
                  <a:pt x="248602" y="38100"/>
                </a:lnTo>
                <a:lnTo>
                  <a:pt x="253923" y="43179"/>
                </a:lnTo>
                <a:lnTo>
                  <a:pt x="255152" y="44450"/>
                </a:lnTo>
                <a:lnTo>
                  <a:pt x="242176" y="44450"/>
                </a:lnTo>
                <a:lnTo>
                  <a:pt x="242354" y="45720"/>
                </a:lnTo>
                <a:close/>
              </a:path>
              <a:path w="297814" h="297179">
                <a:moveTo>
                  <a:pt x="55041" y="45720"/>
                </a:moveTo>
                <a:lnTo>
                  <a:pt x="55206" y="44450"/>
                </a:lnTo>
                <a:lnTo>
                  <a:pt x="56346" y="44450"/>
                </a:lnTo>
                <a:lnTo>
                  <a:pt x="55041" y="45720"/>
                </a:lnTo>
                <a:close/>
              </a:path>
              <a:path w="297814" h="297179">
                <a:moveTo>
                  <a:pt x="264160" y="71120"/>
                </a:moveTo>
                <a:lnTo>
                  <a:pt x="260146" y="64770"/>
                </a:lnTo>
                <a:lnTo>
                  <a:pt x="260286" y="64770"/>
                </a:lnTo>
                <a:lnTo>
                  <a:pt x="256006" y="59689"/>
                </a:lnTo>
                <a:lnTo>
                  <a:pt x="256159" y="59689"/>
                </a:lnTo>
                <a:lnTo>
                  <a:pt x="251637" y="54610"/>
                </a:lnTo>
                <a:lnTo>
                  <a:pt x="251790" y="54610"/>
                </a:lnTo>
                <a:lnTo>
                  <a:pt x="247014" y="49529"/>
                </a:lnTo>
                <a:lnTo>
                  <a:pt x="247180" y="49529"/>
                </a:lnTo>
                <a:lnTo>
                  <a:pt x="242176" y="44450"/>
                </a:lnTo>
                <a:lnTo>
                  <a:pt x="255152" y="44450"/>
                </a:lnTo>
                <a:lnTo>
                  <a:pt x="258838" y="48260"/>
                </a:lnTo>
                <a:lnTo>
                  <a:pt x="263512" y="53339"/>
                </a:lnTo>
                <a:lnTo>
                  <a:pt x="267919" y="59689"/>
                </a:lnTo>
                <a:lnTo>
                  <a:pt x="272059" y="64770"/>
                </a:lnTo>
                <a:lnTo>
                  <a:pt x="275148" y="69850"/>
                </a:lnTo>
                <a:lnTo>
                  <a:pt x="264033" y="69850"/>
                </a:lnTo>
                <a:lnTo>
                  <a:pt x="264160" y="71120"/>
                </a:lnTo>
                <a:close/>
              </a:path>
              <a:path w="297814" h="297179">
                <a:moveTo>
                  <a:pt x="33235" y="71120"/>
                </a:moveTo>
                <a:lnTo>
                  <a:pt x="33362" y="69850"/>
                </a:lnTo>
                <a:lnTo>
                  <a:pt x="34038" y="69850"/>
                </a:lnTo>
                <a:lnTo>
                  <a:pt x="33235" y="71120"/>
                </a:lnTo>
                <a:close/>
              </a:path>
              <a:path w="297814" h="297179">
                <a:moveTo>
                  <a:pt x="271119" y="82550"/>
                </a:moveTo>
                <a:lnTo>
                  <a:pt x="267665" y="76200"/>
                </a:lnTo>
                <a:lnTo>
                  <a:pt x="264033" y="69850"/>
                </a:lnTo>
                <a:lnTo>
                  <a:pt x="275148" y="69850"/>
                </a:lnTo>
                <a:lnTo>
                  <a:pt x="275920" y="71120"/>
                </a:lnTo>
                <a:lnTo>
                  <a:pt x="279501" y="77470"/>
                </a:lnTo>
                <a:lnTo>
                  <a:pt x="281467" y="81279"/>
                </a:lnTo>
                <a:lnTo>
                  <a:pt x="271018" y="81279"/>
                </a:lnTo>
                <a:lnTo>
                  <a:pt x="271119" y="82550"/>
                </a:lnTo>
                <a:close/>
              </a:path>
              <a:path w="297814" h="297179">
                <a:moveTo>
                  <a:pt x="26263" y="82550"/>
                </a:moveTo>
                <a:lnTo>
                  <a:pt x="26377" y="81279"/>
                </a:lnTo>
                <a:lnTo>
                  <a:pt x="26957" y="81279"/>
                </a:lnTo>
                <a:lnTo>
                  <a:pt x="26263" y="82550"/>
                </a:lnTo>
                <a:close/>
              </a:path>
              <a:path w="297814" h="297179">
                <a:moveTo>
                  <a:pt x="283514" y="114300"/>
                </a:moveTo>
                <a:lnTo>
                  <a:pt x="281571" y="106679"/>
                </a:lnTo>
                <a:lnTo>
                  <a:pt x="279387" y="100329"/>
                </a:lnTo>
                <a:lnTo>
                  <a:pt x="276885" y="93979"/>
                </a:lnTo>
                <a:lnTo>
                  <a:pt x="274091" y="87629"/>
                </a:lnTo>
                <a:lnTo>
                  <a:pt x="271018" y="81279"/>
                </a:lnTo>
                <a:lnTo>
                  <a:pt x="281467" y="81279"/>
                </a:lnTo>
                <a:lnTo>
                  <a:pt x="282778" y="83820"/>
                </a:lnTo>
                <a:lnTo>
                  <a:pt x="285750" y="90170"/>
                </a:lnTo>
                <a:lnTo>
                  <a:pt x="288404" y="97789"/>
                </a:lnTo>
                <a:lnTo>
                  <a:pt x="290741" y="104139"/>
                </a:lnTo>
                <a:lnTo>
                  <a:pt x="292684" y="111760"/>
                </a:lnTo>
                <a:lnTo>
                  <a:pt x="293027" y="113029"/>
                </a:lnTo>
                <a:lnTo>
                  <a:pt x="283451" y="113029"/>
                </a:lnTo>
                <a:lnTo>
                  <a:pt x="283514" y="114300"/>
                </a:lnTo>
                <a:close/>
              </a:path>
              <a:path w="297814" h="297179">
                <a:moveTo>
                  <a:pt x="13881" y="114300"/>
                </a:moveTo>
                <a:lnTo>
                  <a:pt x="13931" y="113029"/>
                </a:lnTo>
                <a:lnTo>
                  <a:pt x="14202" y="113029"/>
                </a:lnTo>
                <a:lnTo>
                  <a:pt x="13881" y="114300"/>
                </a:lnTo>
                <a:close/>
              </a:path>
              <a:path w="297814" h="297179">
                <a:moveTo>
                  <a:pt x="293016" y="184150"/>
                </a:moveTo>
                <a:lnTo>
                  <a:pt x="283451" y="184150"/>
                </a:lnTo>
                <a:lnTo>
                  <a:pt x="285064" y="176529"/>
                </a:lnTo>
                <a:lnTo>
                  <a:pt x="286283" y="170179"/>
                </a:lnTo>
                <a:lnTo>
                  <a:pt x="287159" y="162560"/>
                </a:lnTo>
                <a:lnTo>
                  <a:pt x="287693" y="156210"/>
                </a:lnTo>
                <a:lnTo>
                  <a:pt x="287870" y="148589"/>
                </a:lnTo>
                <a:lnTo>
                  <a:pt x="287680" y="140970"/>
                </a:lnTo>
                <a:lnTo>
                  <a:pt x="287134" y="134620"/>
                </a:lnTo>
                <a:lnTo>
                  <a:pt x="286245" y="127000"/>
                </a:lnTo>
                <a:lnTo>
                  <a:pt x="285013" y="120650"/>
                </a:lnTo>
                <a:lnTo>
                  <a:pt x="283451" y="113029"/>
                </a:lnTo>
                <a:lnTo>
                  <a:pt x="293027" y="113029"/>
                </a:lnTo>
                <a:lnTo>
                  <a:pt x="297383" y="148589"/>
                </a:lnTo>
                <a:lnTo>
                  <a:pt x="297192" y="156210"/>
                </a:lnTo>
                <a:lnTo>
                  <a:pt x="296608" y="163829"/>
                </a:lnTo>
                <a:lnTo>
                  <a:pt x="295656" y="171450"/>
                </a:lnTo>
                <a:lnTo>
                  <a:pt x="294347" y="179070"/>
                </a:lnTo>
                <a:lnTo>
                  <a:pt x="293016" y="184150"/>
                </a:lnTo>
                <a:close/>
              </a:path>
              <a:path w="297814" h="297179">
                <a:moveTo>
                  <a:pt x="14202" y="184150"/>
                </a:moveTo>
                <a:lnTo>
                  <a:pt x="13931" y="184150"/>
                </a:lnTo>
                <a:lnTo>
                  <a:pt x="13881" y="182879"/>
                </a:lnTo>
                <a:lnTo>
                  <a:pt x="14202" y="184150"/>
                </a:lnTo>
                <a:close/>
              </a:path>
              <a:path w="297814" h="297179">
                <a:moveTo>
                  <a:pt x="199720" y="288289"/>
                </a:moveTo>
                <a:lnTo>
                  <a:pt x="155740" y="288289"/>
                </a:lnTo>
                <a:lnTo>
                  <a:pt x="163055" y="287020"/>
                </a:lnTo>
                <a:lnTo>
                  <a:pt x="169773" y="287020"/>
                </a:lnTo>
                <a:lnTo>
                  <a:pt x="176860" y="285750"/>
                </a:lnTo>
                <a:lnTo>
                  <a:pt x="176631" y="285750"/>
                </a:lnTo>
                <a:lnTo>
                  <a:pt x="183591" y="283210"/>
                </a:lnTo>
                <a:lnTo>
                  <a:pt x="183362" y="283210"/>
                </a:lnTo>
                <a:lnTo>
                  <a:pt x="190195" y="281939"/>
                </a:lnTo>
                <a:lnTo>
                  <a:pt x="189966" y="281939"/>
                </a:lnTo>
                <a:lnTo>
                  <a:pt x="196659" y="279400"/>
                </a:lnTo>
                <a:lnTo>
                  <a:pt x="196430" y="279400"/>
                </a:lnTo>
                <a:lnTo>
                  <a:pt x="202971" y="276860"/>
                </a:lnTo>
                <a:lnTo>
                  <a:pt x="202755" y="276860"/>
                </a:lnTo>
                <a:lnTo>
                  <a:pt x="209130" y="274320"/>
                </a:lnTo>
                <a:lnTo>
                  <a:pt x="208914" y="274320"/>
                </a:lnTo>
                <a:lnTo>
                  <a:pt x="215125" y="271779"/>
                </a:lnTo>
                <a:lnTo>
                  <a:pt x="214922" y="271779"/>
                </a:lnTo>
                <a:lnTo>
                  <a:pt x="220954" y="267970"/>
                </a:lnTo>
                <a:lnTo>
                  <a:pt x="220751" y="267970"/>
                </a:lnTo>
                <a:lnTo>
                  <a:pt x="226593" y="264160"/>
                </a:lnTo>
                <a:lnTo>
                  <a:pt x="226402" y="264160"/>
                </a:lnTo>
                <a:lnTo>
                  <a:pt x="232041" y="260350"/>
                </a:lnTo>
                <a:lnTo>
                  <a:pt x="231863" y="260350"/>
                </a:lnTo>
                <a:lnTo>
                  <a:pt x="237299" y="256539"/>
                </a:lnTo>
                <a:lnTo>
                  <a:pt x="237121" y="256539"/>
                </a:lnTo>
                <a:lnTo>
                  <a:pt x="242354" y="251460"/>
                </a:lnTo>
                <a:lnTo>
                  <a:pt x="242176" y="251460"/>
                </a:lnTo>
                <a:lnTo>
                  <a:pt x="247180" y="247650"/>
                </a:lnTo>
                <a:lnTo>
                  <a:pt x="247014" y="247650"/>
                </a:lnTo>
                <a:lnTo>
                  <a:pt x="251790" y="242570"/>
                </a:lnTo>
                <a:lnTo>
                  <a:pt x="251637" y="242570"/>
                </a:lnTo>
                <a:lnTo>
                  <a:pt x="256159" y="237489"/>
                </a:lnTo>
                <a:lnTo>
                  <a:pt x="256006" y="237489"/>
                </a:lnTo>
                <a:lnTo>
                  <a:pt x="260286" y="232410"/>
                </a:lnTo>
                <a:lnTo>
                  <a:pt x="260146" y="232410"/>
                </a:lnTo>
                <a:lnTo>
                  <a:pt x="264160" y="226060"/>
                </a:lnTo>
                <a:lnTo>
                  <a:pt x="267779" y="220979"/>
                </a:lnTo>
                <a:lnTo>
                  <a:pt x="271119" y="214629"/>
                </a:lnTo>
                <a:lnTo>
                  <a:pt x="274193" y="209550"/>
                </a:lnTo>
                <a:lnTo>
                  <a:pt x="276974" y="203200"/>
                </a:lnTo>
                <a:lnTo>
                  <a:pt x="279463" y="196850"/>
                </a:lnTo>
                <a:lnTo>
                  <a:pt x="281647" y="190500"/>
                </a:lnTo>
                <a:lnTo>
                  <a:pt x="283514" y="182879"/>
                </a:lnTo>
                <a:lnTo>
                  <a:pt x="283451" y="184150"/>
                </a:lnTo>
                <a:lnTo>
                  <a:pt x="293016" y="184150"/>
                </a:lnTo>
                <a:lnTo>
                  <a:pt x="290741" y="193039"/>
                </a:lnTo>
                <a:lnTo>
                  <a:pt x="288328" y="199389"/>
                </a:lnTo>
                <a:lnTo>
                  <a:pt x="285661" y="207010"/>
                </a:lnTo>
                <a:lnTo>
                  <a:pt x="267779" y="237489"/>
                </a:lnTo>
                <a:lnTo>
                  <a:pt x="263512" y="243839"/>
                </a:lnTo>
                <a:lnTo>
                  <a:pt x="225907" y="275589"/>
                </a:lnTo>
                <a:lnTo>
                  <a:pt x="213067" y="283210"/>
                </a:lnTo>
                <a:lnTo>
                  <a:pt x="199720" y="288289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990187" y="3135960"/>
            <a:ext cx="114300" cy="25241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922433" y="4022648"/>
            <a:ext cx="297815" cy="297180"/>
          </a:xfrm>
          <a:custGeom>
            <a:avLst/>
            <a:gdLst/>
            <a:ahLst/>
            <a:cxnLst/>
            <a:rect l="l" t="t" r="r" b="b"/>
            <a:pathLst>
              <a:path w="297814" h="297179">
                <a:moveTo>
                  <a:pt x="163766" y="297179"/>
                </a:moveTo>
                <a:lnTo>
                  <a:pt x="133375" y="297179"/>
                </a:lnTo>
                <a:lnTo>
                  <a:pt x="111417" y="293370"/>
                </a:lnTo>
                <a:lnTo>
                  <a:pt x="71475" y="275589"/>
                </a:lnTo>
                <a:lnTo>
                  <a:pt x="54013" y="262889"/>
                </a:lnTo>
                <a:lnTo>
                  <a:pt x="48615" y="259079"/>
                </a:lnTo>
                <a:lnTo>
                  <a:pt x="43459" y="254000"/>
                </a:lnTo>
                <a:lnTo>
                  <a:pt x="38544" y="248920"/>
                </a:lnTo>
                <a:lnTo>
                  <a:pt x="33870" y="243839"/>
                </a:lnTo>
                <a:lnTo>
                  <a:pt x="29463" y="237489"/>
                </a:lnTo>
                <a:lnTo>
                  <a:pt x="25323" y="232410"/>
                </a:lnTo>
                <a:lnTo>
                  <a:pt x="8978" y="199389"/>
                </a:lnTo>
                <a:lnTo>
                  <a:pt x="6642" y="193039"/>
                </a:lnTo>
                <a:lnTo>
                  <a:pt x="0" y="148589"/>
                </a:lnTo>
                <a:lnTo>
                  <a:pt x="177" y="140970"/>
                </a:lnTo>
                <a:lnTo>
                  <a:pt x="6718" y="104139"/>
                </a:lnTo>
                <a:lnTo>
                  <a:pt x="9055" y="96520"/>
                </a:lnTo>
                <a:lnTo>
                  <a:pt x="29603" y="59689"/>
                </a:lnTo>
                <a:lnTo>
                  <a:pt x="34023" y="53339"/>
                </a:lnTo>
                <a:lnTo>
                  <a:pt x="71475" y="21589"/>
                </a:lnTo>
                <a:lnTo>
                  <a:pt x="111645" y="3810"/>
                </a:lnTo>
                <a:lnTo>
                  <a:pt x="133616" y="0"/>
                </a:lnTo>
                <a:lnTo>
                  <a:pt x="164007" y="0"/>
                </a:lnTo>
                <a:lnTo>
                  <a:pt x="185966" y="3810"/>
                </a:lnTo>
                <a:lnTo>
                  <a:pt x="199936" y="8889"/>
                </a:lnTo>
                <a:lnTo>
                  <a:pt x="141643" y="8889"/>
                </a:lnTo>
                <a:lnTo>
                  <a:pt x="134340" y="10160"/>
                </a:lnTo>
                <a:lnTo>
                  <a:pt x="127609" y="10160"/>
                </a:lnTo>
                <a:lnTo>
                  <a:pt x="120523" y="11429"/>
                </a:lnTo>
                <a:lnTo>
                  <a:pt x="120751" y="11429"/>
                </a:lnTo>
                <a:lnTo>
                  <a:pt x="113791" y="12700"/>
                </a:lnTo>
                <a:lnTo>
                  <a:pt x="114020" y="12700"/>
                </a:lnTo>
                <a:lnTo>
                  <a:pt x="107187" y="15239"/>
                </a:lnTo>
                <a:lnTo>
                  <a:pt x="107416" y="15239"/>
                </a:lnTo>
                <a:lnTo>
                  <a:pt x="100736" y="17779"/>
                </a:lnTo>
                <a:lnTo>
                  <a:pt x="100952" y="17779"/>
                </a:lnTo>
                <a:lnTo>
                  <a:pt x="94411" y="20320"/>
                </a:lnTo>
                <a:lnTo>
                  <a:pt x="94627" y="20320"/>
                </a:lnTo>
                <a:lnTo>
                  <a:pt x="88252" y="22860"/>
                </a:lnTo>
                <a:lnTo>
                  <a:pt x="88468" y="22860"/>
                </a:lnTo>
                <a:lnTo>
                  <a:pt x="82257" y="25400"/>
                </a:lnTo>
                <a:lnTo>
                  <a:pt x="82461" y="25400"/>
                </a:lnTo>
                <a:lnTo>
                  <a:pt x="76441" y="29210"/>
                </a:lnTo>
                <a:lnTo>
                  <a:pt x="76631" y="29210"/>
                </a:lnTo>
                <a:lnTo>
                  <a:pt x="70789" y="33020"/>
                </a:lnTo>
                <a:lnTo>
                  <a:pt x="70980" y="33020"/>
                </a:lnTo>
                <a:lnTo>
                  <a:pt x="65341" y="36829"/>
                </a:lnTo>
                <a:lnTo>
                  <a:pt x="65519" y="36829"/>
                </a:lnTo>
                <a:lnTo>
                  <a:pt x="60083" y="40639"/>
                </a:lnTo>
                <a:lnTo>
                  <a:pt x="60261" y="40639"/>
                </a:lnTo>
                <a:lnTo>
                  <a:pt x="56346" y="44450"/>
                </a:lnTo>
                <a:lnTo>
                  <a:pt x="55206" y="44450"/>
                </a:lnTo>
                <a:lnTo>
                  <a:pt x="50203" y="49529"/>
                </a:lnTo>
                <a:lnTo>
                  <a:pt x="50368" y="49529"/>
                </a:lnTo>
                <a:lnTo>
                  <a:pt x="45605" y="54610"/>
                </a:lnTo>
                <a:lnTo>
                  <a:pt x="45758" y="54610"/>
                </a:lnTo>
                <a:lnTo>
                  <a:pt x="41224" y="59689"/>
                </a:lnTo>
                <a:lnTo>
                  <a:pt x="41376" y="59689"/>
                </a:lnTo>
                <a:lnTo>
                  <a:pt x="37096" y="64770"/>
                </a:lnTo>
                <a:lnTo>
                  <a:pt x="37236" y="64770"/>
                </a:lnTo>
                <a:lnTo>
                  <a:pt x="34025" y="69850"/>
                </a:lnTo>
                <a:lnTo>
                  <a:pt x="33350" y="69850"/>
                </a:lnTo>
                <a:lnTo>
                  <a:pt x="29603" y="76200"/>
                </a:lnTo>
                <a:lnTo>
                  <a:pt x="26957" y="81279"/>
                </a:lnTo>
                <a:lnTo>
                  <a:pt x="26365" y="81279"/>
                </a:lnTo>
                <a:lnTo>
                  <a:pt x="23190" y="87629"/>
                </a:lnTo>
                <a:lnTo>
                  <a:pt x="20408" y="93979"/>
                </a:lnTo>
                <a:lnTo>
                  <a:pt x="17919" y="100329"/>
                </a:lnTo>
                <a:lnTo>
                  <a:pt x="15735" y="106679"/>
                </a:lnTo>
                <a:lnTo>
                  <a:pt x="14192" y="113029"/>
                </a:lnTo>
                <a:lnTo>
                  <a:pt x="13931" y="113029"/>
                </a:lnTo>
                <a:lnTo>
                  <a:pt x="12318" y="120650"/>
                </a:lnTo>
                <a:lnTo>
                  <a:pt x="11099" y="127000"/>
                </a:lnTo>
                <a:lnTo>
                  <a:pt x="10223" y="134620"/>
                </a:lnTo>
                <a:lnTo>
                  <a:pt x="9690" y="140970"/>
                </a:lnTo>
                <a:lnTo>
                  <a:pt x="9525" y="148589"/>
                </a:lnTo>
                <a:lnTo>
                  <a:pt x="9673" y="154939"/>
                </a:lnTo>
                <a:lnTo>
                  <a:pt x="9783" y="156210"/>
                </a:lnTo>
                <a:lnTo>
                  <a:pt x="10248" y="162560"/>
                </a:lnTo>
                <a:lnTo>
                  <a:pt x="11137" y="170179"/>
                </a:lnTo>
                <a:lnTo>
                  <a:pt x="12369" y="176529"/>
                </a:lnTo>
                <a:lnTo>
                  <a:pt x="13931" y="184150"/>
                </a:lnTo>
                <a:lnTo>
                  <a:pt x="14192" y="184150"/>
                </a:lnTo>
                <a:lnTo>
                  <a:pt x="15811" y="190500"/>
                </a:lnTo>
                <a:lnTo>
                  <a:pt x="18008" y="196850"/>
                </a:lnTo>
                <a:lnTo>
                  <a:pt x="20497" y="203200"/>
                </a:lnTo>
                <a:lnTo>
                  <a:pt x="23291" y="209550"/>
                </a:lnTo>
                <a:lnTo>
                  <a:pt x="26365" y="214629"/>
                </a:lnTo>
                <a:lnTo>
                  <a:pt x="29730" y="220979"/>
                </a:lnTo>
                <a:lnTo>
                  <a:pt x="33350" y="226060"/>
                </a:lnTo>
                <a:lnTo>
                  <a:pt x="37236" y="232410"/>
                </a:lnTo>
                <a:lnTo>
                  <a:pt x="37096" y="232410"/>
                </a:lnTo>
                <a:lnTo>
                  <a:pt x="41376" y="237489"/>
                </a:lnTo>
                <a:lnTo>
                  <a:pt x="41224" y="237489"/>
                </a:lnTo>
                <a:lnTo>
                  <a:pt x="45758" y="242570"/>
                </a:lnTo>
                <a:lnTo>
                  <a:pt x="45605" y="242570"/>
                </a:lnTo>
                <a:lnTo>
                  <a:pt x="50368" y="247650"/>
                </a:lnTo>
                <a:lnTo>
                  <a:pt x="50203" y="247650"/>
                </a:lnTo>
                <a:lnTo>
                  <a:pt x="55206" y="251460"/>
                </a:lnTo>
                <a:lnTo>
                  <a:pt x="55041" y="251460"/>
                </a:lnTo>
                <a:lnTo>
                  <a:pt x="60261" y="256539"/>
                </a:lnTo>
                <a:lnTo>
                  <a:pt x="60083" y="256539"/>
                </a:lnTo>
                <a:lnTo>
                  <a:pt x="65519" y="260350"/>
                </a:lnTo>
                <a:lnTo>
                  <a:pt x="65341" y="260350"/>
                </a:lnTo>
                <a:lnTo>
                  <a:pt x="70980" y="264160"/>
                </a:lnTo>
                <a:lnTo>
                  <a:pt x="70789" y="264160"/>
                </a:lnTo>
                <a:lnTo>
                  <a:pt x="76631" y="267970"/>
                </a:lnTo>
                <a:lnTo>
                  <a:pt x="76441" y="267970"/>
                </a:lnTo>
                <a:lnTo>
                  <a:pt x="82461" y="271779"/>
                </a:lnTo>
                <a:lnTo>
                  <a:pt x="82257" y="271779"/>
                </a:lnTo>
                <a:lnTo>
                  <a:pt x="88468" y="274320"/>
                </a:lnTo>
                <a:lnTo>
                  <a:pt x="88252" y="274320"/>
                </a:lnTo>
                <a:lnTo>
                  <a:pt x="94627" y="276860"/>
                </a:lnTo>
                <a:lnTo>
                  <a:pt x="94411" y="276860"/>
                </a:lnTo>
                <a:lnTo>
                  <a:pt x="100952" y="279400"/>
                </a:lnTo>
                <a:lnTo>
                  <a:pt x="100736" y="279400"/>
                </a:lnTo>
                <a:lnTo>
                  <a:pt x="107416" y="281939"/>
                </a:lnTo>
                <a:lnTo>
                  <a:pt x="107187" y="281939"/>
                </a:lnTo>
                <a:lnTo>
                  <a:pt x="114020" y="283210"/>
                </a:lnTo>
                <a:lnTo>
                  <a:pt x="113791" y="283210"/>
                </a:lnTo>
                <a:lnTo>
                  <a:pt x="120751" y="285750"/>
                </a:lnTo>
                <a:lnTo>
                  <a:pt x="120523" y="285750"/>
                </a:lnTo>
                <a:lnTo>
                  <a:pt x="127609" y="287020"/>
                </a:lnTo>
                <a:lnTo>
                  <a:pt x="134340" y="287020"/>
                </a:lnTo>
                <a:lnTo>
                  <a:pt x="141643" y="288289"/>
                </a:lnTo>
                <a:lnTo>
                  <a:pt x="199936" y="288289"/>
                </a:lnTo>
                <a:lnTo>
                  <a:pt x="192798" y="290829"/>
                </a:lnTo>
                <a:lnTo>
                  <a:pt x="185966" y="293370"/>
                </a:lnTo>
                <a:lnTo>
                  <a:pt x="163766" y="297179"/>
                </a:lnTo>
                <a:close/>
              </a:path>
              <a:path w="297814" h="297179">
                <a:moveTo>
                  <a:pt x="242341" y="45720"/>
                </a:moveTo>
                <a:lnTo>
                  <a:pt x="237121" y="40639"/>
                </a:lnTo>
                <a:lnTo>
                  <a:pt x="237299" y="40639"/>
                </a:lnTo>
                <a:lnTo>
                  <a:pt x="231863" y="36829"/>
                </a:lnTo>
                <a:lnTo>
                  <a:pt x="232041" y="36829"/>
                </a:lnTo>
                <a:lnTo>
                  <a:pt x="226402" y="33020"/>
                </a:lnTo>
                <a:lnTo>
                  <a:pt x="226593" y="33020"/>
                </a:lnTo>
                <a:lnTo>
                  <a:pt x="220751" y="29210"/>
                </a:lnTo>
                <a:lnTo>
                  <a:pt x="220941" y="29210"/>
                </a:lnTo>
                <a:lnTo>
                  <a:pt x="214922" y="25400"/>
                </a:lnTo>
                <a:lnTo>
                  <a:pt x="215125" y="25400"/>
                </a:lnTo>
                <a:lnTo>
                  <a:pt x="208914" y="22860"/>
                </a:lnTo>
                <a:lnTo>
                  <a:pt x="209118" y="22860"/>
                </a:lnTo>
                <a:lnTo>
                  <a:pt x="202742" y="20320"/>
                </a:lnTo>
                <a:lnTo>
                  <a:pt x="202958" y="20320"/>
                </a:lnTo>
                <a:lnTo>
                  <a:pt x="196430" y="17779"/>
                </a:lnTo>
                <a:lnTo>
                  <a:pt x="196646" y="17779"/>
                </a:lnTo>
                <a:lnTo>
                  <a:pt x="189966" y="15239"/>
                </a:lnTo>
                <a:lnTo>
                  <a:pt x="190182" y="15239"/>
                </a:lnTo>
                <a:lnTo>
                  <a:pt x="183349" y="12700"/>
                </a:lnTo>
                <a:lnTo>
                  <a:pt x="183591" y="12700"/>
                </a:lnTo>
                <a:lnTo>
                  <a:pt x="176618" y="11429"/>
                </a:lnTo>
                <a:lnTo>
                  <a:pt x="176860" y="11429"/>
                </a:lnTo>
                <a:lnTo>
                  <a:pt x="169773" y="10160"/>
                </a:lnTo>
                <a:lnTo>
                  <a:pt x="163042" y="10160"/>
                </a:lnTo>
                <a:lnTo>
                  <a:pt x="155740" y="8889"/>
                </a:lnTo>
                <a:lnTo>
                  <a:pt x="199936" y="8889"/>
                </a:lnTo>
                <a:lnTo>
                  <a:pt x="206463" y="11429"/>
                </a:lnTo>
                <a:lnTo>
                  <a:pt x="213271" y="13970"/>
                </a:lnTo>
                <a:lnTo>
                  <a:pt x="248754" y="38100"/>
                </a:lnTo>
                <a:lnTo>
                  <a:pt x="255152" y="44450"/>
                </a:lnTo>
                <a:lnTo>
                  <a:pt x="242176" y="44450"/>
                </a:lnTo>
                <a:lnTo>
                  <a:pt x="242341" y="45720"/>
                </a:lnTo>
                <a:close/>
              </a:path>
              <a:path w="297814" h="297179">
                <a:moveTo>
                  <a:pt x="55041" y="45720"/>
                </a:moveTo>
                <a:lnTo>
                  <a:pt x="55206" y="44450"/>
                </a:lnTo>
                <a:lnTo>
                  <a:pt x="56346" y="44450"/>
                </a:lnTo>
                <a:lnTo>
                  <a:pt x="55041" y="45720"/>
                </a:lnTo>
                <a:close/>
              </a:path>
              <a:path w="297814" h="297179">
                <a:moveTo>
                  <a:pt x="264160" y="71120"/>
                </a:moveTo>
                <a:lnTo>
                  <a:pt x="260146" y="64770"/>
                </a:lnTo>
                <a:lnTo>
                  <a:pt x="256006" y="59689"/>
                </a:lnTo>
                <a:lnTo>
                  <a:pt x="256146" y="59689"/>
                </a:lnTo>
                <a:lnTo>
                  <a:pt x="251625" y="54610"/>
                </a:lnTo>
                <a:lnTo>
                  <a:pt x="251777" y="54610"/>
                </a:lnTo>
                <a:lnTo>
                  <a:pt x="247014" y="49529"/>
                </a:lnTo>
                <a:lnTo>
                  <a:pt x="247180" y="49529"/>
                </a:lnTo>
                <a:lnTo>
                  <a:pt x="242176" y="44450"/>
                </a:lnTo>
                <a:lnTo>
                  <a:pt x="255152" y="44450"/>
                </a:lnTo>
                <a:lnTo>
                  <a:pt x="258838" y="48260"/>
                </a:lnTo>
                <a:lnTo>
                  <a:pt x="263499" y="53339"/>
                </a:lnTo>
                <a:lnTo>
                  <a:pt x="267919" y="59689"/>
                </a:lnTo>
                <a:lnTo>
                  <a:pt x="272059" y="64770"/>
                </a:lnTo>
                <a:lnTo>
                  <a:pt x="275148" y="69850"/>
                </a:lnTo>
                <a:lnTo>
                  <a:pt x="264032" y="69850"/>
                </a:lnTo>
                <a:lnTo>
                  <a:pt x="264160" y="71120"/>
                </a:lnTo>
                <a:close/>
              </a:path>
              <a:path w="297814" h="297179">
                <a:moveTo>
                  <a:pt x="33223" y="71120"/>
                </a:moveTo>
                <a:lnTo>
                  <a:pt x="33350" y="69850"/>
                </a:lnTo>
                <a:lnTo>
                  <a:pt x="34025" y="69850"/>
                </a:lnTo>
                <a:lnTo>
                  <a:pt x="33223" y="71120"/>
                </a:lnTo>
                <a:close/>
              </a:path>
              <a:path w="297814" h="297179">
                <a:moveTo>
                  <a:pt x="271119" y="82550"/>
                </a:moveTo>
                <a:lnTo>
                  <a:pt x="267652" y="76200"/>
                </a:lnTo>
                <a:lnTo>
                  <a:pt x="264032" y="69850"/>
                </a:lnTo>
                <a:lnTo>
                  <a:pt x="275148" y="69850"/>
                </a:lnTo>
                <a:lnTo>
                  <a:pt x="275920" y="71120"/>
                </a:lnTo>
                <a:lnTo>
                  <a:pt x="279488" y="77470"/>
                </a:lnTo>
                <a:lnTo>
                  <a:pt x="281401" y="81279"/>
                </a:lnTo>
                <a:lnTo>
                  <a:pt x="271005" y="81279"/>
                </a:lnTo>
                <a:lnTo>
                  <a:pt x="271119" y="82550"/>
                </a:lnTo>
                <a:close/>
              </a:path>
              <a:path w="297814" h="297179">
                <a:moveTo>
                  <a:pt x="26263" y="82550"/>
                </a:moveTo>
                <a:lnTo>
                  <a:pt x="26365" y="81279"/>
                </a:lnTo>
                <a:lnTo>
                  <a:pt x="26957" y="81279"/>
                </a:lnTo>
                <a:lnTo>
                  <a:pt x="26263" y="82550"/>
                </a:lnTo>
                <a:close/>
              </a:path>
              <a:path w="297814" h="297179">
                <a:moveTo>
                  <a:pt x="283514" y="114300"/>
                </a:moveTo>
                <a:lnTo>
                  <a:pt x="281571" y="106679"/>
                </a:lnTo>
                <a:lnTo>
                  <a:pt x="279374" y="100329"/>
                </a:lnTo>
                <a:lnTo>
                  <a:pt x="276885" y="93979"/>
                </a:lnTo>
                <a:lnTo>
                  <a:pt x="274091" y="87629"/>
                </a:lnTo>
                <a:lnTo>
                  <a:pt x="271005" y="81279"/>
                </a:lnTo>
                <a:lnTo>
                  <a:pt x="281401" y="81279"/>
                </a:lnTo>
                <a:lnTo>
                  <a:pt x="282676" y="83820"/>
                </a:lnTo>
                <a:lnTo>
                  <a:pt x="285750" y="90170"/>
                </a:lnTo>
                <a:lnTo>
                  <a:pt x="288404" y="97789"/>
                </a:lnTo>
                <a:lnTo>
                  <a:pt x="290728" y="104139"/>
                </a:lnTo>
                <a:lnTo>
                  <a:pt x="293055" y="113029"/>
                </a:lnTo>
                <a:lnTo>
                  <a:pt x="283451" y="113029"/>
                </a:lnTo>
                <a:lnTo>
                  <a:pt x="283514" y="114300"/>
                </a:lnTo>
                <a:close/>
              </a:path>
              <a:path w="297814" h="297179">
                <a:moveTo>
                  <a:pt x="13868" y="114300"/>
                </a:moveTo>
                <a:lnTo>
                  <a:pt x="13931" y="113029"/>
                </a:lnTo>
                <a:lnTo>
                  <a:pt x="14192" y="113029"/>
                </a:lnTo>
                <a:lnTo>
                  <a:pt x="13868" y="114300"/>
                </a:lnTo>
                <a:close/>
              </a:path>
              <a:path w="297814" h="297179">
                <a:moveTo>
                  <a:pt x="297179" y="156210"/>
                </a:moveTo>
                <a:lnTo>
                  <a:pt x="287680" y="156210"/>
                </a:lnTo>
                <a:lnTo>
                  <a:pt x="287858" y="148589"/>
                </a:lnTo>
                <a:lnTo>
                  <a:pt x="287680" y="140970"/>
                </a:lnTo>
                <a:lnTo>
                  <a:pt x="287134" y="134620"/>
                </a:lnTo>
                <a:lnTo>
                  <a:pt x="286245" y="127000"/>
                </a:lnTo>
                <a:lnTo>
                  <a:pt x="285013" y="120650"/>
                </a:lnTo>
                <a:lnTo>
                  <a:pt x="283451" y="113029"/>
                </a:lnTo>
                <a:lnTo>
                  <a:pt x="293055" y="113029"/>
                </a:lnTo>
                <a:lnTo>
                  <a:pt x="297383" y="148589"/>
                </a:lnTo>
                <a:lnTo>
                  <a:pt x="297179" y="156210"/>
                </a:lnTo>
                <a:close/>
              </a:path>
              <a:path w="297814" h="297179">
                <a:moveTo>
                  <a:pt x="9783" y="156210"/>
                </a:moveTo>
                <a:lnTo>
                  <a:pt x="9690" y="154939"/>
                </a:lnTo>
                <a:lnTo>
                  <a:pt x="9783" y="156210"/>
                </a:lnTo>
                <a:close/>
              </a:path>
              <a:path w="297814" h="297179">
                <a:moveTo>
                  <a:pt x="293000" y="184150"/>
                </a:moveTo>
                <a:lnTo>
                  <a:pt x="283451" y="184150"/>
                </a:lnTo>
                <a:lnTo>
                  <a:pt x="285051" y="176529"/>
                </a:lnTo>
                <a:lnTo>
                  <a:pt x="286270" y="170179"/>
                </a:lnTo>
                <a:lnTo>
                  <a:pt x="287159" y="162560"/>
                </a:lnTo>
                <a:lnTo>
                  <a:pt x="287680" y="154939"/>
                </a:lnTo>
                <a:lnTo>
                  <a:pt x="287680" y="156210"/>
                </a:lnTo>
                <a:lnTo>
                  <a:pt x="297179" y="156210"/>
                </a:lnTo>
                <a:lnTo>
                  <a:pt x="296608" y="163829"/>
                </a:lnTo>
                <a:lnTo>
                  <a:pt x="295655" y="171450"/>
                </a:lnTo>
                <a:lnTo>
                  <a:pt x="294335" y="179070"/>
                </a:lnTo>
                <a:lnTo>
                  <a:pt x="293000" y="184150"/>
                </a:lnTo>
                <a:close/>
              </a:path>
              <a:path w="297814" h="297179">
                <a:moveTo>
                  <a:pt x="14192" y="184150"/>
                </a:moveTo>
                <a:lnTo>
                  <a:pt x="13931" y="184150"/>
                </a:lnTo>
                <a:lnTo>
                  <a:pt x="13868" y="182879"/>
                </a:lnTo>
                <a:lnTo>
                  <a:pt x="14192" y="184150"/>
                </a:lnTo>
                <a:close/>
              </a:path>
              <a:path w="297814" h="297179">
                <a:moveTo>
                  <a:pt x="199936" y="288289"/>
                </a:moveTo>
                <a:lnTo>
                  <a:pt x="155740" y="288289"/>
                </a:lnTo>
                <a:lnTo>
                  <a:pt x="163042" y="287020"/>
                </a:lnTo>
                <a:lnTo>
                  <a:pt x="169773" y="287020"/>
                </a:lnTo>
                <a:lnTo>
                  <a:pt x="176860" y="285750"/>
                </a:lnTo>
                <a:lnTo>
                  <a:pt x="176618" y="285750"/>
                </a:lnTo>
                <a:lnTo>
                  <a:pt x="183591" y="283210"/>
                </a:lnTo>
                <a:lnTo>
                  <a:pt x="183349" y="283210"/>
                </a:lnTo>
                <a:lnTo>
                  <a:pt x="190182" y="281939"/>
                </a:lnTo>
                <a:lnTo>
                  <a:pt x="189966" y="281939"/>
                </a:lnTo>
                <a:lnTo>
                  <a:pt x="196646" y="279400"/>
                </a:lnTo>
                <a:lnTo>
                  <a:pt x="196430" y="279400"/>
                </a:lnTo>
                <a:lnTo>
                  <a:pt x="202958" y="276860"/>
                </a:lnTo>
                <a:lnTo>
                  <a:pt x="202742" y="276860"/>
                </a:lnTo>
                <a:lnTo>
                  <a:pt x="209118" y="274320"/>
                </a:lnTo>
                <a:lnTo>
                  <a:pt x="208914" y="274320"/>
                </a:lnTo>
                <a:lnTo>
                  <a:pt x="215125" y="271779"/>
                </a:lnTo>
                <a:lnTo>
                  <a:pt x="214922" y="271779"/>
                </a:lnTo>
                <a:lnTo>
                  <a:pt x="220941" y="267970"/>
                </a:lnTo>
                <a:lnTo>
                  <a:pt x="220751" y="267970"/>
                </a:lnTo>
                <a:lnTo>
                  <a:pt x="226593" y="264160"/>
                </a:lnTo>
                <a:lnTo>
                  <a:pt x="226402" y="264160"/>
                </a:lnTo>
                <a:lnTo>
                  <a:pt x="232041" y="260350"/>
                </a:lnTo>
                <a:lnTo>
                  <a:pt x="231863" y="260350"/>
                </a:lnTo>
                <a:lnTo>
                  <a:pt x="237299" y="256539"/>
                </a:lnTo>
                <a:lnTo>
                  <a:pt x="237121" y="256539"/>
                </a:lnTo>
                <a:lnTo>
                  <a:pt x="242341" y="251460"/>
                </a:lnTo>
                <a:lnTo>
                  <a:pt x="242176" y="251460"/>
                </a:lnTo>
                <a:lnTo>
                  <a:pt x="247180" y="247650"/>
                </a:lnTo>
                <a:lnTo>
                  <a:pt x="247014" y="247650"/>
                </a:lnTo>
                <a:lnTo>
                  <a:pt x="251777" y="242570"/>
                </a:lnTo>
                <a:lnTo>
                  <a:pt x="251625" y="242570"/>
                </a:lnTo>
                <a:lnTo>
                  <a:pt x="256146" y="237489"/>
                </a:lnTo>
                <a:lnTo>
                  <a:pt x="256006" y="237489"/>
                </a:lnTo>
                <a:lnTo>
                  <a:pt x="260273" y="232410"/>
                </a:lnTo>
                <a:lnTo>
                  <a:pt x="264160" y="226060"/>
                </a:lnTo>
                <a:lnTo>
                  <a:pt x="264032" y="226060"/>
                </a:lnTo>
                <a:lnTo>
                  <a:pt x="267766" y="220979"/>
                </a:lnTo>
                <a:lnTo>
                  <a:pt x="271119" y="214629"/>
                </a:lnTo>
                <a:lnTo>
                  <a:pt x="274192" y="209550"/>
                </a:lnTo>
                <a:lnTo>
                  <a:pt x="276974" y="203200"/>
                </a:lnTo>
                <a:lnTo>
                  <a:pt x="279450" y="196850"/>
                </a:lnTo>
                <a:lnTo>
                  <a:pt x="281635" y="190500"/>
                </a:lnTo>
                <a:lnTo>
                  <a:pt x="283514" y="182879"/>
                </a:lnTo>
                <a:lnTo>
                  <a:pt x="283451" y="184150"/>
                </a:lnTo>
                <a:lnTo>
                  <a:pt x="293000" y="184150"/>
                </a:lnTo>
                <a:lnTo>
                  <a:pt x="290664" y="193039"/>
                </a:lnTo>
                <a:lnTo>
                  <a:pt x="288404" y="199389"/>
                </a:lnTo>
                <a:lnTo>
                  <a:pt x="285750" y="207010"/>
                </a:lnTo>
                <a:lnTo>
                  <a:pt x="267779" y="237489"/>
                </a:lnTo>
                <a:lnTo>
                  <a:pt x="263359" y="243839"/>
                </a:lnTo>
                <a:lnTo>
                  <a:pt x="231736" y="271779"/>
                </a:lnTo>
                <a:lnTo>
                  <a:pt x="213055" y="283210"/>
                </a:lnTo>
                <a:lnTo>
                  <a:pt x="199936" y="288289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003687" y="3796982"/>
            <a:ext cx="114300" cy="2524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3837432" y="2322944"/>
            <a:ext cx="431800" cy="2058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3975">
              <a:lnSpc>
                <a:spcPts val="2155"/>
              </a:lnSpc>
              <a:spcBef>
                <a:spcPts val="100"/>
              </a:spcBef>
            </a:pP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  <a:p>
            <a:pPr algn="r" marR="98425">
              <a:lnSpc>
                <a:spcPts val="3250"/>
              </a:lnSpc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  <a:p>
            <a:pPr algn="r" marR="59690">
              <a:lnSpc>
                <a:spcPts val="2045"/>
              </a:lnSpc>
            </a:pP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  <a:p>
            <a:pPr algn="r" marR="104139">
              <a:lnSpc>
                <a:spcPts val="3200"/>
              </a:lnSpc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  <a:p>
            <a:pPr algn="r" marR="46355">
              <a:lnSpc>
                <a:spcPts val="2000"/>
              </a:lnSpc>
            </a:pP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  <a:p>
            <a:pPr algn="r" marR="90805">
              <a:lnSpc>
                <a:spcPts val="3354"/>
              </a:lnSpc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916295" y="233555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602094" y="233555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402194" y="2335555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145144" y="2335555"/>
            <a:ext cx="196227" cy="1953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916295" y="299341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602094" y="299341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402194" y="2993415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145144" y="2993415"/>
            <a:ext cx="196227" cy="1953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916295" y="365127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592569" y="365127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414894" y="365127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154669" y="365127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916295" y="4309135"/>
            <a:ext cx="196227" cy="19531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592569" y="4309135"/>
            <a:ext cx="196227" cy="19531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414894" y="4309135"/>
            <a:ext cx="196227" cy="19531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154669" y="4309135"/>
            <a:ext cx="196227" cy="19531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916295" y="4966995"/>
            <a:ext cx="196227" cy="19531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592569" y="4966995"/>
            <a:ext cx="196227" cy="19531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874283" y="2216683"/>
            <a:ext cx="30479" cy="3047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414894" y="4966995"/>
            <a:ext cx="196227" cy="19531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8154669" y="4966995"/>
            <a:ext cx="196227" cy="19531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935723" y="2302764"/>
            <a:ext cx="433070" cy="2700655"/>
          </a:xfrm>
          <a:custGeom>
            <a:avLst/>
            <a:gdLst/>
            <a:ahLst/>
            <a:cxnLst/>
            <a:rect l="l" t="t" r="r" b="b"/>
            <a:pathLst>
              <a:path w="433070" h="2700654">
                <a:moveTo>
                  <a:pt x="0" y="0"/>
                </a:moveTo>
                <a:lnTo>
                  <a:pt x="432816" y="0"/>
                </a:lnTo>
                <a:lnTo>
                  <a:pt x="432816" y="2700528"/>
                </a:lnTo>
                <a:lnTo>
                  <a:pt x="0" y="2700528"/>
                </a:lnTo>
                <a:lnTo>
                  <a:pt x="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922172" y="2288971"/>
            <a:ext cx="460375" cy="2729230"/>
          </a:xfrm>
          <a:custGeom>
            <a:avLst/>
            <a:gdLst/>
            <a:ahLst/>
            <a:cxnLst/>
            <a:rect l="l" t="t" r="r" b="b"/>
            <a:pathLst>
              <a:path w="460375" h="2729229">
                <a:moveTo>
                  <a:pt x="460375" y="2728912"/>
                </a:moveTo>
                <a:lnTo>
                  <a:pt x="0" y="2728912"/>
                </a:lnTo>
                <a:lnTo>
                  <a:pt x="0" y="0"/>
                </a:lnTo>
                <a:lnTo>
                  <a:pt x="460375" y="0"/>
                </a:lnTo>
                <a:lnTo>
                  <a:pt x="460375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2700337"/>
                </a:lnTo>
                <a:lnTo>
                  <a:pt x="14287" y="2700337"/>
                </a:lnTo>
                <a:lnTo>
                  <a:pt x="28575" y="2714624"/>
                </a:lnTo>
                <a:lnTo>
                  <a:pt x="460375" y="2714624"/>
                </a:lnTo>
                <a:lnTo>
                  <a:pt x="460375" y="2728912"/>
                </a:lnTo>
                <a:close/>
              </a:path>
              <a:path w="460375" h="2729229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460375" h="2729229">
                <a:moveTo>
                  <a:pt x="431800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431800" y="14287"/>
                </a:lnTo>
                <a:lnTo>
                  <a:pt x="431800" y="28574"/>
                </a:lnTo>
                <a:close/>
              </a:path>
              <a:path w="460375" h="2729229">
                <a:moveTo>
                  <a:pt x="431800" y="2714624"/>
                </a:moveTo>
                <a:lnTo>
                  <a:pt x="431800" y="14287"/>
                </a:lnTo>
                <a:lnTo>
                  <a:pt x="446087" y="28574"/>
                </a:lnTo>
                <a:lnTo>
                  <a:pt x="460375" y="28574"/>
                </a:lnTo>
                <a:lnTo>
                  <a:pt x="460375" y="2700337"/>
                </a:lnTo>
                <a:lnTo>
                  <a:pt x="446087" y="2700337"/>
                </a:lnTo>
                <a:lnTo>
                  <a:pt x="431800" y="2714624"/>
                </a:lnTo>
                <a:close/>
              </a:path>
              <a:path w="460375" h="2729229">
                <a:moveTo>
                  <a:pt x="460375" y="28574"/>
                </a:moveTo>
                <a:lnTo>
                  <a:pt x="446087" y="28574"/>
                </a:lnTo>
                <a:lnTo>
                  <a:pt x="431800" y="14287"/>
                </a:lnTo>
                <a:lnTo>
                  <a:pt x="460375" y="14287"/>
                </a:lnTo>
                <a:lnTo>
                  <a:pt x="460375" y="28574"/>
                </a:lnTo>
                <a:close/>
              </a:path>
              <a:path w="460375" h="2729229">
                <a:moveTo>
                  <a:pt x="28575" y="2714624"/>
                </a:moveTo>
                <a:lnTo>
                  <a:pt x="14287" y="2700337"/>
                </a:lnTo>
                <a:lnTo>
                  <a:pt x="28575" y="2700337"/>
                </a:lnTo>
                <a:lnTo>
                  <a:pt x="28575" y="2714624"/>
                </a:lnTo>
                <a:close/>
              </a:path>
              <a:path w="460375" h="2729229">
                <a:moveTo>
                  <a:pt x="431800" y="2714624"/>
                </a:moveTo>
                <a:lnTo>
                  <a:pt x="28575" y="2714624"/>
                </a:lnTo>
                <a:lnTo>
                  <a:pt x="28575" y="2700337"/>
                </a:lnTo>
                <a:lnTo>
                  <a:pt x="431800" y="2700337"/>
                </a:lnTo>
                <a:lnTo>
                  <a:pt x="431800" y="2714624"/>
                </a:lnTo>
                <a:close/>
              </a:path>
              <a:path w="460375" h="2729229">
                <a:moveTo>
                  <a:pt x="460375" y="2714624"/>
                </a:moveTo>
                <a:lnTo>
                  <a:pt x="431800" y="2714624"/>
                </a:lnTo>
                <a:lnTo>
                  <a:pt x="446087" y="2700337"/>
                </a:lnTo>
                <a:lnTo>
                  <a:pt x="460375" y="2700337"/>
                </a:lnTo>
                <a:lnTo>
                  <a:pt x="460375" y="2714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7463510" y="3424377"/>
            <a:ext cx="866140" cy="171450"/>
          </a:xfrm>
          <a:custGeom>
            <a:avLst/>
            <a:gdLst/>
            <a:ahLst/>
            <a:cxnLst/>
            <a:rect l="l" t="t" r="r" b="b"/>
            <a:pathLst>
              <a:path w="866140" h="171450">
                <a:moveTo>
                  <a:pt x="694270" y="171450"/>
                </a:moveTo>
                <a:lnTo>
                  <a:pt x="779995" y="85725"/>
                </a:lnTo>
                <a:lnTo>
                  <a:pt x="694270" y="0"/>
                </a:lnTo>
                <a:lnTo>
                  <a:pt x="808570" y="57150"/>
                </a:lnTo>
                <a:lnTo>
                  <a:pt x="801420" y="57150"/>
                </a:lnTo>
                <a:lnTo>
                  <a:pt x="801420" y="114300"/>
                </a:lnTo>
                <a:lnTo>
                  <a:pt x="808570" y="114300"/>
                </a:lnTo>
                <a:lnTo>
                  <a:pt x="694270" y="171450"/>
                </a:lnTo>
                <a:close/>
              </a:path>
              <a:path w="866140" h="171450">
                <a:moveTo>
                  <a:pt x="751420" y="114300"/>
                </a:moveTo>
                <a:lnTo>
                  <a:pt x="0" y="114300"/>
                </a:lnTo>
                <a:lnTo>
                  <a:pt x="0" y="57150"/>
                </a:lnTo>
                <a:lnTo>
                  <a:pt x="751420" y="57150"/>
                </a:lnTo>
                <a:lnTo>
                  <a:pt x="779995" y="85725"/>
                </a:lnTo>
                <a:lnTo>
                  <a:pt x="751420" y="114300"/>
                </a:lnTo>
                <a:close/>
              </a:path>
              <a:path w="866140" h="171450">
                <a:moveTo>
                  <a:pt x="808570" y="114300"/>
                </a:moveTo>
                <a:lnTo>
                  <a:pt x="801420" y="114300"/>
                </a:lnTo>
                <a:lnTo>
                  <a:pt x="801420" y="57150"/>
                </a:lnTo>
                <a:lnTo>
                  <a:pt x="808570" y="57150"/>
                </a:lnTo>
                <a:lnTo>
                  <a:pt x="865720" y="85725"/>
                </a:lnTo>
                <a:lnTo>
                  <a:pt x="80857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7717396" y="3112541"/>
            <a:ext cx="2032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Book Antiqua"/>
                <a:cs typeface="Book Antiqua"/>
              </a:rPr>
              <a:t>v</a:t>
            </a:r>
            <a:endParaRPr sz="2800">
              <a:latin typeface="Book Antiqua"/>
              <a:cs typeface="Book Antiqu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015200" y="1945436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015200" y="4999761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922934" y="2216112"/>
            <a:ext cx="424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543" sz="2700" b="1">
                <a:solidFill>
                  <a:srgbClr val="008000"/>
                </a:solidFill>
                <a:latin typeface="Calibri"/>
                <a:cs typeface="Calibri"/>
              </a:rPr>
              <a:t>+</a:t>
            </a:r>
            <a:r>
              <a:rPr dirty="0" baseline="1543" sz="2700" spc="-284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baseline="1543" sz="2700" spc="112" b="1">
                <a:solidFill>
                  <a:srgbClr val="008000"/>
                </a:solidFill>
                <a:latin typeface="Calibri"/>
                <a:cs typeface="Calibri"/>
              </a:rPr>
              <a:t>+</a:t>
            </a:r>
            <a:r>
              <a:rPr dirty="0" sz="1800" spc="75" b="1">
                <a:solidFill>
                  <a:srgbClr val="008000"/>
                </a:solidFill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956349" y="4749622"/>
            <a:ext cx="3873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8000"/>
                </a:solidFill>
                <a:latin typeface="Calibri"/>
                <a:cs typeface="Calibri"/>
              </a:rPr>
              <a:t>- </a:t>
            </a:r>
            <a:r>
              <a:rPr dirty="0" baseline="1543" sz="2700" b="1">
                <a:solidFill>
                  <a:srgbClr val="008000"/>
                </a:solidFill>
                <a:latin typeface="Calibri"/>
                <a:cs typeface="Calibri"/>
              </a:rPr>
              <a:t>-</a:t>
            </a:r>
            <a:r>
              <a:rPr dirty="0" baseline="1543" sz="2700" spc="-187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baseline="1543" sz="2700" b="1">
                <a:solidFill>
                  <a:srgbClr val="008000"/>
                </a:solidFill>
                <a:latin typeface="Calibri"/>
                <a:cs typeface="Calibri"/>
              </a:rPr>
              <a:t>-</a:t>
            </a:r>
            <a:endParaRPr baseline="1543" sz="2700">
              <a:latin typeface="Calibri"/>
              <a:cs typeface="Calibri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6966254" y="2542882"/>
            <a:ext cx="128905" cy="2181225"/>
          </a:xfrm>
          <a:custGeom>
            <a:avLst/>
            <a:gdLst/>
            <a:ahLst/>
            <a:cxnLst/>
            <a:rect l="l" t="t" r="r" b="b"/>
            <a:pathLst>
              <a:path w="128904" h="2181225">
                <a:moveTo>
                  <a:pt x="64217" y="2124181"/>
                </a:moveTo>
                <a:lnTo>
                  <a:pt x="49936" y="2099696"/>
                </a:lnTo>
                <a:lnTo>
                  <a:pt x="49936" y="0"/>
                </a:lnTo>
                <a:lnTo>
                  <a:pt x="78511" y="0"/>
                </a:lnTo>
                <a:lnTo>
                  <a:pt x="78498" y="2099696"/>
                </a:lnTo>
                <a:lnTo>
                  <a:pt x="64217" y="2124181"/>
                </a:lnTo>
                <a:close/>
              </a:path>
              <a:path w="128904" h="2181225">
                <a:moveTo>
                  <a:pt x="64223" y="2180882"/>
                </a:moveTo>
                <a:lnTo>
                  <a:pt x="1866" y="2074011"/>
                </a:lnTo>
                <a:lnTo>
                  <a:pt x="647" y="2071281"/>
                </a:lnTo>
                <a:lnTo>
                  <a:pt x="12" y="2068360"/>
                </a:lnTo>
                <a:lnTo>
                  <a:pt x="0" y="2065375"/>
                </a:lnTo>
                <a:lnTo>
                  <a:pt x="609" y="2062454"/>
                </a:lnTo>
                <a:lnTo>
                  <a:pt x="14147" y="2052523"/>
                </a:lnTo>
                <a:lnTo>
                  <a:pt x="17119" y="2052815"/>
                </a:lnTo>
                <a:lnTo>
                  <a:pt x="49923" y="2099674"/>
                </a:lnTo>
                <a:lnTo>
                  <a:pt x="49936" y="2152535"/>
                </a:lnTo>
                <a:lnTo>
                  <a:pt x="80760" y="2152535"/>
                </a:lnTo>
                <a:lnTo>
                  <a:pt x="64223" y="2180882"/>
                </a:lnTo>
                <a:close/>
              </a:path>
              <a:path w="128904" h="2181225">
                <a:moveTo>
                  <a:pt x="80760" y="2152535"/>
                </a:moveTo>
                <a:lnTo>
                  <a:pt x="78511" y="2152535"/>
                </a:lnTo>
                <a:lnTo>
                  <a:pt x="78511" y="2099674"/>
                </a:lnTo>
                <a:lnTo>
                  <a:pt x="101879" y="2059609"/>
                </a:lnTo>
                <a:lnTo>
                  <a:pt x="114287" y="2052523"/>
                </a:lnTo>
                <a:lnTo>
                  <a:pt x="117259" y="2052840"/>
                </a:lnTo>
                <a:lnTo>
                  <a:pt x="128447" y="2065375"/>
                </a:lnTo>
                <a:lnTo>
                  <a:pt x="128422" y="2068360"/>
                </a:lnTo>
                <a:lnTo>
                  <a:pt x="127800" y="2071281"/>
                </a:lnTo>
                <a:lnTo>
                  <a:pt x="126568" y="2074011"/>
                </a:lnTo>
                <a:lnTo>
                  <a:pt x="80760" y="2152535"/>
                </a:lnTo>
                <a:close/>
              </a:path>
              <a:path w="128904" h="2181225">
                <a:moveTo>
                  <a:pt x="78511" y="2145334"/>
                </a:moveTo>
                <a:lnTo>
                  <a:pt x="76555" y="2145334"/>
                </a:lnTo>
                <a:lnTo>
                  <a:pt x="64217" y="2124181"/>
                </a:lnTo>
                <a:lnTo>
                  <a:pt x="78511" y="2099674"/>
                </a:lnTo>
                <a:lnTo>
                  <a:pt x="78511" y="2145334"/>
                </a:lnTo>
                <a:close/>
              </a:path>
              <a:path w="128904" h="2181225">
                <a:moveTo>
                  <a:pt x="78511" y="2152535"/>
                </a:moveTo>
                <a:lnTo>
                  <a:pt x="49936" y="2152535"/>
                </a:lnTo>
                <a:lnTo>
                  <a:pt x="49936" y="2099696"/>
                </a:lnTo>
                <a:lnTo>
                  <a:pt x="64217" y="2124181"/>
                </a:lnTo>
                <a:lnTo>
                  <a:pt x="51879" y="2145334"/>
                </a:lnTo>
                <a:lnTo>
                  <a:pt x="78511" y="2145334"/>
                </a:lnTo>
                <a:lnTo>
                  <a:pt x="78511" y="2152535"/>
                </a:lnTo>
                <a:close/>
              </a:path>
              <a:path w="128904" h="2181225">
                <a:moveTo>
                  <a:pt x="76555" y="2145334"/>
                </a:moveTo>
                <a:lnTo>
                  <a:pt x="51879" y="2145334"/>
                </a:lnTo>
                <a:lnTo>
                  <a:pt x="64217" y="2124181"/>
                </a:lnTo>
                <a:lnTo>
                  <a:pt x="76555" y="21453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195311" y="2542882"/>
            <a:ext cx="128905" cy="2181225"/>
          </a:xfrm>
          <a:custGeom>
            <a:avLst/>
            <a:gdLst/>
            <a:ahLst/>
            <a:cxnLst/>
            <a:rect l="l" t="t" r="r" b="b"/>
            <a:pathLst>
              <a:path w="128904" h="2181225">
                <a:moveTo>
                  <a:pt x="64228" y="2124183"/>
                </a:moveTo>
                <a:lnTo>
                  <a:pt x="49942" y="2099696"/>
                </a:lnTo>
                <a:lnTo>
                  <a:pt x="49936" y="0"/>
                </a:lnTo>
                <a:lnTo>
                  <a:pt x="78511" y="0"/>
                </a:lnTo>
                <a:lnTo>
                  <a:pt x="78511" y="2099696"/>
                </a:lnTo>
                <a:lnTo>
                  <a:pt x="64228" y="2124183"/>
                </a:lnTo>
                <a:close/>
              </a:path>
              <a:path w="128904" h="2181225">
                <a:moveTo>
                  <a:pt x="64223" y="2180882"/>
                </a:moveTo>
                <a:lnTo>
                  <a:pt x="1879" y="2074011"/>
                </a:lnTo>
                <a:lnTo>
                  <a:pt x="647" y="2071281"/>
                </a:lnTo>
                <a:lnTo>
                  <a:pt x="12" y="2068360"/>
                </a:lnTo>
                <a:lnTo>
                  <a:pt x="0" y="2065375"/>
                </a:lnTo>
                <a:lnTo>
                  <a:pt x="609" y="2062454"/>
                </a:lnTo>
                <a:lnTo>
                  <a:pt x="14160" y="2052523"/>
                </a:lnTo>
                <a:lnTo>
                  <a:pt x="17132" y="2052815"/>
                </a:lnTo>
                <a:lnTo>
                  <a:pt x="49936" y="2099685"/>
                </a:lnTo>
                <a:lnTo>
                  <a:pt x="49936" y="2152535"/>
                </a:lnTo>
                <a:lnTo>
                  <a:pt x="80760" y="2152535"/>
                </a:lnTo>
                <a:lnTo>
                  <a:pt x="64223" y="2180882"/>
                </a:lnTo>
                <a:close/>
              </a:path>
              <a:path w="128904" h="2181225">
                <a:moveTo>
                  <a:pt x="80760" y="2152535"/>
                </a:moveTo>
                <a:lnTo>
                  <a:pt x="78511" y="2152535"/>
                </a:lnTo>
                <a:lnTo>
                  <a:pt x="78517" y="2099685"/>
                </a:lnTo>
                <a:lnTo>
                  <a:pt x="101892" y="2059609"/>
                </a:lnTo>
                <a:lnTo>
                  <a:pt x="114300" y="2052523"/>
                </a:lnTo>
                <a:lnTo>
                  <a:pt x="117271" y="2052840"/>
                </a:lnTo>
                <a:lnTo>
                  <a:pt x="128447" y="2065375"/>
                </a:lnTo>
                <a:lnTo>
                  <a:pt x="128435" y="2068360"/>
                </a:lnTo>
                <a:lnTo>
                  <a:pt x="127800" y="2071281"/>
                </a:lnTo>
                <a:lnTo>
                  <a:pt x="126568" y="2074011"/>
                </a:lnTo>
                <a:lnTo>
                  <a:pt x="80760" y="2152535"/>
                </a:lnTo>
                <a:close/>
              </a:path>
              <a:path w="128904" h="2181225">
                <a:moveTo>
                  <a:pt x="78511" y="2152535"/>
                </a:moveTo>
                <a:lnTo>
                  <a:pt x="49936" y="2152535"/>
                </a:lnTo>
                <a:lnTo>
                  <a:pt x="49936" y="2099685"/>
                </a:lnTo>
                <a:lnTo>
                  <a:pt x="64228" y="2124183"/>
                </a:lnTo>
                <a:lnTo>
                  <a:pt x="51892" y="2145334"/>
                </a:lnTo>
                <a:lnTo>
                  <a:pt x="78511" y="2145334"/>
                </a:lnTo>
                <a:lnTo>
                  <a:pt x="78511" y="2152535"/>
                </a:lnTo>
                <a:close/>
              </a:path>
              <a:path w="128904" h="2181225">
                <a:moveTo>
                  <a:pt x="78511" y="2145334"/>
                </a:moveTo>
                <a:lnTo>
                  <a:pt x="76568" y="2145334"/>
                </a:lnTo>
                <a:lnTo>
                  <a:pt x="64228" y="2124183"/>
                </a:lnTo>
                <a:lnTo>
                  <a:pt x="78511" y="2099696"/>
                </a:lnTo>
                <a:lnTo>
                  <a:pt x="78511" y="2145334"/>
                </a:lnTo>
                <a:close/>
              </a:path>
              <a:path w="128904" h="2181225">
                <a:moveTo>
                  <a:pt x="76568" y="2145334"/>
                </a:moveTo>
                <a:lnTo>
                  <a:pt x="51892" y="2145334"/>
                </a:lnTo>
                <a:lnTo>
                  <a:pt x="64228" y="2124183"/>
                </a:lnTo>
                <a:lnTo>
                  <a:pt x="76568" y="21453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7379690" y="4496206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008000"/>
                </a:solidFill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>
            <a:spLocks noGrp="1"/>
          </p:cNvSpPr>
          <p:nvPr>
            <p:ph type="title"/>
          </p:nvPr>
        </p:nvSpPr>
        <p:spPr>
          <a:xfrm>
            <a:off x="4125912" y="1287779"/>
            <a:ext cx="4597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动生电动势的非静电力来源</a:t>
            </a:r>
          </a:p>
        </p:txBody>
      </p:sp>
      <p:sp>
        <p:nvSpPr>
          <p:cNvPr id="71" name="object 71"/>
          <p:cNvSpPr/>
          <p:nvPr/>
        </p:nvSpPr>
        <p:spPr>
          <a:xfrm>
            <a:off x="3529812" y="181637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022092" y="1508760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5" y="0"/>
                </a:lnTo>
                <a:lnTo>
                  <a:pt x="364235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221735" y="1732788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3107575" y="4442561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7002259" y="3364407"/>
            <a:ext cx="297815" cy="297180"/>
          </a:xfrm>
          <a:custGeom>
            <a:avLst/>
            <a:gdLst/>
            <a:ahLst/>
            <a:cxnLst/>
            <a:rect l="l" t="t" r="r" b="b"/>
            <a:pathLst>
              <a:path w="297815" h="297179">
                <a:moveTo>
                  <a:pt x="163766" y="297179"/>
                </a:moveTo>
                <a:lnTo>
                  <a:pt x="133375" y="297179"/>
                </a:lnTo>
                <a:lnTo>
                  <a:pt x="111417" y="293370"/>
                </a:lnTo>
                <a:lnTo>
                  <a:pt x="71475" y="275589"/>
                </a:lnTo>
                <a:lnTo>
                  <a:pt x="54013" y="262889"/>
                </a:lnTo>
                <a:lnTo>
                  <a:pt x="48628" y="259079"/>
                </a:lnTo>
                <a:lnTo>
                  <a:pt x="43459" y="254000"/>
                </a:lnTo>
                <a:lnTo>
                  <a:pt x="38544" y="248920"/>
                </a:lnTo>
                <a:lnTo>
                  <a:pt x="33870" y="243839"/>
                </a:lnTo>
                <a:lnTo>
                  <a:pt x="29463" y="237489"/>
                </a:lnTo>
                <a:lnTo>
                  <a:pt x="25323" y="232410"/>
                </a:lnTo>
                <a:lnTo>
                  <a:pt x="8978" y="199389"/>
                </a:lnTo>
                <a:lnTo>
                  <a:pt x="6642" y="193039"/>
                </a:lnTo>
                <a:lnTo>
                  <a:pt x="0" y="148589"/>
                </a:lnTo>
                <a:lnTo>
                  <a:pt x="190" y="140970"/>
                </a:lnTo>
                <a:lnTo>
                  <a:pt x="9055" y="96520"/>
                </a:lnTo>
                <a:lnTo>
                  <a:pt x="29603" y="59689"/>
                </a:lnTo>
                <a:lnTo>
                  <a:pt x="34023" y="53339"/>
                </a:lnTo>
                <a:lnTo>
                  <a:pt x="65646" y="25400"/>
                </a:lnTo>
                <a:lnTo>
                  <a:pt x="71678" y="20320"/>
                </a:lnTo>
                <a:lnTo>
                  <a:pt x="77901" y="17779"/>
                </a:lnTo>
                <a:lnTo>
                  <a:pt x="84327" y="13970"/>
                </a:lnTo>
                <a:lnTo>
                  <a:pt x="97447" y="8889"/>
                </a:lnTo>
                <a:lnTo>
                  <a:pt x="111417" y="3810"/>
                </a:lnTo>
                <a:lnTo>
                  <a:pt x="133616" y="0"/>
                </a:lnTo>
                <a:lnTo>
                  <a:pt x="164007" y="0"/>
                </a:lnTo>
                <a:lnTo>
                  <a:pt x="185966" y="3810"/>
                </a:lnTo>
                <a:lnTo>
                  <a:pt x="199936" y="8889"/>
                </a:lnTo>
                <a:lnTo>
                  <a:pt x="141643" y="8889"/>
                </a:lnTo>
                <a:lnTo>
                  <a:pt x="134340" y="10160"/>
                </a:lnTo>
                <a:lnTo>
                  <a:pt x="127609" y="10160"/>
                </a:lnTo>
                <a:lnTo>
                  <a:pt x="120523" y="11429"/>
                </a:lnTo>
                <a:lnTo>
                  <a:pt x="120751" y="11429"/>
                </a:lnTo>
                <a:lnTo>
                  <a:pt x="113791" y="12700"/>
                </a:lnTo>
                <a:lnTo>
                  <a:pt x="114020" y="12700"/>
                </a:lnTo>
                <a:lnTo>
                  <a:pt x="107187" y="15239"/>
                </a:lnTo>
                <a:lnTo>
                  <a:pt x="107416" y="15239"/>
                </a:lnTo>
                <a:lnTo>
                  <a:pt x="100736" y="17779"/>
                </a:lnTo>
                <a:lnTo>
                  <a:pt x="100952" y="17779"/>
                </a:lnTo>
                <a:lnTo>
                  <a:pt x="94411" y="20320"/>
                </a:lnTo>
                <a:lnTo>
                  <a:pt x="94627" y="20320"/>
                </a:lnTo>
                <a:lnTo>
                  <a:pt x="88252" y="22860"/>
                </a:lnTo>
                <a:lnTo>
                  <a:pt x="88468" y="22860"/>
                </a:lnTo>
                <a:lnTo>
                  <a:pt x="82257" y="25400"/>
                </a:lnTo>
                <a:lnTo>
                  <a:pt x="82461" y="25400"/>
                </a:lnTo>
                <a:lnTo>
                  <a:pt x="76441" y="29210"/>
                </a:lnTo>
                <a:lnTo>
                  <a:pt x="76631" y="29210"/>
                </a:lnTo>
                <a:lnTo>
                  <a:pt x="70789" y="33020"/>
                </a:lnTo>
                <a:lnTo>
                  <a:pt x="70980" y="33020"/>
                </a:lnTo>
                <a:lnTo>
                  <a:pt x="65341" y="36829"/>
                </a:lnTo>
                <a:lnTo>
                  <a:pt x="65519" y="36829"/>
                </a:lnTo>
                <a:lnTo>
                  <a:pt x="60083" y="40639"/>
                </a:lnTo>
                <a:lnTo>
                  <a:pt x="60261" y="40639"/>
                </a:lnTo>
                <a:lnTo>
                  <a:pt x="55041" y="45720"/>
                </a:lnTo>
                <a:lnTo>
                  <a:pt x="55206" y="45720"/>
                </a:lnTo>
                <a:lnTo>
                  <a:pt x="50203" y="49529"/>
                </a:lnTo>
                <a:lnTo>
                  <a:pt x="50368" y="49529"/>
                </a:lnTo>
                <a:lnTo>
                  <a:pt x="45605" y="54610"/>
                </a:lnTo>
                <a:lnTo>
                  <a:pt x="45758" y="54610"/>
                </a:lnTo>
                <a:lnTo>
                  <a:pt x="41224" y="59689"/>
                </a:lnTo>
                <a:lnTo>
                  <a:pt x="41376" y="59689"/>
                </a:lnTo>
                <a:lnTo>
                  <a:pt x="37096" y="64770"/>
                </a:lnTo>
                <a:lnTo>
                  <a:pt x="37236" y="64770"/>
                </a:lnTo>
                <a:lnTo>
                  <a:pt x="34025" y="69850"/>
                </a:lnTo>
                <a:lnTo>
                  <a:pt x="33350" y="69850"/>
                </a:lnTo>
                <a:lnTo>
                  <a:pt x="29603" y="76200"/>
                </a:lnTo>
                <a:lnTo>
                  <a:pt x="26957" y="81279"/>
                </a:lnTo>
                <a:lnTo>
                  <a:pt x="26365" y="81279"/>
                </a:lnTo>
                <a:lnTo>
                  <a:pt x="23190" y="87629"/>
                </a:lnTo>
                <a:lnTo>
                  <a:pt x="20408" y="93979"/>
                </a:lnTo>
                <a:lnTo>
                  <a:pt x="17919" y="100329"/>
                </a:lnTo>
                <a:lnTo>
                  <a:pt x="15748" y="106679"/>
                </a:lnTo>
                <a:lnTo>
                  <a:pt x="14192" y="113029"/>
                </a:lnTo>
                <a:lnTo>
                  <a:pt x="13931" y="113029"/>
                </a:lnTo>
                <a:lnTo>
                  <a:pt x="12318" y="120650"/>
                </a:lnTo>
                <a:lnTo>
                  <a:pt x="11099" y="127000"/>
                </a:lnTo>
                <a:lnTo>
                  <a:pt x="10223" y="134620"/>
                </a:lnTo>
                <a:lnTo>
                  <a:pt x="9690" y="140970"/>
                </a:lnTo>
                <a:lnTo>
                  <a:pt x="9525" y="148589"/>
                </a:lnTo>
                <a:lnTo>
                  <a:pt x="9702" y="156210"/>
                </a:lnTo>
                <a:lnTo>
                  <a:pt x="10248" y="162560"/>
                </a:lnTo>
                <a:lnTo>
                  <a:pt x="11137" y="170179"/>
                </a:lnTo>
                <a:lnTo>
                  <a:pt x="12369" y="176529"/>
                </a:lnTo>
                <a:lnTo>
                  <a:pt x="13931" y="184150"/>
                </a:lnTo>
                <a:lnTo>
                  <a:pt x="14192" y="184150"/>
                </a:lnTo>
                <a:lnTo>
                  <a:pt x="15811" y="190500"/>
                </a:lnTo>
                <a:lnTo>
                  <a:pt x="18008" y="196850"/>
                </a:lnTo>
                <a:lnTo>
                  <a:pt x="20497" y="203200"/>
                </a:lnTo>
                <a:lnTo>
                  <a:pt x="23291" y="209550"/>
                </a:lnTo>
                <a:lnTo>
                  <a:pt x="26365" y="214629"/>
                </a:lnTo>
                <a:lnTo>
                  <a:pt x="29730" y="220979"/>
                </a:lnTo>
                <a:lnTo>
                  <a:pt x="33350" y="226060"/>
                </a:lnTo>
                <a:lnTo>
                  <a:pt x="37236" y="232410"/>
                </a:lnTo>
                <a:lnTo>
                  <a:pt x="37096" y="232410"/>
                </a:lnTo>
                <a:lnTo>
                  <a:pt x="41376" y="237489"/>
                </a:lnTo>
                <a:lnTo>
                  <a:pt x="41224" y="237489"/>
                </a:lnTo>
                <a:lnTo>
                  <a:pt x="45758" y="242570"/>
                </a:lnTo>
                <a:lnTo>
                  <a:pt x="45605" y="242570"/>
                </a:lnTo>
                <a:lnTo>
                  <a:pt x="50368" y="247650"/>
                </a:lnTo>
                <a:lnTo>
                  <a:pt x="50203" y="247650"/>
                </a:lnTo>
                <a:lnTo>
                  <a:pt x="55206" y="251460"/>
                </a:lnTo>
                <a:lnTo>
                  <a:pt x="55041" y="251460"/>
                </a:lnTo>
                <a:lnTo>
                  <a:pt x="60261" y="256539"/>
                </a:lnTo>
                <a:lnTo>
                  <a:pt x="60083" y="256539"/>
                </a:lnTo>
                <a:lnTo>
                  <a:pt x="65519" y="260350"/>
                </a:lnTo>
                <a:lnTo>
                  <a:pt x="65341" y="260350"/>
                </a:lnTo>
                <a:lnTo>
                  <a:pt x="70980" y="264160"/>
                </a:lnTo>
                <a:lnTo>
                  <a:pt x="70789" y="264160"/>
                </a:lnTo>
                <a:lnTo>
                  <a:pt x="76631" y="267970"/>
                </a:lnTo>
                <a:lnTo>
                  <a:pt x="76441" y="267970"/>
                </a:lnTo>
                <a:lnTo>
                  <a:pt x="82461" y="271779"/>
                </a:lnTo>
                <a:lnTo>
                  <a:pt x="82257" y="271779"/>
                </a:lnTo>
                <a:lnTo>
                  <a:pt x="88468" y="274320"/>
                </a:lnTo>
                <a:lnTo>
                  <a:pt x="88252" y="274320"/>
                </a:lnTo>
                <a:lnTo>
                  <a:pt x="94627" y="276860"/>
                </a:lnTo>
                <a:lnTo>
                  <a:pt x="94411" y="276860"/>
                </a:lnTo>
                <a:lnTo>
                  <a:pt x="100952" y="279400"/>
                </a:lnTo>
                <a:lnTo>
                  <a:pt x="100736" y="279400"/>
                </a:lnTo>
                <a:lnTo>
                  <a:pt x="107416" y="281939"/>
                </a:lnTo>
                <a:lnTo>
                  <a:pt x="107187" y="281939"/>
                </a:lnTo>
                <a:lnTo>
                  <a:pt x="114020" y="283210"/>
                </a:lnTo>
                <a:lnTo>
                  <a:pt x="113791" y="283210"/>
                </a:lnTo>
                <a:lnTo>
                  <a:pt x="120751" y="285750"/>
                </a:lnTo>
                <a:lnTo>
                  <a:pt x="120523" y="285750"/>
                </a:lnTo>
                <a:lnTo>
                  <a:pt x="127609" y="287020"/>
                </a:lnTo>
                <a:lnTo>
                  <a:pt x="134340" y="287020"/>
                </a:lnTo>
                <a:lnTo>
                  <a:pt x="141643" y="288289"/>
                </a:lnTo>
                <a:lnTo>
                  <a:pt x="199707" y="288289"/>
                </a:lnTo>
                <a:lnTo>
                  <a:pt x="185737" y="293370"/>
                </a:lnTo>
                <a:lnTo>
                  <a:pt x="171450" y="295910"/>
                </a:lnTo>
                <a:lnTo>
                  <a:pt x="163766" y="297179"/>
                </a:lnTo>
                <a:close/>
              </a:path>
              <a:path w="297815" h="297179">
                <a:moveTo>
                  <a:pt x="264159" y="71120"/>
                </a:moveTo>
                <a:lnTo>
                  <a:pt x="260146" y="64770"/>
                </a:lnTo>
                <a:lnTo>
                  <a:pt x="256006" y="59689"/>
                </a:lnTo>
                <a:lnTo>
                  <a:pt x="256146" y="59689"/>
                </a:lnTo>
                <a:lnTo>
                  <a:pt x="251625" y="54610"/>
                </a:lnTo>
                <a:lnTo>
                  <a:pt x="251777" y="54610"/>
                </a:lnTo>
                <a:lnTo>
                  <a:pt x="247014" y="49529"/>
                </a:lnTo>
                <a:lnTo>
                  <a:pt x="247180" y="49529"/>
                </a:lnTo>
                <a:lnTo>
                  <a:pt x="242176" y="45720"/>
                </a:lnTo>
                <a:lnTo>
                  <a:pt x="242341" y="45720"/>
                </a:lnTo>
                <a:lnTo>
                  <a:pt x="237121" y="40639"/>
                </a:lnTo>
                <a:lnTo>
                  <a:pt x="237299" y="40639"/>
                </a:lnTo>
                <a:lnTo>
                  <a:pt x="231863" y="36829"/>
                </a:lnTo>
                <a:lnTo>
                  <a:pt x="232041" y="36829"/>
                </a:lnTo>
                <a:lnTo>
                  <a:pt x="226402" y="33020"/>
                </a:lnTo>
                <a:lnTo>
                  <a:pt x="226593" y="33020"/>
                </a:lnTo>
                <a:lnTo>
                  <a:pt x="220751" y="29210"/>
                </a:lnTo>
                <a:lnTo>
                  <a:pt x="220941" y="29210"/>
                </a:lnTo>
                <a:lnTo>
                  <a:pt x="214922" y="25400"/>
                </a:lnTo>
                <a:lnTo>
                  <a:pt x="215125" y="25400"/>
                </a:lnTo>
                <a:lnTo>
                  <a:pt x="208914" y="22860"/>
                </a:lnTo>
                <a:lnTo>
                  <a:pt x="209118" y="22860"/>
                </a:lnTo>
                <a:lnTo>
                  <a:pt x="202742" y="20320"/>
                </a:lnTo>
                <a:lnTo>
                  <a:pt x="202958" y="20320"/>
                </a:lnTo>
                <a:lnTo>
                  <a:pt x="196430" y="17779"/>
                </a:lnTo>
                <a:lnTo>
                  <a:pt x="196646" y="17779"/>
                </a:lnTo>
                <a:lnTo>
                  <a:pt x="189966" y="15239"/>
                </a:lnTo>
                <a:lnTo>
                  <a:pt x="190182" y="15239"/>
                </a:lnTo>
                <a:lnTo>
                  <a:pt x="183362" y="12700"/>
                </a:lnTo>
                <a:lnTo>
                  <a:pt x="183591" y="12700"/>
                </a:lnTo>
                <a:lnTo>
                  <a:pt x="176618" y="11429"/>
                </a:lnTo>
                <a:lnTo>
                  <a:pt x="176860" y="11429"/>
                </a:lnTo>
                <a:lnTo>
                  <a:pt x="169773" y="10160"/>
                </a:lnTo>
                <a:lnTo>
                  <a:pt x="163042" y="10160"/>
                </a:lnTo>
                <a:lnTo>
                  <a:pt x="155740" y="8889"/>
                </a:lnTo>
                <a:lnTo>
                  <a:pt x="199936" y="8889"/>
                </a:lnTo>
                <a:lnTo>
                  <a:pt x="213271" y="13970"/>
                </a:lnTo>
                <a:lnTo>
                  <a:pt x="219671" y="17779"/>
                </a:lnTo>
                <a:lnTo>
                  <a:pt x="225704" y="20320"/>
                </a:lnTo>
                <a:lnTo>
                  <a:pt x="231736" y="25400"/>
                </a:lnTo>
                <a:lnTo>
                  <a:pt x="237756" y="29210"/>
                </a:lnTo>
                <a:lnTo>
                  <a:pt x="243370" y="33020"/>
                </a:lnTo>
                <a:lnTo>
                  <a:pt x="267919" y="59689"/>
                </a:lnTo>
                <a:lnTo>
                  <a:pt x="272059" y="64770"/>
                </a:lnTo>
                <a:lnTo>
                  <a:pt x="275148" y="69850"/>
                </a:lnTo>
                <a:lnTo>
                  <a:pt x="264032" y="69850"/>
                </a:lnTo>
                <a:lnTo>
                  <a:pt x="264159" y="71120"/>
                </a:lnTo>
                <a:close/>
              </a:path>
              <a:path w="297815" h="297179">
                <a:moveTo>
                  <a:pt x="33223" y="71120"/>
                </a:moveTo>
                <a:lnTo>
                  <a:pt x="33350" y="69850"/>
                </a:lnTo>
                <a:lnTo>
                  <a:pt x="34025" y="69850"/>
                </a:lnTo>
                <a:lnTo>
                  <a:pt x="33223" y="71120"/>
                </a:lnTo>
                <a:close/>
              </a:path>
              <a:path w="297815" h="297179">
                <a:moveTo>
                  <a:pt x="271119" y="82550"/>
                </a:moveTo>
                <a:lnTo>
                  <a:pt x="267652" y="76200"/>
                </a:lnTo>
                <a:lnTo>
                  <a:pt x="264032" y="69850"/>
                </a:lnTo>
                <a:lnTo>
                  <a:pt x="275148" y="69850"/>
                </a:lnTo>
                <a:lnTo>
                  <a:pt x="275920" y="71120"/>
                </a:lnTo>
                <a:lnTo>
                  <a:pt x="279488" y="77470"/>
                </a:lnTo>
                <a:lnTo>
                  <a:pt x="281401" y="81279"/>
                </a:lnTo>
                <a:lnTo>
                  <a:pt x="271005" y="81279"/>
                </a:lnTo>
                <a:lnTo>
                  <a:pt x="271119" y="82550"/>
                </a:lnTo>
                <a:close/>
              </a:path>
              <a:path w="297815" h="297179">
                <a:moveTo>
                  <a:pt x="26263" y="82550"/>
                </a:moveTo>
                <a:lnTo>
                  <a:pt x="26365" y="81279"/>
                </a:lnTo>
                <a:lnTo>
                  <a:pt x="26957" y="81279"/>
                </a:lnTo>
                <a:lnTo>
                  <a:pt x="26263" y="82550"/>
                </a:lnTo>
                <a:close/>
              </a:path>
              <a:path w="297815" h="297179">
                <a:moveTo>
                  <a:pt x="283514" y="114300"/>
                </a:moveTo>
                <a:lnTo>
                  <a:pt x="281571" y="106679"/>
                </a:lnTo>
                <a:lnTo>
                  <a:pt x="279374" y="100329"/>
                </a:lnTo>
                <a:lnTo>
                  <a:pt x="276885" y="93979"/>
                </a:lnTo>
                <a:lnTo>
                  <a:pt x="274091" y="87629"/>
                </a:lnTo>
                <a:lnTo>
                  <a:pt x="271005" y="81279"/>
                </a:lnTo>
                <a:lnTo>
                  <a:pt x="281401" y="81279"/>
                </a:lnTo>
                <a:lnTo>
                  <a:pt x="282676" y="83820"/>
                </a:lnTo>
                <a:lnTo>
                  <a:pt x="285750" y="90170"/>
                </a:lnTo>
                <a:lnTo>
                  <a:pt x="288404" y="97789"/>
                </a:lnTo>
                <a:lnTo>
                  <a:pt x="290728" y="104139"/>
                </a:lnTo>
                <a:lnTo>
                  <a:pt x="293055" y="113029"/>
                </a:lnTo>
                <a:lnTo>
                  <a:pt x="283451" y="113029"/>
                </a:lnTo>
                <a:lnTo>
                  <a:pt x="283514" y="114300"/>
                </a:lnTo>
                <a:close/>
              </a:path>
              <a:path w="297815" h="297179">
                <a:moveTo>
                  <a:pt x="13868" y="114300"/>
                </a:moveTo>
                <a:lnTo>
                  <a:pt x="13931" y="113029"/>
                </a:lnTo>
                <a:lnTo>
                  <a:pt x="14192" y="113029"/>
                </a:lnTo>
                <a:lnTo>
                  <a:pt x="13868" y="114300"/>
                </a:lnTo>
                <a:close/>
              </a:path>
              <a:path w="297815" h="297179">
                <a:moveTo>
                  <a:pt x="293000" y="184150"/>
                </a:moveTo>
                <a:lnTo>
                  <a:pt x="283451" y="184150"/>
                </a:lnTo>
                <a:lnTo>
                  <a:pt x="285051" y="176529"/>
                </a:lnTo>
                <a:lnTo>
                  <a:pt x="286270" y="170179"/>
                </a:lnTo>
                <a:lnTo>
                  <a:pt x="287159" y="162560"/>
                </a:lnTo>
                <a:lnTo>
                  <a:pt x="287680" y="156210"/>
                </a:lnTo>
                <a:lnTo>
                  <a:pt x="287858" y="148589"/>
                </a:lnTo>
                <a:lnTo>
                  <a:pt x="287667" y="140970"/>
                </a:lnTo>
                <a:lnTo>
                  <a:pt x="287134" y="134620"/>
                </a:lnTo>
                <a:lnTo>
                  <a:pt x="286245" y="127000"/>
                </a:lnTo>
                <a:lnTo>
                  <a:pt x="285013" y="120650"/>
                </a:lnTo>
                <a:lnTo>
                  <a:pt x="283451" y="113029"/>
                </a:lnTo>
                <a:lnTo>
                  <a:pt x="293055" y="113029"/>
                </a:lnTo>
                <a:lnTo>
                  <a:pt x="297383" y="148589"/>
                </a:lnTo>
                <a:lnTo>
                  <a:pt x="297179" y="156210"/>
                </a:lnTo>
                <a:lnTo>
                  <a:pt x="296608" y="163829"/>
                </a:lnTo>
                <a:lnTo>
                  <a:pt x="295655" y="171450"/>
                </a:lnTo>
                <a:lnTo>
                  <a:pt x="294335" y="179070"/>
                </a:lnTo>
                <a:lnTo>
                  <a:pt x="293000" y="184150"/>
                </a:lnTo>
                <a:close/>
              </a:path>
              <a:path w="297815" h="297179">
                <a:moveTo>
                  <a:pt x="14192" y="184150"/>
                </a:moveTo>
                <a:lnTo>
                  <a:pt x="13931" y="184150"/>
                </a:lnTo>
                <a:lnTo>
                  <a:pt x="13868" y="182879"/>
                </a:lnTo>
                <a:lnTo>
                  <a:pt x="14192" y="184150"/>
                </a:lnTo>
                <a:close/>
              </a:path>
              <a:path w="297815" h="297179">
                <a:moveTo>
                  <a:pt x="199707" y="288289"/>
                </a:moveTo>
                <a:lnTo>
                  <a:pt x="155740" y="288289"/>
                </a:lnTo>
                <a:lnTo>
                  <a:pt x="163042" y="287020"/>
                </a:lnTo>
                <a:lnTo>
                  <a:pt x="169773" y="287020"/>
                </a:lnTo>
                <a:lnTo>
                  <a:pt x="176860" y="285750"/>
                </a:lnTo>
                <a:lnTo>
                  <a:pt x="176618" y="285750"/>
                </a:lnTo>
                <a:lnTo>
                  <a:pt x="183591" y="283210"/>
                </a:lnTo>
                <a:lnTo>
                  <a:pt x="183362" y="283210"/>
                </a:lnTo>
                <a:lnTo>
                  <a:pt x="190182" y="281939"/>
                </a:lnTo>
                <a:lnTo>
                  <a:pt x="189966" y="281939"/>
                </a:lnTo>
                <a:lnTo>
                  <a:pt x="196646" y="279400"/>
                </a:lnTo>
                <a:lnTo>
                  <a:pt x="196430" y="279400"/>
                </a:lnTo>
                <a:lnTo>
                  <a:pt x="202958" y="276860"/>
                </a:lnTo>
                <a:lnTo>
                  <a:pt x="202742" y="276860"/>
                </a:lnTo>
                <a:lnTo>
                  <a:pt x="209118" y="274320"/>
                </a:lnTo>
                <a:lnTo>
                  <a:pt x="208914" y="274320"/>
                </a:lnTo>
                <a:lnTo>
                  <a:pt x="215125" y="271779"/>
                </a:lnTo>
                <a:lnTo>
                  <a:pt x="214922" y="271779"/>
                </a:lnTo>
                <a:lnTo>
                  <a:pt x="220941" y="267970"/>
                </a:lnTo>
                <a:lnTo>
                  <a:pt x="220751" y="267970"/>
                </a:lnTo>
                <a:lnTo>
                  <a:pt x="226593" y="264160"/>
                </a:lnTo>
                <a:lnTo>
                  <a:pt x="226402" y="264160"/>
                </a:lnTo>
                <a:lnTo>
                  <a:pt x="232041" y="260350"/>
                </a:lnTo>
                <a:lnTo>
                  <a:pt x="231863" y="260350"/>
                </a:lnTo>
                <a:lnTo>
                  <a:pt x="237299" y="256539"/>
                </a:lnTo>
                <a:lnTo>
                  <a:pt x="237121" y="256539"/>
                </a:lnTo>
                <a:lnTo>
                  <a:pt x="242341" y="251460"/>
                </a:lnTo>
                <a:lnTo>
                  <a:pt x="242176" y="251460"/>
                </a:lnTo>
                <a:lnTo>
                  <a:pt x="247180" y="247650"/>
                </a:lnTo>
                <a:lnTo>
                  <a:pt x="247014" y="247650"/>
                </a:lnTo>
                <a:lnTo>
                  <a:pt x="251777" y="242570"/>
                </a:lnTo>
                <a:lnTo>
                  <a:pt x="251625" y="242570"/>
                </a:lnTo>
                <a:lnTo>
                  <a:pt x="256146" y="237489"/>
                </a:lnTo>
                <a:lnTo>
                  <a:pt x="256006" y="237489"/>
                </a:lnTo>
                <a:lnTo>
                  <a:pt x="260273" y="232410"/>
                </a:lnTo>
                <a:lnTo>
                  <a:pt x="264159" y="226060"/>
                </a:lnTo>
                <a:lnTo>
                  <a:pt x="267766" y="220979"/>
                </a:lnTo>
                <a:lnTo>
                  <a:pt x="271119" y="214629"/>
                </a:lnTo>
                <a:lnTo>
                  <a:pt x="274192" y="209550"/>
                </a:lnTo>
                <a:lnTo>
                  <a:pt x="276974" y="203200"/>
                </a:lnTo>
                <a:lnTo>
                  <a:pt x="279450" y="196850"/>
                </a:lnTo>
                <a:lnTo>
                  <a:pt x="281635" y="190500"/>
                </a:lnTo>
                <a:lnTo>
                  <a:pt x="283514" y="182879"/>
                </a:lnTo>
                <a:lnTo>
                  <a:pt x="283451" y="184150"/>
                </a:lnTo>
                <a:lnTo>
                  <a:pt x="293000" y="184150"/>
                </a:lnTo>
                <a:lnTo>
                  <a:pt x="290664" y="193039"/>
                </a:lnTo>
                <a:lnTo>
                  <a:pt x="288404" y="199389"/>
                </a:lnTo>
                <a:lnTo>
                  <a:pt x="285750" y="207010"/>
                </a:lnTo>
                <a:lnTo>
                  <a:pt x="267779" y="237489"/>
                </a:lnTo>
                <a:lnTo>
                  <a:pt x="263359" y="243839"/>
                </a:lnTo>
                <a:lnTo>
                  <a:pt x="231736" y="271779"/>
                </a:lnTo>
                <a:lnTo>
                  <a:pt x="213055" y="283210"/>
                </a:lnTo>
                <a:lnTo>
                  <a:pt x="199707" y="288289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102093" y="2723007"/>
            <a:ext cx="114300" cy="655320"/>
          </a:xfrm>
          <a:custGeom>
            <a:avLst/>
            <a:gdLst/>
            <a:ahLst/>
            <a:cxnLst/>
            <a:rect l="l" t="t" r="r" b="b"/>
            <a:pathLst>
              <a:path w="114300" h="655320">
                <a:moveTo>
                  <a:pt x="38100" y="114300"/>
                </a:moveTo>
                <a:lnTo>
                  <a:pt x="0" y="114300"/>
                </a:lnTo>
                <a:lnTo>
                  <a:pt x="57150" y="0"/>
                </a:lnTo>
                <a:lnTo>
                  <a:pt x="100012" y="85725"/>
                </a:lnTo>
                <a:lnTo>
                  <a:pt x="38100" y="85725"/>
                </a:lnTo>
                <a:lnTo>
                  <a:pt x="38100" y="114300"/>
                </a:lnTo>
                <a:close/>
              </a:path>
              <a:path w="114300" h="655320">
                <a:moveTo>
                  <a:pt x="76200" y="654697"/>
                </a:moveTo>
                <a:lnTo>
                  <a:pt x="38100" y="654697"/>
                </a:lnTo>
                <a:lnTo>
                  <a:pt x="38100" y="85725"/>
                </a:lnTo>
                <a:lnTo>
                  <a:pt x="76200" y="85725"/>
                </a:lnTo>
                <a:lnTo>
                  <a:pt x="76200" y="654697"/>
                </a:lnTo>
                <a:close/>
              </a:path>
              <a:path w="114300" h="655320">
                <a:moveTo>
                  <a:pt x="114300" y="114300"/>
                </a:moveTo>
                <a:lnTo>
                  <a:pt x="76200" y="114300"/>
                </a:lnTo>
                <a:lnTo>
                  <a:pt x="76200" y="85725"/>
                </a:lnTo>
                <a:lnTo>
                  <a:pt x="100012" y="85725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7024369" y="2625572"/>
            <a:ext cx="332740" cy="1097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7804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05"/>
              </a:spcBef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7102093" y="3666007"/>
            <a:ext cx="114300" cy="662305"/>
          </a:xfrm>
          <a:custGeom>
            <a:avLst/>
            <a:gdLst/>
            <a:ahLst/>
            <a:cxnLst/>
            <a:rect l="l" t="t" r="r" b="b"/>
            <a:pathLst>
              <a:path w="114300" h="662304">
                <a:moveTo>
                  <a:pt x="57150" y="604989"/>
                </a:moveTo>
                <a:lnTo>
                  <a:pt x="38100" y="585939"/>
                </a:lnTo>
                <a:lnTo>
                  <a:pt x="38100" y="0"/>
                </a:lnTo>
                <a:lnTo>
                  <a:pt x="76200" y="0"/>
                </a:lnTo>
                <a:lnTo>
                  <a:pt x="76200" y="585939"/>
                </a:lnTo>
                <a:lnTo>
                  <a:pt x="57150" y="604989"/>
                </a:lnTo>
                <a:close/>
              </a:path>
              <a:path w="114300" h="662304">
                <a:moveTo>
                  <a:pt x="57150" y="662139"/>
                </a:moveTo>
                <a:lnTo>
                  <a:pt x="0" y="547839"/>
                </a:lnTo>
                <a:lnTo>
                  <a:pt x="38100" y="585939"/>
                </a:lnTo>
                <a:lnTo>
                  <a:pt x="38100" y="619277"/>
                </a:lnTo>
                <a:lnTo>
                  <a:pt x="78581" y="619277"/>
                </a:lnTo>
                <a:lnTo>
                  <a:pt x="57150" y="662139"/>
                </a:lnTo>
                <a:close/>
              </a:path>
              <a:path w="114300" h="662304">
                <a:moveTo>
                  <a:pt x="78581" y="619277"/>
                </a:moveTo>
                <a:lnTo>
                  <a:pt x="76200" y="619277"/>
                </a:lnTo>
                <a:lnTo>
                  <a:pt x="76200" y="585939"/>
                </a:lnTo>
                <a:lnTo>
                  <a:pt x="114300" y="547839"/>
                </a:lnTo>
                <a:lnTo>
                  <a:pt x="78581" y="619277"/>
                </a:lnTo>
                <a:close/>
              </a:path>
              <a:path w="114300" h="662304">
                <a:moveTo>
                  <a:pt x="76200" y="619277"/>
                </a:moveTo>
                <a:lnTo>
                  <a:pt x="38100" y="619277"/>
                </a:lnTo>
                <a:lnTo>
                  <a:pt x="38100" y="585939"/>
                </a:lnTo>
                <a:lnTo>
                  <a:pt x="57150" y="604989"/>
                </a:lnTo>
                <a:lnTo>
                  <a:pt x="76200" y="604989"/>
                </a:lnTo>
                <a:lnTo>
                  <a:pt x="76200" y="619277"/>
                </a:lnTo>
                <a:close/>
              </a:path>
              <a:path w="114300" h="662304">
                <a:moveTo>
                  <a:pt x="76200" y="604989"/>
                </a:moveTo>
                <a:lnTo>
                  <a:pt x="57150" y="604989"/>
                </a:lnTo>
                <a:lnTo>
                  <a:pt x="76200" y="585939"/>
                </a:lnTo>
                <a:lnTo>
                  <a:pt x="76200" y="60498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7237983" y="4031830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37432" y="2302764"/>
            <a:ext cx="431800" cy="2700655"/>
          </a:xfrm>
          <a:custGeom>
            <a:avLst/>
            <a:gdLst/>
            <a:ahLst/>
            <a:cxnLst/>
            <a:rect l="l" t="t" r="r" b="b"/>
            <a:pathLst>
              <a:path w="431800" h="2700654">
                <a:moveTo>
                  <a:pt x="0" y="0"/>
                </a:moveTo>
                <a:lnTo>
                  <a:pt x="431291" y="0"/>
                </a:lnTo>
                <a:lnTo>
                  <a:pt x="431291" y="2700528"/>
                </a:lnTo>
                <a:lnTo>
                  <a:pt x="0" y="2700528"/>
                </a:lnTo>
                <a:lnTo>
                  <a:pt x="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822776" y="2288971"/>
            <a:ext cx="460375" cy="2729230"/>
          </a:xfrm>
          <a:custGeom>
            <a:avLst/>
            <a:gdLst/>
            <a:ahLst/>
            <a:cxnLst/>
            <a:rect l="l" t="t" r="r" b="b"/>
            <a:pathLst>
              <a:path w="460375" h="2729229">
                <a:moveTo>
                  <a:pt x="460375" y="2728912"/>
                </a:moveTo>
                <a:lnTo>
                  <a:pt x="0" y="2728912"/>
                </a:lnTo>
                <a:lnTo>
                  <a:pt x="0" y="0"/>
                </a:lnTo>
                <a:lnTo>
                  <a:pt x="460375" y="0"/>
                </a:lnTo>
                <a:lnTo>
                  <a:pt x="460375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2700337"/>
                </a:lnTo>
                <a:lnTo>
                  <a:pt x="14287" y="2700337"/>
                </a:lnTo>
                <a:lnTo>
                  <a:pt x="28575" y="2714624"/>
                </a:lnTo>
                <a:lnTo>
                  <a:pt x="460375" y="2714624"/>
                </a:lnTo>
                <a:lnTo>
                  <a:pt x="460375" y="2728912"/>
                </a:lnTo>
                <a:close/>
              </a:path>
              <a:path w="460375" h="2729229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460375" h="2729229">
                <a:moveTo>
                  <a:pt x="431800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431800" y="14287"/>
                </a:lnTo>
                <a:lnTo>
                  <a:pt x="431800" y="28574"/>
                </a:lnTo>
                <a:close/>
              </a:path>
              <a:path w="460375" h="2729229">
                <a:moveTo>
                  <a:pt x="431800" y="2714624"/>
                </a:moveTo>
                <a:lnTo>
                  <a:pt x="431800" y="14287"/>
                </a:lnTo>
                <a:lnTo>
                  <a:pt x="446087" y="28574"/>
                </a:lnTo>
                <a:lnTo>
                  <a:pt x="460375" y="28574"/>
                </a:lnTo>
                <a:lnTo>
                  <a:pt x="460375" y="2700337"/>
                </a:lnTo>
                <a:lnTo>
                  <a:pt x="446087" y="2700337"/>
                </a:lnTo>
                <a:lnTo>
                  <a:pt x="431800" y="2714624"/>
                </a:lnTo>
                <a:close/>
              </a:path>
              <a:path w="460375" h="2729229">
                <a:moveTo>
                  <a:pt x="460375" y="28574"/>
                </a:moveTo>
                <a:lnTo>
                  <a:pt x="446087" y="28574"/>
                </a:lnTo>
                <a:lnTo>
                  <a:pt x="431800" y="14287"/>
                </a:lnTo>
                <a:lnTo>
                  <a:pt x="460375" y="14287"/>
                </a:lnTo>
                <a:lnTo>
                  <a:pt x="460375" y="28574"/>
                </a:lnTo>
                <a:close/>
              </a:path>
              <a:path w="460375" h="2729229">
                <a:moveTo>
                  <a:pt x="28575" y="2714624"/>
                </a:moveTo>
                <a:lnTo>
                  <a:pt x="14287" y="2700337"/>
                </a:lnTo>
                <a:lnTo>
                  <a:pt x="28575" y="2700337"/>
                </a:lnTo>
                <a:lnTo>
                  <a:pt x="28575" y="2714624"/>
                </a:lnTo>
                <a:close/>
              </a:path>
              <a:path w="460375" h="2729229">
                <a:moveTo>
                  <a:pt x="431800" y="2714624"/>
                </a:moveTo>
                <a:lnTo>
                  <a:pt x="28575" y="2714624"/>
                </a:lnTo>
                <a:lnTo>
                  <a:pt x="28575" y="2700337"/>
                </a:lnTo>
                <a:lnTo>
                  <a:pt x="431800" y="2700337"/>
                </a:lnTo>
                <a:lnTo>
                  <a:pt x="431800" y="2714624"/>
                </a:lnTo>
                <a:close/>
              </a:path>
              <a:path w="460375" h="2729229">
                <a:moveTo>
                  <a:pt x="460375" y="2714624"/>
                </a:moveTo>
                <a:lnTo>
                  <a:pt x="431800" y="2714624"/>
                </a:lnTo>
                <a:lnTo>
                  <a:pt x="446087" y="2700337"/>
                </a:lnTo>
                <a:lnTo>
                  <a:pt x="460375" y="2700337"/>
                </a:lnTo>
                <a:lnTo>
                  <a:pt x="460375" y="2714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45765" y="233555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31565" y="233555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31665" y="233555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74615" y="2335555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45765" y="299341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531565" y="299341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31665" y="299341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074615" y="2993415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845765" y="365127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522040" y="365127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344365" y="365127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084140" y="365127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45765" y="4309135"/>
            <a:ext cx="196227" cy="1953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522040" y="4309135"/>
            <a:ext cx="196227" cy="1953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344365" y="4309135"/>
            <a:ext cx="196227" cy="1953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084140" y="4309135"/>
            <a:ext cx="196227" cy="1953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845765" y="4966995"/>
            <a:ext cx="196227" cy="1953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522040" y="496699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803753" y="2216683"/>
            <a:ext cx="30480" cy="3047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344365" y="496699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084140" y="496699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364113" y="3424377"/>
            <a:ext cx="866140" cy="171450"/>
          </a:xfrm>
          <a:custGeom>
            <a:avLst/>
            <a:gdLst/>
            <a:ahLst/>
            <a:cxnLst/>
            <a:rect l="l" t="t" r="r" b="b"/>
            <a:pathLst>
              <a:path w="866139" h="171450">
                <a:moveTo>
                  <a:pt x="694270" y="171450"/>
                </a:moveTo>
                <a:lnTo>
                  <a:pt x="779995" y="85725"/>
                </a:lnTo>
                <a:lnTo>
                  <a:pt x="694270" y="0"/>
                </a:lnTo>
                <a:lnTo>
                  <a:pt x="808570" y="57150"/>
                </a:lnTo>
                <a:lnTo>
                  <a:pt x="801420" y="57150"/>
                </a:lnTo>
                <a:lnTo>
                  <a:pt x="801420" y="114300"/>
                </a:lnTo>
                <a:lnTo>
                  <a:pt x="808570" y="114300"/>
                </a:lnTo>
                <a:lnTo>
                  <a:pt x="694270" y="171450"/>
                </a:lnTo>
                <a:close/>
              </a:path>
              <a:path w="866139" h="171450">
                <a:moveTo>
                  <a:pt x="751420" y="114300"/>
                </a:moveTo>
                <a:lnTo>
                  <a:pt x="0" y="114300"/>
                </a:lnTo>
                <a:lnTo>
                  <a:pt x="0" y="57150"/>
                </a:lnTo>
                <a:lnTo>
                  <a:pt x="751420" y="57150"/>
                </a:lnTo>
                <a:lnTo>
                  <a:pt x="779995" y="85725"/>
                </a:lnTo>
                <a:lnTo>
                  <a:pt x="751420" y="114300"/>
                </a:lnTo>
                <a:close/>
              </a:path>
              <a:path w="866139" h="171450">
                <a:moveTo>
                  <a:pt x="808570" y="114300"/>
                </a:moveTo>
                <a:lnTo>
                  <a:pt x="801420" y="114300"/>
                </a:lnTo>
                <a:lnTo>
                  <a:pt x="801420" y="57150"/>
                </a:lnTo>
                <a:lnTo>
                  <a:pt x="808570" y="57150"/>
                </a:lnTo>
                <a:lnTo>
                  <a:pt x="865720" y="85725"/>
                </a:lnTo>
                <a:lnTo>
                  <a:pt x="80857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708740" y="3064827"/>
            <a:ext cx="2032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Book Antiqua"/>
                <a:cs typeface="Book Antiqua"/>
              </a:rPr>
              <a:t>v</a:t>
            </a:r>
            <a:endParaRPr sz="2800">
              <a:latin typeface="Book Antiqua"/>
              <a:cs typeface="Book Antiqu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914812" y="2689148"/>
            <a:ext cx="297815" cy="297180"/>
          </a:xfrm>
          <a:custGeom>
            <a:avLst/>
            <a:gdLst/>
            <a:ahLst/>
            <a:cxnLst/>
            <a:rect l="l" t="t" r="r" b="b"/>
            <a:pathLst>
              <a:path w="297814" h="297180">
                <a:moveTo>
                  <a:pt x="163766" y="297179"/>
                </a:moveTo>
                <a:lnTo>
                  <a:pt x="133375" y="297179"/>
                </a:lnTo>
                <a:lnTo>
                  <a:pt x="111417" y="293369"/>
                </a:lnTo>
                <a:lnTo>
                  <a:pt x="71475" y="275589"/>
                </a:lnTo>
                <a:lnTo>
                  <a:pt x="54013" y="262889"/>
                </a:lnTo>
                <a:lnTo>
                  <a:pt x="48615" y="259079"/>
                </a:lnTo>
                <a:lnTo>
                  <a:pt x="43459" y="253999"/>
                </a:lnTo>
                <a:lnTo>
                  <a:pt x="38544" y="248919"/>
                </a:lnTo>
                <a:lnTo>
                  <a:pt x="33870" y="243839"/>
                </a:lnTo>
                <a:lnTo>
                  <a:pt x="29463" y="237489"/>
                </a:lnTo>
                <a:lnTo>
                  <a:pt x="25323" y="232409"/>
                </a:lnTo>
                <a:lnTo>
                  <a:pt x="8978" y="199389"/>
                </a:lnTo>
                <a:lnTo>
                  <a:pt x="6642" y="193039"/>
                </a:lnTo>
                <a:lnTo>
                  <a:pt x="0" y="148589"/>
                </a:lnTo>
                <a:lnTo>
                  <a:pt x="177" y="140969"/>
                </a:lnTo>
                <a:lnTo>
                  <a:pt x="9055" y="96519"/>
                </a:lnTo>
                <a:lnTo>
                  <a:pt x="29603" y="59689"/>
                </a:lnTo>
                <a:lnTo>
                  <a:pt x="34023" y="53339"/>
                </a:lnTo>
                <a:lnTo>
                  <a:pt x="71475" y="21589"/>
                </a:lnTo>
                <a:lnTo>
                  <a:pt x="111645" y="3809"/>
                </a:lnTo>
                <a:lnTo>
                  <a:pt x="133616" y="0"/>
                </a:lnTo>
                <a:lnTo>
                  <a:pt x="164007" y="0"/>
                </a:lnTo>
                <a:lnTo>
                  <a:pt x="185966" y="3809"/>
                </a:lnTo>
                <a:lnTo>
                  <a:pt x="199936" y="8889"/>
                </a:lnTo>
                <a:lnTo>
                  <a:pt x="141643" y="8889"/>
                </a:lnTo>
                <a:lnTo>
                  <a:pt x="134340" y="10159"/>
                </a:lnTo>
                <a:lnTo>
                  <a:pt x="127609" y="10159"/>
                </a:lnTo>
                <a:lnTo>
                  <a:pt x="120523" y="11429"/>
                </a:lnTo>
                <a:lnTo>
                  <a:pt x="120751" y="11429"/>
                </a:lnTo>
                <a:lnTo>
                  <a:pt x="113792" y="12699"/>
                </a:lnTo>
                <a:lnTo>
                  <a:pt x="114020" y="12699"/>
                </a:lnTo>
                <a:lnTo>
                  <a:pt x="107187" y="15239"/>
                </a:lnTo>
                <a:lnTo>
                  <a:pt x="107416" y="15239"/>
                </a:lnTo>
                <a:lnTo>
                  <a:pt x="100736" y="17779"/>
                </a:lnTo>
                <a:lnTo>
                  <a:pt x="100952" y="17779"/>
                </a:lnTo>
                <a:lnTo>
                  <a:pt x="94411" y="20319"/>
                </a:lnTo>
                <a:lnTo>
                  <a:pt x="94627" y="20319"/>
                </a:lnTo>
                <a:lnTo>
                  <a:pt x="88252" y="22859"/>
                </a:lnTo>
                <a:lnTo>
                  <a:pt x="88468" y="22859"/>
                </a:lnTo>
                <a:lnTo>
                  <a:pt x="82257" y="25399"/>
                </a:lnTo>
                <a:lnTo>
                  <a:pt x="82461" y="25399"/>
                </a:lnTo>
                <a:lnTo>
                  <a:pt x="76441" y="29209"/>
                </a:lnTo>
                <a:lnTo>
                  <a:pt x="76631" y="29209"/>
                </a:lnTo>
                <a:lnTo>
                  <a:pt x="70789" y="33019"/>
                </a:lnTo>
                <a:lnTo>
                  <a:pt x="70980" y="33019"/>
                </a:lnTo>
                <a:lnTo>
                  <a:pt x="65341" y="36829"/>
                </a:lnTo>
                <a:lnTo>
                  <a:pt x="65519" y="36829"/>
                </a:lnTo>
                <a:lnTo>
                  <a:pt x="60083" y="40639"/>
                </a:lnTo>
                <a:lnTo>
                  <a:pt x="60261" y="40639"/>
                </a:lnTo>
                <a:lnTo>
                  <a:pt x="56346" y="44449"/>
                </a:lnTo>
                <a:lnTo>
                  <a:pt x="55206" y="44449"/>
                </a:lnTo>
                <a:lnTo>
                  <a:pt x="50203" y="49529"/>
                </a:lnTo>
                <a:lnTo>
                  <a:pt x="50368" y="49529"/>
                </a:lnTo>
                <a:lnTo>
                  <a:pt x="45605" y="54609"/>
                </a:lnTo>
                <a:lnTo>
                  <a:pt x="45758" y="54609"/>
                </a:lnTo>
                <a:lnTo>
                  <a:pt x="41224" y="59689"/>
                </a:lnTo>
                <a:lnTo>
                  <a:pt x="41376" y="59689"/>
                </a:lnTo>
                <a:lnTo>
                  <a:pt x="37096" y="64769"/>
                </a:lnTo>
                <a:lnTo>
                  <a:pt x="37236" y="64769"/>
                </a:lnTo>
                <a:lnTo>
                  <a:pt x="34025" y="69849"/>
                </a:lnTo>
                <a:lnTo>
                  <a:pt x="33350" y="69849"/>
                </a:lnTo>
                <a:lnTo>
                  <a:pt x="29603" y="76199"/>
                </a:lnTo>
                <a:lnTo>
                  <a:pt x="26957" y="81279"/>
                </a:lnTo>
                <a:lnTo>
                  <a:pt x="26365" y="81279"/>
                </a:lnTo>
                <a:lnTo>
                  <a:pt x="23190" y="87629"/>
                </a:lnTo>
                <a:lnTo>
                  <a:pt x="20408" y="93979"/>
                </a:lnTo>
                <a:lnTo>
                  <a:pt x="17919" y="100329"/>
                </a:lnTo>
                <a:lnTo>
                  <a:pt x="15735" y="106679"/>
                </a:lnTo>
                <a:lnTo>
                  <a:pt x="14192" y="113029"/>
                </a:lnTo>
                <a:lnTo>
                  <a:pt x="13931" y="113029"/>
                </a:lnTo>
                <a:lnTo>
                  <a:pt x="12319" y="120649"/>
                </a:lnTo>
                <a:lnTo>
                  <a:pt x="11099" y="126999"/>
                </a:lnTo>
                <a:lnTo>
                  <a:pt x="10223" y="134619"/>
                </a:lnTo>
                <a:lnTo>
                  <a:pt x="9690" y="140969"/>
                </a:lnTo>
                <a:lnTo>
                  <a:pt x="9525" y="148589"/>
                </a:lnTo>
                <a:lnTo>
                  <a:pt x="9702" y="156209"/>
                </a:lnTo>
                <a:lnTo>
                  <a:pt x="10248" y="162559"/>
                </a:lnTo>
                <a:lnTo>
                  <a:pt x="11137" y="170179"/>
                </a:lnTo>
                <a:lnTo>
                  <a:pt x="12369" y="176529"/>
                </a:lnTo>
                <a:lnTo>
                  <a:pt x="13931" y="184149"/>
                </a:lnTo>
                <a:lnTo>
                  <a:pt x="14192" y="184149"/>
                </a:lnTo>
                <a:lnTo>
                  <a:pt x="15811" y="190499"/>
                </a:lnTo>
                <a:lnTo>
                  <a:pt x="18008" y="196849"/>
                </a:lnTo>
                <a:lnTo>
                  <a:pt x="20497" y="203199"/>
                </a:lnTo>
                <a:lnTo>
                  <a:pt x="23291" y="209549"/>
                </a:lnTo>
                <a:lnTo>
                  <a:pt x="26365" y="214629"/>
                </a:lnTo>
                <a:lnTo>
                  <a:pt x="29730" y="220979"/>
                </a:lnTo>
                <a:lnTo>
                  <a:pt x="33350" y="226059"/>
                </a:lnTo>
                <a:lnTo>
                  <a:pt x="37236" y="232409"/>
                </a:lnTo>
                <a:lnTo>
                  <a:pt x="37096" y="232409"/>
                </a:lnTo>
                <a:lnTo>
                  <a:pt x="41376" y="237489"/>
                </a:lnTo>
                <a:lnTo>
                  <a:pt x="41224" y="237489"/>
                </a:lnTo>
                <a:lnTo>
                  <a:pt x="45758" y="242569"/>
                </a:lnTo>
                <a:lnTo>
                  <a:pt x="45605" y="242569"/>
                </a:lnTo>
                <a:lnTo>
                  <a:pt x="50368" y="247649"/>
                </a:lnTo>
                <a:lnTo>
                  <a:pt x="50203" y="247649"/>
                </a:lnTo>
                <a:lnTo>
                  <a:pt x="55206" y="251459"/>
                </a:lnTo>
                <a:lnTo>
                  <a:pt x="55041" y="251459"/>
                </a:lnTo>
                <a:lnTo>
                  <a:pt x="60261" y="256539"/>
                </a:lnTo>
                <a:lnTo>
                  <a:pt x="60083" y="256539"/>
                </a:lnTo>
                <a:lnTo>
                  <a:pt x="65519" y="260349"/>
                </a:lnTo>
                <a:lnTo>
                  <a:pt x="65341" y="260349"/>
                </a:lnTo>
                <a:lnTo>
                  <a:pt x="70980" y="264159"/>
                </a:lnTo>
                <a:lnTo>
                  <a:pt x="70789" y="264159"/>
                </a:lnTo>
                <a:lnTo>
                  <a:pt x="76631" y="267969"/>
                </a:lnTo>
                <a:lnTo>
                  <a:pt x="76441" y="267969"/>
                </a:lnTo>
                <a:lnTo>
                  <a:pt x="82461" y="271779"/>
                </a:lnTo>
                <a:lnTo>
                  <a:pt x="82257" y="271779"/>
                </a:lnTo>
                <a:lnTo>
                  <a:pt x="88468" y="274319"/>
                </a:lnTo>
                <a:lnTo>
                  <a:pt x="88252" y="274319"/>
                </a:lnTo>
                <a:lnTo>
                  <a:pt x="94627" y="276859"/>
                </a:lnTo>
                <a:lnTo>
                  <a:pt x="94411" y="276859"/>
                </a:lnTo>
                <a:lnTo>
                  <a:pt x="100952" y="279399"/>
                </a:lnTo>
                <a:lnTo>
                  <a:pt x="100736" y="279399"/>
                </a:lnTo>
                <a:lnTo>
                  <a:pt x="107416" y="281939"/>
                </a:lnTo>
                <a:lnTo>
                  <a:pt x="107187" y="281939"/>
                </a:lnTo>
                <a:lnTo>
                  <a:pt x="114020" y="283209"/>
                </a:lnTo>
                <a:lnTo>
                  <a:pt x="113792" y="283209"/>
                </a:lnTo>
                <a:lnTo>
                  <a:pt x="120751" y="285749"/>
                </a:lnTo>
                <a:lnTo>
                  <a:pt x="120523" y="285749"/>
                </a:lnTo>
                <a:lnTo>
                  <a:pt x="127609" y="287019"/>
                </a:lnTo>
                <a:lnTo>
                  <a:pt x="134340" y="287019"/>
                </a:lnTo>
                <a:lnTo>
                  <a:pt x="141643" y="288289"/>
                </a:lnTo>
                <a:lnTo>
                  <a:pt x="199936" y="288289"/>
                </a:lnTo>
                <a:lnTo>
                  <a:pt x="192798" y="290829"/>
                </a:lnTo>
                <a:lnTo>
                  <a:pt x="185966" y="293369"/>
                </a:lnTo>
                <a:lnTo>
                  <a:pt x="163766" y="297179"/>
                </a:lnTo>
                <a:close/>
              </a:path>
              <a:path w="297814" h="297180">
                <a:moveTo>
                  <a:pt x="242341" y="45719"/>
                </a:moveTo>
                <a:lnTo>
                  <a:pt x="237121" y="40639"/>
                </a:lnTo>
                <a:lnTo>
                  <a:pt x="237299" y="40639"/>
                </a:lnTo>
                <a:lnTo>
                  <a:pt x="231863" y="36829"/>
                </a:lnTo>
                <a:lnTo>
                  <a:pt x="232041" y="36829"/>
                </a:lnTo>
                <a:lnTo>
                  <a:pt x="226402" y="33019"/>
                </a:lnTo>
                <a:lnTo>
                  <a:pt x="226593" y="33019"/>
                </a:lnTo>
                <a:lnTo>
                  <a:pt x="220751" y="29209"/>
                </a:lnTo>
                <a:lnTo>
                  <a:pt x="220941" y="29209"/>
                </a:lnTo>
                <a:lnTo>
                  <a:pt x="214922" y="25399"/>
                </a:lnTo>
                <a:lnTo>
                  <a:pt x="215125" y="25399"/>
                </a:lnTo>
                <a:lnTo>
                  <a:pt x="208914" y="22859"/>
                </a:lnTo>
                <a:lnTo>
                  <a:pt x="209118" y="22859"/>
                </a:lnTo>
                <a:lnTo>
                  <a:pt x="202742" y="20319"/>
                </a:lnTo>
                <a:lnTo>
                  <a:pt x="202958" y="20319"/>
                </a:lnTo>
                <a:lnTo>
                  <a:pt x="196430" y="17779"/>
                </a:lnTo>
                <a:lnTo>
                  <a:pt x="196646" y="17779"/>
                </a:lnTo>
                <a:lnTo>
                  <a:pt x="189966" y="15239"/>
                </a:lnTo>
                <a:lnTo>
                  <a:pt x="190182" y="15239"/>
                </a:lnTo>
                <a:lnTo>
                  <a:pt x="183349" y="12699"/>
                </a:lnTo>
                <a:lnTo>
                  <a:pt x="183591" y="12699"/>
                </a:lnTo>
                <a:lnTo>
                  <a:pt x="176618" y="11429"/>
                </a:lnTo>
                <a:lnTo>
                  <a:pt x="176860" y="11429"/>
                </a:lnTo>
                <a:lnTo>
                  <a:pt x="169773" y="10159"/>
                </a:lnTo>
                <a:lnTo>
                  <a:pt x="163042" y="10159"/>
                </a:lnTo>
                <a:lnTo>
                  <a:pt x="155740" y="8889"/>
                </a:lnTo>
                <a:lnTo>
                  <a:pt x="199936" y="8889"/>
                </a:lnTo>
                <a:lnTo>
                  <a:pt x="206463" y="11429"/>
                </a:lnTo>
                <a:lnTo>
                  <a:pt x="213271" y="13969"/>
                </a:lnTo>
                <a:lnTo>
                  <a:pt x="248754" y="38099"/>
                </a:lnTo>
                <a:lnTo>
                  <a:pt x="255152" y="44449"/>
                </a:lnTo>
                <a:lnTo>
                  <a:pt x="242176" y="44449"/>
                </a:lnTo>
                <a:lnTo>
                  <a:pt x="242341" y="45719"/>
                </a:lnTo>
                <a:close/>
              </a:path>
              <a:path w="297814" h="297180">
                <a:moveTo>
                  <a:pt x="55041" y="45719"/>
                </a:moveTo>
                <a:lnTo>
                  <a:pt x="55206" y="44449"/>
                </a:lnTo>
                <a:lnTo>
                  <a:pt x="56346" y="44449"/>
                </a:lnTo>
                <a:lnTo>
                  <a:pt x="55041" y="45719"/>
                </a:lnTo>
                <a:close/>
              </a:path>
              <a:path w="297814" h="297180">
                <a:moveTo>
                  <a:pt x="264160" y="71119"/>
                </a:moveTo>
                <a:lnTo>
                  <a:pt x="260146" y="64769"/>
                </a:lnTo>
                <a:lnTo>
                  <a:pt x="256006" y="59689"/>
                </a:lnTo>
                <a:lnTo>
                  <a:pt x="256146" y="59689"/>
                </a:lnTo>
                <a:lnTo>
                  <a:pt x="251625" y="54609"/>
                </a:lnTo>
                <a:lnTo>
                  <a:pt x="251777" y="54609"/>
                </a:lnTo>
                <a:lnTo>
                  <a:pt x="247014" y="49529"/>
                </a:lnTo>
                <a:lnTo>
                  <a:pt x="247180" y="49529"/>
                </a:lnTo>
                <a:lnTo>
                  <a:pt x="242176" y="44449"/>
                </a:lnTo>
                <a:lnTo>
                  <a:pt x="255152" y="44449"/>
                </a:lnTo>
                <a:lnTo>
                  <a:pt x="258838" y="48259"/>
                </a:lnTo>
                <a:lnTo>
                  <a:pt x="263499" y="53339"/>
                </a:lnTo>
                <a:lnTo>
                  <a:pt x="267919" y="59689"/>
                </a:lnTo>
                <a:lnTo>
                  <a:pt x="272059" y="64769"/>
                </a:lnTo>
                <a:lnTo>
                  <a:pt x="275148" y="69849"/>
                </a:lnTo>
                <a:lnTo>
                  <a:pt x="264033" y="69849"/>
                </a:lnTo>
                <a:lnTo>
                  <a:pt x="264160" y="71119"/>
                </a:lnTo>
                <a:close/>
              </a:path>
              <a:path w="297814" h="297180">
                <a:moveTo>
                  <a:pt x="33223" y="71119"/>
                </a:moveTo>
                <a:lnTo>
                  <a:pt x="33350" y="69849"/>
                </a:lnTo>
                <a:lnTo>
                  <a:pt x="34025" y="69849"/>
                </a:lnTo>
                <a:lnTo>
                  <a:pt x="33223" y="71119"/>
                </a:lnTo>
                <a:close/>
              </a:path>
              <a:path w="297814" h="297180">
                <a:moveTo>
                  <a:pt x="271119" y="82549"/>
                </a:moveTo>
                <a:lnTo>
                  <a:pt x="267652" y="76199"/>
                </a:lnTo>
                <a:lnTo>
                  <a:pt x="264033" y="69849"/>
                </a:lnTo>
                <a:lnTo>
                  <a:pt x="275148" y="69849"/>
                </a:lnTo>
                <a:lnTo>
                  <a:pt x="275920" y="71119"/>
                </a:lnTo>
                <a:lnTo>
                  <a:pt x="279488" y="77469"/>
                </a:lnTo>
                <a:lnTo>
                  <a:pt x="281401" y="81279"/>
                </a:lnTo>
                <a:lnTo>
                  <a:pt x="271005" y="81279"/>
                </a:lnTo>
                <a:lnTo>
                  <a:pt x="271119" y="82549"/>
                </a:lnTo>
                <a:close/>
              </a:path>
              <a:path w="297814" h="297180">
                <a:moveTo>
                  <a:pt x="26263" y="82549"/>
                </a:moveTo>
                <a:lnTo>
                  <a:pt x="26365" y="81279"/>
                </a:lnTo>
                <a:lnTo>
                  <a:pt x="26957" y="81279"/>
                </a:lnTo>
                <a:lnTo>
                  <a:pt x="26263" y="82549"/>
                </a:lnTo>
                <a:close/>
              </a:path>
              <a:path w="297814" h="297180">
                <a:moveTo>
                  <a:pt x="283514" y="114299"/>
                </a:moveTo>
                <a:lnTo>
                  <a:pt x="281571" y="106679"/>
                </a:lnTo>
                <a:lnTo>
                  <a:pt x="279374" y="100329"/>
                </a:lnTo>
                <a:lnTo>
                  <a:pt x="276885" y="93979"/>
                </a:lnTo>
                <a:lnTo>
                  <a:pt x="274091" y="87629"/>
                </a:lnTo>
                <a:lnTo>
                  <a:pt x="271005" y="81279"/>
                </a:lnTo>
                <a:lnTo>
                  <a:pt x="281401" y="81279"/>
                </a:lnTo>
                <a:lnTo>
                  <a:pt x="282676" y="83819"/>
                </a:lnTo>
                <a:lnTo>
                  <a:pt x="285750" y="90169"/>
                </a:lnTo>
                <a:lnTo>
                  <a:pt x="288404" y="97789"/>
                </a:lnTo>
                <a:lnTo>
                  <a:pt x="290728" y="104139"/>
                </a:lnTo>
                <a:lnTo>
                  <a:pt x="293055" y="113029"/>
                </a:lnTo>
                <a:lnTo>
                  <a:pt x="283451" y="113029"/>
                </a:lnTo>
                <a:lnTo>
                  <a:pt x="283514" y="114299"/>
                </a:lnTo>
                <a:close/>
              </a:path>
              <a:path w="297814" h="297180">
                <a:moveTo>
                  <a:pt x="13868" y="114299"/>
                </a:moveTo>
                <a:lnTo>
                  <a:pt x="13931" y="113029"/>
                </a:lnTo>
                <a:lnTo>
                  <a:pt x="14192" y="113029"/>
                </a:lnTo>
                <a:lnTo>
                  <a:pt x="13868" y="114299"/>
                </a:lnTo>
                <a:close/>
              </a:path>
              <a:path w="297814" h="297180">
                <a:moveTo>
                  <a:pt x="293000" y="184149"/>
                </a:moveTo>
                <a:lnTo>
                  <a:pt x="283451" y="184149"/>
                </a:lnTo>
                <a:lnTo>
                  <a:pt x="285051" y="176529"/>
                </a:lnTo>
                <a:lnTo>
                  <a:pt x="286270" y="170179"/>
                </a:lnTo>
                <a:lnTo>
                  <a:pt x="287159" y="162559"/>
                </a:lnTo>
                <a:lnTo>
                  <a:pt x="287680" y="156209"/>
                </a:lnTo>
                <a:lnTo>
                  <a:pt x="287858" y="148589"/>
                </a:lnTo>
                <a:lnTo>
                  <a:pt x="287680" y="140969"/>
                </a:lnTo>
                <a:lnTo>
                  <a:pt x="287134" y="134619"/>
                </a:lnTo>
                <a:lnTo>
                  <a:pt x="286245" y="126999"/>
                </a:lnTo>
                <a:lnTo>
                  <a:pt x="285013" y="120649"/>
                </a:lnTo>
                <a:lnTo>
                  <a:pt x="283451" y="113029"/>
                </a:lnTo>
                <a:lnTo>
                  <a:pt x="293055" y="113029"/>
                </a:lnTo>
                <a:lnTo>
                  <a:pt x="297383" y="148589"/>
                </a:lnTo>
                <a:lnTo>
                  <a:pt x="297180" y="156209"/>
                </a:lnTo>
                <a:lnTo>
                  <a:pt x="296608" y="163829"/>
                </a:lnTo>
                <a:lnTo>
                  <a:pt x="295656" y="171449"/>
                </a:lnTo>
                <a:lnTo>
                  <a:pt x="294335" y="179069"/>
                </a:lnTo>
                <a:lnTo>
                  <a:pt x="293000" y="184149"/>
                </a:lnTo>
                <a:close/>
              </a:path>
              <a:path w="297814" h="297180">
                <a:moveTo>
                  <a:pt x="14192" y="184149"/>
                </a:moveTo>
                <a:lnTo>
                  <a:pt x="13931" y="184149"/>
                </a:lnTo>
                <a:lnTo>
                  <a:pt x="13868" y="182879"/>
                </a:lnTo>
                <a:lnTo>
                  <a:pt x="14192" y="184149"/>
                </a:lnTo>
                <a:close/>
              </a:path>
              <a:path w="297814" h="297180">
                <a:moveTo>
                  <a:pt x="199936" y="288289"/>
                </a:moveTo>
                <a:lnTo>
                  <a:pt x="155740" y="288289"/>
                </a:lnTo>
                <a:lnTo>
                  <a:pt x="163042" y="287019"/>
                </a:lnTo>
                <a:lnTo>
                  <a:pt x="169773" y="287019"/>
                </a:lnTo>
                <a:lnTo>
                  <a:pt x="176860" y="285749"/>
                </a:lnTo>
                <a:lnTo>
                  <a:pt x="176618" y="285749"/>
                </a:lnTo>
                <a:lnTo>
                  <a:pt x="183591" y="283209"/>
                </a:lnTo>
                <a:lnTo>
                  <a:pt x="183349" y="283209"/>
                </a:lnTo>
                <a:lnTo>
                  <a:pt x="190182" y="281939"/>
                </a:lnTo>
                <a:lnTo>
                  <a:pt x="189966" y="281939"/>
                </a:lnTo>
                <a:lnTo>
                  <a:pt x="196646" y="279399"/>
                </a:lnTo>
                <a:lnTo>
                  <a:pt x="196430" y="279399"/>
                </a:lnTo>
                <a:lnTo>
                  <a:pt x="202958" y="276859"/>
                </a:lnTo>
                <a:lnTo>
                  <a:pt x="202742" y="276859"/>
                </a:lnTo>
                <a:lnTo>
                  <a:pt x="209118" y="274319"/>
                </a:lnTo>
                <a:lnTo>
                  <a:pt x="208914" y="274319"/>
                </a:lnTo>
                <a:lnTo>
                  <a:pt x="215125" y="271779"/>
                </a:lnTo>
                <a:lnTo>
                  <a:pt x="214922" y="271779"/>
                </a:lnTo>
                <a:lnTo>
                  <a:pt x="220941" y="267969"/>
                </a:lnTo>
                <a:lnTo>
                  <a:pt x="220751" y="267969"/>
                </a:lnTo>
                <a:lnTo>
                  <a:pt x="226593" y="264159"/>
                </a:lnTo>
                <a:lnTo>
                  <a:pt x="226402" y="264159"/>
                </a:lnTo>
                <a:lnTo>
                  <a:pt x="232041" y="260349"/>
                </a:lnTo>
                <a:lnTo>
                  <a:pt x="231863" y="260349"/>
                </a:lnTo>
                <a:lnTo>
                  <a:pt x="237299" y="256539"/>
                </a:lnTo>
                <a:lnTo>
                  <a:pt x="237121" y="256539"/>
                </a:lnTo>
                <a:lnTo>
                  <a:pt x="242341" y="251459"/>
                </a:lnTo>
                <a:lnTo>
                  <a:pt x="242176" y="251459"/>
                </a:lnTo>
                <a:lnTo>
                  <a:pt x="247180" y="247649"/>
                </a:lnTo>
                <a:lnTo>
                  <a:pt x="247014" y="247649"/>
                </a:lnTo>
                <a:lnTo>
                  <a:pt x="251777" y="242569"/>
                </a:lnTo>
                <a:lnTo>
                  <a:pt x="251625" y="242569"/>
                </a:lnTo>
                <a:lnTo>
                  <a:pt x="256146" y="237489"/>
                </a:lnTo>
                <a:lnTo>
                  <a:pt x="256006" y="237489"/>
                </a:lnTo>
                <a:lnTo>
                  <a:pt x="260273" y="232409"/>
                </a:lnTo>
                <a:lnTo>
                  <a:pt x="264160" y="226059"/>
                </a:lnTo>
                <a:lnTo>
                  <a:pt x="267766" y="220979"/>
                </a:lnTo>
                <a:lnTo>
                  <a:pt x="271119" y="214629"/>
                </a:lnTo>
                <a:lnTo>
                  <a:pt x="274193" y="209549"/>
                </a:lnTo>
                <a:lnTo>
                  <a:pt x="276974" y="203199"/>
                </a:lnTo>
                <a:lnTo>
                  <a:pt x="279450" y="196849"/>
                </a:lnTo>
                <a:lnTo>
                  <a:pt x="281635" y="190499"/>
                </a:lnTo>
                <a:lnTo>
                  <a:pt x="283514" y="182879"/>
                </a:lnTo>
                <a:lnTo>
                  <a:pt x="283451" y="184149"/>
                </a:lnTo>
                <a:lnTo>
                  <a:pt x="293000" y="184149"/>
                </a:lnTo>
                <a:lnTo>
                  <a:pt x="290664" y="193039"/>
                </a:lnTo>
                <a:lnTo>
                  <a:pt x="288404" y="199389"/>
                </a:lnTo>
                <a:lnTo>
                  <a:pt x="285750" y="207009"/>
                </a:lnTo>
                <a:lnTo>
                  <a:pt x="267779" y="237489"/>
                </a:lnTo>
                <a:lnTo>
                  <a:pt x="263359" y="243839"/>
                </a:lnTo>
                <a:lnTo>
                  <a:pt x="231736" y="271779"/>
                </a:lnTo>
                <a:lnTo>
                  <a:pt x="213055" y="283209"/>
                </a:lnTo>
                <a:lnTo>
                  <a:pt x="199936" y="288289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996067" y="2463482"/>
            <a:ext cx="114300" cy="2524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912501" y="1920316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25328" y="4928565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346191" y="3645408"/>
            <a:ext cx="490855" cy="250190"/>
          </a:xfrm>
          <a:custGeom>
            <a:avLst/>
            <a:gdLst/>
            <a:ahLst/>
            <a:cxnLst/>
            <a:rect l="l" t="t" r="r" b="b"/>
            <a:pathLst>
              <a:path w="490854" h="250189">
                <a:moveTo>
                  <a:pt x="329184" y="249936"/>
                </a:moveTo>
                <a:lnTo>
                  <a:pt x="329184" y="187451"/>
                </a:lnTo>
                <a:lnTo>
                  <a:pt x="0" y="187451"/>
                </a:lnTo>
                <a:lnTo>
                  <a:pt x="0" y="62483"/>
                </a:lnTo>
                <a:lnTo>
                  <a:pt x="329184" y="62483"/>
                </a:lnTo>
                <a:lnTo>
                  <a:pt x="329184" y="0"/>
                </a:lnTo>
                <a:lnTo>
                  <a:pt x="490728" y="124967"/>
                </a:lnTo>
                <a:lnTo>
                  <a:pt x="329184" y="24993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342064" y="3635857"/>
            <a:ext cx="502920" cy="269875"/>
          </a:xfrm>
          <a:custGeom>
            <a:avLst/>
            <a:gdLst/>
            <a:ahLst/>
            <a:cxnLst/>
            <a:rect l="l" t="t" r="r" b="b"/>
            <a:pathLst>
              <a:path w="502920" h="269875">
                <a:moveTo>
                  <a:pt x="329018" y="72288"/>
                </a:moveTo>
                <a:lnTo>
                  <a:pt x="329018" y="0"/>
                </a:lnTo>
                <a:lnTo>
                  <a:pt x="341553" y="9728"/>
                </a:lnTo>
                <a:lnTo>
                  <a:pt x="338543" y="9728"/>
                </a:lnTo>
                <a:lnTo>
                  <a:pt x="330860" y="13487"/>
                </a:lnTo>
                <a:lnTo>
                  <a:pt x="338543" y="19450"/>
                </a:lnTo>
                <a:lnTo>
                  <a:pt x="338543" y="67525"/>
                </a:lnTo>
                <a:lnTo>
                  <a:pt x="333781" y="67525"/>
                </a:lnTo>
                <a:lnTo>
                  <a:pt x="329018" y="72288"/>
                </a:lnTo>
                <a:close/>
              </a:path>
              <a:path w="502920" h="269875">
                <a:moveTo>
                  <a:pt x="338543" y="19450"/>
                </a:moveTo>
                <a:lnTo>
                  <a:pt x="330860" y="13487"/>
                </a:lnTo>
                <a:lnTo>
                  <a:pt x="338543" y="9728"/>
                </a:lnTo>
                <a:lnTo>
                  <a:pt x="338543" y="19450"/>
                </a:lnTo>
                <a:close/>
              </a:path>
              <a:path w="502920" h="269875">
                <a:moveTo>
                  <a:pt x="487243" y="134861"/>
                </a:moveTo>
                <a:lnTo>
                  <a:pt x="338543" y="19450"/>
                </a:lnTo>
                <a:lnTo>
                  <a:pt x="338543" y="9728"/>
                </a:lnTo>
                <a:lnTo>
                  <a:pt x="341553" y="9728"/>
                </a:lnTo>
                <a:lnTo>
                  <a:pt x="497936" y="131102"/>
                </a:lnTo>
                <a:lnTo>
                  <a:pt x="492086" y="131102"/>
                </a:lnTo>
                <a:lnTo>
                  <a:pt x="487243" y="134861"/>
                </a:lnTo>
                <a:close/>
              </a:path>
              <a:path w="502920" h="269875">
                <a:moveTo>
                  <a:pt x="329018" y="202196"/>
                </a:moveTo>
                <a:lnTo>
                  <a:pt x="0" y="202196"/>
                </a:lnTo>
                <a:lnTo>
                  <a:pt x="0" y="67525"/>
                </a:lnTo>
                <a:lnTo>
                  <a:pt x="329018" y="67525"/>
                </a:lnTo>
                <a:lnTo>
                  <a:pt x="329018" y="72288"/>
                </a:lnTo>
                <a:lnTo>
                  <a:pt x="9525" y="72288"/>
                </a:lnTo>
                <a:lnTo>
                  <a:pt x="4762" y="77050"/>
                </a:lnTo>
                <a:lnTo>
                  <a:pt x="9525" y="77050"/>
                </a:lnTo>
                <a:lnTo>
                  <a:pt x="9525" y="192671"/>
                </a:lnTo>
                <a:lnTo>
                  <a:pt x="4762" y="192671"/>
                </a:lnTo>
                <a:lnTo>
                  <a:pt x="9525" y="197434"/>
                </a:lnTo>
                <a:lnTo>
                  <a:pt x="329018" y="197434"/>
                </a:lnTo>
                <a:lnTo>
                  <a:pt x="329018" y="202196"/>
                </a:lnTo>
                <a:close/>
              </a:path>
              <a:path w="502920" h="269875">
                <a:moveTo>
                  <a:pt x="338543" y="77050"/>
                </a:moveTo>
                <a:lnTo>
                  <a:pt x="9525" y="77050"/>
                </a:lnTo>
                <a:lnTo>
                  <a:pt x="9525" y="72288"/>
                </a:lnTo>
                <a:lnTo>
                  <a:pt x="329018" y="72288"/>
                </a:lnTo>
                <a:lnTo>
                  <a:pt x="333781" y="67525"/>
                </a:lnTo>
                <a:lnTo>
                  <a:pt x="338543" y="67525"/>
                </a:lnTo>
                <a:lnTo>
                  <a:pt x="338543" y="77050"/>
                </a:lnTo>
                <a:close/>
              </a:path>
              <a:path w="502920" h="269875">
                <a:moveTo>
                  <a:pt x="9525" y="77050"/>
                </a:moveTo>
                <a:lnTo>
                  <a:pt x="4762" y="77050"/>
                </a:lnTo>
                <a:lnTo>
                  <a:pt x="9525" y="72288"/>
                </a:lnTo>
                <a:lnTo>
                  <a:pt x="9525" y="77050"/>
                </a:lnTo>
                <a:close/>
              </a:path>
              <a:path w="502920" h="269875">
                <a:moveTo>
                  <a:pt x="492086" y="138620"/>
                </a:moveTo>
                <a:lnTo>
                  <a:pt x="487243" y="134861"/>
                </a:lnTo>
                <a:lnTo>
                  <a:pt x="492086" y="131102"/>
                </a:lnTo>
                <a:lnTo>
                  <a:pt x="492086" y="138620"/>
                </a:lnTo>
                <a:close/>
              </a:path>
              <a:path w="502920" h="269875">
                <a:moveTo>
                  <a:pt x="497937" y="138620"/>
                </a:moveTo>
                <a:lnTo>
                  <a:pt x="492086" y="138620"/>
                </a:lnTo>
                <a:lnTo>
                  <a:pt x="492086" y="131102"/>
                </a:lnTo>
                <a:lnTo>
                  <a:pt x="497936" y="131102"/>
                </a:lnTo>
                <a:lnTo>
                  <a:pt x="502780" y="134861"/>
                </a:lnTo>
                <a:lnTo>
                  <a:pt x="497937" y="138620"/>
                </a:lnTo>
                <a:close/>
              </a:path>
              <a:path w="502920" h="269875">
                <a:moveTo>
                  <a:pt x="341551" y="260007"/>
                </a:moveTo>
                <a:lnTo>
                  <a:pt x="338543" y="260007"/>
                </a:lnTo>
                <a:lnTo>
                  <a:pt x="338543" y="250283"/>
                </a:lnTo>
                <a:lnTo>
                  <a:pt x="487243" y="134861"/>
                </a:lnTo>
                <a:lnTo>
                  <a:pt x="492086" y="138620"/>
                </a:lnTo>
                <a:lnTo>
                  <a:pt x="497937" y="138620"/>
                </a:lnTo>
                <a:lnTo>
                  <a:pt x="341551" y="260007"/>
                </a:lnTo>
                <a:close/>
              </a:path>
              <a:path w="502920" h="269875">
                <a:moveTo>
                  <a:pt x="9525" y="197434"/>
                </a:moveTo>
                <a:lnTo>
                  <a:pt x="4762" y="192671"/>
                </a:lnTo>
                <a:lnTo>
                  <a:pt x="9525" y="192671"/>
                </a:lnTo>
                <a:lnTo>
                  <a:pt x="9525" y="197434"/>
                </a:lnTo>
                <a:close/>
              </a:path>
              <a:path w="502920" h="269875">
                <a:moveTo>
                  <a:pt x="338543" y="202196"/>
                </a:moveTo>
                <a:lnTo>
                  <a:pt x="333781" y="202196"/>
                </a:lnTo>
                <a:lnTo>
                  <a:pt x="329018" y="197434"/>
                </a:lnTo>
                <a:lnTo>
                  <a:pt x="9525" y="197434"/>
                </a:lnTo>
                <a:lnTo>
                  <a:pt x="9525" y="192671"/>
                </a:lnTo>
                <a:lnTo>
                  <a:pt x="338543" y="192671"/>
                </a:lnTo>
                <a:lnTo>
                  <a:pt x="338543" y="202196"/>
                </a:lnTo>
                <a:close/>
              </a:path>
              <a:path w="502920" h="269875">
                <a:moveTo>
                  <a:pt x="329018" y="269735"/>
                </a:moveTo>
                <a:lnTo>
                  <a:pt x="329018" y="197434"/>
                </a:lnTo>
                <a:lnTo>
                  <a:pt x="333781" y="202196"/>
                </a:lnTo>
                <a:lnTo>
                  <a:pt x="338543" y="202196"/>
                </a:lnTo>
                <a:lnTo>
                  <a:pt x="338543" y="250283"/>
                </a:lnTo>
                <a:lnTo>
                  <a:pt x="330860" y="256247"/>
                </a:lnTo>
                <a:lnTo>
                  <a:pt x="338543" y="260007"/>
                </a:lnTo>
                <a:lnTo>
                  <a:pt x="341551" y="260007"/>
                </a:lnTo>
                <a:lnTo>
                  <a:pt x="329018" y="269735"/>
                </a:lnTo>
                <a:close/>
              </a:path>
              <a:path w="502920" h="269875">
                <a:moveTo>
                  <a:pt x="338543" y="260007"/>
                </a:moveTo>
                <a:lnTo>
                  <a:pt x="330860" y="256247"/>
                </a:lnTo>
                <a:lnTo>
                  <a:pt x="338543" y="250283"/>
                </a:lnTo>
                <a:lnTo>
                  <a:pt x="338543" y="26000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908920" y="3361613"/>
            <a:ext cx="297815" cy="297180"/>
          </a:xfrm>
          <a:custGeom>
            <a:avLst/>
            <a:gdLst/>
            <a:ahLst/>
            <a:cxnLst/>
            <a:rect l="l" t="t" r="r" b="b"/>
            <a:pathLst>
              <a:path w="297814" h="297179">
                <a:moveTo>
                  <a:pt x="163779" y="297179"/>
                </a:moveTo>
                <a:lnTo>
                  <a:pt x="133375" y="297179"/>
                </a:lnTo>
                <a:lnTo>
                  <a:pt x="111417" y="293370"/>
                </a:lnTo>
                <a:lnTo>
                  <a:pt x="71488" y="275589"/>
                </a:lnTo>
                <a:lnTo>
                  <a:pt x="54013" y="262889"/>
                </a:lnTo>
                <a:lnTo>
                  <a:pt x="48628" y="259079"/>
                </a:lnTo>
                <a:lnTo>
                  <a:pt x="43624" y="254000"/>
                </a:lnTo>
                <a:lnTo>
                  <a:pt x="38544" y="248920"/>
                </a:lnTo>
                <a:lnTo>
                  <a:pt x="33883" y="243839"/>
                </a:lnTo>
                <a:lnTo>
                  <a:pt x="29476" y="237489"/>
                </a:lnTo>
                <a:lnTo>
                  <a:pt x="25336" y="232410"/>
                </a:lnTo>
                <a:lnTo>
                  <a:pt x="21462" y="226060"/>
                </a:lnTo>
                <a:lnTo>
                  <a:pt x="17894" y="219710"/>
                </a:lnTo>
                <a:lnTo>
                  <a:pt x="14617" y="213360"/>
                </a:lnTo>
                <a:lnTo>
                  <a:pt x="11645" y="207010"/>
                </a:lnTo>
                <a:lnTo>
                  <a:pt x="8978" y="199389"/>
                </a:lnTo>
                <a:lnTo>
                  <a:pt x="6654" y="193039"/>
                </a:lnTo>
                <a:lnTo>
                  <a:pt x="0" y="148589"/>
                </a:lnTo>
                <a:lnTo>
                  <a:pt x="190" y="140970"/>
                </a:lnTo>
                <a:lnTo>
                  <a:pt x="8978" y="97789"/>
                </a:lnTo>
                <a:lnTo>
                  <a:pt x="29603" y="59689"/>
                </a:lnTo>
                <a:lnTo>
                  <a:pt x="34023" y="53339"/>
                </a:lnTo>
                <a:lnTo>
                  <a:pt x="65646" y="25400"/>
                </a:lnTo>
                <a:lnTo>
                  <a:pt x="71678" y="20320"/>
                </a:lnTo>
                <a:lnTo>
                  <a:pt x="77711" y="17779"/>
                </a:lnTo>
                <a:lnTo>
                  <a:pt x="84327" y="13970"/>
                </a:lnTo>
                <a:lnTo>
                  <a:pt x="90919" y="11429"/>
                </a:lnTo>
                <a:lnTo>
                  <a:pt x="111417" y="3810"/>
                </a:lnTo>
                <a:lnTo>
                  <a:pt x="133616" y="0"/>
                </a:lnTo>
                <a:lnTo>
                  <a:pt x="164020" y="0"/>
                </a:lnTo>
                <a:lnTo>
                  <a:pt x="185966" y="3810"/>
                </a:lnTo>
                <a:lnTo>
                  <a:pt x="199936" y="8889"/>
                </a:lnTo>
                <a:lnTo>
                  <a:pt x="141655" y="8889"/>
                </a:lnTo>
                <a:lnTo>
                  <a:pt x="134340" y="10160"/>
                </a:lnTo>
                <a:lnTo>
                  <a:pt x="127622" y="10160"/>
                </a:lnTo>
                <a:lnTo>
                  <a:pt x="120523" y="11429"/>
                </a:lnTo>
                <a:lnTo>
                  <a:pt x="120764" y="11429"/>
                </a:lnTo>
                <a:lnTo>
                  <a:pt x="113804" y="12700"/>
                </a:lnTo>
                <a:lnTo>
                  <a:pt x="114033" y="12700"/>
                </a:lnTo>
                <a:lnTo>
                  <a:pt x="107200" y="15239"/>
                </a:lnTo>
                <a:lnTo>
                  <a:pt x="107429" y="15239"/>
                </a:lnTo>
                <a:lnTo>
                  <a:pt x="100736" y="17779"/>
                </a:lnTo>
                <a:lnTo>
                  <a:pt x="100964" y="17779"/>
                </a:lnTo>
                <a:lnTo>
                  <a:pt x="94424" y="20320"/>
                </a:lnTo>
                <a:lnTo>
                  <a:pt x="94640" y="20320"/>
                </a:lnTo>
                <a:lnTo>
                  <a:pt x="88264" y="22860"/>
                </a:lnTo>
                <a:lnTo>
                  <a:pt x="88468" y="22860"/>
                </a:lnTo>
                <a:lnTo>
                  <a:pt x="82270" y="25400"/>
                </a:lnTo>
                <a:lnTo>
                  <a:pt x="82473" y="25400"/>
                </a:lnTo>
                <a:lnTo>
                  <a:pt x="76441" y="29210"/>
                </a:lnTo>
                <a:lnTo>
                  <a:pt x="76631" y="29210"/>
                </a:lnTo>
                <a:lnTo>
                  <a:pt x="70802" y="33020"/>
                </a:lnTo>
                <a:lnTo>
                  <a:pt x="70993" y="33020"/>
                </a:lnTo>
                <a:lnTo>
                  <a:pt x="65341" y="36829"/>
                </a:lnTo>
                <a:lnTo>
                  <a:pt x="65532" y="36829"/>
                </a:lnTo>
                <a:lnTo>
                  <a:pt x="60096" y="40639"/>
                </a:lnTo>
                <a:lnTo>
                  <a:pt x="60261" y="40639"/>
                </a:lnTo>
                <a:lnTo>
                  <a:pt x="56346" y="44450"/>
                </a:lnTo>
                <a:lnTo>
                  <a:pt x="55206" y="44450"/>
                </a:lnTo>
                <a:lnTo>
                  <a:pt x="50215" y="49529"/>
                </a:lnTo>
                <a:lnTo>
                  <a:pt x="50368" y="49529"/>
                </a:lnTo>
                <a:lnTo>
                  <a:pt x="45605" y="54610"/>
                </a:lnTo>
                <a:lnTo>
                  <a:pt x="45758" y="54610"/>
                </a:lnTo>
                <a:lnTo>
                  <a:pt x="41236" y="59689"/>
                </a:lnTo>
                <a:lnTo>
                  <a:pt x="41376" y="59689"/>
                </a:lnTo>
                <a:lnTo>
                  <a:pt x="37109" y="64770"/>
                </a:lnTo>
                <a:lnTo>
                  <a:pt x="37249" y="64770"/>
                </a:lnTo>
                <a:lnTo>
                  <a:pt x="34038" y="69850"/>
                </a:lnTo>
                <a:lnTo>
                  <a:pt x="33362" y="69850"/>
                </a:lnTo>
                <a:lnTo>
                  <a:pt x="29616" y="76200"/>
                </a:lnTo>
                <a:lnTo>
                  <a:pt x="26957" y="81279"/>
                </a:lnTo>
                <a:lnTo>
                  <a:pt x="26377" y="81279"/>
                </a:lnTo>
                <a:lnTo>
                  <a:pt x="23202" y="87629"/>
                </a:lnTo>
                <a:lnTo>
                  <a:pt x="20421" y="93979"/>
                </a:lnTo>
                <a:lnTo>
                  <a:pt x="17932" y="100329"/>
                </a:lnTo>
                <a:lnTo>
                  <a:pt x="15748" y="106679"/>
                </a:lnTo>
                <a:lnTo>
                  <a:pt x="14202" y="113029"/>
                </a:lnTo>
                <a:lnTo>
                  <a:pt x="13931" y="113029"/>
                </a:lnTo>
                <a:lnTo>
                  <a:pt x="12331" y="120650"/>
                </a:lnTo>
                <a:lnTo>
                  <a:pt x="11112" y="127000"/>
                </a:lnTo>
                <a:lnTo>
                  <a:pt x="10236" y="134620"/>
                </a:lnTo>
                <a:lnTo>
                  <a:pt x="9702" y="140970"/>
                </a:lnTo>
                <a:lnTo>
                  <a:pt x="9525" y="148589"/>
                </a:lnTo>
                <a:lnTo>
                  <a:pt x="9715" y="156210"/>
                </a:lnTo>
                <a:lnTo>
                  <a:pt x="10261" y="162560"/>
                </a:lnTo>
                <a:lnTo>
                  <a:pt x="11150" y="170179"/>
                </a:lnTo>
                <a:lnTo>
                  <a:pt x="12382" y="176529"/>
                </a:lnTo>
                <a:lnTo>
                  <a:pt x="13931" y="184150"/>
                </a:lnTo>
                <a:lnTo>
                  <a:pt x="14202" y="184150"/>
                </a:lnTo>
                <a:lnTo>
                  <a:pt x="15811" y="190500"/>
                </a:lnTo>
                <a:lnTo>
                  <a:pt x="18008" y="196850"/>
                </a:lnTo>
                <a:lnTo>
                  <a:pt x="20510" y="203200"/>
                </a:lnTo>
                <a:lnTo>
                  <a:pt x="23304" y="209550"/>
                </a:lnTo>
                <a:lnTo>
                  <a:pt x="26377" y="214629"/>
                </a:lnTo>
                <a:lnTo>
                  <a:pt x="29730" y="220979"/>
                </a:lnTo>
                <a:lnTo>
                  <a:pt x="33362" y="226060"/>
                </a:lnTo>
                <a:lnTo>
                  <a:pt x="37249" y="232410"/>
                </a:lnTo>
                <a:lnTo>
                  <a:pt x="37109" y="232410"/>
                </a:lnTo>
                <a:lnTo>
                  <a:pt x="41376" y="237489"/>
                </a:lnTo>
                <a:lnTo>
                  <a:pt x="41236" y="237489"/>
                </a:lnTo>
                <a:lnTo>
                  <a:pt x="45758" y="242570"/>
                </a:lnTo>
                <a:lnTo>
                  <a:pt x="45605" y="242570"/>
                </a:lnTo>
                <a:lnTo>
                  <a:pt x="50368" y="247650"/>
                </a:lnTo>
                <a:lnTo>
                  <a:pt x="50215" y="247650"/>
                </a:lnTo>
                <a:lnTo>
                  <a:pt x="55206" y="251460"/>
                </a:lnTo>
                <a:lnTo>
                  <a:pt x="55041" y="251460"/>
                </a:lnTo>
                <a:lnTo>
                  <a:pt x="60261" y="256539"/>
                </a:lnTo>
                <a:lnTo>
                  <a:pt x="60096" y="256539"/>
                </a:lnTo>
                <a:lnTo>
                  <a:pt x="65532" y="260350"/>
                </a:lnTo>
                <a:lnTo>
                  <a:pt x="65341" y="260350"/>
                </a:lnTo>
                <a:lnTo>
                  <a:pt x="70993" y="264160"/>
                </a:lnTo>
                <a:lnTo>
                  <a:pt x="70802" y="264160"/>
                </a:lnTo>
                <a:lnTo>
                  <a:pt x="76631" y="267970"/>
                </a:lnTo>
                <a:lnTo>
                  <a:pt x="76441" y="267970"/>
                </a:lnTo>
                <a:lnTo>
                  <a:pt x="82473" y="271779"/>
                </a:lnTo>
                <a:lnTo>
                  <a:pt x="82270" y="271779"/>
                </a:lnTo>
                <a:lnTo>
                  <a:pt x="88468" y="274320"/>
                </a:lnTo>
                <a:lnTo>
                  <a:pt x="88264" y="274320"/>
                </a:lnTo>
                <a:lnTo>
                  <a:pt x="94640" y="276860"/>
                </a:lnTo>
                <a:lnTo>
                  <a:pt x="94424" y="276860"/>
                </a:lnTo>
                <a:lnTo>
                  <a:pt x="100964" y="279400"/>
                </a:lnTo>
                <a:lnTo>
                  <a:pt x="100736" y="279400"/>
                </a:lnTo>
                <a:lnTo>
                  <a:pt x="107429" y="281939"/>
                </a:lnTo>
                <a:lnTo>
                  <a:pt x="107200" y="281939"/>
                </a:lnTo>
                <a:lnTo>
                  <a:pt x="114033" y="283210"/>
                </a:lnTo>
                <a:lnTo>
                  <a:pt x="113804" y="283210"/>
                </a:lnTo>
                <a:lnTo>
                  <a:pt x="120764" y="285750"/>
                </a:lnTo>
                <a:lnTo>
                  <a:pt x="120523" y="285750"/>
                </a:lnTo>
                <a:lnTo>
                  <a:pt x="127622" y="287020"/>
                </a:lnTo>
                <a:lnTo>
                  <a:pt x="134340" y="287020"/>
                </a:lnTo>
                <a:lnTo>
                  <a:pt x="141655" y="288289"/>
                </a:lnTo>
                <a:lnTo>
                  <a:pt x="199720" y="288289"/>
                </a:lnTo>
                <a:lnTo>
                  <a:pt x="185737" y="293370"/>
                </a:lnTo>
                <a:lnTo>
                  <a:pt x="171450" y="295910"/>
                </a:lnTo>
                <a:lnTo>
                  <a:pt x="163779" y="297179"/>
                </a:lnTo>
                <a:close/>
              </a:path>
              <a:path w="297814" h="297179">
                <a:moveTo>
                  <a:pt x="242354" y="45720"/>
                </a:moveTo>
                <a:lnTo>
                  <a:pt x="237121" y="40639"/>
                </a:lnTo>
                <a:lnTo>
                  <a:pt x="237299" y="40639"/>
                </a:lnTo>
                <a:lnTo>
                  <a:pt x="231863" y="36829"/>
                </a:lnTo>
                <a:lnTo>
                  <a:pt x="232041" y="36829"/>
                </a:lnTo>
                <a:lnTo>
                  <a:pt x="226402" y="33020"/>
                </a:lnTo>
                <a:lnTo>
                  <a:pt x="226593" y="33020"/>
                </a:lnTo>
                <a:lnTo>
                  <a:pt x="220751" y="29210"/>
                </a:lnTo>
                <a:lnTo>
                  <a:pt x="220954" y="29210"/>
                </a:lnTo>
                <a:lnTo>
                  <a:pt x="214922" y="25400"/>
                </a:lnTo>
                <a:lnTo>
                  <a:pt x="215125" y="25400"/>
                </a:lnTo>
                <a:lnTo>
                  <a:pt x="208914" y="22860"/>
                </a:lnTo>
                <a:lnTo>
                  <a:pt x="209130" y="22860"/>
                </a:lnTo>
                <a:lnTo>
                  <a:pt x="202755" y="20320"/>
                </a:lnTo>
                <a:lnTo>
                  <a:pt x="202971" y="20320"/>
                </a:lnTo>
                <a:lnTo>
                  <a:pt x="196430" y="17779"/>
                </a:lnTo>
                <a:lnTo>
                  <a:pt x="196659" y="17779"/>
                </a:lnTo>
                <a:lnTo>
                  <a:pt x="189966" y="15239"/>
                </a:lnTo>
                <a:lnTo>
                  <a:pt x="190195" y="15239"/>
                </a:lnTo>
                <a:lnTo>
                  <a:pt x="183362" y="12700"/>
                </a:lnTo>
                <a:lnTo>
                  <a:pt x="183591" y="12700"/>
                </a:lnTo>
                <a:lnTo>
                  <a:pt x="176631" y="11429"/>
                </a:lnTo>
                <a:lnTo>
                  <a:pt x="176860" y="11429"/>
                </a:lnTo>
                <a:lnTo>
                  <a:pt x="169773" y="10160"/>
                </a:lnTo>
                <a:lnTo>
                  <a:pt x="163055" y="10160"/>
                </a:lnTo>
                <a:lnTo>
                  <a:pt x="155740" y="8889"/>
                </a:lnTo>
                <a:lnTo>
                  <a:pt x="199936" y="8889"/>
                </a:lnTo>
                <a:lnTo>
                  <a:pt x="206692" y="11429"/>
                </a:lnTo>
                <a:lnTo>
                  <a:pt x="243370" y="33020"/>
                </a:lnTo>
                <a:lnTo>
                  <a:pt x="248602" y="38100"/>
                </a:lnTo>
                <a:lnTo>
                  <a:pt x="253923" y="43179"/>
                </a:lnTo>
                <a:lnTo>
                  <a:pt x="255152" y="44450"/>
                </a:lnTo>
                <a:lnTo>
                  <a:pt x="242176" y="44450"/>
                </a:lnTo>
                <a:lnTo>
                  <a:pt x="242354" y="45720"/>
                </a:lnTo>
                <a:close/>
              </a:path>
              <a:path w="297814" h="297179">
                <a:moveTo>
                  <a:pt x="55041" y="45720"/>
                </a:moveTo>
                <a:lnTo>
                  <a:pt x="55206" y="44450"/>
                </a:lnTo>
                <a:lnTo>
                  <a:pt x="56346" y="44450"/>
                </a:lnTo>
                <a:lnTo>
                  <a:pt x="55041" y="45720"/>
                </a:lnTo>
                <a:close/>
              </a:path>
              <a:path w="297814" h="297179">
                <a:moveTo>
                  <a:pt x="264160" y="71120"/>
                </a:moveTo>
                <a:lnTo>
                  <a:pt x="260146" y="64770"/>
                </a:lnTo>
                <a:lnTo>
                  <a:pt x="260286" y="64770"/>
                </a:lnTo>
                <a:lnTo>
                  <a:pt x="256006" y="59689"/>
                </a:lnTo>
                <a:lnTo>
                  <a:pt x="256159" y="59689"/>
                </a:lnTo>
                <a:lnTo>
                  <a:pt x="251637" y="54610"/>
                </a:lnTo>
                <a:lnTo>
                  <a:pt x="251790" y="54610"/>
                </a:lnTo>
                <a:lnTo>
                  <a:pt x="247014" y="49529"/>
                </a:lnTo>
                <a:lnTo>
                  <a:pt x="247180" y="49529"/>
                </a:lnTo>
                <a:lnTo>
                  <a:pt x="242176" y="44450"/>
                </a:lnTo>
                <a:lnTo>
                  <a:pt x="255152" y="44450"/>
                </a:lnTo>
                <a:lnTo>
                  <a:pt x="258838" y="48260"/>
                </a:lnTo>
                <a:lnTo>
                  <a:pt x="263512" y="53339"/>
                </a:lnTo>
                <a:lnTo>
                  <a:pt x="267919" y="59689"/>
                </a:lnTo>
                <a:lnTo>
                  <a:pt x="272059" y="64770"/>
                </a:lnTo>
                <a:lnTo>
                  <a:pt x="275148" y="69850"/>
                </a:lnTo>
                <a:lnTo>
                  <a:pt x="264033" y="69850"/>
                </a:lnTo>
                <a:lnTo>
                  <a:pt x="264160" y="71120"/>
                </a:lnTo>
                <a:close/>
              </a:path>
              <a:path w="297814" h="297179">
                <a:moveTo>
                  <a:pt x="33235" y="71120"/>
                </a:moveTo>
                <a:lnTo>
                  <a:pt x="33362" y="69850"/>
                </a:lnTo>
                <a:lnTo>
                  <a:pt x="34038" y="69850"/>
                </a:lnTo>
                <a:lnTo>
                  <a:pt x="33235" y="71120"/>
                </a:lnTo>
                <a:close/>
              </a:path>
              <a:path w="297814" h="297179">
                <a:moveTo>
                  <a:pt x="271119" y="82550"/>
                </a:moveTo>
                <a:lnTo>
                  <a:pt x="267665" y="76200"/>
                </a:lnTo>
                <a:lnTo>
                  <a:pt x="264033" y="69850"/>
                </a:lnTo>
                <a:lnTo>
                  <a:pt x="275148" y="69850"/>
                </a:lnTo>
                <a:lnTo>
                  <a:pt x="275920" y="71120"/>
                </a:lnTo>
                <a:lnTo>
                  <a:pt x="279501" y="77470"/>
                </a:lnTo>
                <a:lnTo>
                  <a:pt x="281467" y="81279"/>
                </a:lnTo>
                <a:lnTo>
                  <a:pt x="271018" y="81279"/>
                </a:lnTo>
                <a:lnTo>
                  <a:pt x="271119" y="82550"/>
                </a:lnTo>
                <a:close/>
              </a:path>
              <a:path w="297814" h="297179">
                <a:moveTo>
                  <a:pt x="26263" y="82550"/>
                </a:moveTo>
                <a:lnTo>
                  <a:pt x="26377" y="81279"/>
                </a:lnTo>
                <a:lnTo>
                  <a:pt x="26957" y="81279"/>
                </a:lnTo>
                <a:lnTo>
                  <a:pt x="26263" y="82550"/>
                </a:lnTo>
                <a:close/>
              </a:path>
              <a:path w="297814" h="297179">
                <a:moveTo>
                  <a:pt x="283514" y="114300"/>
                </a:moveTo>
                <a:lnTo>
                  <a:pt x="281571" y="106679"/>
                </a:lnTo>
                <a:lnTo>
                  <a:pt x="279387" y="100329"/>
                </a:lnTo>
                <a:lnTo>
                  <a:pt x="276885" y="93979"/>
                </a:lnTo>
                <a:lnTo>
                  <a:pt x="274091" y="87629"/>
                </a:lnTo>
                <a:lnTo>
                  <a:pt x="271018" y="81279"/>
                </a:lnTo>
                <a:lnTo>
                  <a:pt x="281467" y="81279"/>
                </a:lnTo>
                <a:lnTo>
                  <a:pt x="282778" y="83820"/>
                </a:lnTo>
                <a:lnTo>
                  <a:pt x="285750" y="90170"/>
                </a:lnTo>
                <a:lnTo>
                  <a:pt x="288404" y="97789"/>
                </a:lnTo>
                <a:lnTo>
                  <a:pt x="290741" y="104139"/>
                </a:lnTo>
                <a:lnTo>
                  <a:pt x="292684" y="111760"/>
                </a:lnTo>
                <a:lnTo>
                  <a:pt x="293027" y="113029"/>
                </a:lnTo>
                <a:lnTo>
                  <a:pt x="283451" y="113029"/>
                </a:lnTo>
                <a:lnTo>
                  <a:pt x="283514" y="114300"/>
                </a:lnTo>
                <a:close/>
              </a:path>
              <a:path w="297814" h="297179">
                <a:moveTo>
                  <a:pt x="13881" y="114300"/>
                </a:moveTo>
                <a:lnTo>
                  <a:pt x="13931" y="113029"/>
                </a:lnTo>
                <a:lnTo>
                  <a:pt x="14202" y="113029"/>
                </a:lnTo>
                <a:lnTo>
                  <a:pt x="13881" y="114300"/>
                </a:lnTo>
                <a:close/>
              </a:path>
              <a:path w="297814" h="297179">
                <a:moveTo>
                  <a:pt x="293016" y="184150"/>
                </a:moveTo>
                <a:lnTo>
                  <a:pt x="283451" y="184150"/>
                </a:lnTo>
                <a:lnTo>
                  <a:pt x="285064" y="176529"/>
                </a:lnTo>
                <a:lnTo>
                  <a:pt x="286283" y="170179"/>
                </a:lnTo>
                <a:lnTo>
                  <a:pt x="287159" y="162560"/>
                </a:lnTo>
                <a:lnTo>
                  <a:pt x="287693" y="156210"/>
                </a:lnTo>
                <a:lnTo>
                  <a:pt x="287870" y="148589"/>
                </a:lnTo>
                <a:lnTo>
                  <a:pt x="287680" y="140970"/>
                </a:lnTo>
                <a:lnTo>
                  <a:pt x="287134" y="134620"/>
                </a:lnTo>
                <a:lnTo>
                  <a:pt x="286245" y="127000"/>
                </a:lnTo>
                <a:lnTo>
                  <a:pt x="285013" y="120650"/>
                </a:lnTo>
                <a:lnTo>
                  <a:pt x="283451" y="113029"/>
                </a:lnTo>
                <a:lnTo>
                  <a:pt x="293027" y="113029"/>
                </a:lnTo>
                <a:lnTo>
                  <a:pt x="297383" y="148589"/>
                </a:lnTo>
                <a:lnTo>
                  <a:pt x="297192" y="156210"/>
                </a:lnTo>
                <a:lnTo>
                  <a:pt x="296608" y="163829"/>
                </a:lnTo>
                <a:lnTo>
                  <a:pt x="295656" y="171450"/>
                </a:lnTo>
                <a:lnTo>
                  <a:pt x="294347" y="179070"/>
                </a:lnTo>
                <a:lnTo>
                  <a:pt x="293016" y="184150"/>
                </a:lnTo>
                <a:close/>
              </a:path>
              <a:path w="297814" h="297179">
                <a:moveTo>
                  <a:pt x="14202" y="184150"/>
                </a:moveTo>
                <a:lnTo>
                  <a:pt x="13931" y="184150"/>
                </a:lnTo>
                <a:lnTo>
                  <a:pt x="13881" y="182879"/>
                </a:lnTo>
                <a:lnTo>
                  <a:pt x="14202" y="184150"/>
                </a:lnTo>
                <a:close/>
              </a:path>
              <a:path w="297814" h="297179">
                <a:moveTo>
                  <a:pt x="199720" y="288289"/>
                </a:moveTo>
                <a:lnTo>
                  <a:pt x="155740" y="288289"/>
                </a:lnTo>
                <a:lnTo>
                  <a:pt x="163055" y="287020"/>
                </a:lnTo>
                <a:lnTo>
                  <a:pt x="169773" y="287020"/>
                </a:lnTo>
                <a:lnTo>
                  <a:pt x="176860" y="285750"/>
                </a:lnTo>
                <a:lnTo>
                  <a:pt x="176631" y="285750"/>
                </a:lnTo>
                <a:lnTo>
                  <a:pt x="183591" y="283210"/>
                </a:lnTo>
                <a:lnTo>
                  <a:pt x="183362" y="283210"/>
                </a:lnTo>
                <a:lnTo>
                  <a:pt x="190195" y="281939"/>
                </a:lnTo>
                <a:lnTo>
                  <a:pt x="189966" y="281939"/>
                </a:lnTo>
                <a:lnTo>
                  <a:pt x="196659" y="279400"/>
                </a:lnTo>
                <a:lnTo>
                  <a:pt x="196430" y="279400"/>
                </a:lnTo>
                <a:lnTo>
                  <a:pt x="202971" y="276860"/>
                </a:lnTo>
                <a:lnTo>
                  <a:pt x="202755" y="276860"/>
                </a:lnTo>
                <a:lnTo>
                  <a:pt x="209130" y="274320"/>
                </a:lnTo>
                <a:lnTo>
                  <a:pt x="208914" y="274320"/>
                </a:lnTo>
                <a:lnTo>
                  <a:pt x="215125" y="271779"/>
                </a:lnTo>
                <a:lnTo>
                  <a:pt x="214922" y="271779"/>
                </a:lnTo>
                <a:lnTo>
                  <a:pt x="220954" y="267970"/>
                </a:lnTo>
                <a:lnTo>
                  <a:pt x="220751" y="267970"/>
                </a:lnTo>
                <a:lnTo>
                  <a:pt x="226593" y="264160"/>
                </a:lnTo>
                <a:lnTo>
                  <a:pt x="226402" y="264160"/>
                </a:lnTo>
                <a:lnTo>
                  <a:pt x="232041" y="260350"/>
                </a:lnTo>
                <a:lnTo>
                  <a:pt x="231863" y="260350"/>
                </a:lnTo>
                <a:lnTo>
                  <a:pt x="237299" y="256539"/>
                </a:lnTo>
                <a:lnTo>
                  <a:pt x="237121" y="256539"/>
                </a:lnTo>
                <a:lnTo>
                  <a:pt x="242354" y="251460"/>
                </a:lnTo>
                <a:lnTo>
                  <a:pt x="242176" y="251460"/>
                </a:lnTo>
                <a:lnTo>
                  <a:pt x="247180" y="247650"/>
                </a:lnTo>
                <a:lnTo>
                  <a:pt x="247014" y="247650"/>
                </a:lnTo>
                <a:lnTo>
                  <a:pt x="251790" y="242570"/>
                </a:lnTo>
                <a:lnTo>
                  <a:pt x="251637" y="242570"/>
                </a:lnTo>
                <a:lnTo>
                  <a:pt x="256159" y="237489"/>
                </a:lnTo>
                <a:lnTo>
                  <a:pt x="256006" y="237489"/>
                </a:lnTo>
                <a:lnTo>
                  <a:pt x="260286" y="232410"/>
                </a:lnTo>
                <a:lnTo>
                  <a:pt x="260146" y="232410"/>
                </a:lnTo>
                <a:lnTo>
                  <a:pt x="264160" y="226060"/>
                </a:lnTo>
                <a:lnTo>
                  <a:pt x="267779" y="220979"/>
                </a:lnTo>
                <a:lnTo>
                  <a:pt x="271119" y="214629"/>
                </a:lnTo>
                <a:lnTo>
                  <a:pt x="274193" y="209550"/>
                </a:lnTo>
                <a:lnTo>
                  <a:pt x="276974" y="203200"/>
                </a:lnTo>
                <a:lnTo>
                  <a:pt x="279463" y="196850"/>
                </a:lnTo>
                <a:lnTo>
                  <a:pt x="281647" y="190500"/>
                </a:lnTo>
                <a:lnTo>
                  <a:pt x="283514" y="182879"/>
                </a:lnTo>
                <a:lnTo>
                  <a:pt x="283451" y="184150"/>
                </a:lnTo>
                <a:lnTo>
                  <a:pt x="293016" y="184150"/>
                </a:lnTo>
                <a:lnTo>
                  <a:pt x="290741" y="193039"/>
                </a:lnTo>
                <a:lnTo>
                  <a:pt x="288328" y="199389"/>
                </a:lnTo>
                <a:lnTo>
                  <a:pt x="285661" y="207010"/>
                </a:lnTo>
                <a:lnTo>
                  <a:pt x="267779" y="237489"/>
                </a:lnTo>
                <a:lnTo>
                  <a:pt x="263512" y="243839"/>
                </a:lnTo>
                <a:lnTo>
                  <a:pt x="225907" y="275589"/>
                </a:lnTo>
                <a:lnTo>
                  <a:pt x="213067" y="283210"/>
                </a:lnTo>
                <a:lnTo>
                  <a:pt x="199720" y="288289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990187" y="3135960"/>
            <a:ext cx="114300" cy="25241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922433" y="4022648"/>
            <a:ext cx="297815" cy="297180"/>
          </a:xfrm>
          <a:custGeom>
            <a:avLst/>
            <a:gdLst/>
            <a:ahLst/>
            <a:cxnLst/>
            <a:rect l="l" t="t" r="r" b="b"/>
            <a:pathLst>
              <a:path w="297814" h="297179">
                <a:moveTo>
                  <a:pt x="163766" y="297179"/>
                </a:moveTo>
                <a:lnTo>
                  <a:pt x="133375" y="297179"/>
                </a:lnTo>
                <a:lnTo>
                  <a:pt x="111417" y="293370"/>
                </a:lnTo>
                <a:lnTo>
                  <a:pt x="71475" y="275589"/>
                </a:lnTo>
                <a:lnTo>
                  <a:pt x="54013" y="262889"/>
                </a:lnTo>
                <a:lnTo>
                  <a:pt x="48615" y="259079"/>
                </a:lnTo>
                <a:lnTo>
                  <a:pt x="43459" y="254000"/>
                </a:lnTo>
                <a:lnTo>
                  <a:pt x="38544" y="248920"/>
                </a:lnTo>
                <a:lnTo>
                  <a:pt x="33870" y="243839"/>
                </a:lnTo>
                <a:lnTo>
                  <a:pt x="29463" y="237489"/>
                </a:lnTo>
                <a:lnTo>
                  <a:pt x="25323" y="232410"/>
                </a:lnTo>
                <a:lnTo>
                  <a:pt x="8978" y="199389"/>
                </a:lnTo>
                <a:lnTo>
                  <a:pt x="6642" y="193039"/>
                </a:lnTo>
                <a:lnTo>
                  <a:pt x="0" y="148589"/>
                </a:lnTo>
                <a:lnTo>
                  <a:pt x="177" y="140970"/>
                </a:lnTo>
                <a:lnTo>
                  <a:pt x="6718" y="104139"/>
                </a:lnTo>
                <a:lnTo>
                  <a:pt x="9055" y="96520"/>
                </a:lnTo>
                <a:lnTo>
                  <a:pt x="29603" y="59689"/>
                </a:lnTo>
                <a:lnTo>
                  <a:pt x="34023" y="53339"/>
                </a:lnTo>
                <a:lnTo>
                  <a:pt x="71475" y="21589"/>
                </a:lnTo>
                <a:lnTo>
                  <a:pt x="111645" y="3810"/>
                </a:lnTo>
                <a:lnTo>
                  <a:pt x="133616" y="0"/>
                </a:lnTo>
                <a:lnTo>
                  <a:pt x="164007" y="0"/>
                </a:lnTo>
                <a:lnTo>
                  <a:pt x="185966" y="3810"/>
                </a:lnTo>
                <a:lnTo>
                  <a:pt x="199936" y="8889"/>
                </a:lnTo>
                <a:lnTo>
                  <a:pt x="141643" y="8889"/>
                </a:lnTo>
                <a:lnTo>
                  <a:pt x="134340" y="10160"/>
                </a:lnTo>
                <a:lnTo>
                  <a:pt x="127609" y="10160"/>
                </a:lnTo>
                <a:lnTo>
                  <a:pt x="120523" y="11429"/>
                </a:lnTo>
                <a:lnTo>
                  <a:pt x="120751" y="11429"/>
                </a:lnTo>
                <a:lnTo>
                  <a:pt x="113791" y="12700"/>
                </a:lnTo>
                <a:lnTo>
                  <a:pt x="114020" y="12700"/>
                </a:lnTo>
                <a:lnTo>
                  <a:pt x="107187" y="15239"/>
                </a:lnTo>
                <a:lnTo>
                  <a:pt x="107416" y="15239"/>
                </a:lnTo>
                <a:lnTo>
                  <a:pt x="100736" y="17779"/>
                </a:lnTo>
                <a:lnTo>
                  <a:pt x="100952" y="17779"/>
                </a:lnTo>
                <a:lnTo>
                  <a:pt x="94411" y="20320"/>
                </a:lnTo>
                <a:lnTo>
                  <a:pt x="94627" y="20320"/>
                </a:lnTo>
                <a:lnTo>
                  <a:pt x="88252" y="22860"/>
                </a:lnTo>
                <a:lnTo>
                  <a:pt x="88468" y="22860"/>
                </a:lnTo>
                <a:lnTo>
                  <a:pt x="82257" y="25400"/>
                </a:lnTo>
                <a:lnTo>
                  <a:pt x="82461" y="25400"/>
                </a:lnTo>
                <a:lnTo>
                  <a:pt x="76441" y="29210"/>
                </a:lnTo>
                <a:lnTo>
                  <a:pt x="76631" y="29210"/>
                </a:lnTo>
                <a:lnTo>
                  <a:pt x="70789" y="33020"/>
                </a:lnTo>
                <a:lnTo>
                  <a:pt x="70980" y="33020"/>
                </a:lnTo>
                <a:lnTo>
                  <a:pt x="65341" y="36829"/>
                </a:lnTo>
                <a:lnTo>
                  <a:pt x="65519" y="36829"/>
                </a:lnTo>
                <a:lnTo>
                  <a:pt x="60083" y="40639"/>
                </a:lnTo>
                <a:lnTo>
                  <a:pt x="60261" y="40639"/>
                </a:lnTo>
                <a:lnTo>
                  <a:pt x="56346" y="44450"/>
                </a:lnTo>
                <a:lnTo>
                  <a:pt x="55206" y="44450"/>
                </a:lnTo>
                <a:lnTo>
                  <a:pt x="50203" y="49529"/>
                </a:lnTo>
                <a:lnTo>
                  <a:pt x="50368" y="49529"/>
                </a:lnTo>
                <a:lnTo>
                  <a:pt x="45605" y="54610"/>
                </a:lnTo>
                <a:lnTo>
                  <a:pt x="45758" y="54610"/>
                </a:lnTo>
                <a:lnTo>
                  <a:pt x="41224" y="59689"/>
                </a:lnTo>
                <a:lnTo>
                  <a:pt x="41376" y="59689"/>
                </a:lnTo>
                <a:lnTo>
                  <a:pt x="37096" y="64770"/>
                </a:lnTo>
                <a:lnTo>
                  <a:pt x="37236" y="64770"/>
                </a:lnTo>
                <a:lnTo>
                  <a:pt x="34025" y="69850"/>
                </a:lnTo>
                <a:lnTo>
                  <a:pt x="33350" y="69850"/>
                </a:lnTo>
                <a:lnTo>
                  <a:pt x="29603" y="76200"/>
                </a:lnTo>
                <a:lnTo>
                  <a:pt x="26957" y="81279"/>
                </a:lnTo>
                <a:lnTo>
                  <a:pt x="26365" y="81279"/>
                </a:lnTo>
                <a:lnTo>
                  <a:pt x="23190" y="87629"/>
                </a:lnTo>
                <a:lnTo>
                  <a:pt x="20408" y="93979"/>
                </a:lnTo>
                <a:lnTo>
                  <a:pt x="17919" y="100329"/>
                </a:lnTo>
                <a:lnTo>
                  <a:pt x="15735" y="106679"/>
                </a:lnTo>
                <a:lnTo>
                  <a:pt x="14192" y="113029"/>
                </a:lnTo>
                <a:lnTo>
                  <a:pt x="13931" y="113029"/>
                </a:lnTo>
                <a:lnTo>
                  <a:pt x="12318" y="120650"/>
                </a:lnTo>
                <a:lnTo>
                  <a:pt x="11099" y="127000"/>
                </a:lnTo>
                <a:lnTo>
                  <a:pt x="10223" y="134620"/>
                </a:lnTo>
                <a:lnTo>
                  <a:pt x="9690" y="140970"/>
                </a:lnTo>
                <a:lnTo>
                  <a:pt x="9525" y="148589"/>
                </a:lnTo>
                <a:lnTo>
                  <a:pt x="9673" y="154939"/>
                </a:lnTo>
                <a:lnTo>
                  <a:pt x="9783" y="156210"/>
                </a:lnTo>
                <a:lnTo>
                  <a:pt x="10248" y="162560"/>
                </a:lnTo>
                <a:lnTo>
                  <a:pt x="11137" y="170179"/>
                </a:lnTo>
                <a:lnTo>
                  <a:pt x="12369" y="176529"/>
                </a:lnTo>
                <a:lnTo>
                  <a:pt x="13931" y="184150"/>
                </a:lnTo>
                <a:lnTo>
                  <a:pt x="14192" y="184150"/>
                </a:lnTo>
                <a:lnTo>
                  <a:pt x="15811" y="190500"/>
                </a:lnTo>
                <a:lnTo>
                  <a:pt x="18008" y="196850"/>
                </a:lnTo>
                <a:lnTo>
                  <a:pt x="20497" y="203200"/>
                </a:lnTo>
                <a:lnTo>
                  <a:pt x="23291" y="209550"/>
                </a:lnTo>
                <a:lnTo>
                  <a:pt x="26365" y="214629"/>
                </a:lnTo>
                <a:lnTo>
                  <a:pt x="29730" y="220979"/>
                </a:lnTo>
                <a:lnTo>
                  <a:pt x="33350" y="226060"/>
                </a:lnTo>
                <a:lnTo>
                  <a:pt x="37236" y="232410"/>
                </a:lnTo>
                <a:lnTo>
                  <a:pt x="37096" y="232410"/>
                </a:lnTo>
                <a:lnTo>
                  <a:pt x="41376" y="237489"/>
                </a:lnTo>
                <a:lnTo>
                  <a:pt x="41224" y="237489"/>
                </a:lnTo>
                <a:lnTo>
                  <a:pt x="45758" y="242570"/>
                </a:lnTo>
                <a:lnTo>
                  <a:pt x="45605" y="242570"/>
                </a:lnTo>
                <a:lnTo>
                  <a:pt x="50368" y="247650"/>
                </a:lnTo>
                <a:lnTo>
                  <a:pt x="50203" y="247650"/>
                </a:lnTo>
                <a:lnTo>
                  <a:pt x="55206" y="251460"/>
                </a:lnTo>
                <a:lnTo>
                  <a:pt x="55041" y="251460"/>
                </a:lnTo>
                <a:lnTo>
                  <a:pt x="60261" y="256539"/>
                </a:lnTo>
                <a:lnTo>
                  <a:pt x="60083" y="256539"/>
                </a:lnTo>
                <a:lnTo>
                  <a:pt x="65519" y="260350"/>
                </a:lnTo>
                <a:lnTo>
                  <a:pt x="65341" y="260350"/>
                </a:lnTo>
                <a:lnTo>
                  <a:pt x="70980" y="264160"/>
                </a:lnTo>
                <a:lnTo>
                  <a:pt x="70789" y="264160"/>
                </a:lnTo>
                <a:lnTo>
                  <a:pt x="76631" y="267970"/>
                </a:lnTo>
                <a:lnTo>
                  <a:pt x="76441" y="267970"/>
                </a:lnTo>
                <a:lnTo>
                  <a:pt x="82461" y="271779"/>
                </a:lnTo>
                <a:lnTo>
                  <a:pt x="82257" y="271779"/>
                </a:lnTo>
                <a:lnTo>
                  <a:pt x="88468" y="274320"/>
                </a:lnTo>
                <a:lnTo>
                  <a:pt x="88252" y="274320"/>
                </a:lnTo>
                <a:lnTo>
                  <a:pt x="94627" y="276860"/>
                </a:lnTo>
                <a:lnTo>
                  <a:pt x="94411" y="276860"/>
                </a:lnTo>
                <a:lnTo>
                  <a:pt x="100952" y="279400"/>
                </a:lnTo>
                <a:lnTo>
                  <a:pt x="100736" y="279400"/>
                </a:lnTo>
                <a:lnTo>
                  <a:pt x="107416" y="281939"/>
                </a:lnTo>
                <a:lnTo>
                  <a:pt x="107187" y="281939"/>
                </a:lnTo>
                <a:lnTo>
                  <a:pt x="114020" y="283210"/>
                </a:lnTo>
                <a:lnTo>
                  <a:pt x="113791" y="283210"/>
                </a:lnTo>
                <a:lnTo>
                  <a:pt x="120751" y="285750"/>
                </a:lnTo>
                <a:lnTo>
                  <a:pt x="120523" y="285750"/>
                </a:lnTo>
                <a:lnTo>
                  <a:pt x="127609" y="287020"/>
                </a:lnTo>
                <a:lnTo>
                  <a:pt x="134340" y="287020"/>
                </a:lnTo>
                <a:lnTo>
                  <a:pt x="141643" y="288289"/>
                </a:lnTo>
                <a:lnTo>
                  <a:pt x="199936" y="288289"/>
                </a:lnTo>
                <a:lnTo>
                  <a:pt x="192798" y="290829"/>
                </a:lnTo>
                <a:lnTo>
                  <a:pt x="185966" y="293370"/>
                </a:lnTo>
                <a:lnTo>
                  <a:pt x="163766" y="297179"/>
                </a:lnTo>
                <a:close/>
              </a:path>
              <a:path w="297814" h="297179">
                <a:moveTo>
                  <a:pt x="242341" y="45720"/>
                </a:moveTo>
                <a:lnTo>
                  <a:pt x="237121" y="40639"/>
                </a:lnTo>
                <a:lnTo>
                  <a:pt x="237299" y="40639"/>
                </a:lnTo>
                <a:lnTo>
                  <a:pt x="231863" y="36829"/>
                </a:lnTo>
                <a:lnTo>
                  <a:pt x="232041" y="36829"/>
                </a:lnTo>
                <a:lnTo>
                  <a:pt x="226402" y="33020"/>
                </a:lnTo>
                <a:lnTo>
                  <a:pt x="226593" y="33020"/>
                </a:lnTo>
                <a:lnTo>
                  <a:pt x="220751" y="29210"/>
                </a:lnTo>
                <a:lnTo>
                  <a:pt x="220941" y="29210"/>
                </a:lnTo>
                <a:lnTo>
                  <a:pt x="214922" y="25400"/>
                </a:lnTo>
                <a:lnTo>
                  <a:pt x="215125" y="25400"/>
                </a:lnTo>
                <a:lnTo>
                  <a:pt x="208914" y="22860"/>
                </a:lnTo>
                <a:lnTo>
                  <a:pt x="209118" y="22860"/>
                </a:lnTo>
                <a:lnTo>
                  <a:pt x="202742" y="20320"/>
                </a:lnTo>
                <a:lnTo>
                  <a:pt x="202958" y="20320"/>
                </a:lnTo>
                <a:lnTo>
                  <a:pt x="196430" y="17779"/>
                </a:lnTo>
                <a:lnTo>
                  <a:pt x="196646" y="17779"/>
                </a:lnTo>
                <a:lnTo>
                  <a:pt x="189966" y="15239"/>
                </a:lnTo>
                <a:lnTo>
                  <a:pt x="190182" y="15239"/>
                </a:lnTo>
                <a:lnTo>
                  <a:pt x="183349" y="12700"/>
                </a:lnTo>
                <a:lnTo>
                  <a:pt x="183591" y="12700"/>
                </a:lnTo>
                <a:lnTo>
                  <a:pt x="176618" y="11429"/>
                </a:lnTo>
                <a:lnTo>
                  <a:pt x="176860" y="11429"/>
                </a:lnTo>
                <a:lnTo>
                  <a:pt x="169773" y="10160"/>
                </a:lnTo>
                <a:lnTo>
                  <a:pt x="163042" y="10160"/>
                </a:lnTo>
                <a:lnTo>
                  <a:pt x="155740" y="8889"/>
                </a:lnTo>
                <a:lnTo>
                  <a:pt x="199936" y="8889"/>
                </a:lnTo>
                <a:lnTo>
                  <a:pt x="206463" y="11429"/>
                </a:lnTo>
                <a:lnTo>
                  <a:pt x="213271" y="13970"/>
                </a:lnTo>
                <a:lnTo>
                  <a:pt x="248754" y="38100"/>
                </a:lnTo>
                <a:lnTo>
                  <a:pt x="255152" y="44450"/>
                </a:lnTo>
                <a:lnTo>
                  <a:pt x="242176" y="44450"/>
                </a:lnTo>
                <a:lnTo>
                  <a:pt x="242341" y="45720"/>
                </a:lnTo>
                <a:close/>
              </a:path>
              <a:path w="297814" h="297179">
                <a:moveTo>
                  <a:pt x="55041" y="45720"/>
                </a:moveTo>
                <a:lnTo>
                  <a:pt x="55206" y="44450"/>
                </a:lnTo>
                <a:lnTo>
                  <a:pt x="56346" y="44450"/>
                </a:lnTo>
                <a:lnTo>
                  <a:pt x="55041" y="45720"/>
                </a:lnTo>
                <a:close/>
              </a:path>
              <a:path w="297814" h="297179">
                <a:moveTo>
                  <a:pt x="264160" y="71120"/>
                </a:moveTo>
                <a:lnTo>
                  <a:pt x="260146" y="64770"/>
                </a:lnTo>
                <a:lnTo>
                  <a:pt x="256006" y="59689"/>
                </a:lnTo>
                <a:lnTo>
                  <a:pt x="256146" y="59689"/>
                </a:lnTo>
                <a:lnTo>
                  <a:pt x="251625" y="54610"/>
                </a:lnTo>
                <a:lnTo>
                  <a:pt x="251777" y="54610"/>
                </a:lnTo>
                <a:lnTo>
                  <a:pt x="247014" y="49529"/>
                </a:lnTo>
                <a:lnTo>
                  <a:pt x="247180" y="49529"/>
                </a:lnTo>
                <a:lnTo>
                  <a:pt x="242176" y="44450"/>
                </a:lnTo>
                <a:lnTo>
                  <a:pt x="255152" y="44450"/>
                </a:lnTo>
                <a:lnTo>
                  <a:pt x="258838" y="48260"/>
                </a:lnTo>
                <a:lnTo>
                  <a:pt x="263499" y="53339"/>
                </a:lnTo>
                <a:lnTo>
                  <a:pt x="267919" y="59689"/>
                </a:lnTo>
                <a:lnTo>
                  <a:pt x="272059" y="64770"/>
                </a:lnTo>
                <a:lnTo>
                  <a:pt x="275148" y="69850"/>
                </a:lnTo>
                <a:lnTo>
                  <a:pt x="264032" y="69850"/>
                </a:lnTo>
                <a:lnTo>
                  <a:pt x="264160" y="71120"/>
                </a:lnTo>
                <a:close/>
              </a:path>
              <a:path w="297814" h="297179">
                <a:moveTo>
                  <a:pt x="33223" y="71120"/>
                </a:moveTo>
                <a:lnTo>
                  <a:pt x="33350" y="69850"/>
                </a:lnTo>
                <a:lnTo>
                  <a:pt x="34025" y="69850"/>
                </a:lnTo>
                <a:lnTo>
                  <a:pt x="33223" y="71120"/>
                </a:lnTo>
                <a:close/>
              </a:path>
              <a:path w="297814" h="297179">
                <a:moveTo>
                  <a:pt x="271119" y="82550"/>
                </a:moveTo>
                <a:lnTo>
                  <a:pt x="267652" y="76200"/>
                </a:lnTo>
                <a:lnTo>
                  <a:pt x="264032" y="69850"/>
                </a:lnTo>
                <a:lnTo>
                  <a:pt x="275148" y="69850"/>
                </a:lnTo>
                <a:lnTo>
                  <a:pt x="275920" y="71120"/>
                </a:lnTo>
                <a:lnTo>
                  <a:pt x="279488" y="77470"/>
                </a:lnTo>
                <a:lnTo>
                  <a:pt x="281401" y="81279"/>
                </a:lnTo>
                <a:lnTo>
                  <a:pt x="271005" y="81279"/>
                </a:lnTo>
                <a:lnTo>
                  <a:pt x="271119" y="82550"/>
                </a:lnTo>
                <a:close/>
              </a:path>
              <a:path w="297814" h="297179">
                <a:moveTo>
                  <a:pt x="26263" y="82550"/>
                </a:moveTo>
                <a:lnTo>
                  <a:pt x="26365" y="81279"/>
                </a:lnTo>
                <a:lnTo>
                  <a:pt x="26957" y="81279"/>
                </a:lnTo>
                <a:lnTo>
                  <a:pt x="26263" y="82550"/>
                </a:lnTo>
                <a:close/>
              </a:path>
              <a:path w="297814" h="297179">
                <a:moveTo>
                  <a:pt x="283514" y="114300"/>
                </a:moveTo>
                <a:lnTo>
                  <a:pt x="281571" y="106679"/>
                </a:lnTo>
                <a:lnTo>
                  <a:pt x="279374" y="100329"/>
                </a:lnTo>
                <a:lnTo>
                  <a:pt x="276885" y="93979"/>
                </a:lnTo>
                <a:lnTo>
                  <a:pt x="274091" y="87629"/>
                </a:lnTo>
                <a:lnTo>
                  <a:pt x="271005" y="81279"/>
                </a:lnTo>
                <a:lnTo>
                  <a:pt x="281401" y="81279"/>
                </a:lnTo>
                <a:lnTo>
                  <a:pt x="282676" y="83820"/>
                </a:lnTo>
                <a:lnTo>
                  <a:pt x="285750" y="90170"/>
                </a:lnTo>
                <a:lnTo>
                  <a:pt x="288404" y="97789"/>
                </a:lnTo>
                <a:lnTo>
                  <a:pt x="290728" y="104139"/>
                </a:lnTo>
                <a:lnTo>
                  <a:pt x="293055" y="113029"/>
                </a:lnTo>
                <a:lnTo>
                  <a:pt x="283451" y="113029"/>
                </a:lnTo>
                <a:lnTo>
                  <a:pt x="283514" y="114300"/>
                </a:lnTo>
                <a:close/>
              </a:path>
              <a:path w="297814" h="297179">
                <a:moveTo>
                  <a:pt x="13868" y="114300"/>
                </a:moveTo>
                <a:lnTo>
                  <a:pt x="13931" y="113029"/>
                </a:lnTo>
                <a:lnTo>
                  <a:pt x="14192" y="113029"/>
                </a:lnTo>
                <a:lnTo>
                  <a:pt x="13868" y="114300"/>
                </a:lnTo>
                <a:close/>
              </a:path>
              <a:path w="297814" h="297179">
                <a:moveTo>
                  <a:pt x="297179" y="156210"/>
                </a:moveTo>
                <a:lnTo>
                  <a:pt x="287680" y="156210"/>
                </a:lnTo>
                <a:lnTo>
                  <a:pt x="287858" y="148589"/>
                </a:lnTo>
                <a:lnTo>
                  <a:pt x="287680" y="140970"/>
                </a:lnTo>
                <a:lnTo>
                  <a:pt x="287134" y="134620"/>
                </a:lnTo>
                <a:lnTo>
                  <a:pt x="286245" y="127000"/>
                </a:lnTo>
                <a:lnTo>
                  <a:pt x="285013" y="120650"/>
                </a:lnTo>
                <a:lnTo>
                  <a:pt x="283451" y="113029"/>
                </a:lnTo>
                <a:lnTo>
                  <a:pt x="293055" y="113029"/>
                </a:lnTo>
                <a:lnTo>
                  <a:pt x="297383" y="148589"/>
                </a:lnTo>
                <a:lnTo>
                  <a:pt x="297179" y="156210"/>
                </a:lnTo>
                <a:close/>
              </a:path>
              <a:path w="297814" h="297179">
                <a:moveTo>
                  <a:pt x="9783" y="156210"/>
                </a:moveTo>
                <a:lnTo>
                  <a:pt x="9690" y="154939"/>
                </a:lnTo>
                <a:lnTo>
                  <a:pt x="9783" y="156210"/>
                </a:lnTo>
                <a:close/>
              </a:path>
              <a:path w="297814" h="297179">
                <a:moveTo>
                  <a:pt x="293000" y="184150"/>
                </a:moveTo>
                <a:lnTo>
                  <a:pt x="283451" y="184150"/>
                </a:lnTo>
                <a:lnTo>
                  <a:pt x="285051" y="176529"/>
                </a:lnTo>
                <a:lnTo>
                  <a:pt x="286270" y="170179"/>
                </a:lnTo>
                <a:lnTo>
                  <a:pt x="287159" y="162560"/>
                </a:lnTo>
                <a:lnTo>
                  <a:pt x="287680" y="154939"/>
                </a:lnTo>
                <a:lnTo>
                  <a:pt x="287680" y="156210"/>
                </a:lnTo>
                <a:lnTo>
                  <a:pt x="297179" y="156210"/>
                </a:lnTo>
                <a:lnTo>
                  <a:pt x="296608" y="163829"/>
                </a:lnTo>
                <a:lnTo>
                  <a:pt x="295655" y="171450"/>
                </a:lnTo>
                <a:lnTo>
                  <a:pt x="294335" y="179070"/>
                </a:lnTo>
                <a:lnTo>
                  <a:pt x="293000" y="184150"/>
                </a:lnTo>
                <a:close/>
              </a:path>
              <a:path w="297814" h="297179">
                <a:moveTo>
                  <a:pt x="14192" y="184150"/>
                </a:moveTo>
                <a:lnTo>
                  <a:pt x="13931" y="184150"/>
                </a:lnTo>
                <a:lnTo>
                  <a:pt x="13868" y="182879"/>
                </a:lnTo>
                <a:lnTo>
                  <a:pt x="14192" y="184150"/>
                </a:lnTo>
                <a:close/>
              </a:path>
              <a:path w="297814" h="297179">
                <a:moveTo>
                  <a:pt x="199936" y="288289"/>
                </a:moveTo>
                <a:lnTo>
                  <a:pt x="155740" y="288289"/>
                </a:lnTo>
                <a:lnTo>
                  <a:pt x="163042" y="287020"/>
                </a:lnTo>
                <a:lnTo>
                  <a:pt x="169773" y="287020"/>
                </a:lnTo>
                <a:lnTo>
                  <a:pt x="176860" y="285750"/>
                </a:lnTo>
                <a:lnTo>
                  <a:pt x="176618" y="285750"/>
                </a:lnTo>
                <a:lnTo>
                  <a:pt x="183591" y="283210"/>
                </a:lnTo>
                <a:lnTo>
                  <a:pt x="183349" y="283210"/>
                </a:lnTo>
                <a:lnTo>
                  <a:pt x="190182" y="281939"/>
                </a:lnTo>
                <a:lnTo>
                  <a:pt x="189966" y="281939"/>
                </a:lnTo>
                <a:lnTo>
                  <a:pt x="196646" y="279400"/>
                </a:lnTo>
                <a:lnTo>
                  <a:pt x="196430" y="279400"/>
                </a:lnTo>
                <a:lnTo>
                  <a:pt x="202958" y="276860"/>
                </a:lnTo>
                <a:lnTo>
                  <a:pt x="202742" y="276860"/>
                </a:lnTo>
                <a:lnTo>
                  <a:pt x="209118" y="274320"/>
                </a:lnTo>
                <a:lnTo>
                  <a:pt x="208914" y="274320"/>
                </a:lnTo>
                <a:lnTo>
                  <a:pt x="215125" y="271779"/>
                </a:lnTo>
                <a:lnTo>
                  <a:pt x="214922" y="271779"/>
                </a:lnTo>
                <a:lnTo>
                  <a:pt x="220941" y="267970"/>
                </a:lnTo>
                <a:lnTo>
                  <a:pt x="220751" y="267970"/>
                </a:lnTo>
                <a:lnTo>
                  <a:pt x="226593" y="264160"/>
                </a:lnTo>
                <a:lnTo>
                  <a:pt x="226402" y="264160"/>
                </a:lnTo>
                <a:lnTo>
                  <a:pt x="232041" y="260350"/>
                </a:lnTo>
                <a:lnTo>
                  <a:pt x="231863" y="260350"/>
                </a:lnTo>
                <a:lnTo>
                  <a:pt x="237299" y="256539"/>
                </a:lnTo>
                <a:lnTo>
                  <a:pt x="237121" y="256539"/>
                </a:lnTo>
                <a:lnTo>
                  <a:pt x="242341" y="251460"/>
                </a:lnTo>
                <a:lnTo>
                  <a:pt x="242176" y="251460"/>
                </a:lnTo>
                <a:lnTo>
                  <a:pt x="247180" y="247650"/>
                </a:lnTo>
                <a:lnTo>
                  <a:pt x="247014" y="247650"/>
                </a:lnTo>
                <a:lnTo>
                  <a:pt x="251777" y="242570"/>
                </a:lnTo>
                <a:lnTo>
                  <a:pt x="251625" y="242570"/>
                </a:lnTo>
                <a:lnTo>
                  <a:pt x="256146" y="237489"/>
                </a:lnTo>
                <a:lnTo>
                  <a:pt x="256006" y="237489"/>
                </a:lnTo>
                <a:lnTo>
                  <a:pt x="260273" y="232410"/>
                </a:lnTo>
                <a:lnTo>
                  <a:pt x="264160" y="226060"/>
                </a:lnTo>
                <a:lnTo>
                  <a:pt x="264032" y="226060"/>
                </a:lnTo>
                <a:lnTo>
                  <a:pt x="267766" y="220979"/>
                </a:lnTo>
                <a:lnTo>
                  <a:pt x="271119" y="214629"/>
                </a:lnTo>
                <a:lnTo>
                  <a:pt x="274192" y="209550"/>
                </a:lnTo>
                <a:lnTo>
                  <a:pt x="276974" y="203200"/>
                </a:lnTo>
                <a:lnTo>
                  <a:pt x="279450" y="196850"/>
                </a:lnTo>
                <a:lnTo>
                  <a:pt x="281635" y="190500"/>
                </a:lnTo>
                <a:lnTo>
                  <a:pt x="283514" y="182879"/>
                </a:lnTo>
                <a:lnTo>
                  <a:pt x="283451" y="184150"/>
                </a:lnTo>
                <a:lnTo>
                  <a:pt x="293000" y="184150"/>
                </a:lnTo>
                <a:lnTo>
                  <a:pt x="290664" y="193039"/>
                </a:lnTo>
                <a:lnTo>
                  <a:pt x="288404" y="199389"/>
                </a:lnTo>
                <a:lnTo>
                  <a:pt x="285750" y="207010"/>
                </a:lnTo>
                <a:lnTo>
                  <a:pt x="267779" y="237489"/>
                </a:lnTo>
                <a:lnTo>
                  <a:pt x="263359" y="243839"/>
                </a:lnTo>
                <a:lnTo>
                  <a:pt x="231736" y="271779"/>
                </a:lnTo>
                <a:lnTo>
                  <a:pt x="213055" y="283210"/>
                </a:lnTo>
                <a:lnTo>
                  <a:pt x="199936" y="288289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003687" y="3796982"/>
            <a:ext cx="114300" cy="2524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3837432" y="2322944"/>
            <a:ext cx="431800" cy="2058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3975">
              <a:lnSpc>
                <a:spcPts val="2155"/>
              </a:lnSpc>
              <a:spcBef>
                <a:spcPts val="100"/>
              </a:spcBef>
            </a:pP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  <a:p>
            <a:pPr algn="r" marR="98425">
              <a:lnSpc>
                <a:spcPts val="3250"/>
              </a:lnSpc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  <a:p>
            <a:pPr algn="r" marR="59690">
              <a:lnSpc>
                <a:spcPts val="2045"/>
              </a:lnSpc>
            </a:pP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  <a:p>
            <a:pPr algn="r" marR="104139">
              <a:lnSpc>
                <a:spcPts val="3200"/>
              </a:lnSpc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  <a:p>
            <a:pPr algn="r" marR="46355">
              <a:lnSpc>
                <a:spcPts val="2000"/>
              </a:lnSpc>
            </a:pP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  <a:p>
            <a:pPr algn="r" marR="90805">
              <a:lnSpc>
                <a:spcPts val="3354"/>
              </a:lnSpc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125912" y="1287779"/>
            <a:ext cx="4597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动生电动势的非静电力来源</a:t>
            </a:r>
          </a:p>
        </p:txBody>
      </p:sp>
      <p:sp>
        <p:nvSpPr>
          <p:cNvPr id="39" name="object 39"/>
          <p:cNvSpPr/>
          <p:nvPr/>
        </p:nvSpPr>
        <p:spPr>
          <a:xfrm>
            <a:off x="3529812" y="181637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022092" y="1508760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5" y="0"/>
                </a:lnTo>
                <a:lnTo>
                  <a:pt x="364235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221735" y="1732788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3107575" y="4442561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916295" y="233555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602094" y="233555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402194" y="2335555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145144" y="2335555"/>
            <a:ext cx="196227" cy="1953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916295" y="299341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602094" y="299341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402194" y="2993415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145144" y="2993415"/>
            <a:ext cx="196227" cy="1953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916295" y="365127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592569" y="365127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414894" y="365127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154669" y="365127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916295" y="4309135"/>
            <a:ext cx="196227" cy="19531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592569" y="4309135"/>
            <a:ext cx="196227" cy="19531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414894" y="4309135"/>
            <a:ext cx="196227" cy="19531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8154669" y="4309135"/>
            <a:ext cx="196227" cy="19531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916295" y="4966995"/>
            <a:ext cx="196227" cy="19531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592569" y="4966995"/>
            <a:ext cx="196227" cy="19531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874283" y="2216683"/>
            <a:ext cx="30479" cy="3047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414894" y="4966995"/>
            <a:ext cx="196227" cy="19531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8154669" y="4966995"/>
            <a:ext cx="196227" cy="19531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935723" y="2302764"/>
            <a:ext cx="433070" cy="2700655"/>
          </a:xfrm>
          <a:custGeom>
            <a:avLst/>
            <a:gdLst/>
            <a:ahLst/>
            <a:cxnLst/>
            <a:rect l="l" t="t" r="r" b="b"/>
            <a:pathLst>
              <a:path w="433070" h="2700654">
                <a:moveTo>
                  <a:pt x="0" y="0"/>
                </a:moveTo>
                <a:lnTo>
                  <a:pt x="432816" y="0"/>
                </a:lnTo>
                <a:lnTo>
                  <a:pt x="432816" y="2700528"/>
                </a:lnTo>
                <a:lnTo>
                  <a:pt x="0" y="2700528"/>
                </a:lnTo>
                <a:lnTo>
                  <a:pt x="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922172" y="2288971"/>
            <a:ext cx="460375" cy="2729230"/>
          </a:xfrm>
          <a:custGeom>
            <a:avLst/>
            <a:gdLst/>
            <a:ahLst/>
            <a:cxnLst/>
            <a:rect l="l" t="t" r="r" b="b"/>
            <a:pathLst>
              <a:path w="460375" h="2729229">
                <a:moveTo>
                  <a:pt x="460375" y="2728912"/>
                </a:moveTo>
                <a:lnTo>
                  <a:pt x="0" y="2728912"/>
                </a:lnTo>
                <a:lnTo>
                  <a:pt x="0" y="0"/>
                </a:lnTo>
                <a:lnTo>
                  <a:pt x="460375" y="0"/>
                </a:lnTo>
                <a:lnTo>
                  <a:pt x="460375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2700337"/>
                </a:lnTo>
                <a:lnTo>
                  <a:pt x="14287" y="2700337"/>
                </a:lnTo>
                <a:lnTo>
                  <a:pt x="28575" y="2714624"/>
                </a:lnTo>
                <a:lnTo>
                  <a:pt x="460375" y="2714624"/>
                </a:lnTo>
                <a:lnTo>
                  <a:pt x="460375" y="2728912"/>
                </a:lnTo>
                <a:close/>
              </a:path>
              <a:path w="460375" h="2729229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460375" h="2729229">
                <a:moveTo>
                  <a:pt x="431800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431800" y="14287"/>
                </a:lnTo>
                <a:lnTo>
                  <a:pt x="431800" y="28574"/>
                </a:lnTo>
                <a:close/>
              </a:path>
              <a:path w="460375" h="2729229">
                <a:moveTo>
                  <a:pt x="431800" y="2714624"/>
                </a:moveTo>
                <a:lnTo>
                  <a:pt x="431800" y="14287"/>
                </a:lnTo>
                <a:lnTo>
                  <a:pt x="446087" y="28574"/>
                </a:lnTo>
                <a:lnTo>
                  <a:pt x="460375" y="28574"/>
                </a:lnTo>
                <a:lnTo>
                  <a:pt x="460375" y="2700337"/>
                </a:lnTo>
                <a:lnTo>
                  <a:pt x="446087" y="2700337"/>
                </a:lnTo>
                <a:lnTo>
                  <a:pt x="431800" y="2714624"/>
                </a:lnTo>
                <a:close/>
              </a:path>
              <a:path w="460375" h="2729229">
                <a:moveTo>
                  <a:pt x="460375" y="28574"/>
                </a:moveTo>
                <a:lnTo>
                  <a:pt x="446087" y="28574"/>
                </a:lnTo>
                <a:lnTo>
                  <a:pt x="431800" y="14287"/>
                </a:lnTo>
                <a:lnTo>
                  <a:pt x="460375" y="14287"/>
                </a:lnTo>
                <a:lnTo>
                  <a:pt x="460375" y="28574"/>
                </a:lnTo>
                <a:close/>
              </a:path>
              <a:path w="460375" h="2729229">
                <a:moveTo>
                  <a:pt x="28575" y="2714624"/>
                </a:moveTo>
                <a:lnTo>
                  <a:pt x="14287" y="2700337"/>
                </a:lnTo>
                <a:lnTo>
                  <a:pt x="28575" y="2700337"/>
                </a:lnTo>
                <a:lnTo>
                  <a:pt x="28575" y="2714624"/>
                </a:lnTo>
                <a:close/>
              </a:path>
              <a:path w="460375" h="2729229">
                <a:moveTo>
                  <a:pt x="431800" y="2714624"/>
                </a:moveTo>
                <a:lnTo>
                  <a:pt x="28575" y="2714624"/>
                </a:lnTo>
                <a:lnTo>
                  <a:pt x="28575" y="2700337"/>
                </a:lnTo>
                <a:lnTo>
                  <a:pt x="431800" y="2700337"/>
                </a:lnTo>
                <a:lnTo>
                  <a:pt x="431800" y="2714624"/>
                </a:lnTo>
                <a:close/>
              </a:path>
              <a:path w="460375" h="2729229">
                <a:moveTo>
                  <a:pt x="460375" y="2714624"/>
                </a:moveTo>
                <a:lnTo>
                  <a:pt x="431800" y="2714624"/>
                </a:lnTo>
                <a:lnTo>
                  <a:pt x="446087" y="2700337"/>
                </a:lnTo>
                <a:lnTo>
                  <a:pt x="460375" y="2700337"/>
                </a:lnTo>
                <a:lnTo>
                  <a:pt x="460375" y="2714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463510" y="3424377"/>
            <a:ext cx="866140" cy="171450"/>
          </a:xfrm>
          <a:custGeom>
            <a:avLst/>
            <a:gdLst/>
            <a:ahLst/>
            <a:cxnLst/>
            <a:rect l="l" t="t" r="r" b="b"/>
            <a:pathLst>
              <a:path w="866140" h="171450">
                <a:moveTo>
                  <a:pt x="694270" y="171450"/>
                </a:moveTo>
                <a:lnTo>
                  <a:pt x="779995" y="85725"/>
                </a:lnTo>
                <a:lnTo>
                  <a:pt x="694270" y="0"/>
                </a:lnTo>
                <a:lnTo>
                  <a:pt x="808570" y="57150"/>
                </a:lnTo>
                <a:lnTo>
                  <a:pt x="801420" y="57150"/>
                </a:lnTo>
                <a:lnTo>
                  <a:pt x="801420" y="114300"/>
                </a:lnTo>
                <a:lnTo>
                  <a:pt x="808570" y="114300"/>
                </a:lnTo>
                <a:lnTo>
                  <a:pt x="694270" y="171450"/>
                </a:lnTo>
                <a:close/>
              </a:path>
              <a:path w="866140" h="171450">
                <a:moveTo>
                  <a:pt x="751420" y="114300"/>
                </a:moveTo>
                <a:lnTo>
                  <a:pt x="0" y="114300"/>
                </a:lnTo>
                <a:lnTo>
                  <a:pt x="0" y="57150"/>
                </a:lnTo>
                <a:lnTo>
                  <a:pt x="751420" y="57150"/>
                </a:lnTo>
                <a:lnTo>
                  <a:pt x="779995" y="85725"/>
                </a:lnTo>
                <a:lnTo>
                  <a:pt x="751420" y="114300"/>
                </a:lnTo>
                <a:close/>
              </a:path>
              <a:path w="866140" h="171450">
                <a:moveTo>
                  <a:pt x="808570" y="114300"/>
                </a:moveTo>
                <a:lnTo>
                  <a:pt x="801420" y="114300"/>
                </a:lnTo>
                <a:lnTo>
                  <a:pt x="801420" y="57150"/>
                </a:lnTo>
                <a:lnTo>
                  <a:pt x="808570" y="57150"/>
                </a:lnTo>
                <a:lnTo>
                  <a:pt x="865720" y="85725"/>
                </a:lnTo>
                <a:lnTo>
                  <a:pt x="80857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7717396" y="3112541"/>
            <a:ext cx="2032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Book Antiqua"/>
                <a:cs typeface="Book Antiqua"/>
              </a:rPr>
              <a:t>v</a:t>
            </a:r>
            <a:endParaRPr sz="2800">
              <a:latin typeface="Book Antiqua"/>
              <a:cs typeface="Book Antiqu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015200" y="1945436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799505" y="4999761"/>
            <a:ext cx="3461385" cy="676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776605">
              <a:lnSpc>
                <a:spcPts val="2565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565"/>
              </a:lnSpc>
            </a:pP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③</a:t>
            </a:r>
            <a:r>
              <a:rPr dirty="0" sz="2400" spc="-60" b="1">
                <a:solidFill>
                  <a:srgbClr val="0000FF"/>
                </a:solidFill>
                <a:latin typeface="华文楷体"/>
                <a:cs typeface="华文楷体"/>
              </a:rPr>
              <a:t>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导体棒哪端的电势高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922934" y="2216112"/>
            <a:ext cx="424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543" sz="2700" b="1">
                <a:solidFill>
                  <a:srgbClr val="008000"/>
                </a:solidFill>
                <a:latin typeface="Calibri"/>
                <a:cs typeface="Calibri"/>
              </a:rPr>
              <a:t>+</a:t>
            </a:r>
            <a:r>
              <a:rPr dirty="0" baseline="1543" sz="2700" spc="-284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baseline="1543" sz="2700" spc="112" b="1">
                <a:solidFill>
                  <a:srgbClr val="008000"/>
                </a:solidFill>
                <a:latin typeface="Calibri"/>
                <a:cs typeface="Calibri"/>
              </a:rPr>
              <a:t>+</a:t>
            </a:r>
            <a:r>
              <a:rPr dirty="0" sz="1800" spc="75" b="1">
                <a:solidFill>
                  <a:srgbClr val="008000"/>
                </a:solidFill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956349" y="4749622"/>
            <a:ext cx="3873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8000"/>
                </a:solidFill>
                <a:latin typeface="Calibri"/>
                <a:cs typeface="Calibri"/>
              </a:rPr>
              <a:t>- </a:t>
            </a:r>
            <a:r>
              <a:rPr dirty="0" baseline="1543" sz="2700" b="1">
                <a:solidFill>
                  <a:srgbClr val="008000"/>
                </a:solidFill>
                <a:latin typeface="Calibri"/>
                <a:cs typeface="Calibri"/>
              </a:rPr>
              <a:t>-</a:t>
            </a:r>
            <a:r>
              <a:rPr dirty="0" baseline="1543" sz="2700" spc="-187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baseline="1543" sz="2700" b="1">
                <a:solidFill>
                  <a:srgbClr val="008000"/>
                </a:solidFill>
                <a:latin typeface="Calibri"/>
                <a:cs typeface="Calibri"/>
              </a:rPr>
              <a:t>-</a:t>
            </a:r>
            <a:endParaRPr baseline="1543" sz="2700">
              <a:latin typeface="Calibri"/>
              <a:cs typeface="Calibri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6966254" y="1911108"/>
            <a:ext cx="2476563" cy="334984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7379690" y="4496206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008000"/>
                </a:solidFill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74" name="object 74"/>
          <p:cNvSpPr txBox="1"/>
          <p:nvPr/>
        </p:nvSpPr>
        <p:spPr>
          <a:xfrm>
            <a:off x="7024369" y="2625572"/>
            <a:ext cx="332740" cy="1097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7804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05"/>
              </a:spcBef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237983" y="4031830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9042133" y="2924314"/>
            <a:ext cx="280035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华文楷体"/>
                <a:cs typeface="华文楷体"/>
              </a:rPr>
              <a:t>用 电 器</a:t>
            </a:r>
            <a:endParaRPr sz="20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37432" y="2302764"/>
            <a:ext cx="431800" cy="2700655"/>
          </a:xfrm>
          <a:custGeom>
            <a:avLst/>
            <a:gdLst/>
            <a:ahLst/>
            <a:cxnLst/>
            <a:rect l="l" t="t" r="r" b="b"/>
            <a:pathLst>
              <a:path w="431800" h="2700654">
                <a:moveTo>
                  <a:pt x="0" y="0"/>
                </a:moveTo>
                <a:lnTo>
                  <a:pt x="431291" y="0"/>
                </a:lnTo>
                <a:lnTo>
                  <a:pt x="431291" y="2700528"/>
                </a:lnTo>
                <a:lnTo>
                  <a:pt x="0" y="2700528"/>
                </a:lnTo>
                <a:lnTo>
                  <a:pt x="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822776" y="2288971"/>
            <a:ext cx="460375" cy="2729230"/>
          </a:xfrm>
          <a:custGeom>
            <a:avLst/>
            <a:gdLst/>
            <a:ahLst/>
            <a:cxnLst/>
            <a:rect l="l" t="t" r="r" b="b"/>
            <a:pathLst>
              <a:path w="460375" h="2729229">
                <a:moveTo>
                  <a:pt x="460375" y="2728912"/>
                </a:moveTo>
                <a:lnTo>
                  <a:pt x="0" y="2728912"/>
                </a:lnTo>
                <a:lnTo>
                  <a:pt x="0" y="0"/>
                </a:lnTo>
                <a:lnTo>
                  <a:pt x="460375" y="0"/>
                </a:lnTo>
                <a:lnTo>
                  <a:pt x="460375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2700337"/>
                </a:lnTo>
                <a:lnTo>
                  <a:pt x="14287" y="2700337"/>
                </a:lnTo>
                <a:lnTo>
                  <a:pt x="28575" y="2714624"/>
                </a:lnTo>
                <a:lnTo>
                  <a:pt x="460375" y="2714624"/>
                </a:lnTo>
                <a:lnTo>
                  <a:pt x="460375" y="2728912"/>
                </a:lnTo>
                <a:close/>
              </a:path>
              <a:path w="460375" h="2729229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460375" h="2729229">
                <a:moveTo>
                  <a:pt x="431800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431800" y="14287"/>
                </a:lnTo>
                <a:lnTo>
                  <a:pt x="431800" y="28574"/>
                </a:lnTo>
                <a:close/>
              </a:path>
              <a:path w="460375" h="2729229">
                <a:moveTo>
                  <a:pt x="431800" y="2714624"/>
                </a:moveTo>
                <a:lnTo>
                  <a:pt x="431800" y="14287"/>
                </a:lnTo>
                <a:lnTo>
                  <a:pt x="446087" y="28574"/>
                </a:lnTo>
                <a:lnTo>
                  <a:pt x="460375" y="28574"/>
                </a:lnTo>
                <a:lnTo>
                  <a:pt x="460375" y="2700337"/>
                </a:lnTo>
                <a:lnTo>
                  <a:pt x="446087" y="2700337"/>
                </a:lnTo>
                <a:lnTo>
                  <a:pt x="431800" y="2714624"/>
                </a:lnTo>
                <a:close/>
              </a:path>
              <a:path w="460375" h="2729229">
                <a:moveTo>
                  <a:pt x="460375" y="28574"/>
                </a:moveTo>
                <a:lnTo>
                  <a:pt x="446087" y="28574"/>
                </a:lnTo>
                <a:lnTo>
                  <a:pt x="431800" y="14287"/>
                </a:lnTo>
                <a:lnTo>
                  <a:pt x="460375" y="14287"/>
                </a:lnTo>
                <a:lnTo>
                  <a:pt x="460375" y="28574"/>
                </a:lnTo>
                <a:close/>
              </a:path>
              <a:path w="460375" h="2729229">
                <a:moveTo>
                  <a:pt x="28575" y="2714624"/>
                </a:moveTo>
                <a:lnTo>
                  <a:pt x="14287" y="2700337"/>
                </a:lnTo>
                <a:lnTo>
                  <a:pt x="28575" y="2700337"/>
                </a:lnTo>
                <a:lnTo>
                  <a:pt x="28575" y="2714624"/>
                </a:lnTo>
                <a:close/>
              </a:path>
              <a:path w="460375" h="2729229">
                <a:moveTo>
                  <a:pt x="431800" y="2714624"/>
                </a:moveTo>
                <a:lnTo>
                  <a:pt x="28575" y="2714624"/>
                </a:lnTo>
                <a:lnTo>
                  <a:pt x="28575" y="2700337"/>
                </a:lnTo>
                <a:lnTo>
                  <a:pt x="431800" y="2700337"/>
                </a:lnTo>
                <a:lnTo>
                  <a:pt x="431800" y="2714624"/>
                </a:lnTo>
                <a:close/>
              </a:path>
              <a:path w="460375" h="2729229">
                <a:moveTo>
                  <a:pt x="460375" y="2714624"/>
                </a:moveTo>
                <a:lnTo>
                  <a:pt x="431800" y="2714624"/>
                </a:lnTo>
                <a:lnTo>
                  <a:pt x="446087" y="2700337"/>
                </a:lnTo>
                <a:lnTo>
                  <a:pt x="460375" y="2700337"/>
                </a:lnTo>
                <a:lnTo>
                  <a:pt x="460375" y="2714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45765" y="233555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31565" y="233555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31665" y="233555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74615" y="2335555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45765" y="299341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531565" y="299341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31665" y="299341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074615" y="2993415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845765" y="365127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522040" y="365127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344365" y="365127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084140" y="365127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45765" y="4309135"/>
            <a:ext cx="196227" cy="1953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522040" y="4309135"/>
            <a:ext cx="196227" cy="1953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344365" y="4309135"/>
            <a:ext cx="196227" cy="1953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084140" y="4309135"/>
            <a:ext cx="196227" cy="1953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845765" y="4966995"/>
            <a:ext cx="196227" cy="1953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522040" y="496699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803753" y="2216683"/>
            <a:ext cx="30480" cy="3047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344365" y="496699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084140" y="496699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364113" y="3424377"/>
            <a:ext cx="866140" cy="171450"/>
          </a:xfrm>
          <a:custGeom>
            <a:avLst/>
            <a:gdLst/>
            <a:ahLst/>
            <a:cxnLst/>
            <a:rect l="l" t="t" r="r" b="b"/>
            <a:pathLst>
              <a:path w="866139" h="171450">
                <a:moveTo>
                  <a:pt x="694270" y="171450"/>
                </a:moveTo>
                <a:lnTo>
                  <a:pt x="779995" y="85725"/>
                </a:lnTo>
                <a:lnTo>
                  <a:pt x="694270" y="0"/>
                </a:lnTo>
                <a:lnTo>
                  <a:pt x="808570" y="57150"/>
                </a:lnTo>
                <a:lnTo>
                  <a:pt x="801420" y="57150"/>
                </a:lnTo>
                <a:lnTo>
                  <a:pt x="801420" y="114300"/>
                </a:lnTo>
                <a:lnTo>
                  <a:pt x="808570" y="114300"/>
                </a:lnTo>
                <a:lnTo>
                  <a:pt x="694270" y="171450"/>
                </a:lnTo>
                <a:close/>
              </a:path>
              <a:path w="866139" h="171450">
                <a:moveTo>
                  <a:pt x="751420" y="114300"/>
                </a:moveTo>
                <a:lnTo>
                  <a:pt x="0" y="114300"/>
                </a:lnTo>
                <a:lnTo>
                  <a:pt x="0" y="57150"/>
                </a:lnTo>
                <a:lnTo>
                  <a:pt x="751420" y="57150"/>
                </a:lnTo>
                <a:lnTo>
                  <a:pt x="779995" y="85725"/>
                </a:lnTo>
                <a:lnTo>
                  <a:pt x="751420" y="114300"/>
                </a:lnTo>
                <a:close/>
              </a:path>
              <a:path w="866139" h="171450">
                <a:moveTo>
                  <a:pt x="808570" y="114300"/>
                </a:moveTo>
                <a:lnTo>
                  <a:pt x="801420" y="114300"/>
                </a:lnTo>
                <a:lnTo>
                  <a:pt x="801420" y="57150"/>
                </a:lnTo>
                <a:lnTo>
                  <a:pt x="808570" y="57150"/>
                </a:lnTo>
                <a:lnTo>
                  <a:pt x="865720" y="85725"/>
                </a:lnTo>
                <a:lnTo>
                  <a:pt x="80857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708740" y="3064827"/>
            <a:ext cx="2032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Book Antiqua"/>
                <a:cs typeface="Book Antiqua"/>
              </a:rPr>
              <a:t>v</a:t>
            </a:r>
            <a:endParaRPr sz="2800">
              <a:latin typeface="Book Antiqua"/>
              <a:cs typeface="Book Antiqu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914812" y="2689148"/>
            <a:ext cx="297815" cy="297180"/>
          </a:xfrm>
          <a:custGeom>
            <a:avLst/>
            <a:gdLst/>
            <a:ahLst/>
            <a:cxnLst/>
            <a:rect l="l" t="t" r="r" b="b"/>
            <a:pathLst>
              <a:path w="297814" h="297180">
                <a:moveTo>
                  <a:pt x="163766" y="297179"/>
                </a:moveTo>
                <a:lnTo>
                  <a:pt x="133375" y="297179"/>
                </a:lnTo>
                <a:lnTo>
                  <a:pt x="111417" y="293369"/>
                </a:lnTo>
                <a:lnTo>
                  <a:pt x="71475" y="275589"/>
                </a:lnTo>
                <a:lnTo>
                  <a:pt x="54013" y="262889"/>
                </a:lnTo>
                <a:lnTo>
                  <a:pt x="48615" y="259079"/>
                </a:lnTo>
                <a:lnTo>
                  <a:pt x="43459" y="253999"/>
                </a:lnTo>
                <a:lnTo>
                  <a:pt x="38544" y="248919"/>
                </a:lnTo>
                <a:lnTo>
                  <a:pt x="33870" y="243839"/>
                </a:lnTo>
                <a:lnTo>
                  <a:pt x="29463" y="237489"/>
                </a:lnTo>
                <a:lnTo>
                  <a:pt x="25323" y="232409"/>
                </a:lnTo>
                <a:lnTo>
                  <a:pt x="8978" y="199389"/>
                </a:lnTo>
                <a:lnTo>
                  <a:pt x="6642" y="193039"/>
                </a:lnTo>
                <a:lnTo>
                  <a:pt x="0" y="148589"/>
                </a:lnTo>
                <a:lnTo>
                  <a:pt x="177" y="140969"/>
                </a:lnTo>
                <a:lnTo>
                  <a:pt x="9055" y="96519"/>
                </a:lnTo>
                <a:lnTo>
                  <a:pt x="29603" y="59689"/>
                </a:lnTo>
                <a:lnTo>
                  <a:pt x="34023" y="53339"/>
                </a:lnTo>
                <a:lnTo>
                  <a:pt x="71475" y="21589"/>
                </a:lnTo>
                <a:lnTo>
                  <a:pt x="111645" y="3809"/>
                </a:lnTo>
                <a:lnTo>
                  <a:pt x="133616" y="0"/>
                </a:lnTo>
                <a:lnTo>
                  <a:pt x="164007" y="0"/>
                </a:lnTo>
                <a:lnTo>
                  <a:pt x="185966" y="3809"/>
                </a:lnTo>
                <a:lnTo>
                  <a:pt x="199936" y="8889"/>
                </a:lnTo>
                <a:lnTo>
                  <a:pt x="141643" y="8889"/>
                </a:lnTo>
                <a:lnTo>
                  <a:pt x="134340" y="10159"/>
                </a:lnTo>
                <a:lnTo>
                  <a:pt x="127609" y="10159"/>
                </a:lnTo>
                <a:lnTo>
                  <a:pt x="120523" y="11429"/>
                </a:lnTo>
                <a:lnTo>
                  <a:pt x="120751" y="11429"/>
                </a:lnTo>
                <a:lnTo>
                  <a:pt x="113792" y="12699"/>
                </a:lnTo>
                <a:lnTo>
                  <a:pt x="114020" y="12699"/>
                </a:lnTo>
                <a:lnTo>
                  <a:pt x="107187" y="15239"/>
                </a:lnTo>
                <a:lnTo>
                  <a:pt x="107416" y="15239"/>
                </a:lnTo>
                <a:lnTo>
                  <a:pt x="100736" y="17779"/>
                </a:lnTo>
                <a:lnTo>
                  <a:pt x="100952" y="17779"/>
                </a:lnTo>
                <a:lnTo>
                  <a:pt x="94411" y="20319"/>
                </a:lnTo>
                <a:lnTo>
                  <a:pt x="94627" y="20319"/>
                </a:lnTo>
                <a:lnTo>
                  <a:pt x="88252" y="22859"/>
                </a:lnTo>
                <a:lnTo>
                  <a:pt x="88468" y="22859"/>
                </a:lnTo>
                <a:lnTo>
                  <a:pt x="82257" y="25399"/>
                </a:lnTo>
                <a:lnTo>
                  <a:pt x="82461" y="25399"/>
                </a:lnTo>
                <a:lnTo>
                  <a:pt x="76441" y="29209"/>
                </a:lnTo>
                <a:lnTo>
                  <a:pt x="76631" y="29209"/>
                </a:lnTo>
                <a:lnTo>
                  <a:pt x="70789" y="33019"/>
                </a:lnTo>
                <a:lnTo>
                  <a:pt x="70980" y="33019"/>
                </a:lnTo>
                <a:lnTo>
                  <a:pt x="65341" y="36829"/>
                </a:lnTo>
                <a:lnTo>
                  <a:pt x="65519" y="36829"/>
                </a:lnTo>
                <a:lnTo>
                  <a:pt x="60083" y="40639"/>
                </a:lnTo>
                <a:lnTo>
                  <a:pt x="60261" y="40639"/>
                </a:lnTo>
                <a:lnTo>
                  <a:pt x="56346" y="44449"/>
                </a:lnTo>
                <a:lnTo>
                  <a:pt x="55206" y="44449"/>
                </a:lnTo>
                <a:lnTo>
                  <a:pt x="50203" y="49529"/>
                </a:lnTo>
                <a:lnTo>
                  <a:pt x="50368" y="49529"/>
                </a:lnTo>
                <a:lnTo>
                  <a:pt x="45605" y="54609"/>
                </a:lnTo>
                <a:lnTo>
                  <a:pt x="45758" y="54609"/>
                </a:lnTo>
                <a:lnTo>
                  <a:pt x="41224" y="59689"/>
                </a:lnTo>
                <a:lnTo>
                  <a:pt x="41376" y="59689"/>
                </a:lnTo>
                <a:lnTo>
                  <a:pt x="37096" y="64769"/>
                </a:lnTo>
                <a:lnTo>
                  <a:pt x="37236" y="64769"/>
                </a:lnTo>
                <a:lnTo>
                  <a:pt x="34025" y="69849"/>
                </a:lnTo>
                <a:lnTo>
                  <a:pt x="33350" y="69849"/>
                </a:lnTo>
                <a:lnTo>
                  <a:pt x="29603" y="76199"/>
                </a:lnTo>
                <a:lnTo>
                  <a:pt x="26957" y="81279"/>
                </a:lnTo>
                <a:lnTo>
                  <a:pt x="26365" y="81279"/>
                </a:lnTo>
                <a:lnTo>
                  <a:pt x="23190" y="87629"/>
                </a:lnTo>
                <a:lnTo>
                  <a:pt x="20408" y="93979"/>
                </a:lnTo>
                <a:lnTo>
                  <a:pt x="17919" y="100329"/>
                </a:lnTo>
                <a:lnTo>
                  <a:pt x="15735" y="106679"/>
                </a:lnTo>
                <a:lnTo>
                  <a:pt x="14192" y="113029"/>
                </a:lnTo>
                <a:lnTo>
                  <a:pt x="13931" y="113029"/>
                </a:lnTo>
                <a:lnTo>
                  <a:pt x="12319" y="120649"/>
                </a:lnTo>
                <a:lnTo>
                  <a:pt x="11099" y="126999"/>
                </a:lnTo>
                <a:lnTo>
                  <a:pt x="10223" y="134619"/>
                </a:lnTo>
                <a:lnTo>
                  <a:pt x="9690" y="140969"/>
                </a:lnTo>
                <a:lnTo>
                  <a:pt x="9525" y="148589"/>
                </a:lnTo>
                <a:lnTo>
                  <a:pt x="9702" y="156209"/>
                </a:lnTo>
                <a:lnTo>
                  <a:pt x="10248" y="162559"/>
                </a:lnTo>
                <a:lnTo>
                  <a:pt x="11137" y="170179"/>
                </a:lnTo>
                <a:lnTo>
                  <a:pt x="12369" y="176529"/>
                </a:lnTo>
                <a:lnTo>
                  <a:pt x="13931" y="184149"/>
                </a:lnTo>
                <a:lnTo>
                  <a:pt x="14192" y="184149"/>
                </a:lnTo>
                <a:lnTo>
                  <a:pt x="15811" y="190499"/>
                </a:lnTo>
                <a:lnTo>
                  <a:pt x="18008" y="196849"/>
                </a:lnTo>
                <a:lnTo>
                  <a:pt x="20497" y="203199"/>
                </a:lnTo>
                <a:lnTo>
                  <a:pt x="23291" y="209549"/>
                </a:lnTo>
                <a:lnTo>
                  <a:pt x="26365" y="214629"/>
                </a:lnTo>
                <a:lnTo>
                  <a:pt x="29730" y="220979"/>
                </a:lnTo>
                <a:lnTo>
                  <a:pt x="33350" y="226059"/>
                </a:lnTo>
                <a:lnTo>
                  <a:pt x="37236" y="232409"/>
                </a:lnTo>
                <a:lnTo>
                  <a:pt x="37096" y="232409"/>
                </a:lnTo>
                <a:lnTo>
                  <a:pt x="41376" y="237489"/>
                </a:lnTo>
                <a:lnTo>
                  <a:pt x="41224" y="237489"/>
                </a:lnTo>
                <a:lnTo>
                  <a:pt x="45758" y="242569"/>
                </a:lnTo>
                <a:lnTo>
                  <a:pt x="45605" y="242569"/>
                </a:lnTo>
                <a:lnTo>
                  <a:pt x="50368" y="247649"/>
                </a:lnTo>
                <a:lnTo>
                  <a:pt x="50203" y="247649"/>
                </a:lnTo>
                <a:lnTo>
                  <a:pt x="55206" y="251459"/>
                </a:lnTo>
                <a:lnTo>
                  <a:pt x="55041" y="251459"/>
                </a:lnTo>
                <a:lnTo>
                  <a:pt x="60261" y="256539"/>
                </a:lnTo>
                <a:lnTo>
                  <a:pt x="60083" y="256539"/>
                </a:lnTo>
                <a:lnTo>
                  <a:pt x="65519" y="260349"/>
                </a:lnTo>
                <a:lnTo>
                  <a:pt x="65341" y="260349"/>
                </a:lnTo>
                <a:lnTo>
                  <a:pt x="70980" y="264159"/>
                </a:lnTo>
                <a:lnTo>
                  <a:pt x="70789" y="264159"/>
                </a:lnTo>
                <a:lnTo>
                  <a:pt x="76631" y="267969"/>
                </a:lnTo>
                <a:lnTo>
                  <a:pt x="76441" y="267969"/>
                </a:lnTo>
                <a:lnTo>
                  <a:pt x="82461" y="271779"/>
                </a:lnTo>
                <a:lnTo>
                  <a:pt x="82257" y="271779"/>
                </a:lnTo>
                <a:lnTo>
                  <a:pt x="88468" y="274319"/>
                </a:lnTo>
                <a:lnTo>
                  <a:pt x="88252" y="274319"/>
                </a:lnTo>
                <a:lnTo>
                  <a:pt x="94627" y="276859"/>
                </a:lnTo>
                <a:lnTo>
                  <a:pt x="94411" y="276859"/>
                </a:lnTo>
                <a:lnTo>
                  <a:pt x="100952" y="279399"/>
                </a:lnTo>
                <a:lnTo>
                  <a:pt x="100736" y="279399"/>
                </a:lnTo>
                <a:lnTo>
                  <a:pt x="107416" y="281939"/>
                </a:lnTo>
                <a:lnTo>
                  <a:pt x="107187" y="281939"/>
                </a:lnTo>
                <a:lnTo>
                  <a:pt x="114020" y="283209"/>
                </a:lnTo>
                <a:lnTo>
                  <a:pt x="113792" y="283209"/>
                </a:lnTo>
                <a:lnTo>
                  <a:pt x="120751" y="285749"/>
                </a:lnTo>
                <a:lnTo>
                  <a:pt x="120523" y="285749"/>
                </a:lnTo>
                <a:lnTo>
                  <a:pt x="127609" y="287019"/>
                </a:lnTo>
                <a:lnTo>
                  <a:pt x="134340" y="287019"/>
                </a:lnTo>
                <a:lnTo>
                  <a:pt x="141643" y="288289"/>
                </a:lnTo>
                <a:lnTo>
                  <a:pt x="199936" y="288289"/>
                </a:lnTo>
                <a:lnTo>
                  <a:pt x="192798" y="290829"/>
                </a:lnTo>
                <a:lnTo>
                  <a:pt x="185966" y="293369"/>
                </a:lnTo>
                <a:lnTo>
                  <a:pt x="163766" y="297179"/>
                </a:lnTo>
                <a:close/>
              </a:path>
              <a:path w="297814" h="297180">
                <a:moveTo>
                  <a:pt x="242341" y="45719"/>
                </a:moveTo>
                <a:lnTo>
                  <a:pt x="237121" y="40639"/>
                </a:lnTo>
                <a:lnTo>
                  <a:pt x="237299" y="40639"/>
                </a:lnTo>
                <a:lnTo>
                  <a:pt x="231863" y="36829"/>
                </a:lnTo>
                <a:lnTo>
                  <a:pt x="232041" y="36829"/>
                </a:lnTo>
                <a:lnTo>
                  <a:pt x="226402" y="33019"/>
                </a:lnTo>
                <a:lnTo>
                  <a:pt x="226593" y="33019"/>
                </a:lnTo>
                <a:lnTo>
                  <a:pt x="220751" y="29209"/>
                </a:lnTo>
                <a:lnTo>
                  <a:pt x="220941" y="29209"/>
                </a:lnTo>
                <a:lnTo>
                  <a:pt x="214922" y="25399"/>
                </a:lnTo>
                <a:lnTo>
                  <a:pt x="215125" y="25399"/>
                </a:lnTo>
                <a:lnTo>
                  <a:pt x="208914" y="22859"/>
                </a:lnTo>
                <a:lnTo>
                  <a:pt x="209118" y="22859"/>
                </a:lnTo>
                <a:lnTo>
                  <a:pt x="202742" y="20319"/>
                </a:lnTo>
                <a:lnTo>
                  <a:pt x="202958" y="20319"/>
                </a:lnTo>
                <a:lnTo>
                  <a:pt x="196430" y="17779"/>
                </a:lnTo>
                <a:lnTo>
                  <a:pt x="196646" y="17779"/>
                </a:lnTo>
                <a:lnTo>
                  <a:pt x="189966" y="15239"/>
                </a:lnTo>
                <a:lnTo>
                  <a:pt x="190182" y="15239"/>
                </a:lnTo>
                <a:lnTo>
                  <a:pt x="183349" y="12699"/>
                </a:lnTo>
                <a:lnTo>
                  <a:pt x="183591" y="12699"/>
                </a:lnTo>
                <a:lnTo>
                  <a:pt x="176618" y="11429"/>
                </a:lnTo>
                <a:lnTo>
                  <a:pt x="176860" y="11429"/>
                </a:lnTo>
                <a:lnTo>
                  <a:pt x="169773" y="10159"/>
                </a:lnTo>
                <a:lnTo>
                  <a:pt x="163042" y="10159"/>
                </a:lnTo>
                <a:lnTo>
                  <a:pt x="155740" y="8889"/>
                </a:lnTo>
                <a:lnTo>
                  <a:pt x="199936" y="8889"/>
                </a:lnTo>
                <a:lnTo>
                  <a:pt x="206463" y="11429"/>
                </a:lnTo>
                <a:lnTo>
                  <a:pt x="213271" y="13969"/>
                </a:lnTo>
                <a:lnTo>
                  <a:pt x="248754" y="38099"/>
                </a:lnTo>
                <a:lnTo>
                  <a:pt x="255152" y="44449"/>
                </a:lnTo>
                <a:lnTo>
                  <a:pt x="242176" y="44449"/>
                </a:lnTo>
                <a:lnTo>
                  <a:pt x="242341" y="45719"/>
                </a:lnTo>
                <a:close/>
              </a:path>
              <a:path w="297814" h="297180">
                <a:moveTo>
                  <a:pt x="55041" y="45719"/>
                </a:moveTo>
                <a:lnTo>
                  <a:pt x="55206" y="44449"/>
                </a:lnTo>
                <a:lnTo>
                  <a:pt x="56346" y="44449"/>
                </a:lnTo>
                <a:lnTo>
                  <a:pt x="55041" y="45719"/>
                </a:lnTo>
                <a:close/>
              </a:path>
              <a:path w="297814" h="297180">
                <a:moveTo>
                  <a:pt x="264160" y="71119"/>
                </a:moveTo>
                <a:lnTo>
                  <a:pt x="260146" y="64769"/>
                </a:lnTo>
                <a:lnTo>
                  <a:pt x="256006" y="59689"/>
                </a:lnTo>
                <a:lnTo>
                  <a:pt x="256146" y="59689"/>
                </a:lnTo>
                <a:lnTo>
                  <a:pt x="251625" y="54609"/>
                </a:lnTo>
                <a:lnTo>
                  <a:pt x="251777" y="54609"/>
                </a:lnTo>
                <a:lnTo>
                  <a:pt x="247014" y="49529"/>
                </a:lnTo>
                <a:lnTo>
                  <a:pt x="247180" y="49529"/>
                </a:lnTo>
                <a:lnTo>
                  <a:pt x="242176" y="44449"/>
                </a:lnTo>
                <a:lnTo>
                  <a:pt x="255152" y="44449"/>
                </a:lnTo>
                <a:lnTo>
                  <a:pt x="258838" y="48259"/>
                </a:lnTo>
                <a:lnTo>
                  <a:pt x="263499" y="53339"/>
                </a:lnTo>
                <a:lnTo>
                  <a:pt x="267919" y="59689"/>
                </a:lnTo>
                <a:lnTo>
                  <a:pt x="272059" y="64769"/>
                </a:lnTo>
                <a:lnTo>
                  <a:pt x="275148" y="69849"/>
                </a:lnTo>
                <a:lnTo>
                  <a:pt x="264033" y="69849"/>
                </a:lnTo>
                <a:lnTo>
                  <a:pt x="264160" y="71119"/>
                </a:lnTo>
                <a:close/>
              </a:path>
              <a:path w="297814" h="297180">
                <a:moveTo>
                  <a:pt x="33223" y="71119"/>
                </a:moveTo>
                <a:lnTo>
                  <a:pt x="33350" y="69849"/>
                </a:lnTo>
                <a:lnTo>
                  <a:pt x="34025" y="69849"/>
                </a:lnTo>
                <a:lnTo>
                  <a:pt x="33223" y="71119"/>
                </a:lnTo>
                <a:close/>
              </a:path>
              <a:path w="297814" h="297180">
                <a:moveTo>
                  <a:pt x="271119" y="82549"/>
                </a:moveTo>
                <a:lnTo>
                  <a:pt x="267652" y="76199"/>
                </a:lnTo>
                <a:lnTo>
                  <a:pt x="264033" y="69849"/>
                </a:lnTo>
                <a:lnTo>
                  <a:pt x="275148" y="69849"/>
                </a:lnTo>
                <a:lnTo>
                  <a:pt x="275920" y="71119"/>
                </a:lnTo>
                <a:lnTo>
                  <a:pt x="279488" y="77469"/>
                </a:lnTo>
                <a:lnTo>
                  <a:pt x="281401" y="81279"/>
                </a:lnTo>
                <a:lnTo>
                  <a:pt x="271005" y="81279"/>
                </a:lnTo>
                <a:lnTo>
                  <a:pt x="271119" y="82549"/>
                </a:lnTo>
                <a:close/>
              </a:path>
              <a:path w="297814" h="297180">
                <a:moveTo>
                  <a:pt x="26263" y="82549"/>
                </a:moveTo>
                <a:lnTo>
                  <a:pt x="26365" y="81279"/>
                </a:lnTo>
                <a:lnTo>
                  <a:pt x="26957" y="81279"/>
                </a:lnTo>
                <a:lnTo>
                  <a:pt x="26263" y="82549"/>
                </a:lnTo>
                <a:close/>
              </a:path>
              <a:path w="297814" h="297180">
                <a:moveTo>
                  <a:pt x="283514" y="114299"/>
                </a:moveTo>
                <a:lnTo>
                  <a:pt x="281571" y="106679"/>
                </a:lnTo>
                <a:lnTo>
                  <a:pt x="279374" y="100329"/>
                </a:lnTo>
                <a:lnTo>
                  <a:pt x="276885" y="93979"/>
                </a:lnTo>
                <a:lnTo>
                  <a:pt x="274091" y="87629"/>
                </a:lnTo>
                <a:lnTo>
                  <a:pt x="271005" y="81279"/>
                </a:lnTo>
                <a:lnTo>
                  <a:pt x="281401" y="81279"/>
                </a:lnTo>
                <a:lnTo>
                  <a:pt x="282676" y="83819"/>
                </a:lnTo>
                <a:lnTo>
                  <a:pt x="285750" y="90169"/>
                </a:lnTo>
                <a:lnTo>
                  <a:pt x="288404" y="97789"/>
                </a:lnTo>
                <a:lnTo>
                  <a:pt x="290728" y="104139"/>
                </a:lnTo>
                <a:lnTo>
                  <a:pt x="293055" y="113029"/>
                </a:lnTo>
                <a:lnTo>
                  <a:pt x="283451" y="113029"/>
                </a:lnTo>
                <a:lnTo>
                  <a:pt x="283514" y="114299"/>
                </a:lnTo>
                <a:close/>
              </a:path>
              <a:path w="297814" h="297180">
                <a:moveTo>
                  <a:pt x="13868" y="114299"/>
                </a:moveTo>
                <a:lnTo>
                  <a:pt x="13931" y="113029"/>
                </a:lnTo>
                <a:lnTo>
                  <a:pt x="14192" y="113029"/>
                </a:lnTo>
                <a:lnTo>
                  <a:pt x="13868" y="114299"/>
                </a:lnTo>
                <a:close/>
              </a:path>
              <a:path w="297814" h="297180">
                <a:moveTo>
                  <a:pt x="293000" y="184149"/>
                </a:moveTo>
                <a:lnTo>
                  <a:pt x="283451" y="184149"/>
                </a:lnTo>
                <a:lnTo>
                  <a:pt x="285051" y="176529"/>
                </a:lnTo>
                <a:lnTo>
                  <a:pt x="286270" y="170179"/>
                </a:lnTo>
                <a:lnTo>
                  <a:pt x="287159" y="162559"/>
                </a:lnTo>
                <a:lnTo>
                  <a:pt x="287680" y="156209"/>
                </a:lnTo>
                <a:lnTo>
                  <a:pt x="287858" y="148589"/>
                </a:lnTo>
                <a:lnTo>
                  <a:pt x="287680" y="140969"/>
                </a:lnTo>
                <a:lnTo>
                  <a:pt x="287134" y="134619"/>
                </a:lnTo>
                <a:lnTo>
                  <a:pt x="286245" y="126999"/>
                </a:lnTo>
                <a:lnTo>
                  <a:pt x="285013" y="120649"/>
                </a:lnTo>
                <a:lnTo>
                  <a:pt x="283451" y="113029"/>
                </a:lnTo>
                <a:lnTo>
                  <a:pt x="293055" y="113029"/>
                </a:lnTo>
                <a:lnTo>
                  <a:pt x="297383" y="148589"/>
                </a:lnTo>
                <a:lnTo>
                  <a:pt x="297180" y="156209"/>
                </a:lnTo>
                <a:lnTo>
                  <a:pt x="296608" y="163829"/>
                </a:lnTo>
                <a:lnTo>
                  <a:pt x="295656" y="171449"/>
                </a:lnTo>
                <a:lnTo>
                  <a:pt x="294335" y="179069"/>
                </a:lnTo>
                <a:lnTo>
                  <a:pt x="293000" y="184149"/>
                </a:lnTo>
                <a:close/>
              </a:path>
              <a:path w="297814" h="297180">
                <a:moveTo>
                  <a:pt x="14192" y="184149"/>
                </a:moveTo>
                <a:lnTo>
                  <a:pt x="13931" y="184149"/>
                </a:lnTo>
                <a:lnTo>
                  <a:pt x="13868" y="182879"/>
                </a:lnTo>
                <a:lnTo>
                  <a:pt x="14192" y="184149"/>
                </a:lnTo>
                <a:close/>
              </a:path>
              <a:path w="297814" h="297180">
                <a:moveTo>
                  <a:pt x="199936" y="288289"/>
                </a:moveTo>
                <a:lnTo>
                  <a:pt x="155740" y="288289"/>
                </a:lnTo>
                <a:lnTo>
                  <a:pt x="163042" y="287019"/>
                </a:lnTo>
                <a:lnTo>
                  <a:pt x="169773" y="287019"/>
                </a:lnTo>
                <a:lnTo>
                  <a:pt x="176860" y="285749"/>
                </a:lnTo>
                <a:lnTo>
                  <a:pt x="176618" y="285749"/>
                </a:lnTo>
                <a:lnTo>
                  <a:pt x="183591" y="283209"/>
                </a:lnTo>
                <a:lnTo>
                  <a:pt x="183349" y="283209"/>
                </a:lnTo>
                <a:lnTo>
                  <a:pt x="190182" y="281939"/>
                </a:lnTo>
                <a:lnTo>
                  <a:pt x="189966" y="281939"/>
                </a:lnTo>
                <a:lnTo>
                  <a:pt x="196646" y="279399"/>
                </a:lnTo>
                <a:lnTo>
                  <a:pt x="196430" y="279399"/>
                </a:lnTo>
                <a:lnTo>
                  <a:pt x="202958" y="276859"/>
                </a:lnTo>
                <a:lnTo>
                  <a:pt x="202742" y="276859"/>
                </a:lnTo>
                <a:lnTo>
                  <a:pt x="209118" y="274319"/>
                </a:lnTo>
                <a:lnTo>
                  <a:pt x="208914" y="274319"/>
                </a:lnTo>
                <a:lnTo>
                  <a:pt x="215125" y="271779"/>
                </a:lnTo>
                <a:lnTo>
                  <a:pt x="214922" y="271779"/>
                </a:lnTo>
                <a:lnTo>
                  <a:pt x="220941" y="267969"/>
                </a:lnTo>
                <a:lnTo>
                  <a:pt x="220751" y="267969"/>
                </a:lnTo>
                <a:lnTo>
                  <a:pt x="226593" y="264159"/>
                </a:lnTo>
                <a:lnTo>
                  <a:pt x="226402" y="264159"/>
                </a:lnTo>
                <a:lnTo>
                  <a:pt x="232041" y="260349"/>
                </a:lnTo>
                <a:lnTo>
                  <a:pt x="231863" y="260349"/>
                </a:lnTo>
                <a:lnTo>
                  <a:pt x="237299" y="256539"/>
                </a:lnTo>
                <a:lnTo>
                  <a:pt x="237121" y="256539"/>
                </a:lnTo>
                <a:lnTo>
                  <a:pt x="242341" y="251459"/>
                </a:lnTo>
                <a:lnTo>
                  <a:pt x="242176" y="251459"/>
                </a:lnTo>
                <a:lnTo>
                  <a:pt x="247180" y="247649"/>
                </a:lnTo>
                <a:lnTo>
                  <a:pt x="247014" y="247649"/>
                </a:lnTo>
                <a:lnTo>
                  <a:pt x="251777" y="242569"/>
                </a:lnTo>
                <a:lnTo>
                  <a:pt x="251625" y="242569"/>
                </a:lnTo>
                <a:lnTo>
                  <a:pt x="256146" y="237489"/>
                </a:lnTo>
                <a:lnTo>
                  <a:pt x="256006" y="237489"/>
                </a:lnTo>
                <a:lnTo>
                  <a:pt x="260273" y="232409"/>
                </a:lnTo>
                <a:lnTo>
                  <a:pt x="264160" y="226059"/>
                </a:lnTo>
                <a:lnTo>
                  <a:pt x="267766" y="220979"/>
                </a:lnTo>
                <a:lnTo>
                  <a:pt x="271119" y="214629"/>
                </a:lnTo>
                <a:lnTo>
                  <a:pt x="274193" y="209549"/>
                </a:lnTo>
                <a:lnTo>
                  <a:pt x="276974" y="203199"/>
                </a:lnTo>
                <a:lnTo>
                  <a:pt x="279450" y="196849"/>
                </a:lnTo>
                <a:lnTo>
                  <a:pt x="281635" y="190499"/>
                </a:lnTo>
                <a:lnTo>
                  <a:pt x="283514" y="182879"/>
                </a:lnTo>
                <a:lnTo>
                  <a:pt x="283451" y="184149"/>
                </a:lnTo>
                <a:lnTo>
                  <a:pt x="293000" y="184149"/>
                </a:lnTo>
                <a:lnTo>
                  <a:pt x="290664" y="193039"/>
                </a:lnTo>
                <a:lnTo>
                  <a:pt x="288404" y="199389"/>
                </a:lnTo>
                <a:lnTo>
                  <a:pt x="285750" y="207009"/>
                </a:lnTo>
                <a:lnTo>
                  <a:pt x="267779" y="237489"/>
                </a:lnTo>
                <a:lnTo>
                  <a:pt x="263359" y="243839"/>
                </a:lnTo>
                <a:lnTo>
                  <a:pt x="231736" y="271779"/>
                </a:lnTo>
                <a:lnTo>
                  <a:pt x="213055" y="283209"/>
                </a:lnTo>
                <a:lnTo>
                  <a:pt x="199936" y="288289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996067" y="2463482"/>
            <a:ext cx="114300" cy="2524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912501" y="1920316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25328" y="4928565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346191" y="3645408"/>
            <a:ext cx="490855" cy="250190"/>
          </a:xfrm>
          <a:custGeom>
            <a:avLst/>
            <a:gdLst/>
            <a:ahLst/>
            <a:cxnLst/>
            <a:rect l="l" t="t" r="r" b="b"/>
            <a:pathLst>
              <a:path w="490854" h="250189">
                <a:moveTo>
                  <a:pt x="329184" y="249936"/>
                </a:moveTo>
                <a:lnTo>
                  <a:pt x="329184" y="187451"/>
                </a:lnTo>
                <a:lnTo>
                  <a:pt x="0" y="187451"/>
                </a:lnTo>
                <a:lnTo>
                  <a:pt x="0" y="62483"/>
                </a:lnTo>
                <a:lnTo>
                  <a:pt x="329184" y="62483"/>
                </a:lnTo>
                <a:lnTo>
                  <a:pt x="329184" y="0"/>
                </a:lnTo>
                <a:lnTo>
                  <a:pt x="490728" y="124967"/>
                </a:lnTo>
                <a:lnTo>
                  <a:pt x="329184" y="24993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342064" y="3635857"/>
            <a:ext cx="502920" cy="269875"/>
          </a:xfrm>
          <a:custGeom>
            <a:avLst/>
            <a:gdLst/>
            <a:ahLst/>
            <a:cxnLst/>
            <a:rect l="l" t="t" r="r" b="b"/>
            <a:pathLst>
              <a:path w="502920" h="269875">
                <a:moveTo>
                  <a:pt x="329018" y="72288"/>
                </a:moveTo>
                <a:lnTo>
                  <a:pt x="329018" y="0"/>
                </a:lnTo>
                <a:lnTo>
                  <a:pt x="341553" y="9728"/>
                </a:lnTo>
                <a:lnTo>
                  <a:pt x="338543" y="9728"/>
                </a:lnTo>
                <a:lnTo>
                  <a:pt x="330860" y="13487"/>
                </a:lnTo>
                <a:lnTo>
                  <a:pt x="338543" y="19450"/>
                </a:lnTo>
                <a:lnTo>
                  <a:pt x="338543" y="67525"/>
                </a:lnTo>
                <a:lnTo>
                  <a:pt x="333781" y="67525"/>
                </a:lnTo>
                <a:lnTo>
                  <a:pt x="329018" y="72288"/>
                </a:lnTo>
                <a:close/>
              </a:path>
              <a:path w="502920" h="269875">
                <a:moveTo>
                  <a:pt x="338543" y="19450"/>
                </a:moveTo>
                <a:lnTo>
                  <a:pt x="330860" y="13487"/>
                </a:lnTo>
                <a:lnTo>
                  <a:pt x="338543" y="9728"/>
                </a:lnTo>
                <a:lnTo>
                  <a:pt x="338543" y="19450"/>
                </a:lnTo>
                <a:close/>
              </a:path>
              <a:path w="502920" h="269875">
                <a:moveTo>
                  <a:pt x="487243" y="134861"/>
                </a:moveTo>
                <a:lnTo>
                  <a:pt x="338543" y="19450"/>
                </a:lnTo>
                <a:lnTo>
                  <a:pt x="338543" y="9728"/>
                </a:lnTo>
                <a:lnTo>
                  <a:pt x="341553" y="9728"/>
                </a:lnTo>
                <a:lnTo>
                  <a:pt x="497936" y="131102"/>
                </a:lnTo>
                <a:lnTo>
                  <a:pt x="492086" y="131102"/>
                </a:lnTo>
                <a:lnTo>
                  <a:pt x="487243" y="134861"/>
                </a:lnTo>
                <a:close/>
              </a:path>
              <a:path w="502920" h="269875">
                <a:moveTo>
                  <a:pt x="329018" y="202196"/>
                </a:moveTo>
                <a:lnTo>
                  <a:pt x="0" y="202196"/>
                </a:lnTo>
                <a:lnTo>
                  <a:pt x="0" y="67525"/>
                </a:lnTo>
                <a:lnTo>
                  <a:pt x="329018" y="67525"/>
                </a:lnTo>
                <a:lnTo>
                  <a:pt x="329018" y="72288"/>
                </a:lnTo>
                <a:lnTo>
                  <a:pt x="9525" y="72288"/>
                </a:lnTo>
                <a:lnTo>
                  <a:pt x="4762" y="77050"/>
                </a:lnTo>
                <a:lnTo>
                  <a:pt x="9525" y="77050"/>
                </a:lnTo>
                <a:lnTo>
                  <a:pt x="9525" y="192671"/>
                </a:lnTo>
                <a:lnTo>
                  <a:pt x="4762" y="192671"/>
                </a:lnTo>
                <a:lnTo>
                  <a:pt x="9525" y="197434"/>
                </a:lnTo>
                <a:lnTo>
                  <a:pt x="329018" y="197434"/>
                </a:lnTo>
                <a:lnTo>
                  <a:pt x="329018" y="202196"/>
                </a:lnTo>
                <a:close/>
              </a:path>
              <a:path w="502920" h="269875">
                <a:moveTo>
                  <a:pt x="338543" y="77050"/>
                </a:moveTo>
                <a:lnTo>
                  <a:pt x="9525" y="77050"/>
                </a:lnTo>
                <a:lnTo>
                  <a:pt x="9525" y="72288"/>
                </a:lnTo>
                <a:lnTo>
                  <a:pt x="329018" y="72288"/>
                </a:lnTo>
                <a:lnTo>
                  <a:pt x="333781" y="67525"/>
                </a:lnTo>
                <a:lnTo>
                  <a:pt x="338543" y="67525"/>
                </a:lnTo>
                <a:lnTo>
                  <a:pt x="338543" y="77050"/>
                </a:lnTo>
                <a:close/>
              </a:path>
              <a:path w="502920" h="269875">
                <a:moveTo>
                  <a:pt x="9525" y="77050"/>
                </a:moveTo>
                <a:lnTo>
                  <a:pt x="4762" y="77050"/>
                </a:lnTo>
                <a:lnTo>
                  <a:pt x="9525" y="72288"/>
                </a:lnTo>
                <a:lnTo>
                  <a:pt x="9525" y="77050"/>
                </a:lnTo>
                <a:close/>
              </a:path>
              <a:path w="502920" h="269875">
                <a:moveTo>
                  <a:pt x="492086" y="138620"/>
                </a:moveTo>
                <a:lnTo>
                  <a:pt x="487243" y="134861"/>
                </a:lnTo>
                <a:lnTo>
                  <a:pt x="492086" y="131102"/>
                </a:lnTo>
                <a:lnTo>
                  <a:pt x="492086" y="138620"/>
                </a:lnTo>
                <a:close/>
              </a:path>
              <a:path w="502920" h="269875">
                <a:moveTo>
                  <a:pt x="497937" y="138620"/>
                </a:moveTo>
                <a:lnTo>
                  <a:pt x="492086" y="138620"/>
                </a:lnTo>
                <a:lnTo>
                  <a:pt x="492086" y="131102"/>
                </a:lnTo>
                <a:lnTo>
                  <a:pt x="497936" y="131102"/>
                </a:lnTo>
                <a:lnTo>
                  <a:pt x="502780" y="134861"/>
                </a:lnTo>
                <a:lnTo>
                  <a:pt x="497937" y="138620"/>
                </a:lnTo>
                <a:close/>
              </a:path>
              <a:path w="502920" h="269875">
                <a:moveTo>
                  <a:pt x="341551" y="260007"/>
                </a:moveTo>
                <a:lnTo>
                  <a:pt x="338543" y="260007"/>
                </a:lnTo>
                <a:lnTo>
                  <a:pt x="338543" y="250283"/>
                </a:lnTo>
                <a:lnTo>
                  <a:pt x="487243" y="134861"/>
                </a:lnTo>
                <a:lnTo>
                  <a:pt x="492086" y="138620"/>
                </a:lnTo>
                <a:lnTo>
                  <a:pt x="497937" y="138620"/>
                </a:lnTo>
                <a:lnTo>
                  <a:pt x="341551" y="260007"/>
                </a:lnTo>
                <a:close/>
              </a:path>
              <a:path w="502920" h="269875">
                <a:moveTo>
                  <a:pt x="9525" y="197434"/>
                </a:moveTo>
                <a:lnTo>
                  <a:pt x="4762" y="192671"/>
                </a:lnTo>
                <a:lnTo>
                  <a:pt x="9525" y="192671"/>
                </a:lnTo>
                <a:lnTo>
                  <a:pt x="9525" y="197434"/>
                </a:lnTo>
                <a:close/>
              </a:path>
              <a:path w="502920" h="269875">
                <a:moveTo>
                  <a:pt x="338543" y="202196"/>
                </a:moveTo>
                <a:lnTo>
                  <a:pt x="333781" y="202196"/>
                </a:lnTo>
                <a:lnTo>
                  <a:pt x="329018" y="197434"/>
                </a:lnTo>
                <a:lnTo>
                  <a:pt x="9525" y="197434"/>
                </a:lnTo>
                <a:lnTo>
                  <a:pt x="9525" y="192671"/>
                </a:lnTo>
                <a:lnTo>
                  <a:pt x="338543" y="192671"/>
                </a:lnTo>
                <a:lnTo>
                  <a:pt x="338543" y="202196"/>
                </a:lnTo>
                <a:close/>
              </a:path>
              <a:path w="502920" h="269875">
                <a:moveTo>
                  <a:pt x="329018" y="269735"/>
                </a:moveTo>
                <a:lnTo>
                  <a:pt x="329018" y="197434"/>
                </a:lnTo>
                <a:lnTo>
                  <a:pt x="333781" y="202196"/>
                </a:lnTo>
                <a:lnTo>
                  <a:pt x="338543" y="202196"/>
                </a:lnTo>
                <a:lnTo>
                  <a:pt x="338543" y="250283"/>
                </a:lnTo>
                <a:lnTo>
                  <a:pt x="330860" y="256247"/>
                </a:lnTo>
                <a:lnTo>
                  <a:pt x="338543" y="260007"/>
                </a:lnTo>
                <a:lnTo>
                  <a:pt x="341551" y="260007"/>
                </a:lnTo>
                <a:lnTo>
                  <a:pt x="329018" y="269735"/>
                </a:lnTo>
                <a:close/>
              </a:path>
              <a:path w="502920" h="269875">
                <a:moveTo>
                  <a:pt x="338543" y="260007"/>
                </a:moveTo>
                <a:lnTo>
                  <a:pt x="330860" y="256247"/>
                </a:lnTo>
                <a:lnTo>
                  <a:pt x="338543" y="250283"/>
                </a:lnTo>
                <a:lnTo>
                  <a:pt x="338543" y="26000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908920" y="3361613"/>
            <a:ext cx="297815" cy="297180"/>
          </a:xfrm>
          <a:custGeom>
            <a:avLst/>
            <a:gdLst/>
            <a:ahLst/>
            <a:cxnLst/>
            <a:rect l="l" t="t" r="r" b="b"/>
            <a:pathLst>
              <a:path w="297814" h="297179">
                <a:moveTo>
                  <a:pt x="163779" y="297179"/>
                </a:moveTo>
                <a:lnTo>
                  <a:pt x="133375" y="297179"/>
                </a:lnTo>
                <a:lnTo>
                  <a:pt x="111417" y="293370"/>
                </a:lnTo>
                <a:lnTo>
                  <a:pt x="71488" y="275589"/>
                </a:lnTo>
                <a:lnTo>
                  <a:pt x="54013" y="262889"/>
                </a:lnTo>
                <a:lnTo>
                  <a:pt x="48628" y="259079"/>
                </a:lnTo>
                <a:lnTo>
                  <a:pt x="43624" y="254000"/>
                </a:lnTo>
                <a:lnTo>
                  <a:pt x="38544" y="248920"/>
                </a:lnTo>
                <a:lnTo>
                  <a:pt x="33883" y="243839"/>
                </a:lnTo>
                <a:lnTo>
                  <a:pt x="29476" y="237489"/>
                </a:lnTo>
                <a:lnTo>
                  <a:pt x="25336" y="232410"/>
                </a:lnTo>
                <a:lnTo>
                  <a:pt x="21462" y="226060"/>
                </a:lnTo>
                <a:lnTo>
                  <a:pt x="17894" y="219710"/>
                </a:lnTo>
                <a:lnTo>
                  <a:pt x="14617" y="213360"/>
                </a:lnTo>
                <a:lnTo>
                  <a:pt x="11645" y="207010"/>
                </a:lnTo>
                <a:lnTo>
                  <a:pt x="8978" y="199389"/>
                </a:lnTo>
                <a:lnTo>
                  <a:pt x="6654" y="193039"/>
                </a:lnTo>
                <a:lnTo>
                  <a:pt x="0" y="148589"/>
                </a:lnTo>
                <a:lnTo>
                  <a:pt x="190" y="140970"/>
                </a:lnTo>
                <a:lnTo>
                  <a:pt x="8978" y="97789"/>
                </a:lnTo>
                <a:lnTo>
                  <a:pt x="29603" y="59689"/>
                </a:lnTo>
                <a:lnTo>
                  <a:pt x="34023" y="53339"/>
                </a:lnTo>
                <a:lnTo>
                  <a:pt x="65646" y="25400"/>
                </a:lnTo>
                <a:lnTo>
                  <a:pt x="71678" y="20320"/>
                </a:lnTo>
                <a:lnTo>
                  <a:pt x="77711" y="17779"/>
                </a:lnTo>
                <a:lnTo>
                  <a:pt x="84327" y="13970"/>
                </a:lnTo>
                <a:lnTo>
                  <a:pt x="90919" y="11429"/>
                </a:lnTo>
                <a:lnTo>
                  <a:pt x="111417" y="3810"/>
                </a:lnTo>
                <a:lnTo>
                  <a:pt x="133616" y="0"/>
                </a:lnTo>
                <a:lnTo>
                  <a:pt x="164020" y="0"/>
                </a:lnTo>
                <a:lnTo>
                  <a:pt x="185966" y="3810"/>
                </a:lnTo>
                <a:lnTo>
                  <a:pt x="199936" y="8889"/>
                </a:lnTo>
                <a:lnTo>
                  <a:pt x="141655" y="8889"/>
                </a:lnTo>
                <a:lnTo>
                  <a:pt x="134340" y="10160"/>
                </a:lnTo>
                <a:lnTo>
                  <a:pt x="127622" y="10160"/>
                </a:lnTo>
                <a:lnTo>
                  <a:pt x="120523" y="11429"/>
                </a:lnTo>
                <a:lnTo>
                  <a:pt x="120764" y="11429"/>
                </a:lnTo>
                <a:lnTo>
                  <a:pt x="113804" y="12700"/>
                </a:lnTo>
                <a:lnTo>
                  <a:pt x="114033" y="12700"/>
                </a:lnTo>
                <a:lnTo>
                  <a:pt x="107200" y="15239"/>
                </a:lnTo>
                <a:lnTo>
                  <a:pt x="107429" y="15239"/>
                </a:lnTo>
                <a:lnTo>
                  <a:pt x="100736" y="17779"/>
                </a:lnTo>
                <a:lnTo>
                  <a:pt x="100964" y="17779"/>
                </a:lnTo>
                <a:lnTo>
                  <a:pt x="94424" y="20320"/>
                </a:lnTo>
                <a:lnTo>
                  <a:pt x="94640" y="20320"/>
                </a:lnTo>
                <a:lnTo>
                  <a:pt x="88264" y="22860"/>
                </a:lnTo>
                <a:lnTo>
                  <a:pt x="88468" y="22860"/>
                </a:lnTo>
                <a:lnTo>
                  <a:pt x="82270" y="25400"/>
                </a:lnTo>
                <a:lnTo>
                  <a:pt x="82473" y="25400"/>
                </a:lnTo>
                <a:lnTo>
                  <a:pt x="76441" y="29210"/>
                </a:lnTo>
                <a:lnTo>
                  <a:pt x="76631" y="29210"/>
                </a:lnTo>
                <a:lnTo>
                  <a:pt x="70802" y="33020"/>
                </a:lnTo>
                <a:lnTo>
                  <a:pt x="70993" y="33020"/>
                </a:lnTo>
                <a:lnTo>
                  <a:pt x="65341" y="36829"/>
                </a:lnTo>
                <a:lnTo>
                  <a:pt x="65532" y="36829"/>
                </a:lnTo>
                <a:lnTo>
                  <a:pt x="60096" y="40639"/>
                </a:lnTo>
                <a:lnTo>
                  <a:pt x="60261" y="40639"/>
                </a:lnTo>
                <a:lnTo>
                  <a:pt x="56346" y="44450"/>
                </a:lnTo>
                <a:lnTo>
                  <a:pt x="55206" y="44450"/>
                </a:lnTo>
                <a:lnTo>
                  <a:pt x="50215" y="49529"/>
                </a:lnTo>
                <a:lnTo>
                  <a:pt x="50368" y="49529"/>
                </a:lnTo>
                <a:lnTo>
                  <a:pt x="45605" y="54610"/>
                </a:lnTo>
                <a:lnTo>
                  <a:pt x="45758" y="54610"/>
                </a:lnTo>
                <a:lnTo>
                  <a:pt x="41236" y="59689"/>
                </a:lnTo>
                <a:lnTo>
                  <a:pt x="41376" y="59689"/>
                </a:lnTo>
                <a:lnTo>
                  <a:pt x="37109" y="64770"/>
                </a:lnTo>
                <a:lnTo>
                  <a:pt x="37249" y="64770"/>
                </a:lnTo>
                <a:lnTo>
                  <a:pt x="34038" y="69850"/>
                </a:lnTo>
                <a:lnTo>
                  <a:pt x="33362" y="69850"/>
                </a:lnTo>
                <a:lnTo>
                  <a:pt x="29616" y="76200"/>
                </a:lnTo>
                <a:lnTo>
                  <a:pt x="26957" y="81279"/>
                </a:lnTo>
                <a:lnTo>
                  <a:pt x="26377" y="81279"/>
                </a:lnTo>
                <a:lnTo>
                  <a:pt x="23202" y="87629"/>
                </a:lnTo>
                <a:lnTo>
                  <a:pt x="20421" y="93979"/>
                </a:lnTo>
                <a:lnTo>
                  <a:pt x="17932" y="100329"/>
                </a:lnTo>
                <a:lnTo>
                  <a:pt x="15748" y="106679"/>
                </a:lnTo>
                <a:lnTo>
                  <a:pt x="14202" y="113029"/>
                </a:lnTo>
                <a:lnTo>
                  <a:pt x="13931" y="113029"/>
                </a:lnTo>
                <a:lnTo>
                  <a:pt x="12331" y="120650"/>
                </a:lnTo>
                <a:lnTo>
                  <a:pt x="11112" y="127000"/>
                </a:lnTo>
                <a:lnTo>
                  <a:pt x="10236" y="134620"/>
                </a:lnTo>
                <a:lnTo>
                  <a:pt x="9702" y="140970"/>
                </a:lnTo>
                <a:lnTo>
                  <a:pt x="9525" y="148589"/>
                </a:lnTo>
                <a:lnTo>
                  <a:pt x="9715" y="156210"/>
                </a:lnTo>
                <a:lnTo>
                  <a:pt x="10261" y="162560"/>
                </a:lnTo>
                <a:lnTo>
                  <a:pt x="11150" y="170179"/>
                </a:lnTo>
                <a:lnTo>
                  <a:pt x="12382" y="176529"/>
                </a:lnTo>
                <a:lnTo>
                  <a:pt x="13931" y="184150"/>
                </a:lnTo>
                <a:lnTo>
                  <a:pt x="14202" y="184150"/>
                </a:lnTo>
                <a:lnTo>
                  <a:pt x="15811" y="190500"/>
                </a:lnTo>
                <a:lnTo>
                  <a:pt x="18008" y="196850"/>
                </a:lnTo>
                <a:lnTo>
                  <a:pt x="20510" y="203200"/>
                </a:lnTo>
                <a:lnTo>
                  <a:pt x="23304" y="209550"/>
                </a:lnTo>
                <a:lnTo>
                  <a:pt x="26377" y="214629"/>
                </a:lnTo>
                <a:lnTo>
                  <a:pt x="29730" y="220979"/>
                </a:lnTo>
                <a:lnTo>
                  <a:pt x="33362" y="226060"/>
                </a:lnTo>
                <a:lnTo>
                  <a:pt x="37249" y="232410"/>
                </a:lnTo>
                <a:lnTo>
                  <a:pt x="37109" y="232410"/>
                </a:lnTo>
                <a:lnTo>
                  <a:pt x="41376" y="237489"/>
                </a:lnTo>
                <a:lnTo>
                  <a:pt x="41236" y="237489"/>
                </a:lnTo>
                <a:lnTo>
                  <a:pt x="45758" y="242570"/>
                </a:lnTo>
                <a:lnTo>
                  <a:pt x="45605" y="242570"/>
                </a:lnTo>
                <a:lnTo>
                  <a:pt x="50368" y="247650"/>
                </a:lnTo>
                <a:lnTo>
                  <a:pt x="50215" y="247650"/>
                </a:lnTo>
                <a:lnTo>
                  <a:pt x="55206" y="251460"/>
                </a:lnTo>
                <a:lnTo>
                  <a:pt x="55041" y="251460"/>
                </a:lnTo>
                <a:lnTo>
                  <a:pt x="60261" y="256539"/>
                </a:lnTo>
                <a:lnTo>
                  <a:pt x="60096" y="256539"/>
                </a:lnTo>
                <a:lnTo>
                  <a:pt x="65532" y="260350"/>
                </a:lnTo>
                <a:lnTo>
                  <a:pt x="65341" y="260350"/>
                </a:lnTo>
                <a:lnTo>
                  <a:pt x="70993" y="264160"/>
                </a:lnTo>
                <a:lnTo>
                  <a:pt x="70802" y="264160"/>
                </a:lnTo>
                <a:lnTo>
                  <a:pt x="76631" y="267970"/>
                </a:lnTo>
                <a:lnTo>
                  <a:pt x="76441" y="267970"/>
                </a:lnTo>
                <a:lnTo>
                  <a:pt x="82473" y="271779"/>
                </a:lnTo>
                <a:lnTo>
                  <a:pt x="82270" y="271779"/>
                </a:lnTo>
                <a:lnTo>
                  <a:pt x="88468" y="274320"/>
                </a:lnTo>
                <a:lnTo>
                  <a:pt x="88264" y="274320"/>
                </a:lnTo>
                <a:lnTo>
                  <a:pt x="94640" y="276860"/>
                </a:lnTo>
                <a:lnTo>
                  <a:pt x="94424" y="276860"/>
                </a:lnTo>
                <a:lnTo>
                  <a:pt x="100964" y="279400"/>
                </a:lnTo>
                <a:lnTo>
                  <a:pt x="100736" y="279400"/>
                </a:lnTo>
                <a:lnTo>
                  <a:pt x="107429" y="281939"/>
                </a:lnTo>
                <a:lnTo>
                  <a:pt x="107200" y="281939"/>
                </a:lnTo>
                <a:lnTo>
                  <a:pt x="114033" y="283210"/>
                </a:lnTo>
                <a:lnTo>
                  <a:pt x="113804" y="283210"/>
                </a:lnTo>
                <a:lnTo>
                  <a:pt x="120764" y="285750"/>
                </a:lnTo>
                <a:lnTo>
                  <a:pt x="120523" y="285750"/>
                </a:lnTo>
                <a:lnTo>
                  <a:pt x="127622" y="287020"/>
                </a:lnTo>
                <a:lnTo>
                  <a:pt x="134340" y="287020"/>
                </a:lnTo>
                <a:lnTo>
                  <a:pt x="141655" y="288289"/>
                </a:lnTo>
                <a:lnTo>
                  <a:pt x="199720" y="288289"/>
                </a:lnTo>
                <a:lnTo>
                  <a:pt x="185737" y="293370"/>
                </a:lnTo>
                <a:lnTo>
                  <a:pt x="171450" y="295910"/>
                </a:lnTo>
                <a:lnTo>
                  <a:pt x="163779" y="297179"/>
                </a:lnTo>
                <a:close/>
              </a:path>
              <a:path w="297814" h="297179">
                <a:moveTo>
                  <a:pt x="242354" y="45720"/>
                </a:moveTo>
                <a:lnTo>
                  <a:pt x="237121" y="40639"/>
                </a:lnTo>
                <a:lnTo>
                  <a:pt x="237299" y="40639"/>
                </a:lnTo>
                <a:lnTo>
                  <a:pt x="231863" y="36829"/>
                </a:lnTo>
                <a:lnTo>
                  <a:pt x="232041" y="36829"/>
                </a:lnTo>
                <a:lnTo>
                  <a:pt x="226402" y="33020"/>
                </a:lnTo>
                <a:lnTo>
                  <a:pt x="226593" y="33020"/>
                </a:lnTo>
                <a:lnTo>
                  <a:pt x="220751" y="29210"/>
                </a:lnTo>
                <a:lnTo>
                  <a:pt x="220954" y="29210"/>
                </a:lnTo>
                <a:lnTo>
                  <a:pt x="214922" y="25400"/>
                </a:lnTo>
                <a:lnTo>
                  <a:pt x="215125" y="25400"/>
                </a:lnTo>
                <a:lnTo>
                  <a:pt x="208914" y="22860"/>
                </a:lnTo>
                <a:lnTo>
                  <a:pt x="209130" y="22860"/>
                </a:lnTo>
                <a:lnTo>
                  <a:pt x="202755" y="20320"/>
                </a:lnTo>
                <a:lnTo>
                  <a:pt x="202971" y="20320"/>
                </a:lnTo>
                <a:lnTo>
                  <a:pt x="196430" y="17779"/>
                </a:lnTo>
                <a:lnTo>
                  <a:pt x="196659" y="17779"/>
                </a:lnTo>
                <a:lnTo>
                  <a:pt x="189966" y="15239"/>
                </a:lnTo>
                <a:lnTo>
                  <a:pt x="190195" y="15239"/>
                </a:lnTo>
                <a:lnTo>
                  <a:pt x="183362" y="12700"/>
                </a:lnTo>
                <a:lnTo>
                  <a:pt x="183591" y="12700"/>
                </a:lnTo>
                <a:lnTo>
                  <a:pt x="176631" y="11429"/>
                </a:lnTo>
                <a:lnTo>
                  <a:pt x="176860" y="11429"/>
                </a:lnTo>
                <a:lnTo>
                  <a:pt x="169773" y="10160"/>
                </a:lnTo>
                <a:lnTo>
                  <a:pt x="163055" y="10160"/>
                </a:lnTo>
                <a:lnTo>
                  <a:pt x="155740" y="8889"/>
                </a:lnTo>
                <a:lnTo>
                  <a:pt x="199936" y="8889"/>
                </a:lnTo>
                <a:lnTo>
                  <a:pt x="206692" y="11429"/>
                </a:lnTo>
                <a:lnTo>
                  <a:pt x="243370" y="33020"/>
                </a:lnTo>
                <a:lnTo>
                  <a:pt x="248602" y="38100"/>
                </a:lnTo>
                <a:lnTo>
                  <a:pt x="253923" y="43179"/>
                </a:lnTo>
                <a:lnTo>
                  <a:pt x="255152" y="44450"/>
                </a:lnTo>
                <a:lnTo>
                  <a:pt x="242176" y="44450"/>
                </a:lnTo>
                <a:lnTo>
                  <a:pt x="242354" y="45720"/>
                </a:lnTo>
                <a:close/>
              </a:path>
              <a:path w="297814" h="297179">
                <a:moveTo>
                  <a:pt x="55041" y="45720"/>
                </a:moveTo>
                <a:lnTo>
                  <a:pt x="55206" y="44450"/>
                </a:lnTo>
                <a:lnTo>
                  <a:pt x="56346" y="44450"/>
                </a:lnTo>
                <a:lnTo>
                  <a:pt x="55041" y="45720"/>
                </a:lnTo>
                <a:close/>
              </a:path>
              <a:path w="297814" h="297179">
                <a:moveTo>
                  <a:pt x="264160" y="71120"/>
                </a:moveTo>
                <a:lnTo>
                  <a:pt x="260146" y="64770"/>
                </a:lnTo>
                <a:lnTo>
                  <a:pt x="260286" y="64770"/>
                </a:lnTo>
                <a:lnTo>
                  <a:pt x="256006" y="59689"/>
                </a:lnTo>
                <a:lnTo>
                  <a:pt x="256159" y="59689"/>
                </a:lnTo>
                <a:lnTo>
                  <a:pt x="251637" y="54610"/>
                </a:lnTo>
                <a:lnTo>
                  <a:pt x="251790" y="54610"/>
                </a:lnTo>
                <a:lnTo>
                  <a:pt x="247014" y="49529"/>
                </a:lnTo>
                <a:lnTo>
                  <a:pt x="247180" y="49529"/>
                </a:lnTo>
                <a:lnTo>
                  <a:pt x="242176" y="44450"/>
                </a:lnTo>
                <a:lnTo>
                  <a:pt x="255152" y="44450"/>
                </a:lnTo>
                <a:lnTo>
                  <a:pt x="258838" y="48260"/>
                </a:lnTo>
                <a:lnTo>
                  <a:pt x="263512" y="53339"/>
                </a:lnTo>
                <a:lnTo>
                  <a:pt x="267919" y="59689"/>
                </a:lnTo>
                <a:lnTo>
                  <a:pt x="272059" y="64770"/>
                </a:lnTo>
                <a:lnTo>
                  <a:pt x="275148" y="69850"/>
                </a:lnTo>
                <a:lnTo>
                  <a:pt x="264033" y="69850"/>
                </a:lnTo>
                <a:lnTo>
                  <a:pt x="264160" y="71120"/>
                </a:lnTo>
                <a:close/>
              </a:path>
              <a:path w="297814" h="297179">
                <a:moveTo>
                  <a:pt x="33235" y="71120"/>
                </a:moveTo>
                <a:lnTo>
                  <a:pt x="33362" y="69850"/>
                </a:lnTo>
                <a:lnTo>
                  <a:pt x="34038" y="69850"/>
                </a:lnTo>
                <a:lnTo>
                  <a:pt x="33235" y="71120"/>
                </a:lnTo>
                <a:close/>
              </a:path>
              <a:path w="297814" h="297179">
                <a:moveTo>
                  <a:pt x="271119" y="82550"/>
                </a:moveTo>
                <a:lnTo>
                  <a:pt x="267665" y="76200"/>
                </a:lnTo>
                <a:lnTo>
                  <a:pt x="264033" y="69850"/>
                </a:lnTo>
                <a:lnTo>
                  <a:pt x="275148" y="69850"/>
                </a:lnTo>
                <a:lnTo>
                  <a:pt x="275920" y="71120"/>
                </a:lnTo>
                <a:lnTo>
                  <a:pt x="279501" y="77470"/>
                </a:lnTo>
                <a:lnTo>
                  <a:pt x="281467" y="81279"/>
                </a:lnTo>
                <a:lnTo>
                  <a:pt x="271018" y="81279"/>
                </a:lnTo>
                <a:lnTo>
                  <a:pt x="271119" y="82550"/>
                </a:lnTo>
                <a:close/>
              </a:path>
              <a:path w="297814" h="297179">
                <a:moveTo>
                  <a:pt x="26263" y="82550"/>
                </a:moveTo>
                <a:lnTo>
                  <a:pt x="26377" y="81279"/>
                </a:lnTo>
                <a:lnTo>
                  <a:pt x="26957" y="81279"/>
                </a:lnTo>
                <a:lnTo>
                  <a:pt x="26263" y="82550"/>
                </a:lnTo>
                <a:close/>
              </a:path>
              <a:path w="297814" h="297179">
                <a:moveTo>
                  <a:pt x="283514" y="114300"/>
                </a:moveTo>
                <a:lnTo>
                  <a:pt x="281571" y="106679"/>
                </a:lnTo>
                <a:lnTo>
                  <a:pt x="279387" y="100329"/>
                </a:lnTo>
                <a:lnTo>
                  <a:pt x="276885" y="93979"/>
                </a:lnTo>
                <a:lnTo>
                  <a:pt x="274091" y="87629"/>
                </a:lnTo>
                <a:lnTo>
                  <a:pt x="271018" y="81279"/>
                </a:lnTo>
                <a:lnTo>
                  <a:pt x="281467" y="81279"/>
                </a:lnTo>
                <a:lnTo>
                  <a:pt x="282778" y="83820"/>
                </a:lnTo>
                <a:lnTo>
                  <a:pt x="285750" y="90170"/>
                </a:lnTo>
                <a:lnTo>
                  <a:pt x="288404" y="97789"/>
                </a:lnTo>
                <a:lnTo>
                  <a:pt x="290741" y="104139"/>
                </a:lnTo>
                <a:lnTo>
                  <a:pt x="292684" y="111760"/>
                </a:lnTo>
                <a:lnTo>
                  <a:pt x="293027" y="113029"/>
                </a:lnTo>
                <a:lnTo>
                  <a:pt x="283451" y="113029"/>
                </a:lnTo>
                <a:lnTo>
                  <a:pt x="283514" y="114300"/>
                </a:lnTo>
                <a:close/>
              </a:path>
              <a:path w="297814" h="297179">
                <a:moveTo>
                  <a:pt x="13881" y="114300"/>
                </a:moveTo>
                <a:lnTo>
                  <a:pt x="13931" y="113029"/>
                </a:lnTo>
                <a:lnTo>
                  <a:pt x="14202" y="113029"/>
                </a:lnTo>
                <a:lnTo>
                  <a:pt x="13881" y="114300"/>
                </a:lnTo>
                <a:close/>
              </a:path>
              <a:path w="297814" h="297179">
                <a:moveTo>
                  <a:pt x="293016" y="184150"/>
                </a:moveTo>
                <a:lnTo>
                  <a:pt x="283451" y="184150"/>
                </a:lnTo>
                <a:lnTo>
                  <a:pt x="285064" y="176529"/>
                </a:lnTo>
                <a:lnTo>
                  <a:pt x="286283" y="170179"/>
                </a:lnTo>
                <a:lnTo>
                  <a:pt x="287159" y="162560"/>
                </a:lnTo>
                <a:lnTo>
                  <a:pt x="287693" y="156210"/>
                </a:lnTo>
                <a:lnTo>
                  <a:pt x="287870" y="148589"/>
                </a:lnTo>
                <a:lnTo>
                  <a:pt x="287680" y="140970"/>
                </a:lnTo>
                <a:lnTo>
                  <a:pt x="287134" y="134620"/>
                </a:lnTo>
                <a:lnTo>
                  <a:pt x="286245" y="127000"/>
                </a:lnTo>
                <a:lnTo>
                  <a:pt x="285013" y="120650"/>
                </a:lnTo>
                <a:lnTo>
                  <a:pt x="283451" y="113029"/>
                </a:lnTo>
                <a:lnTo>
                  <a:pt x="293027" y="113029"/>
                </a:lnTo>
                <a:lnTo>
                  <a:pt x="297383" y="148589"/>
                </a:lnTo>
                <a:lnTo>
                  <a:pt x="297192" y="156210"/>
                </a:lnTo>
                <a:lnTo>
                  <a:pt x="296608" y="163829"/>
                </a:lnTo>
                <a:lnTo>
                  <a:pt x="295656" y="171450"/>
                </a:lnTo>
                <a:lnTo>
                  <a:pt x="294347" y="179070"/>
                </a:lnTo>
                <a:lnTo>
                  <a:pt x="293016" y="184150"/>
                </a:lnTo>
                <a:close/>
              </a:path>
              <a:path w="297814" h="297179">
                <a:moveTo>
                  <a:pt x="14202" y="184150"/>
                </a:moveTo>
                <a:lnTo>
                  <a:pt x="13931" y="184150"/>
                </a:lnTo>
                <a:lnTo>
                  <a:pt x="13881" y="182879"/>
                </a:lnTo>
                <a:lnTo>
                  <a:pt x="14202" y="184150"/>
                </a:lnTo>
                <a:close/>
              </a:path>
              <a:path w="297814" h="297179">
                <a:moveTo>
                  <a:pt x="199720" y="288289"/>
                </a:moveTo>
                <a:lnTo>
                  <a:pt x="155740" y="288289"/>
                </a:lnTo>
                <a:lnTo>
                  <a:pt x="163055" y="287020"/>
                </a:lnTo>
                <a:lnTo>
                  <a:pt x="169773" y="287020"/>
                </a:lnTo>
                <a:lnTo>
                  <a:pt x="176860" y="285750"/>
                </a:lnTo>
                <a:lnTo>
                  <a:pt x="176631" y="285750"/>
                </a:lnTo>
                <a:lnTo>
                  <a:pt x="183591" y="283210"/>
                </a:lnTo>
                <a:lnTo>
                  <a:pt x="183362" y="283210"/>
                </a:lnTo>
                <a:lnTo>
                  <a:pt x="190195" y="281939"/>
                </a:lnTo>
                <a:lnTo>
                  <a:pt x="189966" y="281939"/>
                </a:lnTo>
                <a:lnTo>
                  <a:pt x="196659" y="279400"/>
                </a:lnTo>
                <a:lnTo>
                  <a:pt x="196430" y="279400"/>
                </a:lnTo>
                <a:lnTo>
                  <a:pt x="202971" y="276860"/>
                </a:lnTo>
                <a:lnTo>
                  <a:pt x="202755" y="276860"/>
                </a:lnTo>
                <a:lnTo>
                  <a:pt x="209130" y="274320"/>
                </a:lnTo>
                <a:lnTo>
                  <a:pt x="208914" y="274320"/>
                </a:lnTo>
                <a:lnTo>
                  <a:pt x="215125" y="271779"/>
                </a:lnTo>
                <a:lnTo>
                  <a:pt x="214922" y="271779"/>
                </a:lnTo>
                <a:lnTo>
                  <a:pt x="220954" y="267970"/>
                </a:lnTo>
                <a:lnTo>
                  <a:pt x="220751" y="267970"/>
                </a:lnTo>
                <a:lnTo>
                  <a:pt x="226593" y="264160"/>
                </a:lnTo>
                <a:lnTo>
                  <a:pt x="226402" y="264160"/>
                </a:lnTo>
                <a:lnTo>
                  <a:pt x="232041" y="260350"/>
                </a:lnTo>
                <a:lnTo>
                  <a:pt x="231863" y="260350"/>
                </a:lnTo>
                <a:lnTo>
                  <a:pt x="237299" y="256539"/>
                </a:lnTo>
                <a:lnTo>
                  <a:pt x="237121" y="256539"/>
                </a:lnTo>
                <a:lnTo>
                  <a:pt x="242354" y="251460"/>
                </a:lnTo>
                <a:lnTo>
                  <a:pt x="242176" y="251460"/>
                </a:lnTo>
                <a:lnTo>
                  <a:pt x="247180" y="247650"/>
                </a:lnTo>
                <a:lnTo>
                  <a:pt x="247014" y="247650"/>
                </a:lnTo>
                <a:lnTo>
                  <a:pt x="251790" y="242570"/>
                </a:lnTo>
                <a:lnTo>
                  <a:pt x="251637" y="242570"/>
                </a:lnTo>
                <a:lnTo>
                  <a:pt x="256159" y="237489"/>
                </a:lnTo>
                <a:lnTo>
                  <a:pt x="256006" y="237489"/>
                </a:lnTo>
                <a:lnTo>
                  <a:pt x="260286" y="232410"/>
                </a:lnTo>
                <a:lnTo>
                  <a:pt x="260146" y="232410"/>
                </a:lnTo>
                <a:lnTo>
                  <a:pt x="264160" y="226060"/>
                </a:lnTo>
                <a:lnTo>
                  <a:pt x="267779" y="220979"/>
                </a:lnTo>
                <a:lnTo>
                  <a:pt x="271119" y="214629"/>
                </a:lnTo>
                <a:lnTo>
                  <a:pt x="274193" y="209550"/>
                </a:lnTo>
                <a:lnTo>
                  <a:pt x="276974" y="203200"/>
                </a:lnTo>
                <a:lnTo>
                  <a:pt x="279463" y="196850"/>
                </a:lnTo>
                <a:lnTo>
                  <a:pt x="281647" y="190500"/>
                </a:lnTo>
                <a:lnTo>
                  <a:pt x="283514" y="182879"/>
                </a:lnTo>
                <a:lnTo>
                  <a:pt x="283451" y="184150"/>
                </a:lnTo>
                <a:lnTo>
                  <a:pt x="293016" y="184150"/>
                </a:lnTo>
                <a:lnTo>
                  <a:pt x="290741" y="193039"/>
                </a:lnTo>
                <a:lnTo>
                  <a:pt x="288328" y="199389"/>
                </a:lnTo>
                <a:lnTo>
                  <a:pt x="285661" y="207010"/>
                </a:lnTo>
                <a:lnTo>
                  <a:pt x="267779" y="237489"/>
                </a:lnTo>
                <a:lnTo>
                  <a:pt x="263512" y="243839"/>
                </a:lnTo>
                <a:lnTo>
                  <a:pt x="225907" y="275589"/>
                </a:lnTo>
                <a:lnTo>
                  <a:pt x="213067" y="283210"/>
                </a:lnTo>
                <a:lnTo>
                  <a:pt x="199720" y="288289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990187" y="3135960"/>
            <a:ext cx="114300" cy="25241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922433" y="4022648"/>
            <a:ext cx="297815" cy="297180"/>
          </a:xfrm>
          <a:custGeom>
            <a:avLst/>
            <a:gdLst/>
            <a:ahLst/>
            <a:cxnLst/>
            <a:rect l="l" t="t" r="r" b="b"/>
            <a:pathLst>
              <a:path w="297814" h="297179">
                <a:moveTo>
                  <a:pt x="163766" y="297179"/>
                </a:moveTo>
                <a:lnTo>
                  <a:pt x="133375" y="297179"/>
                </a:lnTo>
                <a:lnTo>
                  <a:pt x="111417" y="293370"/>
                </a:lnTo>
                <a:lnTo>
                  <a:pt x="71475" y="275589"/>
                </a:lnTo>
                <a:lnTo>
                  <a:pt x="54013" y="262889"/>
                </a:lnTo>
                <a:lnTo>
                  <a:pt x="48615" y="259079"/>
                </a:lnTo>
                <a:lnTo>
                  <a:pt x="43459" y="254000"/>
                </a:lnTo>
                <a:lnTo>
                  <a:pt x="38544" y="248920"/>
                </a:lnTo>
                <a:lnTo>
                  <a:pt x="33870" y="243839"/>
                </a:lnTo>
                <a:lnTo>
                  <a:pt x="29463" y="237489"/>
                </a:lnTo>
                <a:lnTo>
                  <a:pt x="25323" y="232410"/>
                </a:lnTo>
                <a:lnTo>
                  <a:pt x="8978" y="199389"/>
                </a:lnTo>
                <a:lnTo>
                  <a:pt x="6642" y="193039"/>
                </a:lnTo>
                <a:lnTo>
                  <a:pt x="0" y="148589"/>
                </a:lnTo>
                <a:lnTo>
                  <a:pt x="177" y="140970"/>
                </a:lnTo>
                <a:lnTo>
                  <a:pt x="6718" y="104139"/>
                </a:lnTo>
                <a:lnTo>
                  <a:pt x="9055" y="96520"/>
                </a:lnTo>
                <a:lnTo>
                  <a:pt x="29603" y="59689"/>
                </a:lnTo>
                <a:lnTo>
                  <a:pt x="34023" y="53339"/>
                </a:lnTo>
                <a:lnTo>
                  <a:pt x="71475" y="21589"/>
                </a:lnTo>
                <a:lnTo>
                  <a:pt x="111645" y="3810"/>
                </a:lnTo>
                <a:lnTo>
                  <a:pt x="133616" y="0"/>
                </a:lnTo>
                <a:lnTo>
                  <a:pt x="164007" y="0"/>
                </a:lnTo>
                <a:lnTo>
                  <a:pt x="185966" y="3810"/>
                </a:lnTo>
                <a:lnTo>
                  <a:pt x="199936" y="8889"/>
                </a:lnTo>
                <a:lnTo>
                  <a:pt x="141643" y="8889"/>
                </a:lnTo>
                <a:lnTo>
                  <a:pt x="134340" y="10160"/>
                </a:lnTo>
                <a:lnTo>
                  <a:pt x="127609" y="10160"/>
                </a:lnTo>
                <a:lnTo>
                  <a:pt x="120523" y="11429"/>
                </a:lnTo>
                <a:lnTo>
                  <a:pt x="120751" y="11429"/>
                </a:lnTo>
                <a:lnTo>
                  <a:pt x="113791" y="12700"/>
                </a:lnTo>
                <a:lnTo>
                  <a:pt x="114020" y="12700"/>
                </a:lnTo>
                <a:lnTo>
                  <a:pt x="107187" y="15239"/>
                </a:lnTo>
                <a:lnTo>
                  <a:pt x="107416" y="15239"/>
                </a:lnTo>
                <a:lnTo>
                  <a:pt x="100736" y="17779"/>
                </a:lnTo>
                <a:lnTo>
                  <a:pt x="100952" y="17779"/>
                </a:lnTo>
                <a:lnTo>
                  <a:pt x="94411" y="20320"/>
                </a:lnTo>
                <a:lnTo>
                  <a:pt x="94627" y="20320"/>
                </a:lnTo>
                <a:lnTo>
                  <a:pt x="88252" y="22860"/>
                </a:lnTo>
                <a:lnTo>
                  <a:pt x="88468" y="22860"/>
                </a:lnTo>
                <a:lnTo>
                  <a:pt x="82257" y="25400"/>
                </a:lnTo>
                <a:lnTo>
                  <a:pt x="82461" y="25400"/>
                </a:lnTo>
                <a:lnTo>
                  <a:pt x="76441" y="29210"/>
                </a:lnTo>
                <a:lnTo>
                  <a:pt x="76631" y="29210"/>
                </a:lnTo>
                <a:lnTo>
                  <a:pt x="70789" y="33020"/>
                </a:lnTo>
                <a:lnTo>
                  <a:pt x="70980" y="33020"/>
                </a:lnTo>
                <a:lnTo>
                  <a:pt x="65341" y="36829"/>
                </a:lnTo>
                <a:lnTo>
                  <a:pt x="65519" y="36829"/>
                </a:lnTo>
                <a:lnTo>
                  <a:pt x="60083" y="40639"/>
                </a:lnTo>
                <a:lnTo>
                  <a:pt x="60261" y="40639"/>
                </a:lnTo>
                <a:lnTo>
                  <a:pt x="56346" y="44450"/>
                </a:lnTo>
                <a:lnTo>
                  <a:pt x="55206" y="44450"/>
                </a:lnTo>
                <a:lnTo>
                  <a:pt x="50203" y="49529"/>
                </a:lnTo>
                <a:lnTo>
                  <a:pt x="50368" y="49529"/>
                </a:lnTo>
                <a:lnTo>
                  <a:pt x="45605" y="54610"/>
                </a:lnTo>
                <a:lnTo>
                  <a:pt x="45758" y="54610"/>
                </a:lnTo>
                <a:lnTo>
                  <a:pt x="41224" y="59689"/>
                </a:lnTo>
                <a:lnTo>
                  <a:pt x="41376" y="59689"/>
                </a:lnTo>
                <a:lnTo>
                  <a:pt x="37096" y="64770"/>
                </a:lnTo>
                <a:lnTo>
                  <a:pt x="37236" y="64770"/>
                </a:lnTo>
                <a:lnTo>
                  <a:pt x="34025" y="69850"/>
                </a:lnTo>
                <a:lnTo>
                  <a:pt x="33350" y="69850"/>
                </a:lnTo>
                <a:lnTo>
                  <a:pt x="29603" y="76200"/>
                </a:lnTo>
                <a:lnTo>
                  <a:pt x="26957" y="81279"/>
                </a:lnTo>
                <a:lnTo>
                  <a:pt x="26365" y="81279"/>
                </a:lnTo>
                <a:lnTo>
                  <a:pt x="23190" y="87629"/>
                </a:lnTo>
                <a:lnTo>
                  <a:pt x="20408" y="93979"/>
                </a:lnTo>
                <a:lnTo>
                  <a:pt x="17919" y="100329"/>
                </a:lnTo>
                <a:lnTo>
                  <a:pt x="15735" y="106679"/>
                </a:lnTo>
                <a:lnTo>
                  <a:pt x="14192" y="113029"/>
                </a:lnTo>
                <a:lnTo>
                  <a:pt x="13931" y="113029"/>
                </a:lnTo>
                <a:lnTo>
                  <a:pt x="12318" y="120650"/>
                </a:lnTo>
                <a:lnTo>
                  <a:pt x="11099" y="127000"/>
                </a:lnTo>
                <a:lnTo>
                  <a:pt x="10223" y="134620"/>
                </a:lnTo>
                <a:lnTo>
                  <a:pt x="9690" y="140970"/>
                </a:lnTo>
                <a:lnTo>
                  <a:pt x="9525" y="148589"/>
                </a:lnTo>
                <a:lnTo>
                  <a:pt x="9673" y="154939"/>
                </a:lnTo>
                <a:lnTo>
                  <a:pt x="9783" y="156210"/>
                </a:lnTo>
                <a:lnTo>
                  <a:pt x="10248" y="162560"/>
                </a:lnTo>
                <a:lnTo>
                  <a:pt x="11137" y="170179"/>
                </a:lnTo>
                <a:lnTo>
                  <a:pt x="12369" y="176529"/>
                </a:lnTo>
                <a:lnTo>
                  <a:pt x="13931" y="184150"/>
                </a:lnTo>
                <a:lnTo>
                  <a:pt x="14192" y="184150"/>
                </a:lnTo>
                <a:lnTo>
                  <a:pt x="15811" y="190500"/>
                </a:lnTo>
                <a:lnTo>
                  <a:pt x="18008" y="196850"/>
                </a:lnTo>
                <a:lnTo>
                  <a:pt x="20497" y="203200"/>
                </a:lnTo>
                <a:lnTo>
                  <a:pt x="23291" y="209550"/>
                </a:lnTo>
                <a:lnTo>
                  <a:pt x="26365" y="214629"/>
                </a:lnTo>
                <a:lnTo>
                  <a:pt x="29730" y="220979"/>
                </a:lnTo>
                <a:lnTo>
                  <a:pt x="33350" y="226060"/>
                </a:lnTo>
                <a:lnTo>
                  <a:pt x="37236" y="232410"/>
                </a:lnTo>
                <a:lnTo>
                  <a:pt x="37096" y="232410"/>
                </a:lnTo>
                <a:lnTo>
                  <a:pt x="41376" y="237489"/>
                </a:lnTo>
                <a:lnTo>
                  <a:pt x="41224" y="237489"/>
                </a:lnTo>
                <a:lnTo>
                  <a:pt x="45758" y="242570"/>
                </a:lnTo>
                <a:lnTo>
                  <a:pt x="45605" y="242570"/>
                </a:lnTo>
                <a:lnTo>
                  <a:pt x="50368" y="247650"/>
                </a:lnTo>
                <a:lnTo>
                  <a:pt x="50203" y="247650"/>
                </a:lnTo>
                <a:lnTo>
                  <a:pt x="55206" y="251460"/>
                </a:lnTo>
                <a:lnTo>
                  <a:pt x="55041" y="251460"/>
                </a:lnTo>
                <a:lnTo>
                  <a:pt x="60261" y="256539"/>
                </a:lnTo>
                <a:lnTo>
                  <a:pt x="60083" y="256539"/>
                </a:lnTo>
                <a:lnTo>
                  <a:pt x="65519" y="260350"/>
                </a:lnTo>
                <a:lnTo>
                  <a:pt x="65341" y="260350"/>
                </a:lnTo>
                <a:lnTo>
                  <a:pt x="70980" y="264160"/>
                </a:lnTo>
                <a:lnTo>
                  <a:pt x="70789" y="264160"/>
                </a:lnTo>
                <a:lnTo>
                  <a:pt x="76631" y="267970"/>
                </a:lnTo>
                <a:lnTo>
                  <a:pt x="76441" y="267970"/>
                </a:lnTo>
                <a:lnTo>
                  <a:pt x="82461" y="271779"/>
                </a:lnTo>
                <a:lnTo>
                  <a:pt x="82257" y="271779"/>
                </a:lnTo>
                <a:lnTo>
                  <a:pt x="88468" y="274320"/>
                </a:lnTo>
                <a:lnTo>
                  <a:pt x="88252" y="274320"/>
                </a:lnTo>
                <a:lnTo>
                  <a:pt x="94627" y="276860"/>
                </a:lnTo>
                <a:lnTo>
                  <a:pt x="94411" y="276860"/>
                </a:lnTo>
                <a:lnTo>
                  <a:pt x="100952" y="279400"/>
                </a:lnTo>
                <a:lnTo>
                  <a:pt x="100736" y="279400"/>
                </a:lnTo>
                <a:lnTo>
                  <a:pt x="107416" y="281939"/>
                </a:lnTo>
                <a:lnTo>
                  <a:pt x="107187" y="281939"/>
                </a:lnTo>
                <a:lnTo>
                  <a:pt x="114020" y="283210"/>
                </a:lnTo>
                <a:lnTo>
                  <a:pt x="113791" y="283210"/>
                </a:lnTo>
                <a:lnTo>
                  <a:pt x="120751" y="285750"/>
                </a:lnTo>
                <a:lnTo>
                  <a:pt x="120523" y="285750"/>
                </a:lnTo>
                <a:lnTo>
                  <a:pt x="127609" y="287020"/>
                </a:lnTo>
                <a:lnTo>
                  <a:pt x="134340" y="287020"/>
                </a:lnTo>
                <a:lnTo>
                  <a:pt x="141643" y="288289"/>
                </a:lnTo>
                <a:lnTo>
                  <a:pt x="199936" y="288289"/>
                </a:lnTo>
                <a:lnTo>
                  <a:pt x="192798" y="290829"/>
                </a:lnTo>
                <a:lnTo>
                  <a:pt x="185966" y="293370"/>
                </a:lnTo>
                <a:lnTo>
                  <a:pt x="163766" y="297179"/>
                </a:lnTo>
                <a:close/>
              </a:path>
              <a:path w="297814" h="297179">
                <a:moveTo>
                  <a:pt x="242341" y="45720"/>
                </a:moveTo>
                <a:lnTo>
                  <a:pt x="237121" y="40639"/>
                </a:lnTo>
                <a:lnTo>
                  <a:pt x="237299" y="40639"/>
                </a:lnTo>
                <a:lnTo>
                  <a:pt x="231863" y="36829"/>
                </a:lnTo>
                <a:lnTo>
                  <a:pt x="232041" y="36829"/>
                </a:lnTo>
                <a:lnTo>
                  <a:pt x="226402" y="33020"/>
                </a:lnTo>
                <a:lnTo>
                  <a:pt x="226593" y="33020"/>
                </a:lnTo>
                <a:lnTo>
                  <a:pt x="220751" y="29210"/>
                </a:lnTo>
                <a:lnTo>
                  <a:pt x="220941" y="29210"/>
                </a:lnTo>
                <a:lnTo>
                  <a:pt x="214922" y="25400"/>
                </a:lnTo>
                <a:lnTo>
                  <a:pt x="215125" y="25400"/>
                </a:lnTo>
                <a:lnTo>
                  <a:pt x="208914" y="22860"/>
                </a:lnTo>
                <a:lnTo>
                  <a:pt x="209118" y="22860"/>
                </a:lnTo>
                <a:lnTo>
                  <a:pt x="202742" y="20320"/>
                </a:lnTo>
                <a:lnTo>
                  <a:pt x="202958" y="20320"/>
                </a:lnTo>
                <a:lnTo>
                  <a:pt x="196430" y="17779"/>
                </a:lnTo>
                <a:lnTo>
                  <a:pt x="196646" y="17779"/>
                </a:lnTo>
                <a:lnTo>
                  <a:pt x="189966" y="15239"/>
                </a:lnTo>
                <a:lnTo>
                  <a:pt x="190182" y="15239"/>
                </a:lnTo>
                <a:lnTo>
                  <a:pt x="183349" y="12700"/>
                </a:lnTo>
                <a:lnTo>
                  <a:pt x="183591" y="12700"/>
                </a:lnTo>
                <a:lnTo>
                  <a:pt x="176618" y="11429"/>
                </a:lnTo>
                <a:lnTo>
                  <a:pt x="176860" y="11429"/>
                </a:lnTo>
                <a:lnTo>
                  <a:pt x="169773" y="10160"/>
                </a:lnTo>
                <a:lnTo>
                  <a:pt x="163042" y="10160"/>
                </a:lnTo>
                <a:lnTo>
                  <a:pt x="155740" y="8889"/>
                </a:lnTo>
                <a:lnTo>
                  <a:pt x="199936" y="8889"/>
                </a:lnTo>
                <a:lnTo>
                  <a:pt x="206463" y="11429"/>
                </a:lnTo>
                <a:lnTo>
                  <a:pt x="213271" y="13970"/>
                </a:lnTo>
                <a:lnTo>
                  <a:pt x="248754" y="38100"/>
                </a:lnTo>
                <a:lnTo>
                  <a:pt x="255152" y="44450"/>
                </a:lnTo>
                <a:lnTo>
                  <a:pt x="242176" y="44450"/>
                </a:lnTo>
                <a:lnTo>
                  <a:pt x="242341" y="45720"/>
                </a:lnTo>
                <a:close/>
              </a:path>
              <a:path w="297814" h="297179">
                <a:moveTo>
                  <a:pt x="55041" y="45720"/>
                </a:moveTo>
                <a:lnTo>
                  <a:pt x="55206" y="44450"/>
                </a:lnTo>
                <a:lnTo>
                  <a:pt x="56346" y="44450"/>
                </a:lnTo>
                <a:lnTo>
                  <a:pt x="55041" y="45720"/>
                </a:lnTo>
                <a:close/>
              </a:path>
              <a:path w="297814" h="297179">
                <a:moveTo>
                  <a:pt x="264160" y="71120"/>
                </a:moveTo>
                <a:lnTo>
                  <a:pt x="260146" y="64770"/>
                </a:lnTo>
                <a:lnTo>
                  <a:pt x="256006" y="59689"/>
                </a:lnTo>
                <a:lnTo>
                  <a:pt x="256146" y="59689"/>
                </a:lnTo>
                <a:lnTo>
                  <a:pt x="251625" y="54610"/>
                </a:lnTo>
                <a:lnTo>
                  <a:pt x="251777" y="54610"/>
                </a:lnTo>
                <a:lnTo>
                  <a:pt x="247014" y="49529"/>
                </a:lnTo>
                <a:lnTo>
                  <a:pt x="247180" y="49529"/>
                </a:lnTo>
                <a:lnTo>
                  <a:pt x="242176" y="44450"/>
                </a:lnTo>
                <a:lnTo>
                  <a:pt x="255152" y="44450"/>
                </a:lnTo>
                <a:lnTo>
                  <a:pt x="258838" y="48260"/>
                </a:lnTo>
                <a:lnTo>
                  <a:pt x="263499" y="53339"/>
                </a:lnTo>
                <a:lnTo>
                  <a:pt x="267919" y="59689"/>
                </a:lnTo>
                <a:lnTo>
                  <a:pt x="272059" y="64770"/>
                </a:lnTo>
                <a:lnTo>
                  <a:pt x="275148" y="69850"/>
                </a:lnTo>
                <a:lnTo>
                  <a:pt x="264032" y="69850"/>
                </a:lnTo>
                <a:lnTo>
                  <a:pt x="264160" y="71120"/>
                </a:lnTo>
                <a:close/>
              </a:path>
              <a:path w="297814" h="297179">
                <a:moveTo>
                  <a:pt x="33223" y="71120"/>
                </a:moveTo>
                <a:lnTo>
                  <a:pt x="33350" y="69850"/>
                </a:lnTo>
                <a:lnTo>
                  <a:pt x="34025" y="69850"/>
                </a:lnTo>
                <a:lnTo>
                  <a:pt x="33223" y="71120"/>
                </a:lnTo>
                <a:close/>
              </a:path>
              <a:path w="297814" h="297179">
                <a:moveTo>
                  <a:pt x="271119" y="82550"/>
                </a:moveTo>
                <a:lnTo>
                  <a:pt x="267652" y="76200"/>
                </a:lnTo>
                <a:lnTo>
                  <a:pt x="264032" y="69850"/>
                </a:lnTo>
                <a:lnTo>
                  <a:pt x="275148" y="69850"/>
                </a:lnTo>
                <a:lnTo>
                  <a:pt x="275920" y="71120"/>
                </a:lnTo>
                <a:lnTo>
                  <a:pt x="279488" y="77470"/>
                </a:lnTo>
                <a:lnTo>
                  <a:pt x="281401" y="81279"/>
                </a:lnTo>
                <a:lnTo>
                  <a:pt x="271005" y="81279"/>
                </a:lnTo>
                <a:lnTo>
                  <a:pt x="271119" y="82550"/>
                </a:lnTo>
                <a:close/>
              </a:path>
              <a:path w="297814" h="297179">
                <a:moveTo>
                  <a:pt x="26263" y="82550"/>
                </a:moveTo>
                <a:lnTo>
                  <a:pt x="26365" y="81279"/>
                </a:lnTo>
                <a:lnTo>
                  <a:pt x="26957" y="81279"/>
                </a:lnTo>
                <a:lnTo>
                  <a:pt x="26263" y="82550"/>
                </a:lnTo>
                <a:close/>
              </a:path>
              <a:path w="297814" h="297179">
                <a:moveTo>
                  <a:pt x="283514" y="114300"/>
                </a:moveTo>
                <a:lnTo>
                  <a:pt x="281571" y="106679"/>
                </a:lnTo>
                <a:lnTo>
                  <a:pt x="279374" y="100329"/>
                </a:lnTo>
                <a:lnTo>
                  <a:pt x="276885" y="93979"/>
                </a:lnTo>
                <a:lnTo>
                  <a:pt x="274091" y="87629"/>
                </a:lnTo>
                <a:lnTo>
                  <a:pt x="271005" y="81279"/>
                </a:lnTo>
                <a:lnTo>
                  <a:pt x="281401" y="81279"/>
                </a:lnTo>
                <a:lnTo>
                  <a:pt x="282676" y="83820"/>
                </a:lnTo>
                <a:lnTo>
                  <a:pt x="285750" y="90170"/>
                </a:lnTo>
                <a:lnTo>
                  <a:pt x="288404" y="97789"/>
                </a:lnTo>
                <a:lnTo>
                  <a:pt x="290728" y="104139"/>
                </a:lnTo>
                <a:lnTo>
                  <a:pt x="293055" y="113029"/>
                </a:lnTo>
                <a:lnTo>
                  <a:pt x="283451" y="113029"/>
                </a:lnTo>
                <a:lnTo>
                  <a:pt x="283514" y="114300"/>
                </a:lnTo>
                <a:close/>
              </a:path>
              <a:path w="297814" h="297179">
                <a:moveTo>
                  <a:pt x="13868" y="114300"/>
                </a:moveTo>
                <a:lnTo>
                  <a:pt x="13931" y="113029"/>
                </a:lnTo>
                <a:lnTo>
                  <a:pt x="14192" y="113029"/>
                </a:lnTo>
                <a:lnTo>
                  <a:pt x="13868" y="114300"/>
                </a:lnTo>
                <a:close/>
              </a:path>
              <a:path w="297814" h="297179">
                <a:moveTo>
                  <a:pt x="297179" y="156210"/>
                </a:moveTo>
                <a:lnTo>
                  <a:pt x="287680" y="156210"/>
                </a:lnTo>
                <a:lnTo>
                  <a:pt x="287858" y="148589"/>
                </a:lnTo>
                <a:lnTo>
                  <a:pt x="287680" y="140970"/>
                </a:lnTo>
                <a:lnTo>
                  <a:pt x="287134" y="134620"/>
                </a:lnTo>
                <a:lnTo>
                  <a:pt x="286245" y="127000"/>
                </a:lnTo>
                <a:lnTo>
                  <a:pt x="285013" y="120650"/>
                </a:lnTo>
                <a:lnTo>
                  <a:pt x="283451" y="113029"/>
                </a:lnTo>
                <a:lnTo>
                  <a:pt x="293055" y="113029"/>
                </a:lnTo>
                <a:lnTo>
                  <a:pt x="297383" y="148589"/>
                </a:lnTo>
                <a:lnTo>
                  <a:pt x="297179" y="156210"/>
                </a:lnTo>
                <a:close/>
              </a:path>
              <a:path w="297814" h="297179">
                <a:moveTo>
                  <a:pt x="9783" y="156210"/>
                </a:moveTo>
                <a:lnTo>
                  <a:pt x="9690" y="154939"/>
                </a:lnTo>
                <a:lnTo>
                  <a:pt x="9783" y="156210"/>
                </a:lnTo>
                <a:close/>
              </a:path>
              <a:path w="297814" h="297179">
                <a:moveTo>
                  <a:pt x="293000" y="184150"/>
                </a:moveTo>
                <a:lnTo>
                  <a:pt x="283451" y="184150"/>
                </a:lnTo>
                <a:lnTo>
                  <a:pt x="285051" y="176529"/>
                </a:lnTo>
                <a:lnTo>
                  <a:pt x="286270" y="170179"/>
                </a:lnTo>
                <a:lnTo>
                  <a:pt x="287159" y="162560"/>
                </a:lnTo>
                <a:lnTo>
                  <a:pt x="287680" y="154939"/>
                </a:lnTo>
                <a:lnTo>
                  <a:pt x="287680" y="156210"/>
                </a:lnTo>
                <a:lnTo>
                  <a:pt x="297179" y="156210"/>
                </a:lnTo>
                <a:lnTo>
                  <a:pt x="296608" y="163829"/>
                </a:lnTo>
                <a:lnTo>
                  <a:pt x="295655" y="171450"/>
                </a:lnTo>
                <a:lnTo>
                  <a:pt x="294335" y="179070"/>
                </a:lnTo>
                <a:lnTo>
                  <a:pt x="293000" y="184150"/>
                </a:lnTo>
                <a:close/>
              </a:path>
              <a:path w="297814" h="297179">
                <a:moveTo>
                  <a:pt x="14192" y="184150"/>
                </a:moveTo>
                <a:lnTo>
                  <a:pt x="13931" y="184150"/>
                </a:lnTo>
                <a:lnTo>
                  <a:pt x="13868" y="182879"/>
                </a:lnTo>
                <a:lnTo>
                  <a:pt x="14192" y="184150"/>
                </a:lnTo>
                <a:close/>
              </a:path>
              <a:path w="297814" h="297179">
                <a:moveTo>
                  <a:pt x="199936" y="288289"/>
                </a:moveTo>
                <a:lnTo>
                  <a:pt x="155740" y="288289"/>
                </a:lnTo>
                <a:lnTo>
                  <a:pt x="163042" y="287020"/>
                </a:lnTo>
                <a:lnTo>
                  <a:pt x="169773" y="287020"/>
                </a:lnTo>
                <a:lnTo>
                  <a:pt x="176860" y="285750"/>
                </a:lnTo>
                <a:lnTo>
                  <a:pt x="176618" y="285750"/>
                </a:lnTo>
                <a:lnTo>
                  <a:pt x="183591" y="283210"/>
                </a:lnTo>
                <a:lnTo>
                  <a:pt x="183349" y="283210"/>
                </a:lnTo>
                <a:lnTo>
                  <a:pt x="190182" y="281939"/>
                </a:lnTo>
                <a:lnTo>
                  <a:pt x="189966" y="281939"/>
                </a:lnTo>
                <a:lnTo>
                  <a:pt x="196646" y="279400"/>
                </a:lnTo>
                <a:lnTo>
                  <a:pt x="196430" y="279400"/>
                </a:lnTo>
                <a:lnTo>
                  <a:pt x="202958" y="276860"/>
                </a:lnTo>
                <a:lnTo>
                  <a:pt x="202742" y="276860"/>
                </a:lnTo>
                <a:lnTo>
                  <a:pt x="209118" y="274320"/>
                </a:lnTo>
                <a:lnTo>
                  <a:pt x="208914" y="274320"/>
                </a:lnTo>
                <a:lnTo>
                  <a:pt x="215125" y="271779"/>
                </a:lnTo>
                <a:lnTo>
                  <a:pt x="214922" y="271779"/>
                </a:lnTo>
                <a:lnTo>
                  <a:pt x="220941" y="267970"/>
                </a:lnTo>
                <a:lnTo>
                  <a:pt x="220751" y="267970"/>
                </a:lnTo>
                <a:lnTo>
                  <a:pt x="226593" y="264160"/>
                </a:lnTo>
                <a:lnTo>
                  <a:pt x="226402" y="264160"/>
                </a:lnTo>
                <a:lnTo>
                  <a:pt x="232041" y="260350"/>
                </a:lnTo>
                <a:lnTo>
                  <a:pt x="231863" y="260350"/>
                </a:lnTo>
                <a:lnTo>
                  <a:pt x="237299" y="256539"/>
                </a:lnTo>
                <a:lnTo>
                  <a:pt x="237121" y="256539"/>
                </a:lnTo>
                <a:lnTo>
                  <a:pt x="242341" y="251460"/>
                </a:lnTo>
                <a:lnTo>
                  <a:pt x="242176" y="251460"/>
                </a:lnTo>
                <a:lnTo>
                  <a:pt x="247180" y="247650"/>
                </a:lnTo>
                <a:lnTo>
                  <a:pt x="247014" y="247650"/>
                </a:lnTo>
                <a:lnTo>
                  <a:pt x="251777" y="242570"/>
                </a:lnTo>
                <a:lnTo>
                  <a:pt x="251625" y="242570"/>
                </a:lnTo>
                <a:lnTo>
                  <a:pt x="256146" y="237489"/>
                </a:lnTo>
                <a:lnTo>
                  <a:pt x="256006" y="237489"/>
                </a:lnTo>
                <a:lnTo>
                  <a:pt x="260273" y="232410"/>
                </a:lnTo>
                <a:lnTo>
                  <a:pt x="264160" y="226060"/>
                </a:lnTo>
                <a:lnTo>
                  <a:pt x="264032" y="226060"/>
                </a:lnTo>
                <a:lnTo>
                  <a:pt x="267766" y="220979"/>
                </a:lnTo>
                <a:lnTo>
                  <a:pt x="271119" y="214629"/>
                </a:lnTo>
                <a:lnTo>
                  <a:pt x="274192" y="209550"/>
                </a:lnTo>
                <a:lnTo>
                  <a:pt x="276974" y="203200"/>
                </a:lnTo>
                <a:lnTo>
                  <a:pt x="279450" y="196850"/>
                </a:lnTo>
                <a:lnTo>
                  <a:pt x="281635" y="190500"/>
                </a:lnTo>
                <a:lnTo>
                  <a:pt x="283514" y="182879"/>
                </a:lnTo>
                <a:lnTo>
                  <a:pt x="283451" y="184150"/>
                </a:lnTo>
                <a:lnTo>
                  <a:pt x="293000" y="184150"/>
                </a:lnTo>
                <a:lnTo>
                  <a:pt x="290664" y="193039"/>
                </a:lnTo>
                <a:lnTo>
                  <a:pt x="288404" y="199389"/>
                </a:lnTo>
                <a:lnTo>
                  <a:pt x="285750" y="207010"/>
                </a:lnTo>
                <a:lnTo>
                  <a:pt x="267779" y="237489"/>
                </a:lnTo>
                <a:lnTo>
                  <a:pt x="263359" y="243839"/>
                </a:lnTo>
                <a:lnTo>
                  <a:pt x="231736" y="271779"/>
                </a:lnTo>
                <a:lnTo>
                  <a:pt x="213055" y="283210"/>
                </a:lnTo>
                <a:lnTo>
                  <a:pt x="199936" y="288289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003687" y="3796982"/>
            <a:ext cx="114300" cy="2524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3837432" y="2322944"/>
            <a:ext cx="431800" cy="2058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3975">
              <a:lnSpc>
                <a:spcPts val="2155"/>
              </a:lnSpc>
              <a:spcBef>
                <a:spcPts val="100"/>
              </a:spcBef>
            </a:pP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  <a:p>
            <a:pPr algn="r" marR="98425">
              <a:lnSpc>
                <a:spcPts val="3250"/>
              </a:lnSpc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  <a:p>
            <a:pPr algn="r" marR="59690">
              <a:lnSpc>
                <a:spcPts val="2045"/>
              </a:lnSpc>
            </a:pP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  <a:p>
            <a:pPr algn="r" marR="104139">
              <a:lnSpc>
                <a:spcPts val="3200"/>
              </a:lnSpc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  <a:p>
            <a:pPr algn="r" marR="46355">
              <a:lnSpc>
                <a:spcPts val="2000"/>
              </a:lnSpc>
            </a:pP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  <a:p>
            <a:pPr algn="r" marR="90805">
              <a:lnSpc>
                <a:spcPts val="3354"/>
              </a:lnSpc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125912" y="1287779"/>
            <a:ext cx="4597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动生电动势的非静电力来源</a:t>
            </a:r>
          </a:p>
        </p:txBody>
      </p:sp>
      <p:sp>
        <p:nvSpPr>
          <p:cNvPr id="39" name="object 39"/>
          <p:cNvSpPr/>
          <p:nvPr/>
        </p:nvSpPr>
        <p:spPr>
          <a:xfrm>
            <a:off x="3529812" y="181637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022092" y="1508760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5" y="0"/>
                </a:lnTo>
                <a:lnTo>
                  <a:pt x="364235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221735" y="1732788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3107575" y="4442561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916295" y="233555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602094" y="233555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402194" y="2335555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145144" y="2335555"/>
            <a:ext cx="196227" cy="1953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916295" y="299341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602094" y="299341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402194" y="2993415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145144" y="2993415"/>
            <a:ext cx="196227" cy="1953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916295" y="365127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592569" y="365127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414894" y="365127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154669" y="365127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916295" y="4309135"/>
            <a:ext cx="196227" cy="19531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592569" y="4309135"/>
            <a:ext cx="196227" cy="19531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414894" y="4309135"/>
            <a:ext cx="196227" cy="19531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8154669" y="4309135"/>
            <a:ext cx="196227" cy="19531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916295" y="4966995"/>
            <a:ext cx="196227" cy="19531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592569" y="4966995"/>
            <a:ext cx="196227" cy="19531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874283" y="2216683"/>
            <a:ext cx="30479" cy="3047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414894" y="4966995"/>
            <a:ext cx="196227" cy="19531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8154669" y="4966995"/>
            <a:ext cx="196227" cy="19531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935723" y="2302764"/>
            <a:ext cx="433070" cy="2700655"/>
          </a:xfrm>
          <a:custGeom>
            <a:avLst/>
            <a:gdLst/>
            <a:ahLst/>
            <a:cxnLst/>
            <a:rect l="l" t="t" r="r" b="b"/>
            <a:pathLst>
              <a:path w="433070" h="2700654">
                <a:moveTo>
                  <a:pt x="0" y="0"/>
                </a:moveTo>
                <a:lnTo>
                  <a:pt x="432816" y="0"/>
                </a:lnTo>
                <a:lnTo>
                  <a:pt x="432816" y="2700528"/>
                </a:lnTo>
                <a:lnTo>
                  <a:pt x="0" y="2700528"/>
                </a:lnTo>
                <a:lnTo>
                  <a:pt x="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922172" y="2288971"/>
            <a:ext cx="460375" cy="2729230"/>
          </a:xfrm>
          <a:custGeom>
            <a:avLst/>
            <a:gdLst/>
            <a:ahLst/>
            <a:cxnLst/>
            <a:rect l="l" t="t" r="r" b="b"/>
            <a:pathLst>
              <a:path w="460375" h="2729229">
                <a:moveTo>
                  <a:pt x="460375" y="2728912"/>
                </a:moveTo>
                <a:lnTo>
                  <a:pt x="0" y="2728912"/>
                </a:lnTo>
                <a:lnTo>
                  <a:pt x="0" y="0"/>
                </a:lnTo>
                <a:lnTo>
                  <a:pt x="460375" y="0"/>
                </a:lnTo>
                <a:lnTo>
                  <a:pt x="460375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2700337"/>
                </a:lnTo>
                <a:lnTo>
                  <a:pt x="14287" y="2700337"/>
                </a:lnTo>
                <a:lnTo>
                  <a:pt x="28575" y="2714624"/>
                </a:lnTo>
                <a:lnTo>
                  <a:pt x="460375" y="2714624"/>
                </a:lnTo>
                <a:lnTo>
                  <a:pt x="460375" y="2728912"/>
                </a:lnTo>
                <a:close/>
              </a:path>
              <a:path w="460375" h="2729229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460375" h="2729229">
                <a:moveTo>
                  <a:pt x="431800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431800" y="14287"/>
                </a:lnTo>
                <a:lnTo>
                  <a:pt x="431800" y="28574"/>
                </a:lnTo>
                <a:close/>
              </a:path>
              <a:path w="460375" h="2729229">
                <a:moveTo>
                  <a:pt x="431800" y="2714624"/>
                </a:moveTo>
                <a:lnTo>
                  <a:pt x="431800" y="14287"/>
                </a:lnTo>
                <a:lnTo>
                  <a:pt x="446087" y="28574"/>
                </a:lnTo>
                <a:lnTo>
                  <a:pt x="460375" y="28574"/>
                </a:lnTo>
                <a:lnTo>
                  <a:pt x="460375" y="2700337"/>
                </a:lnTo>
                <a:lnTo>
                  <a:pt x="446087" y="2700337"/>
                </a:lnTo>
                <a:lnTo>
                  <a:pt x="431800" y="2714624"/>
                </a:lnTo>
                <a:close/>
              </a:path>
              <a:path w="460375" h="2729229">
                <a:moveTo>
                  <a:pt x="460375" y="28574"/>
                </a:moveTo>
                <a:lnTo>
                  <a:pt x="446087" y="28574"/>
                </a:lnTo>
                <a:lnTo>
                  <a:pt x="431800" y="14287"/>
                </a:lnTo>
                <a:lnTo>
                  <a:pt x="460375" y="14287"/>
                </a:lnTo>
                <a:lnTo>
                  <a:pt x="460375" y="28574"/>
                </a:lnTo>
                <a:close/>
              </a:path>
              <a:path w="460375" h="2729229">
                <a:moveTo>
                  <a:pt x="28575" y="2714624"/>
                </a:moveTo>
                <a:lnTo>
                  <a:pt x="14287" y="2700337"/>
                </a:lnTo>
                <a:lnTo>
                  <a:pt x="28575" y="2700337"/>
                </a:lnTo>
                <a:lnTo>
                  <a:pt x="28575" y="2714624"/>
                </a:lnTo>
                <a:close/>
              </a:path>
              <a:path w="460375" h="2729229">
                <a:moveTo>
                  <a:pt x="431800" y="2714624"/>
                </a:moveTo>
                <a:lnTo>
                  <a:pt x="28575" y="2714624"/>
                </a:lnTo>
                <a:lnTo>
                  <a:pt x="28575" y="2700337"/>
                </a:lnTo>
                <a:lnTo>
                  <a:pt x="431800" y="2700337"/>
                </a:lnTo>
                <a:lnTo>
                  <a:pt x="431800" y="2714624"/>
                </a:lnTo>
                <a:close/>
              </a:path>
              <a:path w="460375" h="2729229">
                <a:moveTo>
                  <a:pt x="460375" y="2714624"/>
                </a:moveTo>
                <a:lnTo>
                  <a:pt x="431800" y="2714624"/>
                </a:lnTo>
                <a:lnTo>
                  <a:pt x="446087" y="2700337"/>
                </a:lnTo>
                <a:lnTo>
                  <a:pt x="460375" y="2700337"/>
                </a:lnTo>
                <a:lnTo>
                  <a:pt x="460375" y="2714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463510" y="3424377"/>
            <a:ext cx="866140" cy="171450"/>
          </a:xfrm>
          <a:custGeom>
            <a:avLst/>
            <a:gdLst/>
            <a:ahLst/>
            <a:cxnLst/>
            <a:rect l="l" t="t" r="r" b="b"/>
            <a:pathLst>
              <a:path w="866140" h="171450">
                <a:moveTo>
                  <a:pt x="694270" y="171450"/>
                </a:moveTo>
                <a:lnTo>
                  <a:pt x="779995" y="85725"/>
                </a:lnTo>
                <a:lnTo>
                  <a:pt x="694270" y="0"/>
                </a:lnTo>
                <a:lnTo>
                  <a:pt x="808570" y="57150"/>
                </a:lnTo>
                <a:lnTo>
                  <a:pt x="801420" y="57150"/>
                </a:lnTo>
                <a:lnTo>
                  <a:pt x="801420" y="114300"/>
                </a:lnTo>
                <a:lnTo>
                  <a:pt x="808570" y="114300"/>
                </a:lnTo>
                <a:lnTo>
                  <a:pt x="694270" y="171450"/>
                </a:lnTo>
                <a:close/>
              </a:path>
              <a:path w="866140" h="171450">
                <a:moveTo>
                  <a:pt x="751420" y="114300"/>
                </a:moveTo>
                <a:lnTo>
                  <a:pt x="0" y="114300"/>
                </a:lnTo>
                <a:lnTo>
                  <a:pt x="0" y="57150"/>
                </a:lnTo>
                <a:lnTo>
                  <a:pt x="751420" y="57150"/>
                </a:lnTo>
                <a:lnTo>
                  <a:pt x="779995" y="85725"/>
                </a:lnTo>
                <a:lnTo>
                  <a:pt x="751420" y="114300"/>
                </a:lnTo>
                <a:close/>
              </a:path>
              <a:path w="866140" h="171450">
                <a:moveTo>
                  <a:pt x="808570" y="114300"/>
                </a:moveTo>
                <a:lnTo>
                  <a:pt x="801420" y="114300"/>
                </a:lnTo>
                <a:lnTo>
                  <a:pt x="801420" y="57150"/>
                </a:lnTo>
                <a:lnTo>
                  <a:pt x="808570" y="57150"/>
                </a:lnTo>
                <a:lnTo>
                  <a:pt x="865720" y="85725"/>
                </a:lnTo>
                <a:lnTo>
                  <a:pt x="80857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7717396" y="3112541"/>
            <a:ext cx="2032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Book Antiqua"/>
                <a:cs typeface="Book Antiqua"/>
              </a:rPr>
              <a:t>v</a:t>
            </a:r>
            <a:endParaRPr sz="2800">
              <a:latin typeface="Book Antiqua"/>
              <a:cs typeface="Book Antiqu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015200" y="1945436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704675" y="4999761"/>
            <a:ext cx="3689985" cy="690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815340">
              <a:lnSpc>
                <a:spcPts val="2615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615"/>
              </a:lnSpc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非静电力与洛伦兹力有关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922934" y="2216112"/>
            <a:ext cx="424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543" sz="2700" b="1">
                <a:solidFill>
                  <a:srgbClr val="008000"/>
                </a:solidFill>
                <a:latin typeface="Calibri"/>
                <a:cs typeface="Calibri"/>
              </a:rPr>
              <a:t>+</a:t>
            </a:r>
            <a:r>
              <a:rPr dirty="0" baseline="1543" sz="2700" spc="-284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baseline="1543" sz="2700" spc="112" b="1">
                <a:solidFill>
                  <a:srgbClr val="008000"/>
                </a:solidFill>
                <a:latin typeface="Calibri"/>
                <a:cs typeface="Calibri"/>
              </a:rPr>
              <a:t>+</a:t>
            </a:r>
            <a:r>
              <a:rPr dirty="0" sz="1800" spc="75" b="1">
                <a:solidFill>
                  <a:srgbClr val="008000"/>
                </a:solidFill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956349" y="4749622"/>
            <a:ext cx="3873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8000"/>
                </a:solidFill>
                <a:latin typeface="Calibri"/>
                <a:cs typeface="Calibri"/>
              </a:rPr>
              <a:t>- </a:t>
            </a:r>
            <a:r>
              <a:rPr dirty="0" baseline="1543" sz="2700" b="1">
                <a:solidFill>
                  <a:srgbClr val="008000"/>
                </a:solidFill>
                <a:latin typeface="Calibri"/>
                <a:cs typeface="Calibri"/>
              </a:rPr>
              <a:t>-</a:t>
            </a:r>
            <a:r>
              <a:rPr dirty="0" baseline="1543" sz="2700" spc="-187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baseline="1543" sz="2700" b="1">
                <a:solidFill>
                  <a:srgbClr val="008000"/>
                </a:solidFill>
                <a:latin typeface="Calibri"/>
                <a:cs typeface="Calibri"/>
              </a:rPr>
              <a:t>-</a:t>
            </a:r>
            <a:endParaRPr baseline="1543" sz="2700">
              <a:latin typeface="Calibri"/>
              <a:cs typeface="Calibri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6966254" y="1911108"/>
            <a:ext cx="2476563" cy="334984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7379690" y="4496206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008000"/>
                </a:solidFill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74" name="object 74"/>
          <p:cNvSpPr txBox="1"/>
          <p:nvPr/>
        </p:nvSpPr>
        <p:spPr>
          <a:xfrm>
            <a:off x="7024369" y="2625572"/>
            <a:ext cx="332740" cy="1097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7804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05"/>
              </a:spcBef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237983" y="4031830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9042133" y="2924314"/>
            <a:ext cx="280035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华文楷体"/>
                <a:cs typeface="华文楷体"/>
              </a:rPr>
              <a:t>用 电 器</a:t>
            </a:r>
            <a:endParaRPr sz="20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31335" y="2302764"/>
            <a:ext cx="431800" cy="2700655"/>
          </a:xfrm>
          <a:custGeom>
            <a:avLst/>
            <a:gdLst/>
            <a:ahLst/>
            <a:cxnLst/>
            <a:rect l="l" t="t" r="r" b="b"/>
            <a:pathLst>
              <a:path w="431800" h="2700654">
                <a:moveTo>
                  <a:pt x="0" y="0"/>
                </a:moveTo>
                <a:lnTo>
                  <a:pt x="431291" y="0"/>
                </a:lnTo>
                <a:lnTo>
                  <a:pt x="431291" y="2700528"/>
                </a:lnTo>
                <a:lnTo>
                  <a:pt x="0" y="2700528"/>
                </a:lnTo>
                <a:lnTo>
                  <a:pt x="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817061" y="2288971"/>
            <a:ext cx="460375" cy="2729230"/>
          </a:xfrm>
          <a:custGeom>
            <a:avLst/>
            <a:gdLst/>
            <a:ahLst/>
            <a:cxnLst/>
            <a:rect l="l" t="t" r="r" b="b"/>
            <a:pathLst>
              <a:path w="460375" h="2729229">
                <a:moveTo>
                  <a:pt x="460375" y="2728912"/>
                </a:moveTo>
                <a:lnTo>
                  <a:pt x="0" y="2728912"/>
                </a:lnTo>
                <a:lnTo>
                  <a:pt x="0" y="0"/>
                </a:lnTo>
                <a:lnTo>
                  <a:pt x="460375" y="0"/>
                </a:lnTo>
                <a:lnTo>
                  <a:pt x="460375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2700337"/>
                </a:lnTo>
                <a:lnTo>
                  <a:pt x="14287" y="2700337"/>
                </a:lnTo>
                <a:lnTo>
                  <a:pt x="28575" y="2714624"/>
                </a:lnTo>
                <a:lnTo>
                  <a:pt x="460375" y="2714624"/>
                </a:lnTo>
                <a:lnTo>
                  <a:pt x="460375" y="2728912"/>
                </a:lnTo>
                <a:close/>
              </a:path>
              <a:path w="460375" h="2729229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460375" h="2729229">
                <a:moveTo>
                  <a:pt x="431800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431800" y="14287"/>
                </a:lnTo>
                <a:lnTo>
                  <a:pt x="431800" y="28574"/>
                </a:lnTo>
                <a:close/>
              </a:path>
              <a:path w="460375" h="2729229">
                <a:moveTo>
                  <a:pt x="431800" y="2714624"/>
                </a:moveTo>
                <a:lnTo>
                  <a:pt x="431800" y="14287"/>
                </a:lnTo>
                <a:lnTo>
                  <a:pt x="446087" y="28574"/>
                </a:lnTo>
                <a:lnTo>
                  <a:pt x="460375" y="28574"/>
                </a:lnTo>
                <a:lnTo>
                  <a:pt x="460375" y="2700337"/>
                </a:lnTo>
                <a:lnTo>
                  <a:pt x="446087" y="2700337"/>
                </a:lnTo>
                <a:lnTo>
                  <a:pt x="431800" y="2714624"/>
                </a:lnTo>
                <a:close/>
              </a:path>
              <a:path w="460375" h="2729229">
                <a:moveTo>
                  <a:pt x="460375" y="28574"/>
                </a:moveTo>
                <a:lnTo>
                  <a:pt x="446087" y="28574"/>
                </a:lnTo>
                <a:lnTo>
                  <a:pt x="431800" y="14287"/>
                </a:lnTo>
                <a:lnTo>
                  <a:pt x="460375" y="14287"/>
                </a:lnTo>
                <a:lnTo>
                  <a:pt x="460375" y="28574"/>
                </a:lnTo>
                <a:close/>
              </a:path>
              <a:path w="460375" h="2729229">
                <a:moveTo>
                  <a:pt x="28575" y="2714624"/>
                </a:moveTo>
                <a:lnTo>
                  <a:pt x="14287" y="2700337"/>
                </a:lnTo>
                <a:lnTo>
                  <a:pt x="28575" y="2700337"/>
                </a:lnTo>
                <a:lnTo>
                  <a:pt x="28575" y="2714624"/>
                </a:lnTo>
                <a:close/>
              </a:path>
              <a:path w="460375" h="2729229">
                <a:moveTo>
                  <a:pt x="431800" y="2714624"/>
                </a:moveTo>
                <a:lnTo>
                  <a:pt x="28575" y="2714624"/>
                </a:lnTo>
                <a:lnTo>
                  <a:pt x="28575" y="2700337"/>
                </a:lnTo>
                <a:lnTo>
                  <a:pt x="431800" y="2700337"/>
                </a:lnTo>
                <a:lnTo>
                  <a:pt x="431800" y="2714624"/>
                </a:lnTo>
                <a:close/>
              </a:path>
              <a:path w="460375" h="2729229">
                <a:moveTo>
                  <a:pt x="460375" y="2714624"/>
                </a:moveTo>
                <a:lnTo>
                  <a:pt x="431800" y="2714624"/>
                </a:lnTo>
                <a:lnTo>
                  <a:pt x="446087" y="2700337"/>
                </a:lnTo>
                <a:lnTo>
                  <a:pt x="460375" y="2700337"/>
                </a:lnTo>
                <a:lnTo>
                  <a:pt x="460375" y="2714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40050" y="233555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25850" y="233555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25950" y="233555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68900" y="233555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40050" y="299341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525850" y="299341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25950" y="299341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068900" y="299341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840050" y="365127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516325" y="3651275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338650" y="365127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078425" y="3651275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40050" y="4309135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516325" y="4309135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338650" y="4309135"/>
            <a:ext cx="196227" cy="1953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078425" y="4309135"/>
            <a:ext cx="196227" cy="1953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840050" y="4966995"/>
            <a:ext cx="196227" cy="1953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516325" y="4966995"/>
            <a:ext cx="196227" cy="1953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798038" y="2216683"/>
            <a:ext cx="30480" cy="3047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338650" y="496699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078425" y="496699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358398" y="3424377"/>
            <a:ext cx="866140" cy="171450"/>
          </a:xfrm>
          <a:custGeom>
            <a:avLst/>
            <a:gdLst/>
            <a:ahLst/>
            <a:cxnLst/>
            <a:rect l="l" t="t" r="r" b="b"/>
            <a:pathLst>
              <a:path w="866139" h="171450">
                <a:moveTo>
                  <a:pt x="694270" y="171450"/>
                </a:moveTo>
                <a:lnTo>
                  <a:pt x="779995" y="85725"/>
                </a:lnTo>
                <a:lnTo>
                  <a:pt x="694270" y="0"/>
                </a:lnTo>
                <a:lnTo>
                  <a:pt x="808570" y="57150"/>
                </a:lnTo>
                <a:lnTo>
                  <a:pt x="801420" y="57150"/>
                </a:lnTo>
                <a:lnTo>
                  <a:pt x="801420" y="114300"/>
                </a:lnTo>
                <a:lnTo>
                  <a:pt x="808570" y="114300"/>
                </a:lnTo>
                <a:lnTo>
                  <a:pt x="694270" y="171450"/>
                </a:lnTo>
                <a:close/>
              </a:path>
              <a:path w="866139" h="171450">
                <a:moveTo>
                  <a:pt x="751420" y="114300"/>
                </a:moveTo>
                <a:lnTo>
                  <a:pt x="0" y="114300"/>
                </a:lnTo>
                <a:lnTo>
                  <a:pt x="0" y="57150"/>
                </a:lnTo>
                <a:lnTo>
                  <a:pt x="751420" y="57150"/>
                </a:lnTo>
                <a:lnTo>
                  <a:pt x="779995" y="85725"/>
                </a:lnTo>
                <a:lnTo>
                  <a:pt x="751420" y="114300"/>
                </a:lnTo>
                <a:close/>
              </a:path>
              <a:path w="866139" h="171450">
                <a:moveTo>
                  <a:pt x="808570" y="114300"/>
                </a:moveTo>
                <a:lnTo>
                  <a:pt x="801420" y="114300"/>
                </a:lnTo>
                <a:lnTo>
                  <a:pt x="801420" y="57150"/>
                </a:lnTo>
                <a:lnTo>
                  <a:pt x="808570" y="57150"/>
                </a:lnTo>
                <a:lnTo>
                  <a:pt x="865720" y="85725"/>
                </a:lnTo>
                <a:lnTo>
                  <a:pt x="80857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703025" y="3064827"/>
            <a:ext cx="2032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Book Antiqua"/>
                <a:cs typeface="Book Antiqua"/>
              </a:rPr>
              <a:t>v</a:t>
            </a:r>
            <a:endParaRPr sz="2800">
              <a:latin typeface="Book Antiqua"/>
              <a:cs typeface="Book Antiqu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909098" y="2689148"/>
            <a:ext cx="297815" cy="297180"/>
          </a:xfrm>
          <a:custGeom>
            <a:avLst/>
            <a:gdLst/>
            <a:ahLst/>
            <a:cxnLst/>
            <a:rect l="l" t="t" r="r" b="b"/>
            <a:pathLst>
              <a:path w="297814" h="297180">
                <a:moveTo>
                  <a:pt x="163766" y="297179"/>
                </a:moveTo>
                <a:lnTo>
                  <a:pt x="133375" y="297179"/>
                </a:lnTo>
                <a:lnTo>
                  <a:pt x="111417" y="293369"/>
                </a:lnTo>
                <a:lnTo>
                  <a:pt x="71475" y="275589"/>
                </a:lnTo>
                <a:lnTo>
                  <a:pt x="54013" y="262889"/>
                </a:lnTo>
                <a:lnTo>
                  <a:pt x="48615" y="259079"/>
                </a:lnTo>
                <a:lnTo>
                  <a:pt x="43459" y="253999"/>
                </a:lnTo>
                <a:lnTo>
                  <a:pt x="38544" y="248919"/>
                </a:lnTo>
                <a:lnTo>
                  <a:pt x="33870" y="243839"/>
                </a:lnTo>
                <a:lnTo>
                  <a:pt x="29463" y="237489"/>
                </a:lnTo>
                <a:lnTo>
                  <a:pt x="25323" y="232409"/>
                </a:lnTo>
                <a:lnTo>
                  <a:pt x="8978" y="199389"/>
                </a:lnTo>
                <a:lnTo>
                  <a:pt x="6642" y="193039"/>
                </a:lnTo>
                <a:lnTo>
                  <a:pt x="0" y="148589"/>
                </a:lnTo>
                <a:lnTo>
                  <a:pt x="190" y="140969"/>
                </a:lnTo>
                <a:lnTo>
                  <a:pt x="9055" y="96519"/>
                </a:lnTo>
                <a:lnTo>
                  <a:pt x="29603" y="59689"/>
                </a:lnTo>
                <a:lnTo>
                  <a:pt x="34023" y="53339"/>
                </a:lnTo>
                <a:lnTo>
                  <a:pt x="71475" y="21589"/>
                </a:lnTo>
                <a:lnTo>
                  <a:pt x="111645" y="3809"/>
                </a:lnTo>
                <a:lnTo>
                  <a:pt x="133616" y="0"/>
                </a:lnTo>
                <a:lnTo>
                  <a:pt x="164007" y="0"/>
                </a:lnTo>
                <a:lnTo>
                  <a:pt x="185966" y="3809"/>
                </a:lnTo>
                <a:lnTo>
                  <a:pt x="199936" y="8889"/>
                </a:lnTo>
                <a:lnTo>
                  <a:pt x="141643" y="8889"/>
                </a:lnTo>
                <a:lnTo>
                  <a:pt x="134340" y="10159"/>
                </a:lnTo>
                <a:lnTo>
                  <a:pt x="127609" y="10159"/>
                </a:lnTo>
                <a:lnTo>
                  <a:pt x="120523" y="11429"/>
                </a:lnTo>
                <a:lnTo>
                  <a:pt x="120751" y="11429"/>
                </a:lnTo>
                <a:lnTo>
                  <a:pt x="113791" y="12699"/>
                </a:lnTo>
                <a:lnTo>
                  <a:pt x="114020" y="12699"/>
                </a:lnTo>
                <a:lnTo>
                  <a:pt x="107187" y="15239"/>
                </a:lnTo>
                <a:lnTo>
                  <a:pt x="107416" y="15239"/>
                </a:lnTo>
                <a:lnTo>
                  <a:pt x="100736" y="17779"/>
                </a:lnTo>
                <a:lnTo>
                  <a:pt x="100952" y="17779"/>
                </a:lnTo>
                <a:lnTo>
                  <a:pt x="94411" y="20319"/>
                </a:lnTo>
                <a:lnTo>
                  <a:pt x="94627" y="20319"/>
                </a:lnTo>
                <a:lnTo>
                  <a:pt x="88252" y="22859"/>
                </a:lnTo>
                <a:lnTo>
                  <a:pt x="88468" y="22859"/>
                </a:lnTo>
                <a:lnTo>
                  <a:pt x="82257" y="25399"/>
                </a:lnTo>
                <a:lnTo>
                  <a:pt x="82461" y="25399"/>
                </a:lnTo>
                <a:lnTo>
                  <a:pt x="76441" y="29209"/>
                </a:lnTo>
                <a:lnTo>
                  <a:pt x="76631" y="29209"/>
                </a:lnTo>
                <a:lnTo>
                  <a:pt x="70789" y="33019"/>
                </a:lnTo>
                <a:lnTo>
                  <a:pt x="70980" y="33019"/>
                </a:lnTo>
                <a:lnTo>
                  <a:pt x="65341" y="36829"/>
                </a:lnTo>
                <a:lnTo>
                  <a:pt x="65519" y="36829"/>
                </a:lnTo>
                <a:lnTo>
                  <a:pt x="60083" y="40639"/>
                </a:lnTo>
                <a:lnTo>
                  <a:pt x="60261" y="40639"/>
                </a:lnTo>
                <a:lnTo>
                  <a:pt x="56346" y="44449"/>
                </a:lnTo>
                <a:lnTo>
                  <a:pt x="55206" y="44449"/>
                </a:lnTo>
                <a:lnTo>
                  <a:pt x="50203" y="49529"/>
                </a:lnTo>
                <a:lnTo>
                  <a:pt x="50368" y="49529"/>
                </a:lnTo>
                <a:lnTo>
                  <a:pt x="45605" y="54609"/>
                </a:lnTo>
                <a:lnTo>
                  <a:pt x="45758" y="54609"/>
                </a:lnTo>
                <a:lnTo>
                  <a:pt x="41224" y="59689"/>
                </a:lnTo>
                <a:lnTo>
                  <a:pt x="41376" y="59689"/>
                </a:lnTo>
                <a:lnTo>
                  <a:pt x="37096" y="64769"/>
                </a:lnTo>
                <a:lnTo>
                  <a:pt x="37236" y="64769"/>
                </a:lnTo>
                <a:lnTo>
                  <a:pt x="34025" y="69849"/>
                </a:lnTo>
                <a:lnTo>
                  <a:pt x="33350" y="69849"/>
                </a:lnTo>
                <a:lnTo>
                  <a:pt x="29603" y="76199"/>
                </a:lnTo>
                <a:lnTo>
                  <a:pt x="26957" y="81279"/>
                </a:lnTo>
                <a:lnTo>
                  <a:pt x="26365" y="81279"/>
                </a:lnTo>
                <a:lnTo>
                  <a:pt x="23190" y="87629"/>
                </a:lnTo>
                <a:lnTo>
                  <a:pt x="20408" y="93979"/>
                </a:lnTo>
                <a:lnTo>
                  <a:pt x="17919" y="100329"/>
                </a:lnTo>
                <a:lnTo>
                  <a:pt x="15735" y="106679"/>
                </a:lnTo>
                <a:lnTo>
                  <a:pt x="14192" y="113029"/>
                </a:lnTo>
                <a:lnTo>
                  <a:pt x="13931" y="113029"/>
                </a:lnTo>
                <a:lnTo>
                  <a:pt x="12319" y="120649"/>
                </a:lnTo>
                <a:lnTo>
                  <a:pt x="11099" y="126999"/>
                </a:lnTo>
                <a:lnTo>
                  <a:pt x="10223" y="134619"/>
                </a:lnTo>
                <a:lnTo>
                  <a:pt x="9690" y="140969"/>
                </a:lnTo>
                <a:lnTo>
                  <a:pt x="9525" y="148589"/>
                </a:lnTo>
                <a:lnTo>
                  <a:pt x="9702" y="156209"/>
                </a:lnTo>
                <a:lnTo>
                  <a:pt x="10248" y="162559"/>
                </a:lnTo>
                <a:lnTo>
                  <a:pt x="11137" y="170179"/>
                </a:lnTo>
                <a:lnTo>
                  <a:pt x="12369" y="176529"/>
                </a:lnTo>
                <a:lnTo>
                  <a:pt x="13931" y="184149"/>
                </a:lnTo>
                <a:lnTo>
                  <a:pt x="14192" y="184149"/>
                </a:lnTo>
                <a:lnTo>
                  <a:pt x="15811" y="190499"/>
                </a:lnTo>
                <a:lnTo>
                  <a:pt x="18008" y="196849"/>
                </a:lnTo>
                <a:lnTo>
                  <a:pt x="20497" y="203199"/>
                </a:lnTo>
                <a:lnTo>
                  <a:pt x="23291" y="209549"/>
                </a:lnTo>
                <a:lnTo>
                  <a:pt x="26365" y="214629"/>
                </a:lnTo>
                <a:lnTo>
                  <a:pt x="29730" y="220979"/>
                </a:lnTo>
                <a:lnTo>
                  <a:pt x="33350" y="226059"/>
                </a:lnTo>
                <a:lnTo>
                  <a:pt x="37236" y="232409"/>
                </a:lnTo>
                <a:lnTo>
                  <a:pt x="37096" y="232409"/>
                </a:lnTo>
                <a:lnTo>
                  <a:pt x="41376" y="237489"/>
                </a:lnTo>
                <a:lnTo>
                  <a:pt x="41224" y="237489"/>
                </a:lnTo>
                <a:lnTo>
                  <a:pt x="45758" y="242569"/>
                </a:lnTo>
                <a:lnTo>
                  <a:pt x="45605" y="242569"/>
                </a:lnTo>
                <a:lnTo>
                  <a:pt x="50368" y="247649"/>
                </a:lnTo>
                <a:lnTo>
                  <a:pt x="50203" y="247649"/>
                </a:lnTo>
                <a:lnTo>
                  <a:pt x="55206" y="251459"/>
                </a:lnTo>
                <a:lnTo>
                  <a:pt x="55041" y="251459"/>
                </a:lnTo>
                <a:lnTo>
                  <a:pt x="60261" y="256539"/>
                </a:lnTo>
                <a:lnTo>
                  <a:pt x="60083" y="256539"/>
                </a:lnTo>
                <a:lnTo>
                  <a:pt x="65519" y="260349"/>
                </a:lnTo>
                <a:lnTo>
                  <a:pt x="65341" y="260349"/>
                </a:lnTo>
                <a:lnTo>
                  <a:pt x="70980" y="264159"/>
                </a:lnTo>
                <a:lnTo>
                  <a:pt x="70789" y="264159"/>
                </a:lnTo>
                <a:lnTo>
                  <a:pt x="76631" y="267969"/>
                </a:lnTo>
                <a:lnTo>
                  <a:pt x="76441" y="267969"/>
                </a:lnTo>
                <a:lnTo>
                  <a:pt x="82461" y="271779"/>
                </a:lnTo>
                <a:lnTo>
                  <a:pt x="82257" y="271779"/>
                </a:lnTo>
                <a:lnTo>
                  <a:pt x="88468" y="274319"/>
                </a:lnTo>
                <a:lnTo>
                  <a:pt x="88252" y="274319"/>
                </a:lnTo>
                <a:lnTo>
                  <a:pt x="94627" y="276859"/>
                </a:lnTo>
                <a:lnTo>
                  <a:pt x="94411" y="276859"/>
                </a:lnTo>
                <a:lnTo>
                  <a:pt x="100952" y="279399"/>
                </a:lnTo>
                <a:lnTo>
                  <a:pt x="100736" y="279399"/>
                </a:lnTo>
                <a:lnTo>
                  <a:pt x="107416" y="281939"/>
                </a:lnTo>
                <a:lnTo>
                  <a:pt x="107187" y="281939"/>
                </a:lnTo>
                <a:lnTo>
                  <a:pt x="114020" y="283209"/>
                </a:lnTo>
                <a:lnTo>
                  <a:pt x="113791" y="283209"/>
                </a:lnTo>
                <a:lnTo>
                  <a:pt x="120751" y="285749"/>
                </a:lnTo>
                <a:lnTo>
                  <a:pt x="120523" y="285749"/>
                </a:lnTo>
                <a:lnTo>
                  <a:pt x="127609" y="287019"/>
                </a:lnTo>
                <a:lnTo>
                  <a:pt x="134340" y="287019"/>
                </a:lnTo>
                <a:lnTo>
                  <a:pt x="141643" y="288289"/>
                </a:lnTo>
                <a:lnTo>
                  <a:pt x="199936" y="288289"/>
                </a:lnTo>
                <a:lnTo>
                  <a:pt x="192798" y="290829"/>
                </a:lnTo>
                <a:lnTo>
                  <a:pt x="185966" y="293369"/>
                </a:lnTo>
                <a:lnTo>
                  <a:pt x="163766" y="297179"/>
                </a:lnTo>
                <a:close/>
              </a:path>
              <a:path w="297814" h="297180">
                <a:moveTo>
                  <a:pt x="242341" y="45719"/>
                </a:moveTo>
                <a:lnTo>
                  <a:pt x="237121" y="40639"/>
                </a:lnTo>
                <a:lnTo>
                  <a:pt x="237299" y="40639"/>
                </a:lnTo>
                <a:lnTo>
                  <a:pt x="231863" y="36829"/>
                </a:lnTo>
                <a:lnTo>
                  <a:pt x="232041" y="36829"/>
                </a:lnTo>
                <a:lnTo>
                  <a:pt x="226402" y="33019"/>
                </a:lnTo>
                <a:lnTo>
                  <a:pt x="226593" y="33019"/>
                </a:lnTo>
                <a:lnTo>
                  <a:pt x="220751" y="29209"/>
                </a:lnTo>
                <a:lnTo>
                  <a:pt x="220941" y="29209"/>
                </a:lnTo>
                <a:lnTo>
                  <a:pt x="214922" y="25399"/>
                </a:lnTo>
                <a:lnTo>
                  <a:pt x="215125" y="25399"/>
                </a:lnTo>
                <a:lnTo>
                  <a:pt x="208914" y="22859"/>
                </a:lnTo>
                <a:lnTo>
                  <a:pt x="209118" y="22859"/>
                </a:lnTo>
                <a:lnTo>
                  <a:pt x="202742" y="20319"/>
                </a:lnTo>
                <a:lnTo>
                  <a:pt x="202958" y="20319"/>
                </a:lnTo>
                <a:lnTo>
                  <a:pt x="196430" y="17779"/>
                </a:lnTo>
                <a:lnTo>
                  <a:pt x="196646" y="17779"/>
                </a:lnTo>
                <a:lnTo>
                  <a:pt x="189966" y="15239"/>
                </a:lnTo>
                <a:lnTo>
                  <a:pt x="190182" y="15239"/>
                </a:lnTo>
                <a:lnTo>
                  <a:pt x="183362" y="12699"/>
                </a:lnTo>
                <a:lnTo>
                  <a:pt x="183591" y="12699"/>
                </a:lnTo>
                <a:lnTo>
                  <a:pt x="176618" y="11429"/>
                </a:lnTo>
                <a:lnTo>
                  <a:pt x="176860" y="11429"/>
                </a:lnTo>
                <a:lnTo>
                  <a:pt x="169773" y="10159"/>
                </a:lnTo>
                <a:lnTo>
                  <a:pt x="163042" y="10159"/>
                </a:lnTo>
                <a:lnTo>
                  <a:pt x="155740" y="8889"/>
                </a:lnTo>
                <a:lnTo>
                  <a:pt x="199936" y="8889"/>
                </a:lnTo>
                <a:lnTo>
                  <a:pt x="206463" y="11429"/>
                </a:lnTo>
                <a:lnTo>
                  <a:pt x="213271" y="13969"/>
                </a:lnTo>
                <a:lnTo>
                  <a:pt x="248754" y="38099"/>
                </a:lnTo>
                <a:lnTo>
                  <a:pt x="255152" y="44449"/>
                </a:lnTo>
                <a:lnTo>
                  <a:pt x="242176" y="44449"/>
                </a:lnTo>
                <a:lnTo>
                  <a:pt x="242341" y="45719"/>
                </a:lnTo>
                <a:close/>
              </a:path>
              <a:path w="297814" h="297180">
                <a:moveTo>
                  <a:pt x="55041" y="45719"/>
                </a:moveTo>
                <a:lnTo>
                  <a:pt x="55206" y="44449"/>
                </a:lnTo>
                <a:lnTo>
                  <a:pt x="56346" y="44449"/>
                </a:lnTo>
                <a:lnTo>
                  <a:pt x="55041" y="45719"/>
                </a:lnTo>
                <a:close/>
              </a:path>
              <a:path w="297814" h="297180">
                <a:moveTo>
                  <a:pt x="264160" y="71119"/>
                </a:moveTo>
                <a:lnTo>
                  <a:pt x="260146" y="64769"/>
                </a:lnTo>
                <a:lnTo>
                  <a:pt x="260273" y="64769"/>
                </a:lnTo>
                <a:lnTo>
                  <a:pt x="256006" y="59689"/>
                </a:lnTo>
                <a:lnTo>
                  <a:pt x="256146" y="59689"/>
                </a:lnTo>
                <a:lnTo>
                  <a:pt x="251625" y="54609"/>
                </a:lnTo>
                <a:lnTo>
                  <a:pt x="251777" y="54609"/>
                </a:lnTo>
                <a:lnTo>
                  <a:pt x="247014" y="49529"/>
                </a:lnTo>
                <a:lnTo>
                  <a:pt x="247180" y="49529"/>
                </a:lnTo>
                <a:lnTo>
                  <a:pt x="242176" y="44449"/>
                </a:lnTo>
                <a:lnTo>
                  <a:pt x="255152" y="44449"/>
                </a:lnTo>
                <a:lnTo>
                  <a:pt x="258838" y="48259"/>
                </a:lnTo>
                <a:lnTo>
                  <a:pt x="263499" y="53339"/>
                </a:lnTo>
                <a:lnTo>
                  <a:pt x="267919" y="59689"/>
                </a:lnTo>
                <a:lnTo>
                  <a:pt x="272059" y="64769"/>
                </a:lnTo>
                <a:lnTo>
                  <a:pt x="275148" y="69849"/>
                </a:lnTo>
                <a:lnTo>
                  <a:pt x="264033" y="69849"/>
                </a:lnTo>
                <a:lnTo>
                  <a:pt x="264160" y="71119"/>
                </a:lnTo>
                <a:close/>
              </a:path>
              <a:path w="297814" h="297180">
                <a:moveTo>
                  <a:pt x="33223" y="71119"/>
                </a:moveTo>
                <a:lnTo>
                  <a:pt x="33350" y="69849"/>
                </a:lnTo>
                <a:lnTo>
                  <a:pt x="34025" y="69849"/>
                </a:lnTo>
                <a:lnTo>
                  <a:pt x="33223" y="71119"/>
                </a:lnTo>
                <a:close/>
              </a:path>
              <a:path w="297814" h="297180">
                <a:moveTo>
                  <a:pt x="271119" y="82549"/>
                </a:moveTo>
                <a:lnTo>
                  <a:pt x="267652" y="76199"/>
                </a:lnTo>
                <a:lnTo>
                  <a:pt x="264033" y="69849"/>
                </a:lnTo>
                <a:lnTo>
                  <a:pt x="275148" y="69849"/>
                </a:lnTo>
                <a:lnTo>
                  <a:pt x="275920" y="71119"/>
                </a:lnTo>
                <a:lnTo>
                  <a:pt x="279488" y="77469"/>
                </a:lnTo>
                <a:lnTo>
                  <a:pt x="281401" y="81279"/>
                </a:lnTo>
                <a:lnTo>
                  <a:pt x="271005" y="81279"/>
                </a:lnTo>
                <a:lnTo>
                  <a:pt x="271119" y="82549"/>
                </a:lnTo>
                <a:close/>
              </a:path>
              <a:path w="297814" h="297180">
                <a:moveTo>
                  <a:pt x="26263" y="82549"/>
                </a:moveTo>
                <a:lnTo>
                  <a:pt x="26365" y="81279"/>
                </a:lnTo>
                <a:lnTo>
                  <a:pt x="26957" y="81279"/>
                </a:lnTo>
                <a:lnTo>
                  <a:pt x="26263" y="82549"/>
                </a:lnTo>
                <a:close/>
              </a:path>
              <a:path w="297814" h="297180">
                <a:moveTo>
                  <a:pt x="283514" y="114299"/>
                </a:moveTo>
                <a:lnTo>
                  <a:pt x="281571" y="106679"/>
                </a:lnTo>
                <a:lnTo>
                  <a:pt x="279374" y="100329"/>
                </a:lnTo>
                <a:lnTo>
                  <a:pt x="276885" y="93979"/>
                </a:lnTo>
                <a:lnTo>
                  <a:pt x="274091" y="87629"/>
                </a:lnTo>
                <a:lnTo>
                  <a:pt x="271005" y="81279"/>
                </a:lnTo>
                <a:lnTo>
                  <a:pt x="281401" y="81279"/>
                </a:lnTo>
                <a:lnTo>
                  <a:pt x="282676" y="83819"/>
                </a:lnTo>
                <a:lnTo>
                  <a:pt x="285750" y="90169"/>
                </a:lnTo>
                <a:lnTo>
                  <a:pt x="288404" y="97789"/>
                </a:lnTo>
                <a:lnTo>
                  <a:pt x="290728" y="104139"/>
                </a:lnTo>
                <a:lnTo>
                  <a:pt x="293055" y="113029"/>
                </a:lnTo>
                <a:lnTo>
                  <a:pt x="283451" y="113029"/>
                </a:lnTo>
                <a:lnTo>
                  <a:pt x="283514" y="114299"/>
                </a:lnTo>
                <a:close/>
              </a:path>
              <a:path w="297814" h="297180">
                <a:moveTo>
                  <a:pt x="13868" y="114299"/>
                </a:moveTo>
                <a:lnTo>
                  <a:pt x="13931" y="113029"/>
                </a:lnTo>
                <a:lnTo>
                  <a:pt x="14192" y="113029"/>
                </a:lnTo>
                <a:lnTo>
                  <a:pt x="13868" y="114299"/>
                </a:lnTo>
                <a:close/>
              </a:path>
              <a:path w="297814" h="297180">
                <a:moveTo>
                  <a:pt x="293000" y="184149"/>
                </a:moveTo>
                <a:lnTo>
                  <a:pt x="283451" y="184149"/>
                </a:lnTo>
                <a:lnTo>
                  <a:pt x="285051" y="176529"/>
                </a:lnTo>
                <a:lnTo>
                  <a:pt x="286270" y="170179"/>
                </a:lnTo>
                <a:lnTo>
                  <a:pt x="287159" y="162559"/>
                </a:lnTo>
                <a:lnTo>
                  <a:pt x="287680" y="156209"/>
                </a:lnTo>
                <a:lnTo>
                  <a:pt x="287858" y="148589"/>
                </a:lnTo>
                <a:lnTo>
                  <a:pt x="287680" y="140969"/>
                </a:lnTo>
                <a:lnTo>
                  <a:pt x="287134" y="134619"/>
                </a:lnTo>
                <a:lnTo>
                  <a:pt x="286245" y="126999"/>
                </a:lnTo>
                <a:lnTo>
                  <a:pt x="285013" y="120649"/>
                </a:lnTo>
                <a:lnTo>
                  <a:pt x="283451" y="113029"/>
                </a:lnTo>
                <a:lnTo>
                  <a:pt x="293055" y="113029"/>
                </a:lnTo>
                <a:lnTo>
                  <a:pt x="297383" y="148589"/>
                </a:lnTo>
                <a:lnTo>
                  <a:pt x="297179" y="156209"/>
                </a:lnTo>
                <a:lnTo>
                  <a:pt x="296608" y="163829"/>
                </a:lnTo>
                <a:lnTo>
                  <a:pt x="295656" y="171449"/>
                </a:lnTo>
                <a:lnTo>
                  <a:pt x="294335" y="179069"/>
                </a:lnTo>
                <a:lnTo>
                  <a:pt x="293000" y="184149"/>
                </a:lnTo>
                <a:close/>
              </a:path>
              <a:path w="297814" h="297180">
                <a:moveTo>
                  <a:pt x="14192" y="184149"/>
                </a:moveTo>
                <a:lnTo>
                  <a:pt x="13931" y="184149"/>
                </a:lnTo>
                <a:lnTo>
                  <a:pt x="13868" y="182879"/>
                </a:lnTo>
                <a:lnTo>
                  <a:pt x="14192" y="184149"/>
                </a:lnTo>
                <a:close/>
              </a:path>
              <a:path w="297814" h="297180">
                <a:moveTo>
                  <a:pt x="199936" y="288289"/>
                </a:moveTo>
                <a:lnTo>
                  <a:pt x="155740" y="288289"/>
                </a:lnTo>
                <a:lnTo>
                  <a:pt x="163042" y="287019"/>
                </a:lnTo>
                <a:lnTo>
                  <a:pt x="169773" y="287019"/>
                </a:lnTo>
                <a:lnTo>
                  <a:pt x="176860" y="285749"/>
                </a:lnTo>
                <a:lnTo>
                  <a:pt x="176618" y="285749"/>
                </a:lnTo>
                <a:lnTo>
                  <a:pt x="183591" y="283209"/>
                </a:lnTo>
                <a:lnTo>
                  <a:pt x="183362" y="283209"/>
                </a:lnTo>
                <a:lnTo>
                  <a:pt x="190182" y="281939"/>
                </a:lnTo>
                <a:lnTo>
                  <a:pt x="189966" y="281939"/>
                </a:lnTo>
                <a:lnTo>
                  <a:pt x="196646" y="279399"/>
                </a:lnTo>
                <a:lnTo>
                  <a:pt x="196430" y="279399"/>
                </a:lnTo>
                <a:lnTo>
                  <a:pt x="202958" y="276859"/>
                </a:lnTo>
                <a:lnTo>
                  <a:pt x="202742" y="276859"/>
                </a:lnTo>
                <a:lnTo>
                  <a:pt x="209118" y="274319"/>
                </a:lnTo>
                <a:lnTo>
                  <a:pt x="208914" y="274319"/>
                </a:lnTo>
                <a:lnTo>
                  <a:pt x="215125" y="271779"/>
                </a:lnTo>
                <a:lnTo>
                  <a:pt x="214922" y="271779"/>
                </a:lnTo>
                <a:lnTo>
                  <a:pt x="220941" y="267969"/>
                </a:lnTo>
                <a:lnTo>
                  <a:pt x="220751" y="267969"/>
                </a:lnTo>
                <a:lnTo>
                  <a:pt x="226593" y="264159"/>
                </a:lnTo>
                <a:lnTo>
                  <a:pt x="226402" y="264159"/>
                </a:lnTo>
                <a:lnTo>
                  <a:pt x="232041" y="260349"/>
                </a:lnTo>
                <a:lnTo>
                  <a:pt x="231863" y="260349"/>
                </a:lnTo>
                <a:lnTo>
                  <a:pt x="237299" y="256539"/>
                </a:lnTo>
                <a:lnTo>
                  <a:pt x="237121" y="256539"/>
                </a:lnTo>
                <a:lnTo>
                  <a:pt x="242341" y="251459"/>
                </a:lnTo>
                <a:lnTo>
                  <a:pt x="242176" y="251459"/>
                </a:lnTo>
                <a:lnTo>
                  <a:pt x="247180" y="247649"/>
                </a:lnTo>
                <a:lnTo>
                  <a:pt x="247014" y="247649"/>
                </a:lnTo>
                <a:lnTo>
                  <a:pt x="251777" y="242569"/>
                </a:lnTo>
                <a:lnTo>
                  <a:pt x="251625" y="242569"/>
                </a:lnTo>
                <a:lnTo>
                  <a:pt x="256146" y="237489"/>
                </a:lnTo>
                <a:lnTo>
                  <a:pt x="256006" y="237489"/>
                </a:lnTo>
                <a:lnTo>
                  <a:pt x="260273" y="232409"/>
                </a:lnTo>
                <a:lnTo>
                  <a:pt x="260146" y="232409"/>
                </a:lnTo>
                <a:lnTo>
                  <a:pt x="264160" y="226059"/>
                </a:lnTo>
                <a:lnTo>
                  <a:pt x="267766" y="220979"/>
                </a:lnTo>
                <a:lnTo>
                  <a:pt x="271119" y="214629"/>
                </a:lnTo>
                <a:lnTo>
                  <a:pt x="274192" y="209549"/>
                </a:lnTo>
                <a:lnTo>
                  <a:pt x="276974" y="203199"/>
                </a:lnTo>
                <a:lnTo>
                  <a:pt x="279450" y="196849"/>
                </a:lnTo>
                <a:lnTo>
                  <a:pt x="281635" y="190499"/>
                </a:lnTo>
                <a:lnTo>
                  <a:pt x="283514" y="182879"/>
                </a:lnTo>
                <a:lnTo>
                  <a:pt x="283451" y="184149"/>
                </a:lnTo>
                <a:lnTo>
                  <a:pt x="293000" y="184149"/>
                </a:lnTo>
                <a:lnTo>
                  <a:pt x="290664" y="193039"/>
                </a:lnTo>
                <a:lnTo>
                  <a:pt x="288404" y="199389"/>
                </a:lnTo>
                <a:lnTo>
                  <a:pt x="285750" y="207009"/>
                </a:lnTo>
                <a:lnTo>
                  <a:pt x="267779" y="237489"/>
                </a:lnTo>
                <a:lnTo>
                  <a:pt x="263359" y="243839"/>
                </a:lnTo>
                <a:lnTo>
                  <a:pt x="231736" y="271779"/>
                </a:lnTo>
                <a:lnTo>
                  <a:pt x="213055" y="283209"/>
                </a:lnTo>
                <a:lnTo>
                  <a:pt x="199936" y="288289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990352" y="2463482"/>
            <a:ext cx="114300" cy="2524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906786" y="1920316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19613" y="4928565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341620" y="3645408"/>
            <a:ext cx="489584" cy="250190"/>
          </a:xfrm>
          <a:custGeom>
            <a:avLst/>
            <a:gdLst/>
            <a:ahLst/>
            <a:cxnLst/>
            <a:rect l="l" t="t" r="r" b="b"/>
            <a:pathLst>
              <a:path w="489585" h="250189">
                <a:moveTo>
                  <a:pt x="329183" y="249936"/>
                </a:moveTo>
                <a:lnTo>
                  <a:pt x="329183" y="187451"/>
                </a:lnTo>
                <a:lnTo>
                  <a:pt x="0" y="187451"/>
                </a:lnTo>
                <a:lnTo>
                  <a:pt x="0" y="62483"/>
                </a:lnTo>
                <a:lnTo>
                  <a:pt x="329183" y="62483"/>
                </a:lnTo>
                <a:lnTo>
                  <a:pt x="329183" y="0"/>
                </a:lnTo>
                <a:lnTo>
                  <a:pt x="489203" y="124967"/>
                </a:lnTo>
                <a:lnTo>
                  <a:pt x="329183" y="24993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336349" y="3635857"/>
            <a:ext cx="502920" cy="269875"/>
          </a:xfrm>
          <a:custGeom>
            <a:avLst/>
            <a:gdLst/>
            <a:ahLst/>
            <a:cxnLst/>
            <a:rect l="l" t="t" r="r" b="b"/>
            <a:pathLst>
              <a:path w="502920" h="269875">
                <a:moveTo>
                  <a:pt x="329018" y="72288"/>
                </a:moveTo>
                <a:lnTo>
                  <a:pt x="329018" y="0"/>
                </a:lnTo>
                <a:lnTo>
                  <a:pt x="341553" y="9728"/>
                </a:lnTo>
                <a:lnTo>
                  <a:pt x="338543" y="9728"/>
                </a:lnTo>
                <a:lnTo>
                  <a:pt x="330860" y="13487"/>
                </a:lnTo>
                <a:lnTo>
                  <a:pt x="338543" y="19450"/>
                </a:lnTo>
                <a:lnTo>
                  <a:pt x="338543" y="67525"/>
                </a:lnTo>
                <a:lnTo>
                  <a:pt x="333781" y="67525"/>
                </a:lnTo>
                <a:lnTo>
                  <a:pt x="329018" y="72288"/>
                </a:lnTo>
                <a:close/>
              </a:path>
              <a:path w="502920" h="269875">
                <a:moveTo>
                  <a:pt x="338543" y="19450"/>
                </a:moveTo>
                <a:lnTo>
                  <a:pt x="330860" y="13487"/>
                </a:lnTo>
                <a:lnTo>
                  <a:pt x="338543" y="9728"/>
                </a:lnTo>
                <a:lnTo>
                  <a:pt x="338543" y="19450"/>
                </a:lnTo>
                <a:close/>
              </a:path>
              <a:path w="502920" h="269875">
                <a:moveTo>
                  <a:pt x="487243" y="134861"/>
                </a:moveTo>
                <a:lnTo>
                  <a:pt x="338543" y="19450"/>
                </a:lnTo>
                <a:lnTo>
                  <a:pt x="338543" y="9728"/>
                </a:lnTo>
                <a:lnTo>
                  <a:pt x="341553" y="9728"/>
                </a:lnTo>
                <a:lnTo>
                  <a:pt x="497936" y="131102"/>
                </a:lnTo>
                <a:lnTo>
                  <a:pt x="492086" y="131102"/>
                </a:lnTo>
                <a:lnTo>
                  <a:pt x="487243" y="134861"/>
                </a:lnTo>
                <a:close/>
              </a:path>
              <a:path w="502920" h="269875">
                <a:moveTo>
                  <a:pt x="329018" y="202196"/>
                </a:moveTo>
                <a:lnTo>
                  <a:pt x="0" y="202196"/>
                </a:lnTo>
                <a:lnTo>
                  <a:pt x="0" y="67525"/>
                </a:lnTo>
                <a:lnTo>
                  <a:pt x="329018" y="67525"/>
                </a:lnTo>
                <a:lnTo>
                  <a:pt x="329018" y="72288"/>
                </a:lnTo>
                <a:lnTo>
                  <a:pt x="9525" y="72288"/>
                </a:lnTo>
                <a:lnTo>
                  <a:pt x="4762" y="77050"/>
                </a:lnTo>
                <a:lnTo>
                  <a:pt x="9525" y="77050"/>
                </a:lnTo>
                <a:lnTo>
                  <a:pt x="9525" y="192671"/>
                </a:lnTo>
                <a:lnTo>
                  <a:pt x="4762" y="192671"/>
                </a:lnTo>
                <a:lnTo>
                  <a:pt x="9525" y="197434"/>
                </a:lnTo>
                <a:lnTo>
                  <a:pt x="329018" y="197434"/>
                </a:lnTo>
                <a:lnTo>
                  <a:pt x="329018" y="202196"/>
                </a:lnTo>
                <a:close/>
              </a:path>
              <a:path w="502920" h="269875">
                <a:moveTo>
                  <a:pt x="338543" y="77050"/>
                </a:moveTo>
                <a:lnTo>
                  <a:pt x="9525" y="77050"/>
                </a:lnTo>
                <a:lnTo>
                  <a:pt x="9525" y="72288"/>
                </a:lnTo>
                <a:lnTo>
                  <a:pt x="329018" y="72288"/>
                </a:lnTo>
                <a:lnTo>
                  <a:pt x="333781" y="67525"/>
                </a:lnTo>
                <a:lnTo>
                  <a:pt x="338543" y="67525"/>
                </a:lnTo>
                <a:lnTo>
                  <a:pt x="338543" y="77050"/>
                </a:lnTo>
                <a:close/>
              </a:path>
              <a:path w="502920" h="269875">
                <a:moveTo>
                  <a:pt x="9525" y="77050"/>
                </a:moveTo>
                <a:lnTo>
                  <a:pt x="4762" y="77050"/>
                </a:lnTo>
                <a:lnTo>
                  <a:pt x="9525" y="72288"/>
                </a:lnTo>
                <a:lnTo>
                  <a:pt x="9525" y="77050"/>
                </a:lnTo>
                <a:close/>
              </a:path>
              <a:path w="502920" h="269875">
                <a:moveTo>
                  <a:pt x="492086" y="138620"/>
                </a:moveTo>
                <a:lnTo>
                  <a:pt x="487243" y="134861"/>
                </a:lnTo>
                <a:lnTo>
                  <a:pt x="492086" y="131102"/>
                </a:lnTo>
                <a:lnTo>
                  <a:pt x="492086" y="138620"/>
                </a:lnTo>
                <a:close/>
              </a:path>
              <a:path w="502920" h="269875">
                <a:moveTo>
                  <a:pt x="497937" y="138620"/>
                </a:moveTo>
                <a:lnTo>
                  <a:pt x="492086" y="138620"/>
                </a:lnTo>
                <a:lnTo>
                  <a:pt x="492086" y="131102"/>
                </a:lnTo>
                <a:lnTo>
                  <a:pt x="497936" y="131102"/>
                </a:lnTo>
                <a:lnTo>
                  <a:pt x="502780" y="134861"/>
                </a:lnTo>
                <a:lnTo>
                  <a:pt x="497937" y="138620"/>
                </a:lnTo>
                <a:close/>
              </a:path>
              <a:path w="502920" h="269875">
                <a:moveTo>
                  <a:pt x="341551" y="260007"/>
                </a:moveTo>
                <a:lnTo>
                  <a:pt x="338543" y="260007"/>
                </a:lnTo>
                <a:lnTo>
                  <a:pt x="338543" y="250283"/>
                </a:lnTo>
                <a:lnTo>
                  <a:pt x="487243" y="134861"/>
                </a:lnTo>
                <a:lnTo>
                  <a:pt x="492086" y="138620"/>
                </a:lnTo>
                <a:lnTo>
                  <a:pt x="497937" y="138620"/>
                </a:lnTo>
                <a:lnTo>
                  <a:pt x="341551" y="260007"/>
                </a:lnTo>
                <a:close/>
              </a:path>
              <a:path w="502920" h="269875">
                <a:moveTo>
                  <a:pt x="9525" y="197434"/>
                </a:moveTo>
                <a:lnTo>
                  <a:pt x="4762" y="192671"/>
                </a:lnTo>
                <a:lnTo>
                  <a:pt x="9525" y="192671"/>
                </a:lnTo>
                <a:lnTo>
                  <a:pt x="9525" y="197434"/>
                </a:lnTo>
                <a:close/>
              </a:path>
              <a:path w="502920" h="269875">
                <a:moveTo>
                  <a:pt x="338543" y="202196"/>
                </a:moveTo>
                <a:lnTo>
                  <a:pt x="333781" y="202196"/>
                </a:lnTo>
                <a:lnTo>
                  <a:pt x="329018" y="197434"/>
                </a:lnTo>
                <a:lnTo>
                  <a:pt x="9525" y="197434"/>
                </a:lnTo>
                <a:lnTo>
                  <a:pt x="9525" y="192671"/>
                </a:lnTo>
                <a:lnTo>
                  <a:pt x="338543" y="192671"/>
                </a:lnTo>
                <a:lnTo>
                  <a:pt x="338543" y="202196"/>
                </a:lnTo>
                <a:close/>
              </a:path>
              <a:path w="502920" h="269875">
                <a:moveTo>
                  <a:pt x="329018" y="269735"/>
                </a:moveTo>
                <a:lnTo>
                  <a:pt x="329018" y="197434"/>
                </a:lnTo>
                <a:lnTo>
                  <a:pt x="333781" y="202196"/>
                </a:lnTo>
                <a:lnTo>
                  <a:pt x="338543" y="202196"/>
                </a:lnTo>
                <a:lnTo>
                  <a:pt x="338543" y="250283"/>
                </a:lnTo>
                <a:lnTo>
                  <a:pt x="330860" y="256247"/>
                </a:lnTo>
                <a:lnTo>
                  <a:pt x="338543" y="260007"/>
                </a:lnTo>
                <a:lnTo>
                  <a:pt x="341551" y="260007"/>
                </a:lnTo>
                <a:lnTo>
                  <a:pt x="329018" y="269735"/>
                </a:lnTo>
                <a:close/>
              </a:path>
              <a:path w="502920" h="269875">
                <a:moveTo>
                  <a:pt x="338543" y="260007"/>
                </a:moveTo>
                <a:lnTo>
                  <a:pt x="330860" y="256247"/>
                </a:lnTo>
                <a:lnTo>
                  <a:pt x="338543" y="250283"/>
                </a:lnTo>
                <a:lnTo>
                  <a:pt x="338543" y="26000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903205" y="3361613"/>
            <a:ext cx="297815" cy="297180"/>
          </a:xfrm>
          <a:custGeom>
            <a:avLst/>
            <a:gdLst/>
            <a:ahLst/>
            <a:cxnLst/>
            <a:rect l="l" t="t" r="r" b="b"/>
            <a:pathLst>
              <a:path w="297814" h="297179">
                <a:moveTo>
                  <a:pt x="163779" y="297179"/>
                </a:moveTo>
                <a:lnTo>
                  <a:pt x="133375" y="297179"/>
                </a:lnTo>
                <a:lnTo>
                  <a:pt x="111417" y="293370"/>
                </a:lnTo>
                <a:lnTo>
                  <a:pt x="71488" y="275589"/>
                </a:lnTo>
                <a:lnTo>
                  <a:pt x="54013" y="262889"/>
                </a:lnTo>
                <a:lnTo>
                  <a:pt x="48628" y="259079"/>
                </a:lnTo>
                <a:lnTo>
                  <a:pt x="43624" y="254000"/>
                </a:lnTo>
                <a:lnTo>
                  <a:pt x="38544" y="248920"/>
                </a:lnTo>
                <a:lnTo>
                  <a:pt x="33883" y="243839"/>
                </a:lnTo>
                <a:lnTo>
                  <a:pt x="29476" y="237489"/>
                </a:lnTo>
                <a:lnTo>
                  <a:pt x="25336" y="232410"/>
                </a:lnTo>
                <a:lnTo>
                  <a:pt x="21462" y="226060"/>
                </a:lnTo>
                <a:lnTo>
                  <a:pt x="17894" y="219710"/>
                </a:lnTo>
                <a:lnTo>
                  <a:pt x="14617" y="213360"/>
                </a:lnTo>
                <a:lnTo>
                  <a:pt x="11645" y="207010"/>
                </a:lnTo>
                <a:lnTo>
                  <a:pt x="8978" y="199389"/>
                </a:lnTo>
                <a:lnTo>
                  <a:pt x="6654" y="193039"/>
                </a:lnTo>
                <a:lnTo>
                  <a:pt x="0" y="148589"/>
                </a:lnTo>
                <a:lnTo>
                  <a:pt x="190" y="140970"/>
                </a:lnTo>
                <a:lnTo>
                  <a:pt x="8978" y="97789"/>
                </a:lnTo>
                <a:lnTo>
                  <a:pt x="29603" y="59689"/>
                </a:lnTo>
                <a:lnTo>
                  <a:pt x="34023" y="53339"/>
                </a:lnTo>
                <a:lnTo>
                  <a:pt x="65646" y="25400"/>
                </a:lnTo>
                <a:lnTo>
                  <a:pt x="71678" y="20320"/>
                </a:lnTo>
                <a:lnTo>
                  <a:pt x="77711" y="17779"/>
                </a:lnTo>
                <a:lnTo>
                  <a:pt x="84327" y="13970"/>
                </a:lnTo>
                <a:lnTo>
                  <a:pt x="90919" y="11429"/>
                </a:lnTo>
                <a:lnTo>
                  <a:pt x="111417" y="3810"/>
                </a:lnTo>
                <a:lnTo>
                  <a:pt x="133616" y="0"/>
                </a:lnTo>
                <a:lnTo>
                  <a:pt x="164020" y="0"/>
                </a:lnTo>
                <a:lnTo>
                  <a:pt x="185966" y="3810"/>
                </a:lnTo>
                <a:lnTo>
                  <a:pt x="199936" y="8889"/>
                </a:lnTo>
                <a:lnTo>
                  <a:pt x="141655" y="8889"/>
                </a:lnTo>
                <a:lnTo>
                  <a:pt x="134340" y="10160"/>
                </a:lnTo>
                <a:lnTo>
                  <a:pt x="127622" y="10160"/>
                </a:lnTo>
                <a:lnTo>
                  <a:pt x="120523" y="11429"/>
                </a:lnTo>
                <a:lnTo>
                  <a:pt x="120764" y="11429"/>
                </a:lnTo>
                <a:lnTo>
                  <a:pt x="113804" y="12700"/>
                </a:lnTo>
                <a:lnTo>
                  <a:pt x="114033" y="12700"/>
                </a:lnTo>
                <a:lnTo>
                  <a:pt x="107200" y="15239"/>
                </a:lnTo>
                <a:lnTo>
                  <a:pt x="107429" y="15239"/>
                </a:lnTo>
                <a:lnTo>
                  <a:pt x="100736" y="17779"/>
                </a:lnTo>
                <a:lnTo>
                  <a:pt x="100964" y="17779"/>
                </a:lnTo>
                <a:lnTo>
                  <a:pt x="94424" y="20320"/>
                </a:lnTo>
                <a:lnTo>
                  <a:pt x="94640" y="20320"/>
                </a:lnTo>
                <a:lnTo>
                  <a:pt x="88264" y="22860"/>
                </a:lnTo>
                <a:lnTo>
                  <a:pt x="88468" y="22860"/>
                </a:lnTo>
                <a:lnTo>
                  <a:pt x="82270" y="25400"/>
                </a:lnTo>
                <a:lnTo>
                  <a:pt x="82473" y="25400"/>
                </a:lnTo>
                <a:lnTo>
                  <a:pt x="76441" y="29210"/>
                </a:lnTo>
                <a:lnTo>
                  <a:pt x="76631" y="29210"/>
                </a:lnTo>
                <a:lnTo>
                  <a:pt x="70802" y="33020"/>
                </a:lnTo>
                <a:lnTo>
                  <a:pt x="70992" y="33020"/>
                </a:lnTo>
                <a:lnTo>
                  <a:pt x="65341" y="36829"/>
                </a:lnTo>
                <a:lnTo>
                  <a:pt x="65532" y="36829"/>
                </a:lnTo>
                <a:lnTo>
                  <a:pt x="60083" y="40639"/>
                </a:lnTo>
                <a:lnTo>
                  <a:pt x="60261" y="40639"/>
                </a:lnTo>
                <a:lnTo>
                  <a:pt x="56346" y="44450"/>
                </a:lnTo>
                <a:lnTo>
                  <a:pt x="55206" y="44450"/>
                </a:lnTo>
                <a:lnTo>
                  <a:pt x="50215" y="49529"/>
                </a:lnTo>
                <a:lnTo>
                  <a:pt x="50368" y="49529"/>
                </a:lnTo>
                <a:lnTo>
                  <a:pt x="45605" y="54610"/>
                </a:lnTo>
                <a:lnTo>
                  <a:pt x="45758" y="54610"/>
                </a:lnTo>
                <a:lnTo>
                  <a:pt x="41236" y="59689"/>
                </a:lnTo>
                <a:lnTo>
                  <a:pt x="41376" y="59689"/>
                </a:lnTo>
                <a:lnTo>
                  <a:pt x="37109" y="64770"/>
                </a:lnTo>
                <a:lnTo>
                  <a:pt x="37249" y="64770"/>
                </a:lnTo>
                <a:lnTo>
                  <a:pt x="34038" y="69850"/>
                </a:lnTo>
                <a:lnTo>
                  <a:pt x="33362" y="69850"/>
                </a:lnTo>
                <a:lnTo>
                  <a:pt x="29616" y="76200"/>
                </a:lnTo>
                <a:lnTo>
                  <a:pt x="26957" y="81279"/>
                </a:lnTo>
                <a:lnTo>
                  <a:pt x="26377" y="81279"/>
                </a:lnTo>
                <a:lnTo>
                  <a:pt x="23202" y="87629"/>
                </a:lnTo>
                <a:lnTo>
                  <a:pt x="20421" y="93979"/>
                </a:lnTo>
                <a:lnTo>
                  <a:pt x="17932" y="100329"/>
                </a:lnTo>
                <a:lnTo>
                  <a:pt x="15748" y="106679"/>
                </a:lnTo>
                <a:lnTo>
                  <a:pt x="14202" y="113029"/>
                </a:lnTo>
                <a:lnTo>
                  <a:pt x="13931" y="113029"/>
                </a:lnTo>
                <a:lnTo>
                  <a:pt x="12331" y="120650"/>
                </a:lnTo>
                <a:lnTo>
                  <a:pt x="11112" y="127000"/>
                </a:lnTo>
                <a:lnTo>
                  <a:pt x="10236" y="134620"/>
                </a:lnTo>
                <a:lnTo>
                  <a:pt x="9702" y="140970"/>
                </a:lnTo>
                <a:lnTo>
                  <a:pt x="9525" y="148589"/>
                </a:lnTo>
                <a:lnTo>
                  <a:pt x="9715" y="156210"/>
                </a:lnTo>
                <a:lnTo>
                  <a:pt x="10261" y="162560"/>
                </a:lnTo>
                <a:lnTo>
                  <a:pt x="11150" y="170179"/>
                </a:lnTo>
                <a:lnTo>
                  <a:pt x="12382" y="176529"/>
                </a:lnTo>
                <a:lnTo>
                  <a:pt x="13931" y="184150"/>
                </a:lnTo>
                <a:lnTo>
                  <a:pt x="14202" y="184150"/>
                </a:lnTo>
                <a:lnTo>
                  <a:pt x="15811" y="190500"/>
                </a:lnTo>
                <a:lnTo>
                  <a:pt x="18008" y="196850"/>
                </a:lnTo>
                <a:lnTo>
                  <a:pt x="20510" y="203200"/>
                </a:lnTo>
                <a:lnTo>
                  <a:pt x="23304" y="209550"/>
                </a:lnTo>
                <a:lnTo>
                  <a:pt x="26377" y="214629"/>
                </a:lnTo>
                <a:lnTo>
                  <a:pt x="29730" y="220979"/>
                </a:lnTo>
                <a:lnTo>
                  <a:pt x="33362" y="226060"/>
                </a:lnTo>
                <a:lnTo>
                  <a:pt x="37249" y="232410"/>
                </a:lnTo>
                <a:lnTo>
                  <a:pt x="37109" y="232410"/>
                </a:lnTo>
                <a:lnTo>
                  <a:pt x="41376" y="237489"/>
                </a:lnTo>
                <a:lnTo>
                  <a:pt x="41236" y="237489"/>
                </a:lnTo>
                <a:lnTo>
                  <a:pt x="45758" y="242570"/>
                </a:lnTo>
                <a:lnTo>
                  <a:pt x="45605" y="242570"/>
                </a:lnTo>
                <a:lnTo>
                  <a:pt x="50368" y="247650"/>
                </a:lnTo>
                <a:lnTo>
                  <a:pt x="50215" y="247650"/>
                </a:lnTo>
                <a:lnTo>
                  <a:pt x="55206" y="251460"/>
                </a:lnTo>
                <a:lnTo>
                  <a:pt x="55041" y="251460"/>
                </a:lnTo>
                <a:lnTo>
                  <a:pt x="60261" y="256539"/>
                </a:lnTo>
                <a:lnTo>
                  <a:pt x="60083" y="256539"/>
                </a:lnTo>
                <a:lnTo>
                  <a:pt x="65532" y="260350"/>
                </a:lnTo>
                <a:lnTo>
                  <a:pt x="65341" y="260350"/>
                </a:lnTo>
                <a:lnTo>
                  <a:pt x="70992" y="264160"/>
                </a:lnTo>
                <a:lnTo>
                  <a:pt x="70802" y="264160"/>
                </a:lnTo>
                <a:lnTo>
                  <a:pt x="76631" y="267970"/>
                </a:lnTo>
                <a:lnTo>
                  <a:pt x="76441" y="267970"/>
                </a:lnTo>
                <a:lnTo>
                  <a:pt x="82473" y="271779"/>
                </a:lnTo>
                <a:lnTo>
                  <a:pt x="82270" y="271779"/>
                </a:lnTo>
                <a:lnTo>
                  <a:pt x="88468" y="274320"/>
                </a:lnTo>
                <a:lnTo>
                  <a:pt x="88264" y="274320"/>
                </a:lnTo>
                <a:lnTo>
                  <a:pt x="94640" y="276860"/>
                </a:lnTo>
                <a:lnTo>
                  <a:pt x="94424" y="276860"/>
                </a:lnTo>
                <a:lnTo>
                  <a:pt x="100964" y="279400"/>
                </a:lnTo>
                <a:lnTo>
                  <a:pt x="100736" y="279400"/>
                </a:lnTo>
                <a:lnTo>
                  <a:pt x="107429" y="281939"/>
                </a:lnTo>
                <a:lnTo>
                  <a:pt x="107200" y="281939"/>
                </a:lnTo>
                <a:lnTo>
                  <a:pt x="114033" y="283210"/>
                </a:lnTo>
                <a:lnTo>
                  <a:pt x="113804" y="283210"/>
                </a:lnTo>
                <a:lnTo>
                  <a:pt x="120764" y="285750"/>
                </a:lnTo>
                <a:lnTo>
                  <a:pt x="120523" y="285750"/>
                </a:lnTo>
                <a:lnTo>
                  <a:pt x="127622" y="287020"/>
                </a:lnTo>
                <a:lnTo>
                  <a:pt x="134340" y="287020"/>
                </a:lnTo>
                <a:lnTo>
                  <a:pt x="141655" y="288289"/>
                </a:lnTo>
                <a:lnTo>
                  <a:pt x="199720" y="288289"/>
                </a:lnTo>
                <a:lnTo>
                  <a:pt x="185737" y="293370"/>
                </a:lnTo>
                <a:lnTo>
                  <a:pt x="171450" y="295910"/>
                </a:lnTo>
                <a:lnTo>
                  <a:pt x="163779" y="297179"/>
                </a:lnTo>
                <a:close/>
              </a:path>
              <a:path w="297814" h="297179">
                <a:moveTo>
                  <a:pt x="242354" y="45720"/>
                </a:moveTo>
                <a:lnTo>
                  <a:pt x="237121" y="40639"/>
                </a:lnTo>
                <a:lnTo>
                  <a:pt x="237299" y="40639"/>
                </a:lnTo>
                <a:lnTo>
                  <a:pt x="231863" y="36829"/>
                </a:lnTo>
                <a:lnTo>
                  <a:pt x="232041" y="36829"/>
                </a:lnTo>
                <a:lnTo>
                  <a:pt x="226402" y="33020"/>
                </a:lnTo>
                <a:lnTo>
                  <a:pt x="226593" y="33020"/>
                </a:lnTo>
                <a:lnTo>
                  <a:pt x="220751" y="29210"/>
                </a:lnTo>
                <a:lnTo>
                  <a:pt x="220954" y="29210"/>
                </a:lnTo>
                <a:lnTo>
                  <a:pt x="214922" y="25400"/>
                </a:lnTo>
                <a:lnTo>
                  <a:pt x="215125" y="25400"/>
                </a:lnTo>
                <a:lnTo>
                  <a:pt x="208914" y="22860"/>
                </a:lnTo>
                <a:lnTo>
                  <a:pt x="209130" y="22860"/>
                </a:lnTo>
                <a:lnTo>
                  <a:pt x="202755" y="20320"/>
                </a:lnTo>
                <a:lnTo>
                  <a:pt x="202971" y="20320"/>
                </a:lnTo>
                <a:lnTo>
                  <a:pt x="196430" y="17779"/>
                </a:lnTo>
                <a:lnTo>
                  <a:pt x="196659" y="17779"/>
                </a:lnTo>
                <a:lnTo>
                  <a:pt x="189966" y="15239"/>
                </a:lnTo>
                <a:lnTo>
                  <a:pt x="190195" y="15239"/>
                </a:lnTo>
                <a:lnTo>
                  <a:pt x="183362" y="12700"/>
                </a:lnTo>
                <a:lnTo>
                  <a:pt x="183591" y="12700"/>
                </a:lnTo>
                <a:lnTo>
                  <a:pt x="176631" y="11429"/>
                </a:lnTo>
                <a:lnTo>
                  <a:pt x="176860" y="11429"/>
                </a:lnTo>
                <a:lnTo>
                  <a:pt x="169773" y="10160"/>
                </a:lnTo>
                <a:lnTo>
                  <a:pt x="163055" y="10160"/>
                </a:lnTo>
                <a:lnTo>
                  <a:pt x="155740" y="8889"/>
                </a:lnTo>
                <a:lnTo>
                  <a:pt x="199936" y="8889"/>
                </a:lnTo>
                <a:lnTo>
                  <a:pt x="206692" y="11429"/>
                </a:lnTo>
                <a:lnTo>
                  <a:pt x="243370" y="33020"/>
                </a:lnTo>
                <a:lnTo>
                  <a:pt x="248602" y="38100"/>
                </a:lnTo>
                <a:lnTo>
                  <a:pt x="253923" y="43179"/>
                </a:lnTo>
                <a:lnTo>
                  <a:pt x="255152" y="44450"/>
                </a:lnTo>
                <a:lnTo>
                  <a:pt x="242176" y="44450"/>
                </a:lnTo>
                <a:lnTo>
                  <a:pt x="242354" y="45720"/>
                </a:lnTo>
                <a:close/>
              </a:path>
              <a:path w="297814" h="297179">
                <a:moveTo>
                  <a:pt x="55041" y="45720"/>
                </a:moveTo>
                <a:lnTo>
                  <a:pt x="55206" y="44450"/>
                </a:lnTo>
                <a:lnTo>
                  <a:pt x="56346" y="44450"/>
                </a:lnTo>
                <a:lnTo>
                  <a:pt x="55041" y="45720"/>
                </a:lnTo>
                <a:close/>
              </a:path>
              <a:path w="297814" h="297179">
                <a:moveTo>
                  <a:pt x="264160" y="71120"/>
                </a:moveTo>
                <a:lnTo>
                  <a:pt x="260146" y="64770"/>
                </a:lnTo>
                <a:lnTo>
                  <a:pt x="260286" y="64770"/>
                </a:lnTo>
                <a:lnTo>
                  <a:pt x="256006" y="59689"/>
                </a:lnTo>
                <a:lnTo>
                  <a:pt x="256159" y="59689"/>
                </a:lnTo>
                <a:lnTo>
                  <a:pt x="251637" y="54610"/>
                </a:lnTo>
                <a:lnTo>
                  <a:pt x="251790" y="54610"/>
                </a:lnTo>
                <a:lnTo>
                  <a:pt x="247014" y="49529"/>
                </a:lnTo>
                <a:lnTo>
                  <a:pt x="247180" y="49529"/>
                </a:lnTo>
                <a:lnTo>
                  <a:pt x="242176" y="44450"/>
                </a:lnTo>
                <a:lnTo>
                  <a:pt x="255152" y="44450"/>
                </a:lnTo>
                <a:lnTo>
                  <a:pt x="258838" y="48260"/>
                </a:lnTo>
                <a:lnTo>
                  <a:pt x="263512" y="53339"/>
                </a:lnTo>
                <a:lnTo>
                  <a:pt x="267919" y="59689"/>
                </a:lnTo>
                <a:lnTo>
                  <a:pt x="272059" y="64770"/>
                </a:lnTo>
                <a:lnTo>
                  <a:pt x="275148" y="69850"/>
                </a:lnTo>
                <a:lnTo>
                  <a:pt x="264033" y="69850"/>
                </a:lnTo>
                <a:lnTo>
                  <a:pt x="264160" y="71120"/>
                </a:lnTo>
                <a:close/>
              </a:path>
              <a:path w="297814" h="297179">
                <a:moveTo>
                  <a:pt x="33235" y="71120"/>
                </a:moveTo>
                <a:lnTo>
                  <a:pt x="33362" y="69850"/>
                </a:lnTo>
                <a:lnTo>
                  <a:pt x="34038" y="69850"/>
                </a:lnTo>
                <a:lnTo>
                  <a:pt x="33235" y="71120"/>
                </a:lnTo>
                <a:close/>
              </a:path>
              <a:path w="297814" h="297179">
                <a:moveTo>
                  <a:pt x="271119" y="82550"/>
                </a:moveTo>
                <a:lnTo>
                  <a:pt x="267652" y="76200"/>
                </a:lnTo>
                <a:lnTo>
                  <a:pt x="264033" y="69850"/>
                </a:lnTo>
                <a:lnTo>
                  <a:pt x="275148" y="69850"/>
                </a:lnTo>
                <a:lnTo>
                  <a:pt x="275920" y="71120"/>
                </a:lnTo>
                <a:lnTo>
                  <a:pt x="279501" y="77470"/>
                </a:lnTo>
                <a:lnTo>
                  <a:pt x="281467" y="81279"/>
                </a:lnTo>
                <a:lnTo>
                  <a:pt x="271017" y="81279"/>
                </a:lnTo>
                <a:lnTo>
                  <a:pt x="271119" y="82550"/>
                </a:lnTo>
                <a:close/>
              </a:path>
              <a:path w="297814" h="297179">
                <a:moveTo>
                  <a:pt x="26263" y="82550"/>
                </a:moveTo>
                <a:lnTo>
                  <a:pt x="26377" y="81279"/>
                </a:lnTo>
                <a:lnTo>
                  <a:pt x="26957" y="81279"/>
                </a:lnTo>
                <a:lnTo>
                  <a:pt x="26263" y="82550"/>
                </a:lnTo>
                <a:close/>
              </a:path>
              <a:path w="297814" h="297179">
                <a:moveTo>
                  <a:pt x="283514" y="114300"/>
                </a:moveTo>
                <a:lnTo>
                  <a:pt x="281571" y="106679"/>
                </a:lnTo>
                <a:lnTo>
                  <a:pt x="279387" y="100329"/>
                </a:lnTo>
                <a:lnTo>
                  <a:pt x="276885" y="93979"/>
                </a:lnTo>
                <a:lnTo>
                  <a:pt x="274091" y="87629"/>
                </a:lnTo>
                <a:lnTo>
                  <a:pt x="271017" y="81279"/>
                </a:lnTo>
                <a:lnTo>
                  <a:pt x="281467" y="81279"/>
                </a:lnTo>
                <a:lnTo>
                  <a:pt x="282778" y="83820"/>
                </a:lnTo>
                <a:lnTo>
                  <a:pt x="285750" y="90170"/>
                </a:lnTo>
                <a:lnTo>
                  <a:pt x="288404" y="97789"/>
                </a:lnTo>
                <a:lnTo>
                  <a:pt x="290741" y="104139"/>
                </a:lnTo>
                <a:lnTo>
                  <a:pt x="292684" y="111760"/>
                </a:lnTo>
                <a:lnTo>
                  <a:pt x="293027" y="113029"/>
                </a:lnTo>
                <a:lnTo>
                  <a:pt x="283451" y="113029"/>
                </a:lnTo>
                <a:lnTo>
                  <a:pt x="283514" y="114300"/>
                </a:lnTo>
                <a:close/>
              </a:path>
              <a:path w="297814" h="297179">
                <a:moveTo>
                  <a:pt x="13881" y="114300"/>
                </a:moveTo>
                <a:lnTo>
                  <a:pt x="13931" y="113029"/>
                </a:lnTo>
                <a:lnTo>
                  <a:pt x="14202" y="113029"/>
                </a:lnTo>
                <a:lnTo>
                  <a:pt x="13881" y="114300"/>
                </a:lnTo>
                <a:close/>
              </a:path>
              <a:path w="297814" h="297179">
                <a:moveTo>
                  <a:pt x="293016" y="184150"/>
                </a:moveTo>
                <a:lnTo>
                  <a:pt x="283451" y="184150"/>
                </a:lnTo>
                <a:lnTo>
                  <a:pt x="285064" y="176529"/>
                </a:lnTo>
                <a:lnTo>
                  <a:pt x="286283" y="170179"/>
                </a:lnTo>
                <a:lnTo>
                  <a:pt x="287159" y="162560"/>
                </a:lnTo>
                <a:lnTo>
                  <a:pt x="287693" y="156210"/>
                </a:lnTo>
                <a:lnTo>
                  <a:pt x="287870" y="148589"/>
                </a:lnTo>
                <a:lnTo>
                  <a:pt x="287680" y="140970"/>
                </a:lnTo>
                <a:lnTo>
                  <a:pt x="287134" y="134620"/>
                </a:lnTo>
                <a:lnTo>
                  <a:pt x="286245" y="127000"/>
                </a:lnTo>
                <a:lnTo>
                  <a:pt x="285013" y="120650"/>
                </a:lnTo>
                <a:lnTo>
                  <a:pt x="283451" y="113029"/>
                </a:lnTo>
                <a:lnTo>
                  <a:pt x="293027" y="113029"/>
                </a:lnTo>
                <a:lnTo>
                  <a:pt x="297383" y="148589"/>
                </a:lnTo>
                <a:lnTo>
                  <a:pt x="297192" y="156210"/>
                </a:lnTo>
                <a:lnTo>
                  <a:pt x="296608" y="163829"/>
                </a:lnTo>
                <a:lnTo>
                  <a:pt x="295656" y="171450"/>
                </a:lnTo>
                <a:lnTo>
                  <a:pt x="294347" y="179070"/>
                </a:lnTo>
                <a:lnTo>
                  <a:pt x="293016" y="184150"/>
                </a:lnTo>
                <a:close/>
              </a:path>
              <a:path w="297814" h="297179">
                <a:moveTo>
                  <a:pt x="14202" y="184150"/>
                </a:moveTo>
                <a:lnTo>
                  <a:pt x="13931" y="184150"/>
                </a:lnTo>
                <a:lnTo>
                  <a:pt x="13881" y="182879"/>
                </a:lnTo>
                <a:lnTo>
                  <a:pt x="14202" y="184150"/>
                </a:lnTo>
                <a:close/>
              </a:path>
              <a:path w="297814" h="297179">
                <a:moveTo>
                  <a:pt x="199720" y="288289"/>
                </a:moveTo>
                <a:lnTo>
                  <a:pt x="155740" y="288289"/>
                </a:lnTo>
                <a:lnTo>
                  <a:pt x="163055" y="287020"/>
                </a:lnTo>
                <a:lnTo>
                  <a:pt x="169773" y="287020"/>
                </a:lnTo>
                <a:lnTo>
                  <a:pt x="176860" y="285750"/>
                </a:lnTo>
                <a:lnTo>
                  <a:pt x="176631" y="285750"/>
                </a:lnTo>
                <a:lnTo>
                  <a:pt x="183591" y="283210"/>
                </a:lnTo>
                <a:lnTo>
                  <a:pt x="183362" y="283210"/>
                </a:lnTo>
                <a:lnTo>
                  <a:pt x="190195" y="281939"/>
                </a:lnTo>
                <a:lnTo>
                  <a:pt x="189966" y="281939"/>
                </a:lnTo>
                <a:lnTo>
                  <a:pt x="196659" y="279400"/>
                </a:lnTo>
                <a:lnTo>
                  <a:pt x="196430" y="279400"/>
                </a:lnTo>
                <a:lnTo>
                  <a:pt x="202971" y="276860"/>
                </a:lnTo>
                <a:lnTo>
                  <a:pt x="202755" y="276860"/>
                </a:lnTo>
                <a:lnTo>
                  <a:pt x="209130" y="274320"/>
                </a:lnTo>
                <a:lnTo>
                  <a:pt x="208914" y="274320"/>
                </a:lnTo>
                <a:lnTo>
                  <a:pt x="215125" y="271779"/>
                </a:lnTo>
                <a:lnTo>
                  <a:pt x="214922" y="271779"/>
                </a:lnTo>
                <a:lnTo>
                  <a:pt x="220954" y="267970"/>
                </a:lnTo>
                <a:lnTo>
                  <a:pt x="220751" y="267970"/>
                </a:lnTo>
                <a:lnTo>
                  <a:pt x="226593" y="264160"/>
                </a:lnTo>
                <a:lnTo>
                  <a:pt x="226402" y="264160"/>
                </a:lnTo>
                <a:lnTo>
                  <a:pt x="232041" y="260350"/>
                </a:lnTo>
                <a:lnTo>
                  <a:pt x="231863" y="260350"/>
                </a:lnTo>
                <a:lnTo>
                  <a:pt x="237299" y="256539"/>
                </a:lnTo>
                <a:lnTo>
                  <a:pt x="237121" y="256539"/>
                </a:lnTo>
                <a:lnTo>
                  <a:pt x="242354" y="251460"/>
                </a:lnTo>
                <a:lnTo>
                  <a:pt x="242176" y="251460"/>
                </a:lnTo>
                <a:lnTo>
                  <a:pt x="247180" y="247650"/>
                </a:lnTo>
                <a:lnTo>
                  <a:pt x="247014" y="247650"/>
                </a:lnTo>
                <a:lnTo>
                  <a:pt x="251790" y="242570"/>
                </a:lnTo>
                <a:lnTo>
                  <a:pt x="251637" y="242570"/>
                </a:lnTo>
                <a:lnTo>
                  <a:pt x="256159" y="237489"/>
                </a:lnTo>
                <a:lnTo>
                  <a:pt x="256006" y="237489"/>
                </a:lnTo>
                <a:lnTo>
                  <a:pt x="260286" y="232410"/>
                </a:lnTo>
                <a:lnTo>
                  <a:pt x="260146" y="232410"/>
                </a:lnTo>
                <a:lnTo>
                  <a:pt x="264160" y="226060"/>
                </a:lnTo>
                <a:lnTo>
                  <a:pt x="267779" y="220979"/>
                </a:lnTo>
                <a:lnTo>
                  <a:pt x="271119" y="214629"/>
                </a:lnTo>
                <a:lnTo>
                  <a:pt x="274192" y="209550"/>
                </a:lnTo>
                <a:lnTo>
                  <a:pt x="276974" y="203200"/>
                </a:lnTo>
                <a:lnTo>
                  <a:pt x="279463" y="196850"/>
                </a:lnTo>
                <a:lnTo>
                  <a:pt x="281647" y="190500"/>
                </a:lnTo>
                <a:lnTo>
                  <a:pt x="283514" y="182879"/>
                </a:lnTo>
                <a:lnTo>
                  <a:pt x="283451" y="184150"/>
                </a:lnTo>
                <a:lnTo>
                  <a:pt x="293016" y="184150"/>
                </a:lnTo>
                <a:lnTo>
                  <a:pt x="290741" y="193039"/>
                </a:lnTo>
                <a:lnTo>
                  <a:pt x="288328" y="199389"/>
                </a:lnTo>
                <a:lnTo>
                  <a:pt x="285661" y="207010"/>
                </a:lnTo>
                <a:lnTo>
                  <a:pt x="267779" y="237489"/>
                </a:lnTo>
                <a:lnTo>
                  <a:pt x="263512" y="243839"/>
                </a:lnTo>
                <a:lnTo>
                  <a:pt x="225907" y="275589"/>
                </a:lnTo>
                <a:lnTo>
                  <a:pt x="213067" y="283210"/>
                </a:lnTo>
                <a:lnTo>
                  <a:pt x="199720" y="288289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984472" y="3135960"/>
            <a:ext cx="114300" cy="2524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916718" y="4022648"/>
            <a:ext cx="297815" cy="297180"/>
          </a:xfrm>
          <a:custGeom>
            <a:avLst/>
            <a:gdLst/>
            <a:ahLst/>
            <a:cxnLst/>
            <a:rect l="l" t="t" r="r" b="b"/>
            <a:pathLst>
              <a:path w="297814" h="297179">
                <a:moveTo>
                  <a:pt x="163766" y="297179"/>
                </a:moveTo>
                <a:lnTo>
                  <a:pt x="133375" y="297179"/>
                </a:lnTo>
                <a:lnTo>
                  <a:pt x="111417" y="293370"/>
                </a:lnTo>
                <a:lnTo>
                  <a:pt x="71475" y="275589"/>
                </a:lnTo>
                <a:lnTo>
                  <a:pt x="54013" y="262889"/>
                </a:lnTo>
                <a:lnTo>
                  <a:pt x="48615" y="259079"/>
                </a:lnTo>
                <a:lnTo>
                  <a:pt x="43459" y="254000"/>
                </a:lnTo>
                <a:lnTo>
                  <a:pt x="38544" y="248920"/>
                </a:lnTo>
                <a:lnTo>
                  <a:pt x="33870" y="243839"/>
                </a:lnTo>
                <a:lnTo>
                  <a:pt x="29463" y="237489"/>
                </a:lnTo>
                <a:lnTo>
                  <a:pt x="25323" y="232410"/>
                </a:lnTo>
                <a:lnTo>
                  <a:pt x="8978" y="199389"/>
                </a:lnTo>
                <a:lnTo>
                  <a:pt x="6642" y="193039"/>
                </a:lnTo>
                <a:lnTo>
                  <a:pt x="0" y="148589"/>
                </a:lnTo>
                <a:lnTo>
                  <a:pt x="177" y="140970"/>
                </a:lnTo>
                <a:lnTo>
                  <a:pt x="6718" y="104139"/>
                </a:lnTo>
                <a:lnTo>
                  <a:pt x="9055" y="96520"/>
                </a:lnTo>
                <a:lnTo>
                  <a:pt x="29603" y="59689"/>
                </a:lnTo>
                <a:lnTo>
                  <a:pt x="34023" y="53339"/>
                </a:lnTo>
                <a:lnTo>
                  <a:pt x="71475" y="21589"/>
                </a:lnTo>
                <a:lnTo>
                  <a:pt x="111645" y="3810"/>
                </a:lnTo>
                <a:lnTo>
                  <a:pt x="133616" y="0"/>
                </a:lnTo>
                <a:lnTo>
                  <a:pt x="164007" y="0"/>
                </a:lnTo>
                <a:lnTo>
                  <a:pt x="185966" y="3810"/>
                </a:lnTo>
                <a:lnTo>
                  <a:pt x="199936" y="8889"/>
                </a:lnTo>
                <a:lnTo>
                  <a:pt x="141643" y="8889"/>
                </a:lnTo>
                <a:lnTo>
                  <a:pt x="134340" y="10160"/>
                </a:lnTo>
                <a:lnTo>
                  <a:pt x="127609" y="10160"/>
                </a:lnTo>
                <a:lnTo>
                  <a:pt x="120522" y="11429"/>
                </a:lnTo>
                <a:lnTo>
                  <a:pt x="120751" y="11429"/>
                </a:lnTo>
                <a:lnTo>
                  <a:pt x="113791" y="12700"/>
                </a:lnTo>
                <a:lnTo>
                  <a:pt x="114020" y="12700"/>
                </a:lnTo>
                <a:lnTo>
                  <a:pt x="107187" y="15239"/>
                </a:lnTo>
                <a:lnTo>
                  <a:pt x="107416" y="15239"/>
                </a:lnTo>
                <a:lnTo>
                  <a:pt x="100736" y="17779"/>
                </a:lnTo>
                <a:lnTo>
                  <a:pt x="100952" y="17779"/>
                </a:lnTo>
                <a:lnTo>
                  <a:pt x="94411" y="20320"/>
                </a:lnTo>
                <a:lnTo>
                  <a:pt x="94627" y="20320"/>
                </a:lnTo>
                <a:lnTo>
                  <a:pt x="88252" y="22860"/>
                </a:lnTo>
                <a:lnTo>
                  <a:pt x="88468" y="22860"/>
                </a:lnTo>
                <a:lnTo>
                  <a:pt x="82257" y="25400"/>
                </a:lnTo>
                <a:lnTo>
                  <a:pt x="82461" y="25400"/>
                </a:lnTo>
                <a:lnTo>
                  <a:pt x="76441" y="29210"/>
                </a:lnTo>
                <a:lnTo>
                  <a:pt x="76631" y="29210"/>
                </a:lnTo>
                <a:lnTo>
                  <a:pt x="70789" y="33020"/>
                </a:lnTo>
                <a:lnTo>
                  <a:pt x="70980" y="33020"/>
                </a:lnTo>
                <a:lnTo>
                  <a:pt x="65341" y="36829"/>
                </a:lnTo>
                <a:lnTo>
                  <a:pt x="65519" y="36829"/>
                </a:lnTo>
                <a:lnTo>
                  <a:pt x="60083" y="40639"/>
                </a:lnTo>
                <a:lnTo>
                  <a:pt x="60261" y="40639"/>
                </a:lnTo>
                <a:lnTo>
                  <a:pt x="56346" y="44450"/>
                </a:lnTo>
                <a:lnTo>
                  <a:pt x="55206" y="44450"/>
                </a:lnTo>
                <a:lnTo>
                  <a:pt x="50203" y="49529"/>
                </a:lnTo>
                <a:lnTo>
                  <a:pt x="50368" y="49529"/>
                </a:lnTo>
                <a:lnTo>
                  <a:pt x="45605" y="54610"/>
                </a:lnTo>
                <a:lnTo>
                  <a:pt x="45758" y="54610"/>
                </a:lnTo>
                <a:lnTo>
                  <a:pt x="41224" y="59689"/>
                </a:lnTo>
                <a:lnTo>
                  <a:pt x="41376" y="59689"/>
                </a:lnTo>
                <a:lnTo>
                  <a:pt x="37096" y="64770"/>
                </a:lnTo>
                <a:lnTo>
                  <a:pt x="37236" y="64770"/>
                </a:lnTo>
                <a:lnTo>
                  <a:pt x="34025" y="69850"/>
                </a:lnTo>
                <a:lnTo>
                  <a:pt x="33350" y="69850"/>
                </a:lnTo>
                <a:lnTo>
                  <a:pt x="29603" y="76200"/>
                </a:lnTo>
                <a:lnTo>
                  <a:pt x="29730" y="76200"/>
                </a:lnTo>
                <a:lnTo>
                  <a:pt x="26957" y="81279"/>
                </a:lnTo>
                <a:lnTo>
                  <a:pt x="26365" y="81279"/>
                </a:lnTo>
                <a:lnTo>
                  <a:pt x="23190" y="87629"/>
                </a:lnTo>
                <a:lnTo>
                  <a:pt x="20408" y="93979"/>
                </a:lnTo>
                <a:lnTo>
                  <a:pt x="17919" y="100329"/>
                </a:lnTo>
                <a:lnTo>
                  <a:pt x="15735" y="106679"/>
                </a:lnTo>
                <a:lnTo>
                  <a:pt x="14192" y="113029"/>
                </a:lnTo>
                <a:lnTo>
                  <a:pt x="13931" y="113029"/>
                </a:lnTo>
                <a:lnTo>
                  <a:pt x="12318" y="120650"/>
                </a:lnTo>
                <a:lnTo>
                  <a:pt x="11099" y="127000"/>
                </a:lnTo>
                <a:lnTo>
                  <a:pt x="10223" y="134620"/>
                </a:lnTo>
                <a:lnTo>
                  <a:pt x="9690" y="140970"/>
                </a:lnTo>
                <a:lnTo>
                  <a:pt x="9512" y="148589"/>
                </a:lnTo>
                <a:lnTo>
                  <a:pt x="9671" y="154939"/>
                </a:lnTo>
                <a:lnTo>
                  <a:pt x="9783" y="156210"/>
                </a:lnTo>
                <a:lnTo>
                  <a:pt x="10248" y="162560"/>
                </a:lnTo>
                <a:lnTo>
                  <a:pt x="11137" y="170179"/>
                </a:lnTo>
                <a:lnTo>
                  <a:pt x="12369" y="176529"/>
                </a:lnTo>
                <a:lnTo>
                  <a:pt x="13931" y="184150"/>
                </a:lnTo>
                <a:lnTo>
                  <a:pt x="14192" y="184150"/>
                </a:lnTo>
                <a:lnTo>
                  <a:pt x="15811" y="190500"/>
                </a:lnTo>
                <a:lnTo>
                  <a:pt x="18008" y="196850"/>
                </a:lnTo>
                <a:lnTo>
                  <a:pt x="20497" y="203200"/>
                </a:lnTo>
                <a:lnTo>
                  <a:pt x="23291" y="209550"/>
                </a:lnTo>
                <a:lnTo>
                  <a:pt x="26365" y="214629"/>
                </a:lnTo>
                <a:lnTo>
                  <a:pt x="29730" y="220979"/>
                </a:lnTo>
                <a:lnTo>
                  <a:pt x="29603" y="220979"/>
                </a:lnTo>
                <a:lnTo>
                  <a:pt x="33350" y="226060"/>
                </a:lnTo>
                <a:lnTo>
                  <a:pt x="37236" y="232410"/>
                </a:lnTo>
                <a:lnTo>
                  <a:pt x="37096" y="232410"/>
                </a:lnTo>
                <a:lnTo>
                  <a:pt x="41376" y="237489"/>
                </a:lnTo>
                <a:lnTo>
                  <a:pt x="41224" y="237489"/>
                </a:lnTo>
                <a:lnTo>
                  <a:pt x="45758" y="242570"/>
                </a:lnTo>
                <a:lnTo>
                  <a:pt x="45605" y="242570"/>
                </a:lnTo>
                <a:lnTo>
                  <a:pt x="50368" y="247650"/>
                </a:lnTo>
                <a:lnTo>
                  <a:pt x="50203" y="247650"/>
                </a:lnTo>
                <a:lnTo>
                  <a:pt x="55206" y="251460"/>
                </a:lnTo>
                <a:lnTo>
                  <a:pt x="55041" y="251460"/>
                </a:lnTo>
                <a:lnTo>
                  <a:pt x="60261" y="256539"/>
                </a:lnTo>
                <a:lnTo>
                  <a:pt x="60083" y="256539"/>
                </a:lnTo>
                <a:lnTo>
                  <a:pt x="65519" y="260350"/>
                </a:lnTo>
                <a:lnTo>
                  <a:pt x="65341" y="260350"/>
                </a:lnTo>
                <a:lnTo>
                  <a:pt x="70980" y="264160"/>
                </a:lnTo>
                <a:lnTo>
                  <a:pt x="70789" y="264160"/>
                </a:lnTo>
                <a:lnTo>
                  <a:pt x="76631" y="267970"/>
                </a:lnTo>
                <a:lnTo>
                  <a:pt x="76441" y="267970"/>
                </a:lnTo>
                <a:lnTo>
                  <a:pt x="82461" y="271779"/>
                </a:lnTo>
                <a:lnTo>
                  <a:pt x="82257" y="271779"/>
                </a:lnTo>
                <a:lnTo>
                  <a:pt x="88468" y="274320"/>
                </a:lnTo>
                <a:lnTo>
                  <a:pt x="88252" y="274320"/>
                </a:lnTo>
                <a:lnTo>
                  <a:pt x="94627" y="276860"/>
                </a:lnTo>
                <a:lnTo>
                  <a:pt x="94411" y="276860"/>
                </a:lnTo>
                <a:lnTo>
                  <a:pt x="100952" y="279400"/>
                </a:lnTo>
                <a:lnTo>
                  <a:pt x="100736" y="279400"/>
                </a:lnTo>
                <a:lnTo>
                  <a:pt x="107416" y="281939"/>
                </a:lnTo>
                <a:lnTo>
                  <a:pt x="107187" y="281939"/>
                </a:lnTo>
                <a:lnTo>
                  <a:pt x="114020" y="283210"/>
                </a:lnTo>
                <a:lnTo>
                  <a:pt x="113791" y="283210"/>
                </a:lnTo>
                <a:lnTo>
                  <a:pt x="120751" y="285750"/>
                </a:lnTo>
                <a:lnTo>
                  <a:pt x="120522" y="285750"/>
                </a:lnTo>
                <a:lnTo>
                  <a:pt x="127609" y="287020"/>
                </a:lnTo>
                <a:lnTo>
                  <a:pt x="134340" y="287020"/>
                </a:lnTo>
                <a:lnTo>
                  <a:pt x="141643" y="288289"/>
                </a:lnTo>
                <a:lnTo>
                  <a:pt x="199936" y="288289"/>
                </a:lnTo>
                <a:lnTo>
                  <a:pt x="192798" y="290829"/>
                </a:lnTo>
                <a:lnTo>
                  <a:pt x="185966" y="293370"/>
                </a:lnTo>
                <a:lnTo>
                  <a:pt x="163766" y="297179"/>
                </a:lnTo>
                <a:close/>
              </a:path>
              <a:path w="297814" h="297179">
                <a:moveTo>
                  <a:pt x="242341" y="45720"/>
                </a:moveTo>
                <a:lnTo>
                  <a:pt x="237121" y="40639"/>
                </a:lnTo>
                <a:lnTo>
                  <a:pt x="237299" y="40639"/>
                </a:lnTo>
                <a:lnTo>
                  <a:pt x="231863" y="36829"/>
                </a:lnTo>
                <a:lnTo>
                  <a:pt x="232041" y="36829"/>
                </a:lnTo>
                <a:lnTo>
                  <a:pt x="226402" y="33020"/>
                </a:lnTo>
                <a:lnTo>
                  <a:pt x="226593" y="33020"/>
                </a:lnTo>
                <a:lnTo>
                  <a:pt x="220751" y="29210"/>
                </a:lnTo>
                <a:lnTo>
                  <a:pt x="220941" y="29210"/>
                </a:lnTo>
                <a:lnTo>
                  <a:pt x="214922" y="25400"/>
                </a:lnTo>
                <a:lnTo>
                  <a:pt x="215125" y="25400"/>
                </a:lnTo>
                <a:lnTo>
                  <a:pt x="208914" y="22860"/>
                </a:lnTo>
                <a:lnTo>
                  <a:pt x="209118" y="22860"/>
                </a:lnTo>
                <a:lnTo>
                  <a:pt x="202742" y="20320"/>
                </a:lnTo>
                <a:lnTo>
                  <a:pt x="202958" y="20320"/>
                </a:lnTo>
                <a:lnTo>
                  <a:pt x="196430" y="17779"/>
                </a:lnTo>
                <a:lnTo>
                  <a:pt x="196646" y="17779"/>
                </a:lnTo>
                <a:lnTo>
                  <a:pt x="189966" y="15239"/>
                </a:lnTo>
                <a:lnTo>
                  <a:pt x="190182" y="15239"/>
                </a:lnTo>
                <a:lnTo>
                  <a:pt x="183349" y="12700"/>
                </a:lnTo>
                <a:lnTo>
                  <a:pt x="183591" y="12700"/>
                </a:lnTo>
                <a:lnTo>
                  <a:pt x="176618" y="11429"/>
                </a:lnTo>
                <a:lnTo>
                  <a:pt x="176860" y="11429"/>
                </a:lnTo>
                <a:lnTo>
                  <a:pt x="169773" y="10160"/>
                </a:lnTo>
                <a:lnTo>
                  <a:pt x="163042" y="10160"/>
                </a:lnTo>
                <a:lnTo>
                  <a:pt x="155740" y="8889"/>
                </a:lnTo>
                <a:lnTo>
                  <a:pt x="199936" y="8889"/>
                </a:lnTo>
                <a:lnTo>
                  <a:pt x="206463" y="11429"/>
                </a:lnTo>
                <a:lnTo>
                  <a:pt x="213271" y="13970"/>
                </a:lnTo>
                <a:lnTo>
                  <a:pt x="248754" y="38100"/>
                </a:lnTo>
                <a:lnTo>
                  <a:pt x="255152" y="44450"/>
                </a:lnTo>
                <a:lnTo>
                  <a:pt x="242176" y="44450"/>
                </a:lnTo>
                <a:lnTo>
                  <a:pt x="242341" y="45720"/>
                </a:lnTo>
                <a:close/>
              </a:path>
              <a:path w="297814" h="297179">
                <a:moveTo>
                  <a:pt x="55041" y="45720"/>
                </a:moveTo>
                <a:lnTo>
                  <a:pt x="55206" y="44450"/>
                </a:lnTo>
                <a:lnTo>
                  <a:pt x="56346" y="44450"/>
                </a:lnTo>
                <a:lnTo>
                  <a:pt x="55041" y="45720"/>
                </a:lnTo>
                <a:close/>
              </a:path>
              <a:path w="297814" h="297179">
                <a:moveTo>
                  <a:pt x="264159" y="71120"/>
                </a:moveTo>
                <a:lnTo>
                  <a:pt x="260146" y="64770"/>
                </a:lnTo>
                <a:lnTo>
                  <a:pt x="256006" y="59689"/>
                </a:lnTo>
                <a:lnTo>
                  <a:pt x="256146" y="59689"/>
                </a:lnTo>
                <a:lnTo>
                  <a:pt x="251625" y="54610"/>
                </a:lnTo>
                <a:lnTo>
                  <a:pt x="251777" y="54610"/>
                </a:lnTo>
                <a:lnTo>
                  <a:pt x="247014" y="49529"/>
                </a:lnTo>
                <a:lnTo>
                  <a:pt x="247180" y="49529"/>
                </a:lnTo>
                <a:lnTo>
                  <a:pt x="242176" y="44450"/>
                </a:lnTo>
                <a:lnTo>
                  <a:pt x="255152" y="44450"/>
                </a:lnTo>
                <a:lnTo>
                  <a:pt x="258838" y="48260"/>
                </a:lnTo>
                <a:lnTo>
                  <a:pt x="263499" y="53339"/>
                </a:lnTo>
                <a:lnTo>
                  <a:pt x="267919" y="59689"/>
                </a:lnTo>
                <a:lnTo>
                  <a:pt x="272059" y="64770"/>
                </a:lnTo>
                <a:lnTo>
                  <a:pt x="275148" y="69850"/>
                </a:lnTo>
                <a:lnTo>
                  <a:pt x="264032" y="69850"/>
                </a:lnTo>
                <a:lnTo>
                  <a:pt x="264159" y="71120"/>
                </a:lnTo>
                <a:close/>
              </a:path>
              <a:path w="297814" h="297179">
                <a:moveTo>
                  <a:pt x="33223" y="71120"/>
                </a:moveTo>
                <a:lnTo>
                  <a:pt x="33350" y="69850"/>
                </a:lnTo>
                <a:lnTo>
                  <a:pt x="34025" y="69850"/>
                </a:lnTo>
                <a:lnTo>
                  <a:pt x="33223" y="71120"/>
                </a:lnTo>
                <a:close/>
              </a:path>
              <a:path w="297814" h="297179">
                <a:moveTo>
                  <a:pt x="271119" y="82550"/>
                </a:moveTo>
                <a:lnTo>
                  <a:pt x="267652" y="76200"/>
                </a:lnTo>
                <a:lnTo>
                  <a:pt x="264032" y="69850"/>
                </a:lnTo>
                <a:lnTo>
                  <a:pt x="275148" y="69850"/>
                </a:lnTo>
                <a:lnTo>
                  <a:pt x="275920" y="71120"/>
                </a:lnTo>
                <a:lnTo>
                  <a:pt x="279488" y="77470"/>
                </a:lnTo>
                <a:lnTo>
                  <a:pt x="281401" y="81279"/>
                </a:lnTo>
                <a:lnTo>
                  <a:pt x="271005" y="81279"/>
                </a:lnTo>
                <a:lnTo>
                  <a:pt x="271119" y="82550"/>
                </a:lnTo>
                <a:close/>
              </a:path>
              <a:path w="297814" h="297179">
                <a:moveTo>
                  <a:pt x="26263" y="82550"/>
                </a:moveTo>
                <a:lnTo>
                  <a:pt x="26365" y="81279"/>
                </a:lnTo>
                <a:lnTo>
                  <a:pt x="26957" y="81279"/>
                </a:lnTo>
                <a:lnTo>
                  <a:pt x="26263" y="82550"/>
                </a:lnTo>
                <a:close/>
              </a:path>
              <a:path w="297814" h="297179">
                <a:moveTo>
                  <a:pt x="283514" y="114300"/>
                </a:moveTo>
                <a:lnTo>
                  <a:pt x="281571" y="106679"/>
                </a:lnTo>
                <a:lnTo>
                  <a:pt x="279374" y="100329"/>
                </a:lnTo>
                <a:lnTo>
                  <a:pt x="276872" y="93979"/>
                </a:lnTo>
                <a:lnTo>
                  <a:pt x="274091" y="87629"/>
                </a:lnTo>
                <a:lnTo>
                  <a:pt x="271005" y="81279"/>
                </a:lnTo>
                <a:lnTo>
                  <a:pt x="281401" y="81279"/>
                </a:lnTo>
                <a:lnTo>
                  <a:pt x="282676" y="83820"/>
                </a:lnTo>
                <a:lnTo>
                  <a:pt x="285737" y="90170"/>
                </a:lnTo>
                <a:lnTo>
                  <a:pt x="288404" y="97789"/>
                </a:lnTo>
                <a:lnTo>
                  <a:pt x="290728" y="104139"/>
                </a:lnTo>
                <a:lnTo>
                  <a:pt x="293055" y="113029"/>
                </a:lnTo>
                <a:lnTo>
                  <a:pt x="283451" y="113029"/>
                </a:lnTo>
                <a:lnTo>
                  <a:pt x="283514" y="114300"/>
                </a:lnTo>
                <a:close/>
              </a:path>
              <a:path w="297814" h="297179">
                <a:moveTo>
                  <a:pt x="13868" y="114300"/>
                </a:moveTo>
                <a:lnTo>
                  <a:pt x="13931" y="113029"/>
                </a:lnTo>
                <a:lnTo>
                  <a:pt x="14192" y="113029"/>
                </a:lnTo>
                <a:lnTo>
                  <a:pt x="13868" y="114300"/>
                </a:lnTo>
                <a:close/>
              </a:path>
              <a:path w="297814" h="297179">
                <a:moveTo>
                  <a:pt x="297179" y="156210"/>
                </a:moveTo>
                <a:lnTo>
                  <a:pt x="287680" y="156210"/>
                </a:lnTo>
                <a:lnTo>
                  <a:pt x="287858" y="148589"/>
                </a:lnTo>
                <a:lnTo>
                  <a:pt x="287680" y="140970"/>
                </a:lnTo>
                <a:lnTo>
                  <a:pt x="287134" y="134620"/>
                </a:lnTo>
                <a:lnTo>
                  <a:pt x="286245" y="127000"/>
                </a:lnTo>
                <a:lnTo>
                  <a:pt x="285013" y="120650"/>
                </a:lnTo>
                <a:lnTo>
                  <a:pt x="283451" y="113029"/>
                </a:lnTo>
                <a:lnTo>
                  <a:pt x="293055" y="113029"/>
                </a:lnTo>
                <a:lnTo>
                  <a:pt x="297383" y="148589"/>
                </a:lnTo>
                <a:lnTo>
                  <a:pt x="297179" y="156210"/>
                </a:lnTo>
                <a:close/>
              </a:path>
              <a:path w="297814" h="297179">
                <a:moveTo>
                  <a:pt x="9783" y="156210"/>
                </a:moveTo>
                <a:lnTo>
                  <a:pt x="9690" y="154939"/>
                </a:lnTo>
                <a:lnTo>
                  <a:pt x="9783" y="156210"/>
                </a:lnTo>
                <a:close/>
              </a:path>
              <a:path w="297814" h="297179">
                <a:moveTo>
                  <a:pt x="293000" y="184150"/>
                </a:moveTo>
                <a:lnTo>
                  <a:pt x="283451" y="184150"/>
                </a:lnTo>
                <a:lnTo>
                  <a:pt x="285051" y="176529"/>
                </a:lnTo>
                <a:lnTo>
                  <a:pt x="286270" y="170179"/>
                </a:lnTo>
                <a:lnTo>
                  <a:pt x="287159" y="162560"/>
                </a:lnTo>
                <a:lnTo>
                  <a:pt x="287680" y="154939"/>
                </a:lnTo>
                <a:lnTo>
                  <a:pt x="287680" y="156210"/>
                </a:lnTo>
                <a:lnTo>
                  <a:pt x="297179" y="156210"/>
                </a:lnTo>
                <a:lnTo>
                  <a:pt x="296608" y="163829"/>
                </a:lnTo>
                <a:lnTo>
                  <a:pt x="295655" y="171450"/>
                </a:lnTo>
                <a:lnTo>
                  <a:pt x="294335" y="179070"/>
                </a:lnTo>
                <a:lnTo>
                  <a:pt x="293000" y="184150"/>
                </a:lnTo>
                <a:close/>
              </a:path>
              <a:path w="297814" h="297179">
                <a:moveTo>
                  <a:pt x="14192" y="184150"/>
                </a:moveTo>
                <a:lnTo>
                  <a:pt x="13931" y="184150"/>
                </a:lnTo>
                <a:lnTo>
                  <a:pt x="13868" y="182879"/>
                </a:lnTo>
                <a:lnTo>
                  <a:pt x="14192" y="184150"/>
                </a:lnTo>
                <a:close/>
              </a:path>
              <a:path w="297814" h="297179">
                <a:moveTo>
                  <a:pt x="199936" y="288289"/>
                </a:moveTo>
                <a:lnTo>
                  <a:pt x="155740" y="288289"/>
                </a:lnTo>
                <a:lnTo>
                  <a:pt x="163042" y="287020"/>
                </a:lnTo>
                <a:lnTo>
                  <a:pt x="169773" y="287020"/>
                </a:lnTo>
                <a:lnTo>
                  <a:pt x="176860" y="285750"/>
                </a:lnTo>
                <a:lnTo>
                  <a:pt x="176618" y="285750"/>
                </a:lnTo>
                <a:lnTo>
                  <a:pt x="183591" y="283210"/>
                </a:lnTo>
                <a:lnTo>
                  <a:pt x="183349" y="283210"/>
                </a:lnTo>
                <a:lnTo>
                  <a:pt x="190182" y="281939"/>
                </a:lnTo>
                <a:lnTo>
                  <a:pt x="189966" y="281939"/>
                </a:lnTo>
                <a:lnTo>
                  <a:pt x="196646" y="279400"/>
                </a:lnTo>
                <a:lnTo>
                  <a:pt x="196430" y="279400"/>
                </a:lnTo>
                <a:lnTo>
                  <a:pt x="202958" y="276860"/>
                </a:lnTo>
                <a:lnTo>
                  <a:pt x="202742" y="276860"/>
                </a:lnTo>
                <a:lnTo>
                  <a:pt x="209118" y="274320"/>
                </a:lnTo>
                <a:lnTo>
                  <a:pt x="208914" y="274320"/>
                </a:lnTo>
                <a:lnTo>
                  <a:pt x="215125" y="271779"/>
                </a:lnTo>
                <a:lnTo>
                  <a:pt x="214922" y="271779"/>
                </a:lnTo>
                <a:lnTo>
                  <a:pt x="220941" y="267970"/>
                </a:lnTo>
                <a:lnTo>
                  <a:pt x="220751" y="267970"/>
                </a:lnTo>
                <a:lnTo>
                  <a:pt x="226593" y="264160"/>
                </a:lnTo>
                <a:lnTo>
                  <a:pt x="226402" y="264160"/>
                </a:lnTo>
                <a:lnTo>
                  <a:pt x="232041" y="260350"/>
                </a:lnTo>
                <a:lnTo>
                  <a:pt x="231863" y="260350"/>
                </a:lnTo>
                <a:lnTo>
                  <a:pt x="237299" y="256539"/>
                </a:lnTo>
                <a:lnTo>
                  <a:pt x="237121" y="256539"/>
                </a:lnTo>
                <a:lnTo>
                  <a:pt x="242341" y="251460"/>
                </a:lnTo>
                <a:lnTo>
                  <a:pt x="242176" y="251460"/>
                </a:lnTo>
                <a:lnTo>
                  <a:pt x="247180" y="247650"/>
                </a:lnTo>
                <a:lnTo>
                  <a:pt x="247014" y="247650"/>
                </a:lnTo>
                <a:lnTo>
                  <a:pt x="251777" y="242570"/>
                </a:lnTo>
                <a:lnTo>
                  <a:pt x="251625" y="242570"/>
                </a:lnTo>
                <a:lnTo>
                  <a:pt x="256146" y="237489"/>
                </a:lnTo>
                <a:lnTo>
                  <a:pt x="256006" y="237489"/>
                </a:lnTo>
                <a:lnTo>
                  <a:pt x="260273" y="232410"/>
                </a:lnTo>
                <a:lnTo>
                  <a:pt x="264159" y="226060"/>
                </a:lnTo>
                <a:lnTo>
                  <a:pt x="267766" y="220979"/>
                </a:lnTo>
                <a:lnTo>
                  <a:pt x="271119" y="214629"/>
                </a:lnTo>
                <a:lnTo>
                  <a:pt x="274192" y="209550"/>
                </a:lnTo>
                <a:lnTo>
                  <a:pt x="276974" y="203200"/>
                </a:lnTo>
                <a:lnTo>
                  <a:pt x="279450" y="196850"/>
                </a:lnTo>
                <a:lnTo>
                  <a:pt x="281635" y="190500"/>
                </a:lnTo>
                <a:lnTo>
                  <a:pt x="283514" y="182879"/>
                </a:lnTo>
                <a:lnTo>
                  <a:pt x="283451" y="184150"/>
                </a:lnTo>
                <a:lnTo>
                  <a:pt x="293000" y="184150"/>
                </a:lnTo>
                <a:lnTo>
                  <a:pt x="275920" y="226060"/>
                </a:lnTo>
                <a:lnTo>
                  <a:pt x="267779" y="237489"/>
                </a:lnTo>
                <a:lnTo>
                  <a:pt x="263359" y="243839"/>
                </a:lnTo>
                <a:lnTo>
                  <a:pt x="231736" y="271779"/>
                </a:lnTo>
                <a:lnTo>
                  <a:pt x="213055" y="283210"/>
                </a:lnTo>
                <a:lnTo>
                  <a:pt x="199936" y="288289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997972" y="3796982"/>
            <a:ext cx="114300" cy="2524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3831335" y="2322944"/>
            <a:ext cx="431800" cy="2058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3340">
              <a:lnSpc>
                <a:spcPts val="2155"/>
              </a:lnSpc>
              <a:spcBef>
                <a:spcPts val="100"/>
              </a:spcBef>
            </a:pP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  <a:p>
            <a:pPr algn="r" marR="97790">
              <a:lnSpc>
                <a:spcPts val="3250"/>
              </a:lnSpc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  <a:p>
            <a:pPr algn="r" marR="59690">
              <a:lnSpc>
                <a:spcPts val="2045"/>
              </a:lnSpc>
            </a:pP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  <a:p>
            <a:pPr algn="r" marR="103505">
              <a:lnSpc>
                <a:spcPts val="3200"/>
              </a:lnSpc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  <a:p>
            <a:pPr algn="r" marR="45720">
              <a:lnSpc>
                <a:spcPts val="2000"/>
              </a:lnSpc>
            </a:pP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  <a:p>
            <a:pPr algn="r" marR="90170">
              <a:lnSpc>
                <a:spcPts val="3354"/>
              </a:lnSpc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120197" y="1287779"/>
            <a:ext cx="4597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动生电动势的非静电力来源</a:t>
            </a:r>
          </a:p>
        </p:txBody>
      </p:sp>
      <p:sp>
        <p:nvSpPr>
          <p:cNvPr id="39" name="object 39"/>
          <p:cNvSpPr/>
          <p:nvPr/>
        </p:nvSpPr>
        <p:spPr>
          <a:xfrm>
            <a:off x="3524097" y="181637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017520" y="1508760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1" y="0"/>
                </a:lnTo>
                <a:lnTo>
                  <a:pt x="362711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215639" y="1732788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2696845" y="5280100"/>
            <a:ext cx="674433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④导体棒中自由电荷相对于纸面沿什么方向运动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910579" y="2335555"/>
            <a:ext cx="196227" cy="1953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596380" y="2335555"/>
            <a:ext cx="196227" cy="1953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396480" y="233555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139430" y="2335555"/>
            <a:ext cx="196227" cy="1953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910579" y="2993415"/>
            <a:ext cx="196227" cy="1953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596380" y="2993415"/>
            <a:ext cx="196227" cy="1953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396480" y="299341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139430" y="2993415"/>
            <a:ext cx="196227" cy="1953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910579" y="3651275"/>
            <a:ext cx="196227" cy="1953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586855" y="365127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409180" y="365127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148955" y="3651275"/>
            <a:ext cx="196227" cy="1953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910579" y="4309135"/>
            <a:ext cx="196227" cy="19531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586855" y="4309135"/>
            <a:ext cx="196227" cy="19531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409180" y="4309135"/>
            <a:ext cx="196227" cy="19531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8148955" y="4309135"/>
            <a:ext cx="196227" cy="19531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910579" y="4966995"/>
            <a:ext cx="196227" cy="19531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586855" y="4966995"/>
            <a:ext cx="196227" cy="19531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868568" y="2216683"/>
            <a:ext cx="30479" cy="3047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409180" y="4966995"/>
            <a:ext cx="196227" cy="19531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8148955" y="4966995"/>
            <a:ext cx="196227" cy="19531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931152" y="2302764"/>
            <a:ext cx="431800" cy="2700655"/>
          </a:xfrm>
          <a:custGeom>
            <a:avLst/>
            <a:gdLst/>
            <a:ahLst/>
            <a:cxnLst/>
            <a:rect l="l" t="t" r="r" b="b"/>
            <a:pathLst>
              <a:path w="431800" h="2700654">
                <a:moveTo>
                  <a:pt x="0" y="0"/>
                </a:moveTo>
                <a:lnTo>
                  <a:pt x="431292" y="0"/>
                </a:lnTo>
                <a:lnTo>
                  <a:pt x="431292" y="2700528"/>
                </a:lnTo>
                <a:lnTo>
                  <a:pt x="0" y="2700528"/>
                </a:lnTo>
                <a:lnTo>
                  <a:pt x="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916458" y="2288971"/>
            <a:ext cx="460375" cy="2729230"/>
          </a:xfrm>
          <a:custGeom>
            <a:avLst/>
            <a:gdLst/>
            <a:ahLst/>
            <a:cxnLst/>
            <a:rect l="l" t="t" r="r" b="b"/>
            <a:pathLst>
              <a:path w="460375" h="2729229">
                <a:moveTo>
                  <a:pt x="460375" y="2728912"/>
                </a:moveTo>
                <a:lnTo>
                  <a:pt x="0" y="2728912"/>
                </a:lnTo>
                <a:lnTo>
                  <a:pt x="0" y="0"/>
                </a:lnTo>
                <a:lnTo>
                  <a:pt x="460375" y="0"/>
                </a:lnTo>
                <a:lnTo>
                  <a:pt x="460375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2700337"/>
                </a:lnTo>
                <a:lnTo>
                  <a:pt x="14287" y="2700337"/>
                </a:lnTo>
                <a:lnTo>
                  <a:pt x="28575" y="2714624"/>
                </a:lnTo>
                <a:lnTo>
                  <a:pt x="460375" y="2714624"/>
                </a:lnTo>
                <a:lnTo>
                  <a:pt x="460375" y="2728912"/>
                </a:lnTo>
                <a:close/>
              </a:path>
              <a:path w="460375" h="2729229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460375" h="2729229">
                <a:moveTo>
                  <a:pt x="431800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431800" y="14287"/>
                </a:lnTo>
                <a:lnTo>
                  <a:pt x="431800" y="28574"/>
                </a:lnTo>
                <a:close/>
              </a:path>
              <a:path w="460375" h="2729229">
                <a:moveTo>
                  <a:pt x="431800" y="2714624"/>
                </a:moveTo>
                <a:lnTo>
                  <a:pt x="431800" y="14287"/>
                </a:lnTo>
                <a:lnTo>
                  <a:pt x="446087" y="28574"/>
                </a:lnTo>
                <a:lnTo>
                  <a:pt x="460375" y="28574"/>
                </a:lnTo>
                <a:lnTo>
                  <a:pt x="460375" y="2700337"/>
                </a:lnTo>
                <a:lnTo>
                  <a:pt x="446087" y="2700337"/>
                </a:lnTo>
                <a:lnTo>
                  <a:pt x="431800" y="2714624"/>
                </a:lnTo>
                <a:close/>
              </a:path>
              <a:path w="460375" h="2729229">
                <a:moveTo>
                  <a:pt x="460375" y="28574"/>
                </a:moveTo>
                <a:lnTo>
                  <a:pt x="446087" y="28574"/>
                </a:lnTo>
                <a:lnTo>
                  <a:pt x="431800" y="14287"/>
                </a:lnTo>
                <a:lnTo>
                  <a:pt x="460375" y="14287"/>
                </a:lnTo>
                <a:lnTo>
                  <a:pt x="460375" y="28574"/>
                </a:lnTo>
                <a:close/>
              </a:path>
              <a:path w="460375" h="2729229">
                <a:moveTo>
                  <a:pt x="28575" y="2714624"/>
                </a:moveTo>
                <a:lnTo>
                  <a:pt x="14287" y="2700337"/>
                </a:lnTo>
                <a:lnTo>
                  <a:pt x="28575" y="2700337"/>
                </a:lnTo>
                <a:lnTo>
                  <a:pt x="28575" y="2714624"/>
                </a:lnTo>
                <a:close/>
              </a:path>
              <a:path w="460375" h="2729229">
                <a:moveTo>
                  <a:pt x="431800" y="2714624"/>
                </a:moveTo>
                <a:lnTo>
                  <a:pt x="28575" y="2714624"/>
                </a:lnTo>
                <a:lnTo>
                  <a:pt x="28575" y="2700337"/>
                </a:lnTo>
                <a:lnTo>
                  <a:pt x="431800" y="2700337"/>
                </a:lnTo>
                <a:lnTo>
                  <a:pt x="431800" y="2714624"/>
                </a:lnTo>
                <a:close/>
              </a:path>
              <a:path w="460375" h="2729229">
                <a:moveTo>
                  <a:pt x="460375" y="2714624"/>
                </a:moveTo>
                <a:lnTo>
                  <a:pt x="431800" y="2714624"/>
                </a:lnTo>
                <a:lnTo>
                  <a:pt x="446087" y="2700337"/>
                </a:lnTo>
                <a:lnTo>
                  <a:pt x="460375" y="2700337"/>
                </a:lnTo>
                <a:lnTo>
                  <a:pt x="460375" y="2714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457795" y="3424377"/>
            <a:ext cx="866140" cy="171450"/>
          </a:xfrm>
          <a:custGeom>
            <a:avLst/>
            <a:gdLst/>
            <a:ahLst/>
            <a:cxnLst/>
            <a:rect l="l" t="t" r="r" b="b"/>
            <a:pathLst>
              <a:path w="866140" h="171450">
                <a:moveTo>
                  <a:pt x="694270" y="171450"/>
                </a:moveTo>
                <a:lnTo>
                  <a:pt x="779995" y="85725"/>
                </a:lnTo>
                <a:lnTo>
                  <a:pt x="694270" y="0"/>
                </a:lnTo>
                <a:lnTo>
                  <a:pt x="808570" y="57150"/>
                </a:lnTo>
                <a:lnTo>
                  <a:pt x="801420" y="57150"/>
                </a:lnTo>
                <a:lnTo>
                  <a:pt x="801420" y="114300"/>
                </a:lnTo>
                <a:lnTo>
                  <a:pt x="808570" y="114300"/>
                </a:lnTo>
                <a:lnTo>
                  <a:pt x="694270" y="171450"/>
                </a:lnTo>
                <a:close/>
              </a:path>
              <a:path w="866140" h="171450">
                <a:moveTo>
                  <a:pt x="751420" y="114300"/>
                </a:moveTo>
                <a:lnTo>
                  <a:pt x="0" y="114300"/>
                </a:lnTo>
                <a:lnTo>
                  <a:pt x="0" y="57150"/>
                </a:lnTo>
                <a:lnTo>
                  <a:pt x="751420" y="57150"/>
                </a:lnTo>
                <a:lnTo>
                  <a:pt x="779995" y="85725"/>
                </a:lnTo>
                <a:lnTo>
                  <a:pt x="751420" y="114300"/>
                </a:lnTo>
                <a:close/>
              </a:path>
              <a:path w="866140" h="171450">
                <a:moveTo>
                  <a:pt x="808570" y="114300"/>
                </a:moveTo>
                <a:lnTo>
                  <a:pt x="801420" y="114300"/>
                </a:lnTo>
                <a:lnTo>
                  <a:pt x="801420" y="57150"/>
                </a:lnTo>
                <a:lnTo>
                  <a:pt x="808570" y="57150"/>
                </a:lnTo>
                <a:lnTo>
                  <a:pt x="865720" y="85725"/>
                </a:lnTo>
                <a:lnTo>
                  <a:pt x="80857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7711681" y="3112541"/>
            <a:ext cx="2032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Book Antiqua"/>
                <a:cs typeface="Book Antiqua"/>
              </a:rPr>
              <a:t>v</a:t>
            </a:r>
            <a:endParaRPr sz="2800">
              <a:latin typeface="Book Antiqua"/>
              <a:cs typeface="Book Antiqu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009485" y="1945436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009485" y="4999761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917220" y="2216112"/>
            <a:ext cx="424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543" sz="2700" b="1">
                <a:solidFill>
                  <a:srgbClr val="008000"/>
                </a:solidFill>
                <a:latin typeface="Calibri"/>
                <a:cs typeface="Calibri"/>
              </a:rPr>
              <a:t>+</a:t>
            </a:r>
            <a:r>
              <a:rPr dirty="0" baseline="1543" sz="2700" spc="-284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baseline="1543" sz="2700" spc="112" b="1">
                <a:solidFill>
                  <a:srgbClr val="008000"/>
                </a:solidFill>
                <a:latin typeface="Calibri"/>
                <a:cs typeface="Calibri"/>
              </a:rPr>
              <a:t>+</a:t>
            </a:r>
            <a:r>
              <a:rPr dirty="0" sz="1800" spc="75" b="1">
                <a:solidFill>
                  <a:srgbClr val="008000"/>
                </a:solidFill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950633" y="4749622"/>
            <a:ext cx="3873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8000"/>
                </a:solidFill>
                <a:latin typeface="Calibri"/>
                <a:cs typeface="Calibri"/>
              </a:rPr>
              <a:t>- </a:t>
            </a:r>
            <a:r>
              <a:rPr dirty="0" baseline="1543" sz="2700" b="1">
                <a:solidFill>
                  <a:srgbClr val="008000"/>
                </a:solidFill>
                <a:latin typeface="Calibri"/>
                <a:cs typeface="Calibri"/>
              </a:rPr>
              <a:t>-</a:t>
            </a:r>
            <a:r>
              <a:rPr dirty="0" baseline="1543" sz="2700" spc="-187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baseline="1543" sz="2700" b="1">
                <a:solidFill>
                  <a:srgbClr val="008000"/>
                </a:solidFill>
                <a:latin typeface="Calibri"/>
                <a:cs typeface="Calibri"/>
              </a:rPr>
              <a:t>-</a:t>
            </a:r>
            <a:endParaRPr baseline="1543" sz="2700">
              <a:latin typeface="Calibri"/>
              <a:cs typeface="Calibri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6960539" y="1911108"/>
            <a:ext cx="2476563" cy="334984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7373975" y="4496206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008000"/>
                </a:solidFill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74" name="object 74"/>
          <p:cNvSpPr txBox="1"/>
          <p:nvPr/>
        </p:nvSpPr>
        <p:spPr>
          <a:xfrm>
            <a:off x="7018655" y="2625572"/>
            <a:ext cx="332740" cy="1097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7804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05"/>
              </a:spcBef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232268" y="4031830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9036418" y="2924314"/>
            <a:ext cx="280035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华文楷体"/>
                <a:cs typeface="华文楷体"/>
              </a:rPr>
              <a:t>用 电 器</a:t>
            </a:r>
            <a:endParaRPr sz="20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68852" y="2779776"/>
            <a:ext cx="431800" cy="2700655"/>
          </a:xfrm>
          <a:custGeom>
            <a:avLst/>
            <a:gdLst/>
            <a:ahLst/>
            <a:cxnLst/>
            <a:rect l="l" t="t" r="r" b="b"/>
            <a:pathLst>
              <a:path w="431800" h="2700654">
                <a:moveTo>
                  <a:pt x="0" y="0"/>
                </a:moveTo>
                <a:lnTo>
                  <a:pt x="431291" y="0"/>
                </a:lnTo>
                <a:lnTo>
                  <a:pt x="431291" y="2700528"/>
                </a:lnTo>
                <a:lnTo>
                  <a:pt x="0" y="2700528"/>
                </a:lnTo>
                <a:lnTo>
                  <a:pt x="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754564" y="2766136"/>
            <a:ext cx="460375" cy="2729230"/>
          </a:xfrm>
          <a:custGeom>
            <a:avLst/>
            <a:gdLst/>
            <a:ahLst/>
            <a:cxnLst/>
            <a:rect l="l" t="t" r="r" b="b"/>
            <a:pathLst>
              <a:path w="460375" h="2729229">
                <a:moveTo>
                  <a:pt x="460375" y="2728912"/>
                </a:moveTo>
                <a:lnTo>
                  <a:pt x="0" y="2728912"/>
                </a:lnTo>
                <a:lnTo>
                  <a:pt x="0" y="0"/>
                </a:lnTo>
                <a:lnTo>
                  <a:pt x="460375" y="0"/>
                </a:lnTo>
                <a:lnTo>
                  <a:pt x="460375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2700337"/>
                </a:lnTo>
                <a:lnTo>
                  <a:pt x="14287" y="2700337"/>
                </a:lnTo>
                <a:lnTo>
                  <a:pt x="28575" y="2714624"/>
                </a:lnTo>
                <a:lnTo>
                  <a:pt x="460375" y="2714624"/>
                </a:lnTo>
                <a:lnTo>
                  <a:pt x="460375" y="2728912"/>
                </a:lnTo>
                <a:close/>
              </a:path>
              <a:path w="460375" h="2729229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460375" h="2729229">
                <a:moveTo>
                  <a:pt x="431800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431800" y="14287"/>
                </a:lnTo>
                <a:lnTo>
                  <a:pt x="431800" y="28574"/>
                </a:lnTo>
                <a:close/>
              </a:path>
              <a:path w="460375" h="2729229">
                <a:moveTo>
                  <a:pt x="431800" y="2714624"/>
                </a:moveTo>
                <a:lnTo>
                  <a:pt x="431800" y="14287"/>
                </a:lnTo>
                <a:lnTo>
                  <a:pt x="446087" y="28574"/>
                </a:lnTo>
                <a:lnTo>
                  <a:pt x="460375" y="28574"/>
                </a:lnTo>
                <a:lnTo>
                  <a:pt x="460375" y="2700337"/>
                </a:lnTo>
                <a:lnTo>
                  <a:pt x="446087" y="2700337"/>
                </a:lnTo>
                <a:lnTo>
                  <a:pt x="431800" y="2714624"/>
                </a:lnTo>
                <a:close/>
              </a:path>
              <a:path w="460375" h="2729229">
                <a:moveTo>
                  <a:pt x="460375" y="28574"/>
                </a:moveTo>
                <a:lnTo>
                  <a:pt x="446087" y="28574"/>
                </a:lnTo>
                <a:lnTo>
                  <a:pt x="431800" y="14287"/>
                </a:lnTo>
                <a:lnTo>
                  <a:pt x="460375" y="14287"/>
                </a:lnTo>
                <a:lnTo>
                  <a:pt x="460375" y="28574"/>
                </a:lnTo>
                <a:close/>
              </a:path>
              <a:path w="460375" h="2729229">
                <a:moveTo>
                  <a:pt x="28575" y="2714624"/>
                </a:moveTo>
                <a:lnTo>
                  <a:pt x="14287" y="2700337"/>
                </a:lnTo>
                <a:lnTo>
                  <a:pt x="28575" y="2700337"/>
                </a:lnTo>
                <a:lnTo>
                  <a:pt x="28575" y="2714624"/>
                </a:lnTo>
                <a:close/>
              </a:path>
              <a:path w="460375" h="2729229">
                <a:moveTo>
                  <a:pt x="431800" y="2714624"/>
                </a:moveTo>
                <a:lnTo>
                  <a:pt x="28575" y="2714624"/>
                </a:lnTo>
                <a:lnTo>
                  <a:pt x="28575" y="2700337"/>
                </a:lnTo>
                <a:lnTo>
                  <a:pt x="431800" y="2700337"/>
                </a:lnTo>
                <a:lnTo>
                  <a:pt x="431800" y="2714624"/>
                </a:lnTo>
                <a:close/>
              </a:path>
              <a:path w="460375" h="2729229">
                <a:moveTo>
                  <a:pt x="460375" y="2714624"/>
                </a:moveTo>
                <a:lnTo>
                  <a:pt x="431800" y="2714624"/>
                </a:lnTo>
                <a:lnTo>
                  <a:pt x="446087" y="2700337"/>
                </a:lnTo>
                <a:lnTo>
                  <a:pt x="460375" y="2700337"/>
                </a:lnTo>
                <a:lnTo>
                  <a:pt x="460375" y="2714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00553" y="2812707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43503" y="2812707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243603" y="2812707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43703" y="2812707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700553" y="3470567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43503" y="3470567"/>
            <a:ext cx="196227" cy="1953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243603" y="3470567"/>
            <a:ext cx="196227" cy="1953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043703" y="3470567"/>
            <a:ext cx="196227" cy="1953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700553" y="4128427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449853" y="4128427"/>
            <a:ext cx="196227" cy="1953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272178" y="4128427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084978" y="4128427"/>
            <a:ext cx="196227" cy="1953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700553" y="4786286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449853" y="4786286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272178" y="4786286"/>
            <a:ext cx="196227" cy="195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084978" y="4786286"/>
            <a:ext cx="196227" cy="195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700553" y="5444147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449853" y="5444147"/>
            <a:ext cx="196227" cy="1953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658541" y="2693847"/>
            <a:ext cx="30480" cy="3047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272178" y="5444147"/>
            <a:ext cx="196227" cy="19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084978" y="5444147"/>
            <a:ext cx="196227" cy="1953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840708" y="3838778"/>
            <a:ext cx="297815" cy="297180"/>
          </a:xfrm>
          <a:custGeom>
            <a:avLst/>
            <a:gdLst/>
            <a:ahLst/>
            <a:cxnLst/>
            <a:rect l="l" t="t" r="r" b="b"/>
            <a:pathLst>
              <a:path w="297814" h="297179">
                <a:moveTo>
                  <a:pt x="163766" y="297179"/>
                </a:moveTo>
                <a:lnTo>
                  <a:pt x="133375" y="297179"/>
                </a:lnTo>
                <a:lnTo>
                  <a:pt x="111417" y="293370"/>
                </a:lnTo>
                <a:lnTo>
                  <a:pt x="97447" y="288289"/>
                </a:lnTo>
                <a:lnTo>
                  <a:pt x="90919" y="285750"/>
                </a:lnTo>
                <a:lnTo>
                  <a:pt x="84112" y="283210"/>
                </a:lnTo>
                <a:lnTo>
                  <a:pt x="54013" y="262889"/>
                </a:lnTo>
                <a:lnTo>
                  <a:pt x="48628" y="259079"/>
                </a:lnTo>
                <a:lnTo>
                  <a:pt x="43459" y="254000"/>
                </a:lnTo>
                <a:lnTo>
                  <a:pt x="38544" y="248920"/>
                </a:lnTo>
                <a:lnTo>
                  <a:pt x="33883" y="243839"/>
                </a:lnTo>
                <a:lnTo>
                  <a:pt x="29463" y="237489"/>
                </a:lnTo>
                <a:lnTo>
                  <a:pt x="25323" y="232410"/>
                </a:lnTo>
                <a:lnTo>
                  <a:pt x="8978" y="199389"/>
                </a:lnTo>
                <a:lnTo>
                  <a:pt x="6654" y="193039"/>
                </a:lnTo>
                <a:lnTo>
                  <a:pt x="0" y="148589"/>
                </a:lnTo>
                <a:lnTo>
                  <a:pt x="190" y="140970"/>
                </a:lnTo>
                <a:lnTo>
                  <a:pt x="8978" y="97789"/>
                </a:lnTo>
                <a:lnTo>
                  <a:pt x="11633" y="90170"/>
                </a:lnTo>
                <a:lnTo>
                  <a:pt x="29603" y="59689"/>
                </a:lnTo>
                <a:lnTo>
                  <a:pt x="34023" y="53339"/>
                </a:lnTo>
                <a:lnTo>
                  <a:pt x="65646" y="25400"/>
                </a:lnTo>
                <a:lnTo>
                  <a:pt x="71678" y="20320"/>
                </a:lnTo>
                <a:lnTo>
                  <a:pt x="77711" y="17779"/>
                </a:lnTo>
                <a:lnTo>
                  <a:pt x="84327" y="13970"/>
                </a:lnTo>
                <a:lnTo>
                  <a:pt x="97447" y="8889"/>
                </a:lnTo>
                <a:lnTo>
                  <a:pt x="111417" y="3810"/>
                </a:lnTo>
                <a:lnTo>
                  <a:pt x="133616" y="0"/>
                </a:lnTo>
                <a:lnTo>
                  <a:pt x="164007" y="0"/>
                </a:lnTo>
                <a:lnTo>
                  <a:pt x="185966" y="3810"/>
                </a:lnTo>
                <a:lnTo>
                  <a:pt x="199936" y="8889"/>
                </a:lnTo>
                <a:lnTo>
                  <a:pt x="141643" y="8889"/>
                </a:lnTo>
                <a:lnTo>
                  <a:pt x="134340" y="10160"/>
                </a:lnTo>
                <a:lnTo>
                  <a:pt x="127609" y="10160"/>
                </a:lnTo>
                <a:lnTo>
                  <a:pt x="120523" y="11429"/>
                </a:lnTo>
                <a:lnTo>
                  <a:pt x="120764" y="11429"/>
                </a:lnTo>
                <a:lnTo>
                  <a:pt x="113791" y="12700"/>
                </a:lnTo>
                <a:lnTo>
                  <a:pt x="114020" y="12700"/>
                </a:lnTo>
                <a:lnTo>
                  <a:pt x="107200" y="15239"/>
                </a:lnTo>
                <a:lnTo>
                  <a:pt x="107416" y="15239"/>
                </a:lnTo>
                <a:lnTo>
                  <a:pt x="100736" y="17779"/>
                </a:lnTo>
                <a:lnTo>
                  <a:pt x="100952" y="17779"/>
                </a:lnTo>
                <a:lnTo>
                  <a:pt x="94424" y="20320"/>
                </a:lnTo>
                <a:lnTo>
                  <a:pt x="94640" y="20320"/>
                </a:lnTo>
                <a:lnTo>
                  <a:pt x="88264" y="22860"/>
                </a:lnTo>
                <a:lnTo>
                  <a:pt x="88468" y="22860"/>
                </a:lnTo>
                <a:lnTo>
                  <a:pt x="82257" y="25400"/>
                </a:lnTo>
                <a:lnTo>
                  <a:pt x="82461" y="25400"/>
                </a:lnTo>
                <a:lnTo>
                  <a:pt x="76441" y="29210"/>
                </a:lnTo>
                <a:lnTo>
                  <a:pt x="76631" y="29210"/>
                </a:lnTo>
                <a:lnTo>
                  <a:pt x="70789" y="33020"/>
                </a:lnTo>
                <a:lnTo>
                  <a:pt x="70980" y="33020"/>
                </a:lnTo>
                <a:lnTo>
                  <a:pt x="65341" y="36829"/>
                </a:lnTo>
                <a:lnTo>
                  <a:pt x="65519" y="36829"/>
                </a:lnTo>
                <a:lnTo>
                  <a:pt x="60083" y="40639"/>
                </a:lnTo>
                <a:lnTo>
                  <a:pt x="60261" y="40639"/>
                </a:lnTo>
                <a:lnTo>
                  <a:pt x="56346" y="44450"/>
                </a:lnTo>
                <a:lnTo>
                  <a:pt x="55206" y="44450"/>
                </a:lnTo>
                <a:lnTo>
                  <a:pt x="50203" y="49529"/>
                </a:lnTo>
                <a:lnTo>
                  <a:pt x="50368" y="49529"/>
                </a:lnTo>
                <a:lnTo>
                  <a:pt x="45605" y="54610"/>
                </a:lnTo>
                <a:lnTo>
                  <a:pt x="45758" y="54610"/>
                </a:lnTo>
                <a:lnTo>
                  <a:pt x="41236" y="59689"/>
                </a:lnTo>
                <a:lnTo>
                  <a:pt x="41376" y="59689"/>
                </a:lnTo>
                <a:lnTo>
                  <a:pt x="37109" y="64770"/>
                </a:lnTo>
                <a:lnTo>
                  <a:pt x="37236" y="64770"/>
                </a:lnTo>
                <a:lnTo>
                  <a:pt x="34025" y="69850"/>
                </a:lnTo>
                <a:lnTo>
                  <a:pt x="33350" y="69850"/>
                </a:lnTo>
                <a:lnTo>
                  <a:pt x="29616" y="76200"/>
                </a:lnTo>
                <a:lnTo>
                  <a:pt x="26957" y="81279"/>
                </a:lnTo>
                <a:lnTo>
                  <a:pt x="26377" y="81279"/>
                </a:lnTo>
                <a:lnTo>
                  <a:pt x="23190" y="87629"/>
                </a:lnTo>
                <a:lnTo>
                  <a:pt x="20408" y="93979"/>
                </a:lnTo>
                <a:lnTo>
                  <a:pt x="17932" y="100329"/>
                </a:lnTo>
                <a:lnTo>
                  <a:pt x="15748" y="106679"/>
                </a:lnTo>
                <a:lnTo>
                  <a:pt x="14192" y="113029"/>
                </a:lnTo>
                <a:lnTo>
                  <a:pt x="13931" y="113029"/>
                </a:lnTo>
                <a:lnTo>
                  <a:pt x="12331" y="120650"/>
                </a:lnTo>
                <a:lnTo>
                  <a:pt x="11112" y="127000"/>
                </a:lnTo>
                <a:lnTo>
                  <a:pt x="10223" y="134620"/>
                </a:lnTo>
                <a:lnTo>
                  <a:pt x="9702" y="140970"/>
                </a:lnTo>
                <a:lnTo>
                  <a:pt x="9525" y="148589"/>
                </a:lnTo>
                <a:lnTo>
                  <a:pt x="9673" y="154939"/>
                </a:lnTo>
                <a:lnTo>
                  <a:pt x="9793" y="156210"/>
                </a:lnTo>
                <a:lnTo>
                  <a:pt x="10248" y="162560"/>
                </a:lnTo>
                <a:lnTo>
                  <a:pt x="11137" y="170179"/>
                </a:lnTo>
                <a:lnTo>
                  <a:pt x="12369" y="176529"/>
                </a:lnTo>
                <a:lnTo>
                  <a:pt x="13931" y="184150"/>
                </a:lnTo>
                <a:lnTo>
                  <a:pt x="14192" y="184150"/>
                </a:lnTo>
                <a:lnTo>
                  <a:pt x="15811" y="190500"/>
                </a:lnTo>
                <a:lnTo>
                  <a:pt x="18008" y="196850"/>
                </a:lnTo>
                <a:lnTo>
                  <a:pt x="20497" y="203200"/>
                </a:lnTo>
                <a:lnTo>
                  <a:pt x="23291" y="209550"/>
                </a:lnTo>
                <a:lnTo>
                  <a:pt x="26377" y="214629"/>
                </a:lnTo>
                <a:lnTo>
                  <a:pt x="29730" y="220979"/>
                </a:lnTo>
                <a:lnTo>
                  <a:pt x="33350" y="226060"/>
                </a:lnTo>
                <a:lnTo>
                  <a:pt x="37236" y="232410"/>
                </a:lnTo>
                <a:lnTo>
                  <a:pt x="37109" y="232410"/>
                </a:lnTo>
                <a:lnTo>
                  <a:pt x="41376" y="237489"/>
                </a:lnTo>
                <a:lnTo>
                  <a:pt x="41236" y="237489"/>
                </a:lnTo>
                <a:lnTo>
                  <a:pt x="45758" y="242570"/>
                </a:lnTo>
                <a:lnTo>
                  <a:pt x="45605" y="242570"/>
                </a:lnTo>
                <a:lnTo>
                  <a:pt x="50368" y="247650"/>
                </a:lnTo>
                <a:lnTo>
                  <a:pt x="50203" y="247650"/>
                </a:lnTo>
                <a:lnTo>
                  <a:pt x="55206" y="251460"/>
                </a:lnTo>
                <a:lnTo>
                  <a:pt x="55041" y="251460"/>
                </a:lnTo>
                <a:lnTo>
                  <a:pt x="60261" y="256539"/>
                </a:lnTo>
                <a:lnTo>
                  <a:pt x="60083" y="256539"/>
                </a:lnTo>
                <a:lnTo>
                  <a:pt x="65519" y="260350"/>
                </a:lnTo>
                <a:lnTo>
                  <a:pt x="65341" y="260350"/>
                </a:lnTo>
                <a:lnTo>
                  <a:pt x="70980" y="264160"/>
                </a:lnTo>
                <a:lnTo>
                  <a:pt x="70789" y="264160"/>
                </a:lnTo>
                <a:lnTo>
                  <a:pt x="76631" y="267970"/>
                </a:lnTo>
                <a:lnTo>
                  <a:pt x="76441" y="267970"/>
                </a:lnTo>
                <a:lnTo>
                  <a:pt x="82461" y="271779"/>
                </a:lnTo>
                <a:lnTo>
                  <a:pt x="82257" y="271779"/>
                </a:lnTo>
                <a:lnTo>
                  <a:pt x="88468" y="274320"/>
                </a:lnTo>
                <a:lnTo>
                  <a:pt x="88264" y="274320"/>
                </a:lnTo>
                <a:lnTo>
                  <a:pt x="94640" y="276860"/>
                </a:lnTo>
                <a:lnTo>
                  <a:pt x="94424" y="276860"/>
                </a:lnTo>
                <a:lnTo>
                  <a:pt x="100952" y="279400"/>
                </a:lnTo>
                <a:lnTo>
                  <a:pt x="100736" y="279400"/>
                </a:lnTo>
                <a:lnTo>
                  <a:pt x="107416" y="281939"/>
                </a:lnTo>
                <a:lnTo>
                  <a:pt x="107200" y="281939"/>
                </a:lnTo>
                <a:lnTo>
                  <a:pt x="114020" y="283210"/>
                </a:lnTo>
                <a:lnTo>
                  <a:pt x="113791" y="283210"/>
                </a:lnTo>
                <a:lnTo>
                  <a:pt x="120764" y="285750"/>
                </a:lnTo>
                <a:lnTo>
                  <a:pt x="120523" y="285750"/>
                </a:lnTo>
                <a:lnTo>
                  <a:pt x="127609" y="287020"/>
                </a:lnTo>
                <a:lnTo>
                  <a:pt x="134340" y="287020"/>
                </a:lnTo>
                <a:lnTo>
                  <a:pt x="141643" y="288289"/>
                </a:lnTo>
                <a:lnTo>
                  <a:pt x="199707" y="288289"/>
                </a:lnTo>
                <a:lnTo>
                  <a:pt x="185737" y="293370"/>
                </a:lnTo>
                <a:lnTo>
                  <a:pt x="178777" y="294639"/>
                </a:lnTo>
                <a:lnTo>
                  <a:pt x="163766" y="297179"/>
                </a:lnTo>
                <a:close/>
              </a:path>
              <a:path w="297814" h="297179">
                <a:moveTo>
                  <a:pt x="242341" y="45720"/>
                </a:moveTo>
                <a:lnTo>
                  <a:pt x="237121" y="40639"/>
                </a:lnTo>
                <a:lnTo>
                  <a:pt x="237299" y="40639"/>
                </a:lnTo>
                <a:lnTo>
                  <a:pt x="231863" y="36829"/>
                </a:lnTo>
                <a:lnTo>
                  <a:pt x="232041" y="36829"/>
                </a:lnTo>
                <a:lnTo>
                  <a:pt x="226402" y="33020"/>
                </a:lnTo>
                <a:lnTo>
                  <a:pt x="226593" y="33020"/>
                </a:lnTo>
                <a:lnTo>
                  <a:pt x="220751" y="29210"/>
                </a:lnTo>
                <a:lnTo>
                  <a:pt x="220941" y="29210"/>
                </a:lnTo>
                <a:lnTo>
                  <a:pt x="214922" y="25400"/>
                </a:lnTo>
                <a:lnTo>
                  <a:pt x="215125" y="25400"/>
                </a:lnTo>
                <a:lnTo>
                  <a:pt x="208914" y="22860"/>
                </a:lnTo>
                <a:lnTo>
                  <a:pt x="209130" y="22860"/>
                </a:lnTo>
                <a:lnTo>
                  <a:pt x="202755" y="20320"/>
                </a:lnTo>
                <a:lnTo>
                  <a:pt x="202971" y="20320"/>
                </a:lnTo>
                <a:lnTo>
                  <a:pt x="196430" y="17779"/>
                </a:lnTo>
                <a:lnTo>
                  <a:pt x="196646" y="17779"/>
                </a:lnTo>
                <a:lnTo>
                  <a:pt x="189966" y="15239"/>
                </a:lnTo>
                <a:lnTo>
                  <a:pt x="190195" y="15239"/>
                </a:lnTo>
                <a:lnTo>
                  <a:pt x="183362" y="12700"/>
                </a:lnTo>
                <a:lnTo>
                  <a:pt x="183591" y="12700"/>
                </a:lnTo>
                <a:lnTo>
                  <a:pt x="176631" y="11429"/>
                </a:lnTo>
                <a:lnTo>
                  <a:pt x="176860" y="11429"/>
                </a:lnTo>
                <a:lnTo>
                  <a:pt x="169773" y="10160"/>
                </a:lnTo>
                <a:lnTo>
                  <a:pt x="163042" y="10160"/>
                </a:lnTo>
                <a:lnTo>
                  <a:pt x="155740" y="8889"/>
                </a:lnTo>
                <a:lnTo>
                  <a:pt x="199936" y="8889"/>
                </a:lnTo>
                <a:lnTo>
                  <a:pt x="213271" y="13970"/>
                </a:lnTo>
                <a:lnTo>
                  <a:pt x="248767" y="38100"/>
                </a:lnTo>
                <a:lnTo>
                  <a:pt x="255152" y="44450"/>
                </a:lnTo>
                <a:lnTo>
                  <a:pt x="242176" y="44450"/>
                </a:lnTo>
                <a:lnTo>
                  <a:pt x="242341" y="45720"/>
                </a:lnTo>
                <a:close/>
              </a:path>
              <a:path w="297814" h="297179">
                <a:moveTo>
                  <a:pt x="55041" y="45720"/>
                </a:moveTo>
                <a:lnTo>
                  <a:pt x="55206" y="44450"/>
                </a:lnTo>
                <a:lnTo>
                  <a:pt x="56346" y="44450"/>
                </a:lnTo>
                <a:lnTo>
                  <a:pt x="55041" y="45720"/>
                </a:lnTo>
                <a:close/>
              </a:path>
              <a:path w="297814" h="297179">
                <a:moveTo>
                  <a:pt x="264160" y="71120"/>
                </a:moveTo>
                <a:lnTo>
                  <a:pt x="260146" y="64770"/>
                </a:lnTo>
                <a:lnTo>
                  <a:pt x="260286" y="64770"/>
                </a:lnTo>
                <a:lnTo>
                  <a:pt x="256006" y="59689"/>
                </a:lnTo>
                <a:lnTo>
                  <a:pt x="256159" y="59689"/>
                </a:lnTo>
                <a:lnTo>
                  <a:pt x="251625" y="54610"/>
                </a:lnTo>
                <a:lnTo>
                  <a:pt x="251777" y="54610"/>
                </a:lnTo>
                <a:lnTo>
                  <a:pt x="247014" y="49529"/>
                </a:lnTo>
                <a:lnTo>
                  <a:pt x="247180" y="49529"/>
                </a:lnTo>
                <a:lnTo>
                  <a:pt x="242176" y="44450"/>
                </a:lnTo>
                <a:lnTo>
                  <a:pt x="255152" y="44450"/>
                </a:lnTo>
                <a:lnTo>
                  <a:pt x="258838" y="48260"/>
                </a:lnTo>
                <a:lnTo>
                  <a:pt x="263512" y="53339"/>
                </a:lnTo>
                <a:lnTo>
                  <a:pt x="267919" y="59689"/>
                </a:lnTo>
                <a:lnTo>
                  <a:pt x="272059" y="64770"/>
                </a:lnTo>
                <a:lnTo>
                  <a:pt x="275148" y="69850"/>
                </a:lnTo>
                <a:lnTo>
                  <a:pt x="264033" y="69850"/>
                </a:lnTo>
                <a:lnTo>
                  <a:pt x="264160" y="71120"/>
                </a:lnTo>
                <a:close/>
              </a:path>
              <a:path w="297814" h="297179">
                <a:moveTo>
                  <a:pt x="33223" y="71120"/>
                </a:moveTo>
                <a:lnTo>
                  <a:pt x="33350" y="69850"/>
                </a:lnTo>
                <a:lnTo>
                  <a:pt x="34025" y="69850"/>
                </a:lnTo>
                <a:lnTo>
                  <a:pt x="33223" y="71120"/>
                </a:lnTo>
                <a:close/>
              </a:path>
              <a:path w="297814" h="297179">
                <a:moveTo>
                  <a:pt x="271119" y="82550"/>
                </a:moveTo>
                <a:lnTo>
                  <a:pt x="267652" y="76200"/>
                </a:lnTo>
                <a:lnTo>
                  <a:pt x="264033" y="69850"/>
                </a:lnTo>
                <a:lnTo>
                  <a:pt x="275148" y="69850"/>
                </a:lnTo>
                <a:lnTo>
                  <a:pt x="275920" y="71120"/>
                </a:lnTo>
                <a:lnTo>
                  <a:pt x="279488" y="77470"/>
                </a:lnTo>
                <a:lnTo>
                  <a:pt x="281462" y="81279"/>
                </a:lnTo>
                <a:lnTo>
                  <a:pt x="271017" y="81279"/>
                </a:lnTo>
                <a:lnTo>
                  <a:pt x="271119" y="82550"/>
                </a:lnTo>
                <a:close/>
              </a:path>
              <a:path w="297814" h="297179">
                <a:moveTo>
                  <a:pt x="26263" y="82550"/>
                </a:moveTo>
                <a:lnTo>
                  <a:pt x="26377" y="81279"/>
                </a:lnTo>
                <a:lnTo>
                  <a:pt x="26957" y="81279"/>
                </a:lnTo>
                <a:lnTo>
                  <a:pt x="26263" y="82550"/>
                </a:lnTo>
                <a:close/>
              </a:path>
              <a:path w="297814" h="297179">
                <a:moveTo>
                  <a:pt x="283514" y="114300"/>
                </a:moveTo>
                <a:lnTo>
                  <a:pt x="281571" y="106679"/>
                </a:lnTo>
                <a:lnTo>
                  <a:pt x="279374" y="100329"/>
                </a:lnTo>
                <a:lnTo>
                  <a:pt x="276885" y="93979"/>
                </a:lnTo>
                <a:lnTo>
                  <a:pt x="274091" y="87629"/>
                </a:lnTo>
                <a:lnTo>
                  <a:pt x="271017" y="81279"/>
                </a:lnTo>
                <a:lnTo>
                  <a:pt x="281462" y="81279"/>
                </a:lnTo>
                <a:lnTo>
                  <a:pt x="282778" y="83820"/>
                </a:lnTo>
                <a:lnTo>
                  <a:pt x="285750" y="90170"/>
                </a:lnTo>
                <a:lnTo>
                  <a:pt x="288404" y="97789"/>
                </a:lnTo>
                <a:lnTo>
                  <a:pt x="290741" y="104139"/>
                </a:lnTo>
                <a:lnTo>
                  <a:pt x="293057" y="113029"/>
                </a:lnTo>
                <a:lnTo>
                  <a:pt x="283451" y="113029"/>
                </a:lnTo>
                <a:lnTo>
                  <a:pt x="283514" y="114300"/>
                </a:lnTo>
                <a:close/>
              </a:path>
              <a:path w="297814" h="297179">
                <a:moveTo>
                  <a:pt x="13868" y="114300"/>
                </a:moveTo>
                <a:lnTo>
                  <a:pt x="13931" y="113029"/>
                </a:lnTo>
                <a:lnTo>
                  <a:pt x="14192" y="113029"/>
                </a:lnTo>
                <a:lnTo>
                  <a:pt x="13868" y="114300"/>
                </a:lnTo>
                <a:close/>
              </a:path>
              <a:path w="297814" h="297179">
                <a:moveTo>
                  <a:pt x="297192" y="156210"/>
                </a:moveTo>
                <a:lnTo>
                  <a:pt x="287680" y="156210"/>
                </a:lnTo>
                <a:lnTo>
                  <a:pt x="287858" y="148589"/>
                </a:lnTo>
                <a:lnTo>
                  <a:pt x="287680" y="140970"/>
                </a:lnTo>
                <a:lnTo>
                  <a:pt x="287134" y="134620"/>
                </a:lnTo>
                <a:lnTo>
                  <a:pt x="286245" y="127000"/>
                </a:lnTo>
                <a:lnTo>
                  <a:pt x="285013" y="120650"/>
                </a:lnTo>
                <a:lnTo>
                  <a:pt x="283451" y="113029"/>
                </a:lnTo>
                <a:lnTo>
                  <a:pt x="293057" y="113029"/>
                </a:lnTo>
                <a:lnTo>
                  <a:pt x="297383" y="148589"/>
                </a:lnTo>
                <a:lnTo>
                  <a:pt x="297192" y="156210"/>
                </a:lnTo>
                <a:close/>
              </a:path>
              <a:path w="297814" h="297179">
                <a:moveTo>
                  <a:pt x="9793" y="156210"/>
                </a:moveTo>
                <a:lnTo>
                  <a:pt x="9702" y="154939"/>
                </a:lnTo>
                <a:lnTo>
                  <a:pt x="9793" y="156210"/>
                </a:lnTo>
                <a:close/>
              </a:path>
              <a:path w="297814" h="297179">
                <a:moveTo>
                  <a:pt x="293008" y="184150"/>
                </a:moveTo>
                <a:lnTo>
                  <a:pt x="283451" y="184150"/>
                </a:lnTo>
                <a:lnTo>
                  <a:pt x="285064" y="176529"/>
                </a:lnTo>
                <a:lnTo>
                  <a:pt x="286283" y="170179"/>
                </a:lnTo>
                <a:lnTo>
                  <a:pt x="287159" y="162560"/>
                </a:lnTo>
                <a:lnTo>
                  <a:pt x="287693" y="154939"/>
                </a:lnTo>
                <a:lnTo>
                  <a:pt x="287680" y="156210"/>
                </a:lnTo>
                <a:lnTo>
                  <a:pt x="297192" y="156210"/>
                </a:lnTo>
                <a:lnTo>
                  <a:pt x="296608" y="163829"/>
                </a:lnTo>
                <a:lnTo>
                  <a:pt x="295655" y="171450"/>
                </a:lnTo>
                <a:lnTo>
                  <a:pt x="294347" y="179070"/>
                </a:lnTo>
                <a:lnTo>
                  <a:pt x="293008" y="184150"/>
                </a:lnTo>
                <a:close/>
              </a:path>
              <a:path w="297814" h="297179">
                <a:moveTo>
                  <a:pt x="14192" y="184150"/>
                </a:moveTo>
                <a:lnTo>
                  <a:pt x="13931" y="184150"/>
                </a:lnTo>
                <a:lnTo>
                  <a:pt x="13868" y="182879"/>
                </a:lnTo>
                <a:lnTo>
                  <a:pt x="14192" y="184150"/>
                </a:lnTo>
                <a:close/>
              </a:path>
              <a:path w="297814" h="297179">
                <a:moveTo>
                  <a:pt x="199707" y="288289"/>
                </a:moveTo>
                <a:lnTo>
                  <a:pt x="155740" y="288289"/>
                </a:lnTo>
                <a:lnTo>
                  <a:pt x="163042" y="287020"/>
                </a:lnTo>
                <a:lnTo>
                  <a:pt x="169773" y="287020"/>
                </a:lnTo>
                <a:lnTo>
                  <a:pt x="176860" y="285750"/>
                </a:lnTo>
                <a:lnTo>
                  <a:pt x="176631" y="285750"/>
                </a:lnTo>
                <a:lnTo>
                  <a:pt x="183591" y="283210"/>
                </a:lnTo>
                <a:lnTo>
                  <a:pt x="183362" y="283210"/>
                </a:lnTo>
                <a:lnTo>
                  <a:pt x="190195" y="281939"/>
                </a:lnTo>
                <a:lnTo>
                  <a:pt x="189966" y="281939"/>
                </a:lnTo>
                <a:lnTo>
                  <a:pt x="196646" y="279400"/>
                </a:lnTo>
                <a:lnTo>
                  <a:pt x="196430" y="279400"/>
                </a:lnTo>
                <a:lnTo>
                  <a:pt x="202971" y="276860"/>
                </a:lnTo>
                <a:lnTo>
                  <a:pt x="202755" y="276860"/>
                </a:lnTo>
                <a:lnTo>
                  <a:pt x="209130" y="274320"/>
                </a:lnTo>
                <a:lnTo>
                  <a:pt x="208914" y="274320"/>
                </a:lnTo>
                <a:lnTo>
                  <a:pt x="215125" y="271779"/>
                </a:lnTo>
                <a:lnTo>
                  <a:pt x="214922" y="271779"/>
                </a:lnTo>
                <a:lnTo>
                  <a:pt x="220941" y="267970"/>
                </a:lnTo>
                <a:lnTo>
                  <a:pt x="220751" y="267970"/>
                </a:lnTo>
                <a:lnTo>
                  <a:pt x="226593" y="264160"/>
                </a:lnTo>
                <a:lnTo>
                  <a:pt x="226402" y="264160"/>
                </a:lnTo>
                <a:lnTo>
                  <a:pt x="232041" y="260350"/>
                </a:lnTo>
                <a:lnTo>
                  <a:pt x="231863" y="260350"/>
                </a:lnTo>
                <a:lnTo>
                  <a:pt x="237299" y="256539"/>
                </a:lnTo>
                <a:lnTo>
                  <a:pt x="237121" y="256539"/>
                </a:lnTo>
                <a:lnTo>
                  <a:pt x="242341" y="251460"/>
                </a:lnTo>
                <a:lnTo>
                  <a:pt x="242176" y="251460"/>
                </a:lnTo>
                <a:lnTo>
                  <a:pt x="247180" y="247650"/>
                </a:lnTo>
                <a:lnTo>
                  <a:pt x="247014" y="247650"/>
                </a:lnTo>
                <a:lnTo>
                  <a:pt x="251777" y="242570"/>
                </a:lnTo>
                <a:lnTo>
                  <a:pt x="251625" y="242570"/>
                </a:lnTo>
                <a:lnTo>
                  <a:pt x="256159" y="237489"/>
                </a:lnTo>
                <a:lnTo>
                  <a:pt x="256006" y="237489"/>
                </a:lnTo>
                <a:lnTo>
                  <a:pt x="260286" y="232410"/>
                </a:lnTo>
                <a:lnTo>
                  <a:pt x="260146" y="232410"/>
                </a:lnTo>
                <a:lnTo>
                  <a:pt x="264160" y="226060"/>
                </a:lnTo>
                <a:lnTo>
                  <a:pt x="267779" y="220979"/>
                </a:lnTo>
                <a:lnTo>
                  <a:pt x="271119" y="214629"/>
                </a:lnTo>
                <a:lnTo>
                  <a:pt x="274192" y="209550"/>
                </a:lnTo>
                <a:lnTo>
                  <a:pt x="276974" y="203200"/>
                </a:lnTo>
                <a:lnTo>
                  <a:pt x="279463" y="196850"/>
                </a:lnTo>
                <a:lnTo>
                  <a:pt x="281647" y="190500"/>
                </a:lnTo>
                <a:lnTo>
                  <a:pt x="283514" y="182879"/>
                </a:lnTo>
                <a:lnTo>
                  <a:pt x="283451" y="184150"/>
                </a:lnTo>
                <a:lnTo>
                  <a:pt x="293008" y="184150"/>
                </a:lnTo>
                <a:lnTo>
                  <a:pt x="290664" y="193039"/>
                </a:lnTo>
                <a:lnTo>
                  <a:pt x="288328" y="199389"/>
                </a:lnTo>
                <a:lnTo>
                  <a:pt x="285661" y="207010"/>
                </a:lnTo>
                <a:lnTo>
                  <a:pt x="267779" y="237489"/>
                </a:lnTo>
                <a:lnTo>
                  <a:pt x="263359" y="243839"/>
                </a:lnTo>
                <a:lnTo>
                  <a:pt x="225907" y="275589"/>
                </a:lnTo>
                <a:lnTo>
                  <a:pt x="213055" y="283210"/>
                </a:lnTo>
                <a:lnTo>
                  <a:pt x="199707" y="288289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862832" y="3746385"/>
            <a:ext cx="23876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0000CC"/>
                </a:solidFill>
                <a:latin typeface="华文中宋"/>
                <a:cs typeface="华文中宋"/>
              </a:rPr>
              <a:t>+</a:t>
            </a:r>
            <a:endParaRPr sz="2800">
              <a:latin typeface="华文中宋"/>
              <a:cs typeface="华文中宋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41458" y="2674366"/>
            <a:ext cx="14414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097794" y="3506558"/>
            <a:ext cx="675640" cy="434340"/>
          </a:xfrm>
          <a:custGeom>
            <a:avLst/>
            <a:gdLst/>
            <a:ahLst/>
            <a:cxnLst/>
            <a:rect l="l" t="t" r="r" b="b"/>
            <a:pathLst>
              <a:path w="675639" h="434339">
                <a:moveTo>
                  <a:pt x="600668" y="24404"/>
                </a:moveTo>
                <a:lnTo>
                  <a:pt x="548144" y="12407"/>
                </a:lnTo>
                <a:lnTo>
                  <a:pt x="675335" y="0"/>
                </a:lnTo>
                <a:lnTo>
                  <a:pt x="671281" y="6667"/>
                </a:lnTo>
                <a:lnTo>
                  <a:pt x="628903" y="6667"/>
                </a:lnTo>
                <a:lnTo>
                  <a:pt x="600668" y="24404"/>
                </a:lnTo>
                <a:close/>
              </a:path>
              <a:path w="675639" h="434339">
                <a:moveTo>
                  <a:pt x="620937" y="56662"/>
                </a:moveTo>
                <a:lnTo>
                  <a:pt x="626935" y="30403"/>
                </a:lnTo>
                <a:lnTo>
                  <a:pt x="600668" y="24404"/>
                </a:lnTo>
                <a:lnTo>
                  <a:pt x="628903" y="6667"/>
                </a:lnTo>
                <a:lnTo>
                  <a:pt x="649173" y="38925"/>
                </a:lnTo>
                <a:lnTo>
                  <a:pt x="620937" y="56662"/>
                </a:lnTo>
                <a:close/>
              </a:path>
              <a:path w="675639" h="434339">
                <a:moveTo>
                  <a:pt x="608939" y="109194"/>
                </a:moveTo>
                <a:lnTo>
                  <a:pt x="620937" y="56662"/>
                </a:lnTo>
                <a:lnTo>
                  <a:pt x="649173" y="38925"/>
                </a:lnTo>
                <a:lnTo>
                  <a:pt x="628903" y="6667"/>
                </a:lnTo>
                <a:lnTo>
                  <a:pt x="671281" y="6667"/>
                </a:lnTo>
                <a:lnTo>
                  <a:pt x="608939" y="109194"/>
                </a:lnTo>
                <a:close/>
              </a:path>
              <a:path w="675639" h="434339">
                <a:moveTo>
                  <a:pt x="20269" y="433997"/>
                </a:moveTo>
                <a:lnTo>
                  <a:pt x="0" y="401739"/>
                </a:lnTo>
                <a:lnTo>
                  <a:pt x="600668" y="24404"/>
                </a:lnTo>
                <a:lnTo>
                  <a:pt x="626935" y="30403"/>
                </a:lnTo>
                <a:lnTo>
                  <a:pt x="620937" y="56662"/>
                </a:lnTo>
                <a:lnTo>
                  <a:pt x="20269" y="43399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686718" y="3114954"/>
            <a:ext cx="3930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00FF"/>
                </a:solidFill>
                <a:latin typeface="Book Antiqua"/>
                <a:cs typeface="Book Antiqua"/>
              </a:rPr>
              <a:t>v</a:t>
            </a:r>
            <a:r>
              <a:rPr dirty="0" baseline="-17921" sz="2325" spc="7" b="1">
                <a:solidFill>
                  <a:srgbClr val="0000FF"/>
                </a:solidFill>
                <a:latin typeface="华文中宋"/>
                <a:cs typeface="华文中宋"/>
              </a:rPr>
              <a:t>合</a:t>
            </a:r>
            <a:endParaRPr baseline="-17921" sz="2325">
              <a:latin typeface="华文中宋"/>
              <a:cs typeface="华文中宋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32200" y="2954578"/>
            <a:ext cx="432434" cy="966469"/>
          </a:xfrm>
          <a:custGeom>
            <a:avLst/>
            <a:gdLst/>
            <a:ahLst/>
            <a:cxnLst/>
            <a:rect l="l" t="t" r="r" b="b"/>
            <a:pathLst>
              <a:path w="432435" h="966470">
                <a:moveTo>
                  <a:pt x="0" y="127546"/>
                </a:moveTo>
                <a:lnTo>
                  <a:pt x="7962" y="0"/>
                </a:lnTo>
                <a:lnTo>
                  <a:pt x="45521" y="32016"/>
                </a:lnTo>
                <a:lnTo>
                  <a:pt x="42252" y="32016"/>
                </a:lnTo>
                <a:lnTo>
                  <a:pt x="7175" y="46901"/>
                </a:lnTo>
                <a:lnTo>
                  <a:pt x="20195" y="77586"/>
                </a:lnTo>
                <a:lnTo>
                  <a:pt x="0" y="127546"/>
                </a:lnTo>
                <a:close/>
              </a:path>
              <a:path w="432435" h="966470">
                <a:moveTo>
                  <a:pt x="20195" y="77586"/>
                </a:moveTo>
                <a:lnTo>
                  <a:pt x="7175" y="46901"/>
                </a:lnTo>
                <a:lnTo>
                  <a:pt x="42252" y="32016"/>
                </a:lnTo>
                <a:lnTo>
                  <a:pt x="50993" y="52616"/>
                </a:lnTo>
                <a:lnTo>
                  <a:pt x="30289" y="52616"/>
                </a:lnTo>
                <a:lnTo>
                  <a:pt x="20195" y="77586"/>
                </a:lnTo>
                <a:close/>
              </a:path>
              <a:path w="432435" h="966470">
                <a:moveTo>
                  <a:pt x="105219" y="82905"/>
                </a:moveTo>
                <a:lnTo>
                  <a:pt x="55279" y="62718"/>
                </a:lnTo>
                <a:lnTo>
                  <a:pt x="42252" y="32016"/>
                </a:lnTo>
                <a:lnTo>
                  <a:pt x="45521" y="32016"/>
                </a:lnTo>
                <a:lnTo>
                  <a:pt x="105219" y="82905"/>
                </a:lnTo>
                <a:close/>
              </a:path>
              <a:path w="432435" h="966470">
                <a:moveTo>
                  <a:pt x="397332" y="966419"/>
                </a:moveTo>
                <a:lnTo>
                  <a:pt x="20195" y="77586"/>
                </a:lnTo>
                <a:lnTo>
                  <a:pt x="30289" y="52616"/>
                </a:lnTo>
                <a:lnTo>
                  <a:pt x="55279" y="62718"/>
                </a:lnTo>
                <a:lnTo>
                  <a:pt x="432409" y="951534"/>
                </a:lnTo>
                <a:lnTo>
                  <a:pt x="397332" y="966419"/>
                </a:lnTo>
                <a:close/>
              </a:path>
              <a:path w="432435" h="966470">
                <a:moveTo>
                  <a:pt x="55279" y="62718"/>
                </a:moveTo>
                <a:lnTo>
                  <a:pt x="30289" y="52616"/>
                </a:lnTo>
                <a:lnTo>
                  <a:pt x="50993" y="52616"/>
                </a:lnTo>
                <a:lnTo>
                  <a:pt x="55279" y="6271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122140" y="3897579"/>
            <a:ext cx="636905" cy="114300"/>
          </a:xfrm>
          <a:custGeom>
            <a:avLst/>
            <a:gdLst/>
            <a:ahLst/>
            <a:cxnLst/>
            <a:rect l="l" t="t" r="r" b="b"/>
            <a:pathLst>
              <a:path w="636904" h="114300">
                <a:moveTo>
                  <a:pt x="522478" y="114300"/>
                </a:moveTo>
                <a:lnTo>
                  <a:pt x="579628" y="57150"/>
                </a:lnTo>
                <a:lnTo>
                  <a:pt x="522478" y="0"/>
                </a:lnTo>
                <a:lnTo>
                  <a:pt x="598694" y="38100"/>
                </a:lnTo>
                <a:lnTo>
                  <a:pt x="593915" y="38100"/>
                </a:lnTo>
                <a:lnTo>
                  <a:pt x="593915" y="76200"/>
                </a:lnTo>
                <a:lnTo>
                  <a:pt x="598661" y="76200"/>
                </a:lnTo>
                <a:lnTo>
                  <a:pt x="522478" y="114300"/>
                </a:lnTo>
                <a:close/>
              </a:path>
              <a:path w="636904" h="114300">
                <a:moveTo>
                  <a:pt x="560578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560578" y="38100"/>
                </a:lnTo>
                <a:lnTo>
                  <a:pt x="579628" y="57150"/>
                </a:lnTo>
                <a:lnTo>
                  <a:pt x="560578" y="76200"/>
                </a:lnTo>
                <a:close/>
              </a:path>
              <a:path w="636904" h="114300">
                <a:moveTo>
                  <a:pt x="598661" y="76200"/>
                </a:moveTo>
                <a:lnTo>
                  <a:pt x="593915" y="76200"/>
                </a:lnTo>
                <a:lnTo>
                  <a:pt x="593915" y="38100"/>
                </a:lnTo>
                <a:lnTo>
                  <a:pt x="598694" y="38100"/>
                </a:lnTo>
                <a:lnTo>
                  <a:pt x="636778" y="57137"/>
                </a:lnTo>
                <a:lnTo>
                  <a:pt x="598661" y="762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044391" y="3472167"/>
            <a:ext cx="114300" cy="444500"/>
          </a:xfrm>
          <a:custGeom>
            <a:avLst/>
            <a:gdLst/>
            <a:ahLst/>
            <a:cxnLst/>
            <a:rect l="l" t="t" r="r" b="b"/>
            <a:pathLst>
              <a:path w="114300" h="444500">
                <a:moveTo>
                  <a:pt x="0" y="114300"/>
                </a:moveTo>
                <a:lnTo>
                  <a:pt x="57150" y="0"/>
                </a:lnTo>
                <a:lnTo>
                  <a:pt x="78581" y="42862"/>
                </a:lnTo>
                <a:lnTo>
                  <a:pt x="38100" y="42862"/>
                </a:lnTo>
                <a:lnTo>
                  <a:pt x="38100" y="76200"/>
                </a:lnTo>
                <a:lnTo>
                  <a:pt x="0" y="114300"/>
                </a:lnTo>
                <a:close/>
              </a:path>
              <a:path w="114300" h="444500">
                <a:moveTo>
                  <a:pt x="38100" y="76200"/>
                </a:moveTo>
                <a:lnTo>
                  <a:pt x="38100" y="42862"/>
                </a:lnTo>
                <a:lnTo>
                  <a:pt x="76200" y="42862"/>
                </a:lnTo>
                <a:lnTo>
                  <a:pt x="76200" y="57150"/>
                </a:lnTo>
                <a:lnTo>
                  <a:pt x="57150" y="57150"/>
                </a:lnTo>
                <a:lnTo>
                  <a:pt x="38100" y="76200"/>
                </a:lnTo>
                <a:close/>
              </a:path>
              <a:path w="114300" h="444500">
                <a:moveTo>
                  <a:pt x="114300" y="114300"/>
                </a:moveTo>
                <a:lnTo>
                  <a:pt x="76200" y="76200"/>
                </a:lnTo>
                <a:lnTo>
                  <a:pt x="76200" y="42862"/>
                </a:lnTo>
                <a:lnTo>
                  <a:pt x="78581" y="42862"/>
                </a:lnTo>
                <a:lnTo>
                  <a:pt x="114300" y="114300"/>
                </a:lnTo>
                <a:close/>
              </a:path>
              <a:path w="114300" h="444500">
                <a:moveTo>
                  <a:pt x="76200" y="443966"/>
                </a:moveTo>
                <a:lnTo>
                  <a:pt x="38100" y="443966"/>
                </a:lnTo>
                <a:lnTo>
                  <a:pt x="38100" y="76200"/>
                </a:lnTo>
                <a:lnTo>
                  <a:pt x="57150" y="57150"/>
                </a:lnTo>
                <a:lnTo>
                  <a:pt x="76200" y="76200"/>
                </a:lnTo>
                <a:lnTo>
                  <a:pt x="76200" y="443966"/>
                </a:lnTo>
                <a:close/>
              </a:path>
              <a:path w="114300" h="444500">
                <a:moveTo>
                  <a:pt x="76200" y="76200"/>
                </a:moveTo>
                <a:lnTo>
                  <a:pt x="57150" y="57150"/>
                </a:lnTo>
                <a:lnTo>
                  <a:pt x="76200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808880" y="3727310"/>
            <a:ext cx="2940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00FF"/>
                </a:solidFill>
                <a:latin typeface="Book Antiqua"/>
                <a:cs typeface="Book Antiqua"/>
              </a:rPr>
              <a:t>v</a:t>
            </a:r>
            <a:r>
              <a:rPr dirty="0" baseline="-17921" sz="2325" spc="7" b="1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endParaRPr baseline="-17921" sz="2325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044950" y="3064268"/>
            <a:ext cx="2832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00FF"/>
                </a:solidFill>
                <a:latin typeface="Book Antiqua"/>
                <a:cs typeface="Book Antiqua"/>
              </a:rPr>
              <a:t>v</a:t>
            </a:r>
            <a:r>
              <a:rPr dirty="0" baseline="-17921" sz="2325" b="1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endParaRPr baseline="-17921" sz="2325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142930" y="3492271"/>
            <a:ext cx="85725" cy="28575"/>
          </a:xfrm>
          <a:custGeom>
            <a:avLst/>
            <a:gdLst/>
            <a:ahLst/>
            <a:cxnLst/>
            <a:rect l="l" t="t" r="r" b="b"/>
            <a:pathLst>
              <a:path w="85725" h="28575">
                <a:moveTo>
                  <a:pt x="85725" y="28575"/>
                </a:moveTo>
                <a:lnTo>
                  <a:pt x="0" y="28575"/>
                </a:lnTo>
                <a:lnTo>
                  <a:pt x="0" y="0"/>
                </a:lnTo>
                <a:lnTo>
                  <a:pt x="85725" y="0"/>
                </a:lnTo>
                <a:lnTo>
                  <a:pt x="85725" y="2857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257230" y="3492271"/>
            <a:ext cx="85725" cy="28575"/>
          </a:xfrm>
          <a:custGeom>
            <a:avLst/>
            <a:gdLst/>
            <a:ahLst/>
            <a:cxnLst/>
            <a:rect l="l" t="t" r="r" b="b"/>
            <a:pathLst>
              <a:path w="85725" h="28575">
                <a:moveTo>
                  <a:pt x="85725" y="28575"/>
                </a:moveTo>
                <a:lnTo>
                  <a:pt x="0" y="28575"/>
                </a:lnTo>
                <a:lnTo>
                  <a:pt x="0" y="0"/>
                </a:lnTo>
                <a:lnTo>
                  <a:pt x="85725" y="0"/>
                </a:lnTo>
                <a:lnTo>
                  <a:pt x="85725" y="2857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371530" y="3492271"/>
            <a:ext cx="85725" cy="28575"/>
          </a:xfrm>
          <a:custGeom>
            <a:avLst/>
            <a:gdLst/>
            <a:ahLst/>
            <a:cxnLst/>
            <a:rect l="l" t="t" r="r" b="b"/>
            <a:pathLst>
              <a:path w="85725" h="28575">
                <a:moveTo>
                  <a:pt x="85725" y="28575"/>
                </a:moveTo>
                <a:lnTo>
                  <a:pt x="0" y="28575"/>
                </a:lnTo>
                <a:lnTo>
                  <a:pt x="0" y="0"/>
                </a:lnTo>
                <a:lnTo>
                  <a:pt x="85725" y="0"/>
                </a:lnTo>
                <a:lnTo>
                  <a:pt x="85725" y="2857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485830" y="3492271"/>
            <a:ext cx="85725" cy="28575"/>
          </a:xfrm>
          <a:custGeom>
            <a:avLst/>
            <a:gdLst/>
            <a:ahLst/>
            <a:cxnLst/>
            <a:rect l="l" t="t" r="r" b="b"/>
            <a:pathLst>
              <a:path w="85725" h="28575">
                <a:moveTo>
                  <a:pt x="85725" y="28575"/>
                </a:moveTo>
                <a:lnTo>
                  <a:pt x="0" y="28575"/>
                </a:lnTo>
                <a:lnTo>
                  <a:pt x="0" y="0"/>
                </a:lnTo>
                <a:lnTo>
                  <a:pt x="85725" y="0"/>
                </a:lnTo>
                <a:lnTo>
                  <a:pt x="85725" y="2857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600130" y="3492271"/>
            <a:ext cx="85725" cy="28575"/>
          </a:xfrm>
          <a:custGeom>
            <a:avLst/>
            <a:gdLst/>
            <a:ahLst/>
            <a:cxnLst/>
            <a:rect l="l" t="t" r="r" b="b"/>
            <a:pathLst>
              <a:path w="85725" h="28575">
                <a:moveTo>
                  <a:pt x="85725" y="28575"/>
                </a:moveTo>
                <a:lnTo>
                  <a:pt x="0" y="28575"/>
                </a:lnTo>
                <a:lnTo>
                  <a:pt x="0" y="0"/>
                </a:lnTo>
                <a:lnTo>
                  <a:pt x="85725" y="0"/>
                </a:lnTo>
                <a:lnTo>
                  <a:pt x="85725" y="2857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714430" y="3492271"/>
            <a:ext cx="65405" cy="28575"/>
          </a:xfrm>
          <a:custGeom>
            <a:avLst/>
            <a:gdLst/>
            <a:ahLst/>
            <a:cxnLst/>
            <a:rect l="l" t="t" r="r" b="b"/>
            <a:pathLst>
              <a:path w="65404" h="28575">
                <a:moveTo>
                  <a:pt x="65278" y="28575"/>
                </a:moveTo>
                <a:lnTo>
                  <a:pt x="0" y="28575"/>
                </a:lnTo>
                <a:lnTo>
                  <a:pt x="0" y="0"/>
                </a:lnTo>
                <a:lnTo>
                  <a:pt x="65278" y="0"/>
                </a:lnTo>
                <a:lnTo>
                  <a:pt x="65278" y="2857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735372" y="3891635"/>
            <a:ext cx="28575" cy="85725"/>
          </a:xfrm>
          <a:custGeom>
            <a:avLst/>
            <a:gdLst/>
            <a:ahLst/>
            <a:cxnLst/>
            <a:rect l="l" t="t" r="r" b="b"/>
            <a:pathLst>
              <a:path w="28575" h="85725">
                <a:moveTo>
                  <a:pt x="28575" y="85725"/>
                </a:moveTo>
                <a:lnTo>
                  <a:pt x="0" y="85725"/>
                </a:lnTo>
                <a:lnTo>
                  <a:pt x="0" y="0"/>
                </a:lnTo>
                <a:lnTo>
                  <a:pt x="28575" y="0"/>
                </a:lnTo>
                <a:lnTo>
                  <a:pt x="28575" y="8572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735372" y="3777335"/>
            <a:ext cx="28575" cy="85725"/>
          </a:xfrm>
          <a:custGeom>
            <a:avLst/>
            <a:gdLst/>
            <a:ahLst/>
            <a:cxnLst/>
            <a:rect l="l" t="t" r="r" b="b"/>
            <a:pathLst>
              <a:path w="28575" h="85725">
                <a:moveTo>
                  <a:pt x="28575" y="85725"/>
                </a:moveTo>
                <a:lnTo>
                  <a:pt x="0" y="85725"/>
                </a:lnTo>
                <a:lnTo>
                  <a:pt x="0" y="0"/>
                </a:lnTo>
                <a:lnTo>
                  <a:pt x="28575" y="0"/>
                </a:lnTo>
                <a:lnTo>
                  <a:pt x="28575" y="8572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735372" y="3663035"/>
            <a:ext cx="28575" cy="85725"/>
          </a:xfrm>
          <a:custGeom>
            <a:avLst/>
            <a:gdLst/>
            <a:ahLst/>
            <a:cxnLst/>
            <a:rect l="l" t="t" r="r" b="b"/>
            <a:pathLst>
              <a:path w="28575" h="85725">
                <a:moveTo>
                  <a:pt x="28575" y="85725"/>
                </a:moveTo>
                <a:lnTo>
                  <a:pt x="0" y="85725"/>
                </a:lnTo>
                <a:lnTo>
                  <a:pt x="0" y="0"/>
                </a:lnTo>
                <a:lnTo>
                  <a:pt x="28575" y="0"/>
                </a:lnTo>
                <a:lnTo>
                  <a:pt x="28575" y="8572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735372" y="3548735"/>
            <a:ext cx="28575" cy="85725"/>
          </a:xfrm>
          <a:custGeom>
            <a:avLst/>
            <a:gdLst/>
            <a:ahLst/>
            <a:cxnLst/>
            <a:rect l="l" t="t" r="r" b="b"/>
            <a:pathLst>
              <a:path w="28575" h="85725">
                <a:moveTo>
                  <a:pt x="28575" y="85725"/>
                </a:moveTo>
                <a:lnTo>
                  <a:pt x="0" y="85725"/>
                </a:lnTo>
                <a:lnTo>
                  <a:pt x="0" y="0"/>
                </a:lnTo>
                <a:lnTo>
                  <a:pt x="28575" y="0"/>
                </a:lnTo>
                <a:lnTo>
                  <a:pt x="28575" y="8572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735372" y="3509365"/>
            <a:ext cx="28575" cy="10795"/>
          </a:xfrm>
          <a:custGeom>
            <a:avLst/>
            <a:gdLst/>
            <a:ahLst/>
            <a:cxnLst/>
            <a:rect l="l" t="t" r="r" b="b"/>
            <a:pathLst>
              <a:path w="28575" h="10795">
                <a:moveTo>
                  <a:pt x="28575" y="10795"/>
                </a:moveTo>
                <a:lnTo>
                  <a:pt x="0" y="10795"/>
                </a:lnTo>
                <a:lnTo>
                  <a:pt x="0" y="0"/>
                </a:lnTo>
                <a:lnTo>
                  <a:pt x="28575" y="0"/>
                </a:lnTo>
                <a:lnTo>
                  <a:pt x="28575" y="1079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880573" y="2941878"/>
            <a:ext cx="114300" cy="959485"/>
          </a:xfrm>
          <a:custGeom>
            <a:avLst/>
            <a:gdLst/>
            <a:ahLst/>
            <a:cxnLst/>
            <a:rect l="l" t="t" r="r" b="b"/>
            <a:pathLst>
              <a:path w="114300" h="959485">
                <a:moveTo>
                  <a:pt x="0" y="115735"/>
                </a:moveTo>
                <a:lnTo>
                  <a:pt x="54203" y="0"/>
                </a:lnTo>
                <a:lnTo>
                  <a:pt x="76760" y="42367"/>
                </a:lnTo>
                <a:lnTo>
                  <a:pt x="74345" y="42367"/>
                </a:lnTo>
                <a:lnTo>
                  <a:pt x="36258" y="43345"/>
                </a:lnTo>
                <a:lnTo>
                  <a:pt x="37113" y="76666"/>
                </a:lnTo>
                <a:lnTo>
                  <a:pt x="0" y="115735"/>
                </a:lnTo>
                <a:close/>
              </a:path>
              <a:path w="114300" h="959485">
                <a:moveTo>
                  <a:pt x="37113" y="76666"/>
                </a:moveTo>
                <a:lnTo>
                  <a:pt x="36258" y="43345"/>
                </a:lnTo>
                <a:lnTo>
                  <a:pt x="74345" y="42367"/>
                </a:lnTo>
                <a:lnTo>
                  <a:pt x="74724" y="57137"/>
                </a:lnTo>
                <a:lnTo>
                  <a:pt x="55664" y="57137"/>
                </a:lnTo>
                <a:lnTo>
                  <a:pt x="37113" y="76666"/>
                </a:lnTo>
                <a:close/>
              </a:path>
              <a:path w="114300" h="959485">
                <a:moveTo>
                  <a:pt x="114261" y="112801"/>
                </a:moveTo>
                <a:lnTo>
                  <a:pt x="75200" y="75695"/>
                </a:lnTo>
                <a:lnTo>
                  <a:pt x="74345" y="42367"/>
                </a:lnTo>
                <a:lnTo>
                  <a:pt x="76760" y="42367"/>
                </a:lnTo>
                <a:lnTo>
                  <a:pt x="114261" y="112801"/>
                </a:lnTo>
                <a:close/>
              </a:path>
              <a:path w="114300" h="959485">
                <a:moveTo>
                  <a:pt x="59753" y="959459"/>
                </a:moveTo>
                <a:lnTo>
                  <a:pt x="37113" y="76666"/>
                </a:lnTo>
                <a:lnTo>
                  <a:pt x="55664" y="57137"/>
                </a:lnTo>
                <a:lnTo>
                  <a:pt x="75200" y="75695"/>
                </a:lnTo>
                <a:lnTo>
                  <a:pt x="97840" y="958481"/>
                </a:lnTo>
                <a:lnTo>
                  <a:pt x="59753" y="959459"/>
                </a:lnTo>
                <a:close/>
              </a:path>
              <a:path w="114300" h="959485">
                <a:moveTo>
                  <a:pt x="75200" y="75695"/>
                </a:moveTo>
                <a:lnTo>
                  <a:pt x="55664" y="57137"/>
                </a:lnTo>
                <a:lnTo>
                  <a:pt x="74724" y="57137"/>
                </a:lnTo>
                <a:lnTo>
                  <a:pt x="75200" y="7569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502062" y="3842804"/>
            <a:ext cx="396240" cy="114300"/>
          </a:xfrm>
          <a:custGeom>
            <a:avLst/>
            <a:gdLst/>
            <a:ahLst/>
            <a:cxnLst/>
            <a:rect l="l" t="t" r="r" b="b"/>
            <a:pathLst>
              <a:path w="396239" h="114300">
                <a:moveTo>
                  <a:pt x="114300" y="114300"/>
                </a:moveTo>
                <a:lnTo>
                  <a:pt x="0" y="57150"/>
                </a:lnTo>
                <a:lnTo>
                  <a:pt x="114300" y="0"/>
                </a:lnTo>
                <a:lnTo>
                  <a:pt x="76200" y="38100"/>
                </a:lnTo>
                <a:lnTo>
                  <a:pt x="42862" y="38100"/>
                </a:lnTo>
                <a:lnTo>
                  <a:pt x="42862" y="76200"/>
                </a:lnTo>
                <a:lnTo>
                  <a:pt x="76200" y="76200"/>
                </a:lnTo>
                <a:lnTo>
                  <a:pt x="114300" y="114300"/>
                </a:lnTo>
                <a:close/>
              </a:path>
              <a:path w="396239" h="114300">
                <a:moveTo>
                  <a:pt x="76200" y="76200"/>
                </a:moveTo>
                <a:lnTo>
                  <a:pt x="42862" y="76200"/>
                </a:lnTo>
                <a:lnTo>
                  <a:pt x="42862" y="38100"/>
                </a:lnTo>
                <a:lnTo>
                  <a:pt x="76200" y="38100"/>
                </a:lnTo>
                <a:lnTo>
                  <a:pt x="57150" y="57150"/>
                </a:lnTo>
                <a:lnTo>
                  <a:pt x="76200" y="76200"/>
                </a:lnTo>
                <a:close/>
              </a:path>
              <a:path w="396239" h="114300">
                <a:moveTo>
                  <a:pt x="396011" y="76200"/>
                </a:moveTo>
                <a:lnTo>
                  <a:pt x="76200" y="76200"/>
                </a:lnTo>
                <a:lnTo>
                  <a:pt x="57150" y="57150"/>
                </a:lnTo>
                <a:lnTo>
                  <a:pt x="76200" y="38100"/>
                </a:lnTo>
                <a:lnTo>
                  <a:pt x="396011" y="38100"/>
                </a:lnTo>
                <a:lnTo>
                  <a:pt x="396011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3834079" y="2452459"/>
            <a:ext cx="246379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dirty="0" baseline="-16975" sz="2700" spc="15" b="1" i="1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endParaRPr baseline="-16975" sz="27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616375" y="2985376"/>
            <a:ext cx="85725" cy="28575"/>
          </a:xfrm>
          <a:custGeom>
            <a:avLst/>
            <a:gdLst/>
            <a:ahLst/>
            <a:cxnLst/>
            <a:rect l="l" t="t" r="r" b="b"/>
            <a:pathLst>
              <a:path w="85725" h="28575">
                <a:moveTo>
                  <a:pt x="85725" y="28575"/>
                </a:moveTo>
                <a:lnTo>
                  <a:pt x="0" y="28575"/>
                </a:lnTo>
                <a:lnTo>
                  <a:pt x="0" y="0"/>
                </a:lnTo>
                <a:lnTo>
                  <a:pt x="85725" y="0"/>
                </a:lnTo>
                <a:lnTo>
                  <a:pt x="85725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730675" y="2985376"/>
            <a:ext cx="85725" cy="28575"/>
          </a:xfrm>
          <a:custGeom>
            <a:avLst/>
            <a:gdLst/>
            <a:ahLst/>
            <a:cxnLst/>
            <a:rect l="l" t="t" r="r" b="b"/>
            <a:pathLst>
              <a:path w="85725" h="28575">
                <a:moveTo>
                  <a:pt x="85725" y="28575"/>
                </a:moveTo>
                <a:lnTo>
                  <a:pt x="0" y="28575"/>
                </a:lnTo>
                <a:lnTo>
                  <a:pt x="0" y="0"/>
                </a:lnTo>
                <a:lnTo>
                  <a:pt x="85725" y="0"/>
                </a:lnTo>
                <a:lnTo>
                  <a:pt x="85725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844975" y="2985376"/>
            <a:ext cx="85725" cy="28575"/>
          </a:xfrm>
          <a:custGeom>
            <a:avLst/>
            <a:gdLst/>
            <a:ahLst/>
            <a:cxnLst/>
            <a:rect l="l" t="t" r="r" b="b"/>
            <a:pathLst>
              <a:path w="85725" h="28575">
                <a:moveTo>
                  <a:pt x="85725" y="28575"/>
                </a:moveTo>
                <a:lnTo>
                  <a:pt x="0" y="28575"/>
                </a:lnTo>
                <a:lnTo>
                  <a:pt x="0" y="0"/>
                </a:lnTo>
                <a:lnTo>
                  <a:pt x="85725" y="0"/>
                </a:lnTo>
                <a:lnTo>
                  <a:pt x="85725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959275" y="2985376"/>
            <a:ext cx="17145" cy="28575"/>
          </a:xfrm>
          <a:custGeom>
            <a:avLst/>
            <a:gdLst/>
            <a:ahLst/>
            <a:cxnLst/>
            <a:rect l="l" t="t" r="r" b="b"/>
            <a:pathLst>
              <a:path w="17145" h="28575">
                <a:moveTo>
                  <a:pt x="17106" y="28575"/>
                </a:moveTo>
                <a:lnTo>
                  <a:pt x="0" y="28575"/>
                </a:lnTo>
                <a:lnTo>
                  <a:pt x="0" y="0"/>
                </a:lnTo>
                <a:lnTo>
                  <a:pt x="17106" y="0"/>
                </a:lnTo>
                <a:lnTo>
                  <a:pt x="17106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526167" y="3808044"/>
            <a:ext cx="28575" cy="85725"/>
          </a:xfrm>
          <a:custGeom>
            <a:avLst/>
            <a:gdLst/>
            <a:ahLst/>
            <a:cxnLst/>
            <a:rect l="l" t="t" r="r" b="b"/>
            <a:pathLst>
              <a:path w="28575" h="85725">
                <a:moveTo>
                  <a:pt x="28575" y="85725"/>
                </a:moveTo>
                <a:lnTo>
                  <a:pt x="0" y="85725"/>
                </a:lnTo>
                <a:lnTo>
                  <a:pt x="0" y="0"/>
                </a:lnTo>
                <a:lnTo>
                  <a:pt x="28575" y="0"/>
                </a:lnTo>
                <a:lnTo>
                  <a:pt x="28575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526167" y="3693744"/>
            <a:ext cx="28575" cy="85725"/>
          </a:xfrm>
          <a:custGeom>
            <a:avLst/>
            <a:gdLst/>
            <a:ahLst/>
            <a:cxnLst/>
            <a:rect l="l" t="t" r="r" b="b"/>
            <a:pathLst>
              <a:path w="28575" h="85725">
                <a:moveTo>
                  <a:pt x="28575" y="85725"/>
                </a:moveTo>
                <a:lnTo>
                  <a:pt x="0" y="85725"/>
                </a:lnTo>
                <a:lnTo>
                  <a:pt x="0" y="0"/>
                </a:lnTo>
                <a:lnTo>
                  <a:pt x="28575" y="0"/>
                </a:lnTo>
                <a:lnTo>
                  <a:pt x="28575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526167" y="3579444"/>
            <a:ext cx="28575" cy="85725"/>
          </a:xfrm>
          <a:custGeom>
            <a:avLst/>
            <a:gdLst/>
            <a:ahLst/>
            <a:cxnLst/>
            <a:rect l="l" t="t" r="r" b="b"/>
            <a:pathLst>
              <a:path w="28575" h="85725">
                <a:moveTo>
                  <a:pt x="28575" y="85725"/>
                </a:moveTo>
                <a:lnTo>
                  <a:pt x="0" y="85725"/>
                </a:lnTo>
                <a:lnTo>
                  <a:pt x="0" y="0"/>
                </a:lnTo>
                <a:lnTo>
                  <a:pt x="28575" y="0"/>
                </a:lnTo>
                <a:lnTo>
                  <a:pt x="28575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526167" y="3465144"/>
            <a:ext cx="28575" cy="85725"/>
          </a:xfrm>
          <a:custGeom>
            <a:avLst/>
            <a:gdLst/>
            <a:ahLst/>
            <a:cxnLst/>
            <a:rect l="l" t="t" r="r" b="b"/>
            <a:pathLst>
              <a:path w="28575" h="85725">
                <a:moveTo>
                  <a:pt x="28575" y="85725"/>
                </a:moveTo>
                <a:lnTo>
                  <a:pt x="0" y="85725"/>
                </a:lnTo>
                <a:lnTo>
                  <a:pt x="0" y="0"/>
                </a:lnTo>
                <a:lnTo>
                  <a:pt x="28575" y="0"/>
                </a:lnTo>
                <a:lnTo>
                  <a:pt x="28575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526167" y="3350844"/>
            <a:ext cx="28575" cy="85725"/>
          </a:xfrm>
          <a:custGeom>
            <a:avLst/>
            <a:gdLst/>
            <a:ahLst/>
            <a:cxnLst/>
            <a:rect l="l" t="t" r="r" b="b"/>
            <a:pathLst>
              <a:path w="28575" h="85725">
                <a:moveTo>
                  <a:pt x="28575" y="85725"/>
                </a:moveTo>
                <a:lnTo>
                  <a:pt x="0" y="85725"/>
                </a:lnTo>
                <a:lnTo>
                  <a:pt x="0" y="0"/>
                </a:lnTo>
                <a:lnTo>
                  <a:pt x="28575" y="0"/>
                </a:lnTo>
                <a:lnTo>
                  <a:pt x="28575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526167" y="3236544"/>
            <a:ext cx="28575" cy="85725"/>
          </a:xfrm>
          <a:custGeom>
            <a:avLst/>
            <a:gdLst/>
            <a:ahLst/>
            <a:cxnLst/>
            <a:rect l="l" t="t" r="r" b="b"/>
            <a:pathLst>
              <a:path w="28575" h="85725">
                <a:moveTo>
                  <a:pt x="28575" y="85725"/>
                </a:moveTo>
                <a:lnTo>
                  <a:pt x="0" y="85725"/>
                </a:lnTo>
                <a:lnTo>
                  <a:pt x="0" y="0"/>
                </a:lnTo>
                <a:lnTo>
                  <a:pt x="28575" y="0"/>
                </a:lnTo>
                <a:lnTo>
                  <a:pt x="28575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526167" y="3122244"/>
            <a:ext cx="28575" cy="85725"/>
          </a:xfrm>
          <a:custGeom>
            <a:avLst/>
            <a:gdLst/>
            <a:ahLst/>
            <a:cxnLst/>
            <a:rect l="l" t="t" r="r" b="b"/>
            <a:pathLst>
              <a:path w="28575" h="85725">
                <a:moveTo>
                  <a:pt x="28575" y="85725"/>
                </a:moveTo>
                <a:lnTo>
                  <a:pt x="0" y="85725"/>
                </a:lnTo>
                <a:lnTo>
                  <a:pt x="0" y="0"/>
                </a:lnTo>
                <a:lnTo>
                  <a:pt x="28575" y="0"/>
                </a:lnTo>
                <a:lnTo>
                  <a:pt x="28575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526167" y="3065767"/>
            <a:ext cx="28575" cy="27940"/>
          </a:xfrm>
          <a:custGeom>
            <a:avLst/>
            <a:gdLst/>
            <a:ahLst/>
            <a:cxnLst/>
            <a:rect l="l" t="t" r="r" b="b"/>
            <a:pathLst>
              <a:path w="28575" h="27939">
                <a:moveTo>
                  <a:pt x="28575" y="27901"/>
                </a:moveTo>
                <a:lnTo>
                  <a:pt x="0" y="27901"/>
                </a:lnTo>
                <a:lnTo>
                  <a:pt x="0" y="0"/>
                </a:lnTo>
                <a:lnTo>
                  <a:pt x="28575" y="0"/>
                </a:lnTo>
                <a:lnTo>
                  <a:pt x="28575" y="2790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3255467" y="3644226"/>
            <a:ext cx="25971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dirty="0" baseline="-16975" sz="2700" spc="15" b="1" i="1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endParaRPr baseline="-16975" sz="27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486556" y="1955533"/>
            <a:ext cx="608012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非静电力是洛仑兹力沿棒方向的分力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366903" y="4264113"/>
            <a:ext cx="508634" cy="0"/>
          </a:xfrm>
          <a:custGeom>
            <a:avLst/>
            <a:gdLst/>
            <a:ahLst/>
            <a:cxnLst/>
            <a:rect l="l" t="t" r="r" b="b"/>
            <a:pathLst>
              <a:path w="508634" h="0">
                <a:moveTo>
                  <a:pt x="0" y="0"/>
                </a:moveTo>
                <a:lnTo>
                  <a:pt x="508457" y="0"/>
                </a:lnTo>
              </a:path>
            </a:pathLst>
          </a:custGeom>
          <a:ln w="171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7172871" y="4264113"/>
            <a:ext cx="852169" cy="0"/>
          </a:xfrm>
          <a:custGeom>
            <a:avLst/>
            <a:gdLst/>
            <a:ahLst/>
            <a:cxnLst/>
            <a:rect l="l" t="t" r="r" b="b"/>
            <a:pathLst>
              <a:path w="852170" h="0">
                <a:moveTo>
                  <a:pt x="0" y="0"/>
                </a:moveTo>
                <a:lnTo>
                  <a:pt x="851941" y="0"/>
                </a:lnTo>
              </a:path>
            </a:pathLst>
          </a:custGeom>
          <a:ln w="171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8899207" y="4228096"/>
            <a:ext cx="1143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10" i="1">
                <a:latin typeface="Times New Roman"/>
                <a:cs typeface="Times New Roman"/>
              </a:rPr>
              <a:t>x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654433" y="3992689"/>
            <a:ext cx="3260090" cy="1420495"/>
          </a:xfrm>
          <a:prstGeom prst="rect">
            <a:avLst/>
          </a:prstGeom>
        </p:spPr>
        <p:txBody>
          <a:bodyPr wrap="square" lIns="0" tIns="156845" rIns="0" bIns="0" rtlCol="0" vert="horz">
            <a:spAutoFit/>
          </a:bodyPr>
          <a:lstStyle/>
          <a:p>
            <a:pPr marL="880110" marR="5080" indent="-752475">
              <a:lnSpc>
                <a:spcPct val="65800"/>
              </a:lnSpc>
              <a:spcBef>
                <a:spcPts val="1235"/>
              </a:spcBef>
              <a:tabLst>
                <a:tab pos="1857375" algn="l"/>
              </a:tabLst>
            </a:pPr>
            <a:r>
              <a:rPr dirty="0" sz="2700" spc="15" i="1">
                <a:latin typeface="Times New Roman"/>
                <a:cs typeface="Times New Roman"/>
              </a:rPr>
              <a:t>E</a:t>
            </a:r>
            <a:r>
              <a:rPr dirty="0" sz="2700" spc="75" i="1">
                <a:latin typeface="Times New Roman"/>
                <a:cs typeface="Times New Roman"/>
              </a:rPr>
              <a:t> </a:t>
            </a:r>
            <a:r>
              <a:rPr dirty="0" sz="2700" spc="10">
                <a:latin typeface="Symbol"/>
                <a:cs typeface="Symbol"/>
              </a:rPr>
              <a:t></a:t>
            </a:r>
            <a:r>
              <a:rPr dirty="0" sz="2700" spc="-95">
                <a:latin typeface="Times New Roman"/>
                <a:cs typeface="Times New Roman"/>
              </a:rPr>
              <a:t> </a:t>
            </a:r>
            <a:r>
              <a:rPr dirty="0" baseline="40123" sz="4050" spc="-195" i="1">
                <a:latin typeface="Times New Roman"/>
                <a:cs typeface="Times New Roman"/>
              </a:rPr>
              <a:t>W</a:t>
            </a:r>
            <a:r>
              <a:rPr dirty="0" baseline="41218" sz="2325" spc="37">
                <a:latin typeface="宋体"/>
                <a:cs typeface="宋体"/>
              </a:rPr>
              <a:t>非</a:t>
            </a:r>
            <a:r>
              <a:rPr dirty="0" baseline="41218" sz="2325" spc="-150">
                <a:latin typeface="宋体"/>
                <a:cs typeface="宋体"/>
              </a:rPr>
              <a:t> </a:t>
            </a:r>
            <a:r>
              <a:rPr dirty="0" sz="2700" spc="15" i="1">
                <a:latin typeface="Book Antiqua"/>
                <a:cs typeface="Book Antiqua"/>
              </a:rPr>
              <a:t>=</a:t>
            </a:r>
            <a:r>
              <a:rPr dirty="0" sz="2700" spc="-120" i="1">
                <a:latin typeface="Book Antiqua"/>
                <a:cs typeface="Book Antiqua"/>
              </a:rPr>
              <a:t> </a:t>
            </a:r>
            <a:r>
              <a:rPr dirty="0" baseline="36008" sz="4050" spc="97" i="1">
                <a:latin typeface="Times New Roman"/>
                <a:cs typeface="Times New Roman"/>
              </a:rPr>
              <a:t>q</a:t>
            </a:r>
            <a:r>
              <a:rPr dirty="0" baseline="36008" sz="4050" spc="97" i="1">
                <a:latin typeface="Book Antiqua"/>
                <a:cs typeface="Book Antiqua"/>
              </a:rPr>
              <a:t>v</a:t>
            </a:r>
            <a:r>
              <a:rPr dirty="0" baseline="37634" sz="2325" spc="97" i="1">
                <a:latin typeface="Times New Roman"/>
                <a:cs typeface="Times New Roman"/>
              </a:rPr>
              <a:t>x</a:t>
            </a:r>
            <a:r>
              <a:rPr dirty="0" baseline="37634" sz="2325" spc="-202" i="1">
                <a:latin typeface="Times New Roman"/>
                <a:cs typeface="Times New Roman"/>
              </a:rPr>
              <a:t> </a:t>
            </a:r>
            <a:r>
              <a:rPr dirty="0" baseline="36008" sz="4050" spc="7" i="1">
                <a:latin typeface="Times New Roman"/>
                <a:cs typeface="Times New Roman"/>
              </a:rPr>
              <a:t>Bl</a:t>
            </a:r>
            <a:r>
              <a:rPr dirty="0" baseline="36008" sz="4050" spc="457" i="1">
                <a:latin typeface="Times New Roman"/>
                <a:cs typeface="Times New Roman"/>
              </a:rPr>
              <a:t> </a:t>
            </a:r>
            <a:r>
              <a:rPr dirty="0" sz="2700" spc="10">
                <a:latin typeface="Symbol"/>
                <a:cs typeface="Symbol"/>
              </a:rPr>
              <a:t>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 spc="65" i="1">
                <a:latin typeface="Times New Roman"/>
                <a:cs typeface="Times New Roman"/>
              </a:rPr>
              <a:t>Bl</a:t>
            </a:r>
            <a:r>
              <a:rPr dirty="0" sz="2700" spc="65" i="1">
                <a:latin typeface="Book Antiqua"/>
                <a:cs typeface="Book Antiqua"/>
              </a:rPr>
              <a:t>v  </a:t>
            </a:r>
            <a:r>
              <a:rPr dirty="0" sz="2700" spc="10" i="1">
                <a:latin typeface="Times New Roman"/>
                <a:cs typeface="Times New Roman"/>
              </a:rPr>
              <a:t>q	q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dirty="0" sz="2800" b="1">
                <a:latin typeface="华文楷体"/>
                <a:cs typeface="华文楷体"/>
              </a:rPr>
              <a:t>动生电动势</a:t>
            </a:r>
            <a:r>
              <a:rPr dirty="0" sz="2800" spc="-5" b="1">
                <a:latin typeface="华文楷体"/>
                <a:cs typeface="华文楷体"/>
              </a:rPr>
              <a:t>：</a:t>
            </a:r>
            <a:r>
              <a:rPr dirty="0" sz="2800" spc="-5" b="1" i="1">
                <a:latin typeface="Times New Roman"/>
                <a:cs typeface="Times New Roman"/>
              </a:rPr>
              <a:t>E=Bl</a:t>
            </a:r>
            <a:r>
              <a:rPr dirty="0" sz="2800" spc="-5" b="1" i="1">
                <a:latin typeface="Book Antiqua"/>
                <a:cs typeface="Book Antiqua"/>
              </a:rPr>
              <a:t>v</a:t>
            </a:r>
            <a:endParaRPr sz="2800">
              <a:latin typeface="Book Antiqua"/>
              <a:cs typeface="Book Antiqu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615571" y="2445858"/>
            <a:ext cx="3586479" cy="1213485"/>
          </a:xfrm>
          <a:prstGeom prst="rect">
            <a:avLst/>
          </a:prstGeom>
        </p:spPr>
        <p:txBody>
          <a:bodyPr wrap="square" lIns="0" tIns="183515" rIns="0" bIns="0" rtlCol="0" vert="horz">
            <a:spAutoFit/>
          </a:bodyPr>
          <a:lstStyle/>
          <a:p>
            <a:pPr marL="993140">
              <a:lnSpc>
                <a:spcPct val="100000"/>
              </a:lnSpc>
              <a:spcBef>
                <a:spcPts val="1445"/>
              </a:spcBef>
            </a:pPr>
            <a:r>
              <a:rPr dirty="0" sz="2750" i="1">
                <a:latin typeface="Times New Roman"/>
                <a:cs typeface="Times New Roman"/>
              </a:rPr>
              <a:t>f </a:t>
            </a:r>
            <a:r>
              <a:rPr dirty="0" baseline="-24305" sz="2400" spc="-7" i="1">
                <a:latin typeface="Times New Roman"/>
                <a:cs typeface="Times New Roman"/>
              </a:rPr>
              <a:t>y </a:t>
            </a:r>
            <a:r>
              <a:rPr dirty="0" sz="2750" spc="5">
                <a:latin typeface="Symbol"/>
                <a:cs typeface="Symbol"/>
              </a:rPr>
              <a:t></a:t>
            </a:r>
            <a:r>
              <a:rPr dirty="0" sz="2750" spc="-475">
                <a:latin typeface="Times New Roman"/>
                <a:cs typeface="Times New Roman"/>
              </a:rPr>
              <a:t> </a:t>
            </a:r>
            <a:r>
              <a:rPr dirty="0" sz="2750" spc="55" i="1">
                <a:latin typeface="Times New Roman"/>
                <a:cs typeface="Times New Roman"/>
              </a:rPr>
              <a:t>q</a:t>
            </a:r>
            <a:r>
              <a:rPr dirty="0" sz="2750" spc="55" i="1">
                <a:latin typeface="Book Antiqua"/>
                <a:cs typeface="Book Antiqua"/>
              </a:rPr>
              <a:t>v</a:t>
            </a:r>
            <a:r>
              <a:rPr dirty="0" baseline="-24305" sz="2400" spc="82" i="1">
                <a:latin typeface="Times New Roman"/>
                <a:cs typeface="Times New Roman"/>
              </a:rPr>
              <a:t>x </a:t>
            </a:r>
            <a:r>
              <a:rPr dirty="0" sz="2750" spc="5" i="1">
                <a:latin typeface="Times New Roman"/>
                <a:cs typeface="Times New Roman"/>
              </a:rPr>
              <a:t>B</a:t>
            </a: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2800" b="1">
                <a:latin typeface="华文楷体"/>
                <a:cs typeface="华文楷体"/>
              </a:rPr>
              <a:t>根据电动势的定义，</a:t>
            </a:r>
            <a:r>
              <a:rPr dirty="0" sz="2800" spc="-10" b="1">
                <a:latin typeface="华文楷体"/>
                <a:cs typeface="华文楷体"/>
              </a:rPr>
              <a:t>有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title"/>
          </p:nvPr>
        </p:nvSpPr>
        <p:spPr>
          <a:xfrm>
            <a:off x="4120197" y="1287779"/>
            <a:ext cx="4597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动生电动势的非静电力来源</a:t>
            </a:r>
          </a:p>
        </p:txBody>
      </p:sp>
      <p:sp>
        <p:nvSpPr>
          <p:cNvPr id="69" name="object 69"/>
          <p:cNvSpPr/>
          <p:nvPr/>
        </p:nvSpPr>
        <p:spPr>
          <a:xfrm>
            <a:off x="3524097" y="181637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017520" y="1508760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1" y="0"/>
                </a:lnTo>
                <a:lnTo>
                  <a:pt x="362711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215639" y="1732788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7511" y="2570988"/>
            <a:ext cx="3090672" cy="2365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48947" y="1287779"/>
            <a:ext cx="1739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提出问题3</a:t>
            </a:r>
          </a:p>
        </p:txBody>
      </p:sp>
      <p:sp>
        <p:nvSpPr>
          <p:cNvPr id="4" name="object 4"/>
          <p:cNvSpPr/>
          <p:nvPr/>
        </p:nvSpPr>
        <p:spPr>
          <a:xfrm>
            <a:off x="3524097" y="181637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17520" y="1508760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1" y="0"/>
                </a:lnTo>
                <a:lnTo>
                  <a:pt x="362711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15639" y="1732788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424017" y="3695052"/>
            <a:ext cx="655320" cy="114300"/>
          </a:xfrm>
          <a:custGeom>
            <a:avLst/>
            <a:gdLst/>
            <a:ahLst/>
            <a:cxnLst/>
            <a:rect l="l" t="t" r="r" b="b"/>
            <a:pathLst>
              <a:path w="655320" h="114300">
                <a:moveTo>
                  <a:pt x="115125" y="114287"/>
                </a:moveTo>
                <a:lnTo>
                  <a:pt x="0" y="58826"/>
                </a:lnTo>
                <a:lnTo>
                  <a:pt x="113449" y="0"/>
                </a:lnTo>
                <a:lnTo>
                  <a:pt x="75911" y="38663"/>
                </a:lnTo>
                <a:lnTo>
                  <a:pt x="42583" y="39154"/>
                </a:lnTo>
                <a:lnTo>
                  <a:pt x="43141" y="77241"/>
                </a:lnTo>
                <a:lnTo>
                  <a:pt x="76976" y="77241"/>
                </a:lnTo>
                <a:lnTo>
                  <a:pt x="115125" y="114287"/>
                </a:lnTo>
                <a:close/>
              </a:path>
              <a:path w="655320" h="114300">
                <a:moveTo>
                  <a:pt x="76471" y="76751"/>
                </a:moveTo>
                <a:lnTo>
                  <a:pt x="57150" y="57988"/>
                </a:lnTo>
                <a:lnTo>
                  <a:pt x="75911" y="38663"/>
                </a:lnTo>
                <a:lnTo>
                  <a:pt x="654240" y="30149"/>
                </a:lnTo>
                <a:lnTo>
                  <a:pt x="654799" y="68249"/>
                </a:lnTo>
                <a:lnTo>
                  <a:pt x="76471" y="76751"/>
                </a:lnTo>
                <a:close/>
              </a:path>
              <a:path w="655320" h="114300">
                <a:moveTo>
                  <a:pt x="43141" y="77241"/>
                </a:moveTo>
                <a:lnTo>
                  <a:pt x="42583" y="39154"/>
                </a:lnTo>
                <a:lnTo>
                  <a:pt x="75911" y="38663"/>
                </a:lnTo>
                <a:lnTo>
                  <a:pt x="57150" y="57988"/>
                </a:lnTo>
                <a:lnTo>
                  <a:pt x="76471" y="76751"/>
                </a:lnTo>
                <a:lnTo>
                  <a:pt x="43141" y="77241"/>
                </a:lnTo>
                <a:close/>
              </a:path>
              <a:path w="655320" h="114300">
                <a:moveTo>
                  <a:pt x="76976" y="77241"/>
                </a:moveTo>
                <a:lnTo>
                  <a:pt x="43141" y="77241"/>
                </a:lnTo>
                <a:lnTo>
                  <a:pt x="76471" y="76751"/>
                </a:lnTo>
                <a:lnTo>
                  <a:pt x="76976" y="7724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369356" y="3267316"/>
            <a:ext cx="4267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dirty="0" baseline="-16129" sz="2325" spc="7" b="1">
                <a:solidFill>
                  <a:srgbClr val="0000FF"/>
                </a:solidFill>
                <a:latin typeface="华文楷体"/>
                <a:cs typeface="华文楷体"/>
              </a:rPr>
              <a:t>安</a:t>
            </a:r>
            <a:endParaRPr baseline="-16129" sz="2325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68897" y="3688753"/>
            <a:ext cx="668655" cy="114300"/>
          </a:xfrm>
          <a:custGeom>
            <a:avLst/>
            <a:gdLst/>
            <a:ahLst/>
            <a:cxnLst/>
            <a:rect l="l" t="t" r="r" b="b"/>
            <a:pathLst>
              <a:path w="668654" h="114300">
                <a:moveTo>
                  <a:pt x="591699" y="37551"/>
                </a:moveTo>
                <a:lnTo>
                  <a:pt x="553046" y="0"/>
                </a:lnTo>
                <a:lnTo>
                  <a:pt x="629938" y="37071"/>
                </a:lnTo>
                <a:lnTo>
                  <a:pt x="625030" y="37071"/>
                </a:lnTo>
                <a:lnTo>
                  <a:pt x="591699" y="37551"/>
                </a:lnTo>
                <a:close/>
              </a:path>
              <a:path w="668654" h="114300">
                <a:moveTo>
                  <a:pt x="592241" y="75651"/>
                </a:moveTo>
                <a:lnTo>
                  <a:pt x="611022" y="56324"/>
                </a:lnTo>
                <a:lnTo>
                  <a:pt x="591699" y="37551"/>
                </a:lnTo>
                <a:lnTo>
                  <a:pt x="625030" y="37071"/>
                </a:lnTo>
                <a:lnTo>
                  <a:pt x="625576" y="75171"/>
                </a:lnTo>
                <a:lnTo>
                  <a:pt x="592241" y="75651"/>
                </a:lnTo>
                <a:close/>
              </a:path>
              <a:path w="668654" h="114300">
                <a:moveTo>
                  <a:pt x="554697" y="114287"/>
                </a:moveTo>
                <a:lnTo>
                  <a:pt x="592241" y="75651"/>
                </a:lnTo>
                <a:lnTo>
                  <a:pt x="625576" y="75171"/>
                </a:lnTo>
                <a:lnTo>
                  <a:pt x="625030" y="37071"/>
                </a:lnTo>
                <a:lnTo>
                  <a:pt x="629938" y="37071"/>
                </a:lnTo>
                <a:lnTo>
                  <a:pt x="668159" y="55499"/>
                </a:lnTo>
                <a:lnTo>
                  <a:pt x="554697" y="114287"/>
                </a:lnTo>
                <a:close/>
              </a:path>
              <a:path w="668654" h="114300">
                <a:moveTo>
                  <a:pt x="546" y="84175"/>
                </a:moveTo>
                <a:lnTo>
                  <a:pt x="0" y="46075"/>
                </a:lnTo>
                <a:lnTo>
                  <a:pt x="591699" y="37551"/>
                </a:lnTo>
                <a:lnTo>
                  <a:pt x="611022" y="56324"/>
                </a:lnTo>
                <a:lnTo>
                  <a:pt x="592241" y="75651"/>
                </a:lnTo>
                <a:lnTo>
                  <a:pt x="546" y="8417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678193" y="3327755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65049" y="3256699"/>
            <a:ext cx="114300" cy="915669"/>
          </a:xfrm>
          <a:custGeom>
            <a:avLst/>
            <a:gdLst/>
            <a:ahLst/>
            <a:cxnLst/>
            <a:rect l="l" t="t" r="r" b="b"/>
            <a:pathLst>
              <a:path w="114300" h="915670">
                <a:moveTo>
                  <a:pt x="38100" y="114300"/>
                </a:moveTo>
                <a:lnTo>
                  <a:pt x="0" y="114300"/>
                </a:lnTo>
                <a:lnTo>
                  <a:pt x="57150" y="0"/>
                </a:lnTo>
                <a:lnTo>
                  <a:pt x="100012" y="85725"/>
                </a:lnTo>
                <a:lnTo>
                  <a:pt x="38100" y="85725"/>
                </a:lnTo>
                <a:lnTo>
                  <a:pt x="38100" y="114300"/>
                </a:lnTo>
                <a:close/>
              </a:path>
              <a:path w="114300" h="915670">
                <a:moveTo>
                  <a:pt x="76200" y="915352"/>
                </a:moveTo>
                <a:lnTo>
                  <a:pt x="38100" y="915352"/>
                </a:lnTo>
                <a:lnTo>
                  <a:pt x="38100" y="85725"/>
                </a:lnTo>
                <a:lnTo>
                  <a:pt x="76200" y="85725"/>
                </a:lnTo>
                <a:lnTo>
                  <a:pt x="76200" y="915352"/>
                </a:lnTo>
                <a:close/>
              </a:path>
              <a:path w="114300" h="915670">
                <a:moveTo>
                  <a:pt x="114300" y="114300"/>
                </a:moveTo>
                <a:lnTo>
                  <a:pt x="76200" y="114300"/>
                </a:lnTo>
                <a:lnTo>
                  <a:pt x="76200" y="85725"/>
                </a:lnTo>
                <a:lnTo>
                  <a:pt x="100012" y="85725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200940" y="3156508"/>
            <a:ext cx="1441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5512" y="1287779"/>
            <a:ext cx="5740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从能量转化角度看动生电动势产生</a:t>
            </a:r>
          </a:p>
        </p:txBody>
      </p:sp>
      <p:sp>
        <p:nvSpPr>
          <p:cNvPr id="3" name="object 3"/>
          <p:cNvSpPr/>
          <p:nvPr/>
        </p:nvSpPr>
        <p:spPr>
          <a:xfrm>
            <a:off x="3529812" y="181637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22092" y="1508760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5" y="0"/>
                </a:lnTo>
                <a:lnTo>
                  <a:pt x="364235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21735" y="1732788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301228" y="4302252"/>
            <a:ext cx="1453896" cy="14538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25697" y="4381220"/>
            <a:ext cx="1687195" cy="0"/>
          </a:xfrm>
          <a:custGeom>
            <a:avLst/>
            <a:gdLst/>
            <a:ahLst/>
            <a:cxnLst/>
            <a:rect l="l" t="t" r="r" b="b"/>
            <a:pathLst>
              <a:path w="1687195" h="0">
                <a:moveTo>
                  <a:pt x="0" y="0"/>
                </a:moveTo>
                <a:lnTo>
                  <a:pt x="1686674" y="0"/>
                </a:lnTo>
              </a:path>
            </a:pathLst>
          </a:custGeom>
          <a:ln w="50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70516" y="4372406"/>
            <a:ext cx="558165" cy="929005"/>
          </a:xfrm>
          <a:custGeom>
            <a:avLst/>
            <a:gdLst/>
            <a:ahLst/>
            <a:cxnLst/>
            <a:rect l="l" t="t" r="r" b="b"/>
            <a:pathLst>
              <a:path w="558164" h="929004">
                <a:moveTo>
                  <a:pt x="24688" y="928801"/>
                </a:moveTo>
                <a:lnTo>
                  <a:pt x="0" y="914400"/>
                </a:lnTo>
                <a:lnTo>
                  <a:pt x="533400" y="0"/>
                </a:lnTo>
                <a:lnTo>
                  <a:pt x="558088" y="14401"/>
                </a:lnTo>
                <a:lnTo>
                  <a:pt x="24688" y="9288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61003" y="4645152"/>
            <a:ext cx="227329" cy="306705"/>
          </a:xfrm>
          <a:custGeom>
            <a:avLst/>
            <a:gdLst/>
            <a:ahLst/>
            <a:cxnLst/>
            <a:rect l="l" t="t" r="r" b="b"/>
            <a:pathLst>
              <a:path w="227329" h="306704">
                <a:moveTo>
                  <a:pt x="74675" y="306324"/>
                </a:moveTo>
                <a:lnTo>
                  <a:pt x="0" y="263651"/>
                </a:lnTo>
                <a:lnTo>
                  <a:pt x="152400" y="0"/>
                </a:lnTo>
                <a:lnTo>
                  <a:pt x="227075" y="42672"/>
                </a:lnTo>
                <a:lnTo>
                  <a:pt x="74675" y="3063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442131" y="4625771"/>
            <a:ext cx="266065" cy="346075"/>
          </a:xfrm>
          <a:custGeom>
            <a:avLst/>
            <a:gdLst/>
            <a:ahLst/>
            <a:cxnLst/>
            <a:rect l="l" t="t" r="r" b="b"/>
            <a:pathLst>
              <a:path w="266064" h="346075">
                <a:moveTo>
                  <a:pt x="98983" y="345859"/>
                </a:moveTo>
                <a:lnTo>
                  <a:pt x="0" y="288709"/>
                </a:lnTo>
                <a:lnTo>
                  <a:pt x="166687" y="0"/>
                </a:lnTo>
                <a:lnTo>
                  <a:pt x="212857" y="26657"/>
                </a:lnTo>
                <a:lnTo>
                  <a:pt x="184289" y="26657"/>
                </a:lnTo>
                <a:lnTo>
                  <a:pt x="164769" y="31889"/>
                </a:lnTo>
                <a:lnTo>
                  <a:pt x="177144" y="39033"/>
                </a:lnTo>
                <a:lnTo>
                  <a:pt x="43159" y="271106"/>
                </a:lnTo>
                <a:lnTo>
                  <a:pt x="26657" y="271106"/>
                </a:lnTo>
                <a:lnTo>
                  <a:pt x="31889" y="290626"/>
                </a:lnTo>
                <a:lnTo>
                  <a:pt x="60468" y="290626"/>
                </a:lnTo>
                <a:lnTo>
                  <a:pt x="88526" y="306825"/>
                </a:lnTo>
                <a:lnTo>
                  <a:pt x="81381" y="319201"/>
                </a:lnTo>
                <a:lnTo>
                  <a:pt x="114374" y="319201"/>
                </a:lnTo>
                <a:lnTo>
                  <a:pt x="98983" y="345859"/>
                </a:lnTo>
                <a:close/>
              </a:path>
              <a:path w="266064" h="346075">
                <a:moveTo>
                  <a:pt x="177144" y="39033"/>
                </a:moveTo>
                <a:lnTo>
                  <a:pt x="164769" y="31889"/>
                </a:lnTo>
                <a:lnTo>
                  <a:pt x="184289" y="26657"/>
                </a:lnTo>
                <a:lnTo>
                  <a:pt x="177144" y="39033"/>
                </a:lnTo>
                <a:close/>
              </a:path>
              <a:path w="266064" h="346075">
                <a:moveTo>
                  <a:pt x="226637" y="67606"/>
                </a:moveTo>
                <a:lnTo>
                  <a:pt x="177144" y="39033"/>
                </a:lnTo>
                <a:lnTo>
                  <a:pt x="184289" y="26657"/>
                </a:lnTo>
                <a:lnTo>
                  <a:pt x="212857" y="26657"/>
                </a:lnTo>
                <a:lnTo>
                  <a:pt x="262349" y="55232"/>
                </a:lnTo>
                <a:lnTo>
                  <a:pt x="233781" y="55232"/>
                </a:lnTo>
                <a:lnTo>
                  <a:pt x="226637" y="67606"/>
                </a:lnTo>
                <a:close/>
              </a:path>
              <a:path w="266064" h="346075">
                <a:moveTo>
                  <a:pt x="239013" y="74752"/>
                </a:moveTo>
                <a:lnTo>
                  <a:pt x="226637" y="67606"/>
                </a:lnTo>
                <a:lnTo>
                  <a:pt x="233781" y="55232"/>
                </a:lnTo>
                <a:lnTo>
                  <a:pt x="239013" y="74752"/>
                </a:lnTo>
                <a:close/>
              </a:path>
              <a:path w="266064" h="346075">
                <a:moveTo>
                  <a:pt x="255508" y="74752"/>
                </a:moveTo>
                <a:lnTo>
                  <a:pt x="239013" y="74752"/>
                </a:lnTo>
                <a:lnTo>
                  <a:pt x="233781" y="55232"/>
                </a:lnTo>
                <a:lnTo>
                  <a:pt x="262349" y="55232"/>
                </a:lnTo>
                <a:lnTo>
                  <a:pt x="265671" y="57150"/>
                </a:lnTo>
                <a:lnTo>
                  <a:pt x="255508" y="74752"/>
                </a:lnTo>
                <a:close/>
              </a:path>
              <a:path w="266064" h="346075">
                <a:moveTo>
                  <a:pt x="114374" y="319201"/>
                </a:moveTo>
                <a:lnTo>
                  <a:pt x="81381" y="319201"/>
                </a:lnTo>
                <a:lnTo>
                  <a:pt x="100901" y="313969"/>
                </a:lnTo>
                <a:lnTo>
                  <a:pt x="88526" y="306825"/>
                </a:lnTo>
                <a:lnTo>
                  <a:pt x="226637" y="67606"/>
                </a:lnTo>
                <a:lnTo>
                  <a:pt x="239013" y="74752"/>
                </a:lnTo>
                <a:lnTo>
                  <a:pt x="255508" y="74752"/>
                </a:lnTo>
                <a:lnTo>
                  <a:pt x="114374" y="319201"/>
                </a:lnTo>
                <a:close/>
              </a:path>
              <a:path w="266064" h="346075">
                <a:moveTo>
                  <a:pt x="31889" y="290626"/>
                </a:moveTo>
                <a:lnTo>
                  <a:pt x="26657" y="271106"/>
                </a:lnTo>
                <a:lnTo>
                  <a:pt x="39034" y="278252"/>
                </a:lnTo>
                <a:lnTo>
                  <a:pt x="31889" y="290626"/>
                </a:lnTo>
                <a:close/>
              </a:path>
              <a:path w="266064" h="346075">
                <a:moveTo>
                  <a:pt x="39034" y="278252"/>
                </a:moveTo>
                <a:lnTo>
                  <a:pt x="26657" y="271106"/>
                </a:lnTo>
                <a:lnTo>
                  <a:pt x="43159" y="271106"/>
                </a:lnTo>
                <a:lnTo>
                  <a:pt x="39034" y="278252"/>
                </a:lnTo>
                <a:close/>
              </a:path>
              <a:path w="266064" h="346075">
                <a:moveTo>
                  <a:pt x="60468" y="290626"/>
                </a:moveTo>
                <a:lnTo>
                  <a:pt x="31889" y="290626"/>
                </a:lnTo>
                <a:lnTo>
                  <a:pt x="39034" y="278252"/>
                </a:lnTo>
                <a:lnTo>
                  <a:pt x="60468" y="290626"/>
                </a:lnTo>
                <a:close/>
              </a:path>
              <a:path w="266064" h="346075">
                <a:moveTo>
                  <a:pt x="81381" y="319201"/>
                </a:moveTo>
                <a:lnTo>
                  <a:pt x="88526" y="306825"/>
                </a:lnTo>
                <a:lnTo>
                  <a:pt x="100901" y="313969"/>
                </a:lnTo>
                <a:lnTo>
                  <a:pt x="81381" y="3192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265932" y="5294007"/>
            <a:ext cx="1981200" cy="0"/>
          </a:xfrm>
          <a:custGeom>
            <a:avLst/>
            <a:gdLst/>
            <a:ahLst/>
            <a:cxnLst/>
            <a:rect l="l" t="t" r="r" b="b"/>
            <a:pathLst>
              <a:path w="1981200" h="0">
                <a:moveTo>
                  <a:pt x="0" y="0"/>
                </a:moveTo>
                <a:lnTo>
                  <a:pt x="19812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834129" y="4174794"/>
            <a:ext cx="0" cy="629920"/>
          </a:xfrm>
          <a:custGeom>
            <a:avLst/>
            <a:gdLst/>
            <a:ahLst/>
            <a:cxnLst/>
            <a:rect l="l" t="t" r="r" b="b"/>
            <a:pathLst>
              <a:path w="0" h="629920">
                <a:moveTo>
                  <a:pt x="0" y="0"/>
                </a:moveTo>
                <a:lnTo>
                  <a:pt x="0" y="6297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939921" y="4358652"/>
            <a:ext cx="1955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676686" y="4813630"/>
            <a:ext cx="381000" cy="85725"/>
          </a:xfrm>
          <a:custGeom>
            <a:avLst/>
            <a:gdLst/>
            <a:ahLst/>
            <a:cxnLst/>
            <a:rect l="l" t="t" r="r" b="b"/>
            <a:pathLst>
              <a:path w="381000" h="85725">
                <a:moveTo>
                  <a:pt x="295275" y="85725"/>
                </a:moveTo>
                <a:lnTo>
                  <a:pt x="338137" y="42862"/>
                </a:lnTo>
                <a:lnTo>
                  <a:pt x="295275" y="0"/>
                </a:lnTo>
                <a:lnTo>
                  <a:pt x="352425" y="28575"/>
                </a:lnTo>
                <a:lnTo>
                  <a:pt x="348856" y="28575"/>
                </a:lnTo>
                <a:lnTo>
                  <a:pt x="348856" y="57150"/>
                </a:lnTo>
                <a:lnTo>
                  <a:pt x="352425" y="57150"/>
                </a:lnTo>
                <a:lnTo>
                  <a:pt x="295275" y="85725"/>
                </a:lnTo>
                <a:close/>
              </a:path>
              <a:path w="381000" h="85725">
                <a:moveTo>
                  <a:pt x="323850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323850" y="28575"/>
                </a:lnTo>
                <a:lnTo>
                  <a:pt x="338137" y="42862"/>
                </a:lnTo>
                <a:lnTo>
                  <a:pt x="323850" y="57150"/>
                </a:lnTo>
                <a:close/>
              </a:path>
              <a:path w="381000" h="85725">
                <a:moveTo>
                  <a:pt x="352425" y="57150"/>
                </a:moveTo>
                <a:lnTo>
                  <a:pt x="348856" y="57150"/>
                </a:lnTo>
                <a:lnTo>
                  <a:pt x="348856" y="28575"/>
                </a:lnTo>
                <a:lnTo>
                  <a:pt x="352425" y="28575"/>
                </a:lnTo>
                <a:lnTo>
                  <a:pt x="381000" y="42862"/>
                </a:lnTo>
                <a:lnTo>
                  <a:pt x="352425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111026" y="4635195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Book Antiqua"/>
                <a:cs typeface="Book Antiqua"/>
              </a:rPr>
              <a:t>v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31626" y="3978846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19727" y="5327015"/>
            <a:ext cx="25209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69526" y="4543755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834129" y="5560707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834129" y="5360682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834129" y="5160657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834129" y="4960632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792194" y="5294007"/>
            <a:ext cx="85725" cy="391160"/>
          </a:xfrm>
          <a:custGeom>
            <a:avLst/>
            <a:gdLst/>
            <a:ahLst/>
            <a:cxnLst/>
            <a:rect l="l" t="t" r="r" b="b"/>
            <a:pathLst>
              <a:path w="85725" h="391160">
                <a:moveTo>
                  <a:pt x="42862" y="348157"/>
                </a:moveTo>
                <a:lnTo>
                  <a:pt x="28575" y="333870"/>
                </a:lnTo>
                <a:lnTo>
                  <a:pt x="28575" y="0"/>
                </a:lnTo>
                <a:lnTo>
                  <a:pt x="57150" y="0"/>
                </a:lnTo>
                <a:lnTo>
                  <a:pt x="57150" y="333870"/>
                </a:lnTo>
                <a:lnTo>
                  <a:pt x="42862" y="348157"/>
                </a:lnTo>
                <a:close/>
              </a:path>
              <a:path w="85725" h="391160">
                <a:moveTo>
                  <a:pt x="42862" y="391020"/>
                </a:moveTo>
                <a:lnTo>
                  <a:pt x="0" y="305295"/>
                </a:lnTo>
                <a:lnTo>
                  <a:pt x="28575" y="333870"/>
                </a:lnTo>
                <a:lnTo>
                  <a:pt x="28575" y="358876"/>
                </a:lnTo>
                <a:lnTo>
                  <a:pt x="58934" y="358876"/>
                </a:lnTo>
                <a:lnTo>
                  <a:pt x="42862" y="391020"/>
                </a:lnTo>
                <a:close/>
              </a:path>
              <a:path w="85725" h="391160">
                <a:moveTo>
                  <a:pt x="58934" y="358876"/>
                </a:moveTo>
                <a:lnTo>
                  <a:pt x="57150" y="358876"/>
                </a:lnTo>
                <a:lnTo>
                  <a:pt x="57150" y="333870"/>
                </a:lnTo>
                <a:lnTo>
                  <a:pt x="85725" y="305295"/>
                </a:lnTo>
                <a:lnTo>
                  <a:pt x="58934" y="358876"/>
                </a:lnTo>
                <a:close/>
              </a:path>
              <a:path w="85725" h="391160">
                <a:moveTo>
                  <a:pt x="57150" y="358876"/>
                </a:moveTo>
                <a:lnTo>
                  <a:pt x="28575" y="358876"/>
                </a:lnTo>
                <a:lnTo>
                  <a:pt x="28575" y="333870"/>
                </a:lnTo>
                <a:lnTo>
                  <a:pt x="42862" y="348157"/>
                </a:lnTo>
                <a:lnTo>
                  <a:pt x="57150" y="348157"/>
                </a:lnTo>
                <a:lnTo>
                  <a:pt x="57150" y="358876"/>
                </a:lnTo>
                <a:close/>
              </a:path>
              <a:path w="85725" h="391160">
                <a:moveTo>
                  <a:pt x="57150" y="348157"/>
                </a:moveTo>
                <a:lnTo>
                  <a:pt x="42862" y="348157"/>
                </a:lnTo>
                <a:lnTo>
                  <a:pt x="57150" y="333870"/>
                </a:lnTo>
                <a:lnTo>
                  <a:pt x="57150" y="3481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426127" y="4174794"/>
            <a:ext cx="0" cy="629920"/>
          </a:xfrm>
          <a:custGeom>
            <a:avLst/>
            <a:gdLst/>
            <a:ahLst/>
            <a:cxnLst/>
            <a:rect l="l" t="t" r="r" b="b"/>
            <a:pathLst>
              <a:path w="0" h="629920">
                <a:moveTo>
                  <a:pt x="0" y="0"/>
                </a:moveTo>
                <a:lnTo>
                  <a:pt x="0" y="6297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426127" y="5172011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426127" y="4971986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379302" y="5300129"/>
            <a:ext cx="85725" cy="391160"/>
          </a:xfrm>
          <a:custGeom>
            <a:avLst/>
            <a:gdLst/>
            <a:ahLst/>
            <a:cxnLst/>
            <a:rect l="l" t="t" r="r" b="b"/>
            <a:pathLst>
              <a:path w="85725" h="391160">
                <a:moveTo>
                  <a:pt x="42862" y="348157"/>
                </a:moveTo>
                <a:lnTo>
                  <a:pt x="28575" y="333870"/>
                </a:lnTo>
                <a:lnTo>
                  <a:pt x="28575" y="0"/>
                </a:lnTo>
                <a:lnTo>
                  <a:pt x="57150" y="0"/>
                </a:lnTo>
                <a:lnTo>
                  <a:pt x="57150" y="333870"/>
                </a:lnTo>
                <a:lnTo>
                  <a:pt x="42862" y="348157"/>
                </a:lnTo>
                <a:close/>
              </a:path>
              <a:path w="85725" h="391160">
                <a:moveTo>
                  <a:pt x="42862" y="391020"/>
                </a:moveTo>
                <a:lnTo>
                  <a:pt x="0" y="305295"/>
                </a:lnTo>
                <a:lnTo>
                  <a:pt x="28575" y="333870"/>
                </a:lnTo>
                <a:lnTo>
                  <a:pt x="28575" y="358876"/>
                </a:lnTo>
                <a:lnTo>
                  <a:pt x="58934" y="358876"/>
                </a:lnTo>
                <a:lnTo>
                  <a:pt x="42862" y="391020"/>
                </a:lnTo>
                <a:close/>
              </a:path>
              <a:path w="85725" h="391160">
                <a:moveTo>
                  <a:pt x="58934" y="358876"/>
                </a:moveTo>
                <a:lnTo>
                  <a:pt x="57150" y="358876"/>
                </a:lnTo>
                <a:lnTo>
                  <a:pt x="57150" y="333870"/>
                </a:lnTo>
                <a:lnTo>
                  <a:pt x="85725" y="305295"/>
                </a:lnTo>
                <a:lnTo>
                  <a:pt x="58934" y="358876"/>
                </a:lnTo>
                <a:close/>
              </a:path>
              <a:path w="85725" h="391160">
                <a:moveTo>
                  <a:pt x="57150" y="358876"/>
                </a:moveTo>
                <a:lnTo>
                  <a:pt x="28575" y="358876"/>
                </a:lnTo>
                <a:lnTo>
                  <a:pt x="28575" y="333870"/>
                </a:lnTo>
                <a:lnTo>
                  <a:pt x="42862" y="348157"/>
                </a:lnTo>
                <a:lnTo>
                  <a:pt x="57150" y="348157"/>
                </a:lnTo>
                <a:lnTo>
                  <a:pt x="57150" y="358876"/>
                </a:lnTo>
                <a:close/>
              </a:path>
              <a:path w="85725" h="391160">
                <a:moveTo>
                  <a:pt x="57150" y="348157"/>
                </a:moveTo>
                <a:lnTo>
                  <a:pt x="42862" y="348157"/>
                </a:lnTo>
                <a:lnTo>
                  <a:pt x="57150" y="333870"/>
                </a:lnTo>
                <a:lnTo>
                  <a:pt x="57150" y="3481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027942" y="4176305"/>
            <a:ext cx="0" cy="629920"/>
          </a:xfrm>
          <a:custGeom>
            <a:avLst/>
            <a:gdLst/>
            <a:ahLst/>
            <a:cxnLst/>
            <a:rect l="l" t="t" r="r" b="b"/>
            <a:pathLst>
              <a:path w="0" h="629920">
                <a:moveTo>
                  <a:pt x="0" y="0"/>
                </a:moveTo>
                <a:lnTo>
                  <a:pt x="0" y="6297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027942" y="5562219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027942" y="5362194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027942" y="5162169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027942" y="4962144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986007" y="5295506"/>
            <a:ext cx="85725" cy="391160"/>
          </a:xfrm>
          <a:custGeom>
            <a:avLst/>
            <a:gdLst/>
            <a:ahLst/>
            <a:cxnLst/>
            <a:rect l="l" t="t" r="r" b="b"/>
            <a:pathLst>
              <a:path w="85725" h="391160">
                <a:moveTo>
                  <a:pt x="42862" y="348170"/>
                </a:moveTo>
                <a:lnTo>
                  <a:pt x="28575" y="333883"/>
                </a:lnTo>
                <a:lnTo>
                  <a:pt x="28575" y="0"/>
                </a:lnTo>
                <a:lnTo>
                  <a:pt x="57150" y="0"/>
                </a:lnTo>
                <a:lnTo>
                  <a:pt x="57150" y="333883"/>
                </a:lnTo>
                <a:lnTo>
                  <a:pt x="42862" y="348170"/>
                </a:lnTo>
                <a:close/>
              </a:path>
              <a:path w="85725" h="391160">
                <a:moveTo>
                  <a:pt x="42862" y="391033"/>
                </a:moveTo>
                <a:lnTo>
                  <a:pt x="0" y="305308"/>
                </a:lnTo>
                <a:lnTo>
                  <a:pt x="28575" y="333883"/>
                </a:lnTo>
                <a:lnTo>
                  <a:pt x="28575" y="358889"/>
                </a:lnTo>
                <a:lnTo>
                  <a:pt x="58934" y="358889"/>
                </a:lnTo>
                <a:lnTo>
                  <a:pt x="42862" y="391033"/>
                </a:lnTo>
                <a:close/>
              </a:path>
              <a:path w="85725" h="391160">
                <a:moveTo>
                  <a:pt x="58934" y="358889"/>
                </a:moveTo>
                <a:lnTo>
                  <a:pt x="57150" y="358889"/>
                </a:lnTo>
                <a:lnTo>
                  <a:pt x="57150" y="333883"/>
                </a:lnTo>
                <a:lnTo>
                  <a:pt x="85725" y="305308"/>
                </a:lnTo>
                <a:lnTo>
                  <a:pt x="58934" y="358889"/>
                </a:lnTo>
                <a:close/>
              </a:path>
              <a:path w="85725" h="391160">
                <a:moveTo>
                  <a:pt x="57150" y="358889"/>
                </a:moveTo>
                <a:lnTo>
                  <a:pt x="28575" y="358889"/>
                </a:lnTo>
                <a:lnTo>
                  <a:pt x="28575" y="333883"/>
                </a:lnTo>
                <a:lnTo>
                  <a:pt x="42862" y="348170"/>
                </a:lnTo>
                <a:lnTo>
                  <a:pt x="57150" y="348170"/>
                </a:lnTo>
                <a:lnTo>
                  <a:pt x="57150" y="358889"/>
                </a:lnTo>
                <a:close/>
              </a:path>
              <a:path w="85725" h="391160">
                <a:moveTo>
                  <a:pt x="57150" y="348170"/>
                </a:moveTo>
                <a:lnTo>
                  <a:pt x="42862" y="348170"/>
                </a:lnTo>
                <a:lnTo>
                  <a:pt x="57150" y="333883"/>
                </a:lnTo>
                <a:lnTo>
                  <a:pt x="57150" y="3481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241291" y="4282152"/>
            <a:ext cx="694055" cy="1097915"/>
          </a:xfrm>
          <a:custGeom>
            <a:avLst/>
            <a:gdLst/>
            <a:ahLst/>
            <a:cxnLst/>
            <a:rect l="l" t="t" r="r" b="b"/>
            <a:pathLst>
              <a:path w="694054" h="1097914">
                <a:moveTo>
                  <a:pt x="0" y="1045751"/>
                </a:moveTo>
                <a:lnTo>
                  <a:pt x="605028" y="10955"/>
                </a:lnTo>
                <a:lnTo>
                  <a:pt x="614144" y="2829"/>
                </a:lnTo>
                <a:lnTo>
                  <a:pt x="628113" y="0"/>
                </a:lnTo>
                <a:lnTo>
                  <a:pt x="645040" y="2473"/>
                </a:lnTo>
                <a:lnTo>
                  <a:pt x="663028" y="10256"/>
                </a:lnTo>
                <a:lnTo>
                  <a:pt x="678667" y="22094"/>
                </a:lnTo>
                <a:lnTo>
                  <a:pt x="689249" y="35633"/>
                </a:lnTo>
                <a:lnTo>
                  <a:pt x="693938" y="49231"/>
                </a:lnTo>
                <a:lnTo>
                  <a:pt x="691896" y="61247"/>
                </a:lnTo>
                <a:lnTo>
                  <a:pt x="123100" y="1035507"/>
                </a:lnTo>
                <a:lnTo>
                  <a:pt x="23507" y="1035507"/>
                </a:lnTo>
                <a:lnTo>
                  <a:pt x="9395" y="1038095"/>
                </a:lnTo>
                <a:lnTo>
                  <a:pt x="0" y="1045751"/>
                </a:lnTo>
                <a:close/>
              </a:path>
              <a:path w="694054" h="1097914">
                <a:moveTo>
                  <a:pt x="86868" y="1097567"/>
                </a:moveTo>
                <a:lnTo>
                  <a:pt x="74114" y="1057714"/>
                </a:lnTo>
                <a:lnTo>
                  <a:pt x="40487" y="1038070"/>
                </a:lnTo>
                <a:lnTo>
                  <a:pt x="23507" y="1035507"/>
                </a:lnTo>
                <a:lnTo>
                  <a:pt x="123100" y="1035507"/>
                </a:lnTo>
                <a:lnTo>
                  <a:pt x="86868" y="109756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223003" y="5300471"/>
            <a:ext cx="123444" cy="1082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224782" y="4267860"/>
            <a:ext cx="724495" cy="11353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2975101" y="1937804"/>
            <a:ext cx="6570345" cy="1556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128905" indent="2286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设匀强磁场的磁感应强度为</a:t>
            </a:r>
            <a:r>
              <a:rPr dirty="0" sz="2400" spc="-5" b="1" i="1">
                <a:latin typeface="Times New Roman"/>
                <a:cs typeface="Times New Roman"/>
              </a:rPr>
              <a:t>B</a:t>
            </a:r>
            <a:r>
              <a:rPr dirty="0" sz="2400" b="1">
                <a:latin typeface="华文楷体"/>
                <a:cs typeface="华文楷体"/>
              </a:rPr>
              <a:t>，导体棒</a:t>
            </a:r>
            <a:r>
              <a:rPr dirty="0" sz="2400" b="1" i="1">
                <a:latin typeface="Times New Roman"/>
                <a:cs typeface="Times New Roman"/>
              </a:rPr>
              <a:t>MN</a:t>
            </a:r>
            <a:r>
              <a:rPr dirty="0" sz="2400" b="1">
                <a:latin typeface="华文楷体"/>
                <a:cs typeface="华文楷体"/>
              </a:rPr>
              <a:t>的</a:t>
            </a:r>
            <a:r>
              <a:rPr dirty="0" sz="2400" spc="-5" b="1">
                <a:latin typeface="华文楷体"/>
                <a:cs typeface="华文楷体"/>
              </a:rPr>
              <a:t>长 </a:t>
            </a:r>
            <a:r>
              <a:rPr dirty="0" sz="2400" b="1">
                <a:latin typeface="华文楷体"/>
                <a:cs typeface="华文楷体"/>
              </a:rPr>
              <a:t>度为</a:t>
            </a:r>
            <a:r>
              <a:rPr dirty="0" sz="2400" spc="-5" b="1" i="1">
                <a:latin typeface="Times New Roman"/>
                <a:cs typeface="Times New Roman"/>
              </a:rPr>
              <a:t>l</a:t>
            </a:r>
            <a:r>
              <a:rPr dirty="0" sz="2400" spc="-5" b="1">
                <a:latin typeface="华文楷体"/>
                <a:cs typeface="华文楷体"/>
              </a:rPr>
              <a:t>，</a:t>
            </a:r>
            <a:r>
              <a:rPr dirty="0" sz="2400" b="1">
                <a:latin typeface="华文楷体"/>
                <a:cs typeface="华文楷体"/>
              </a:rPr>
              <a:t>在水平外力作用下以速度</a:t>
            </a:r>
            <a:r>
              <a:rPr dirty="0" sz="2400" b="1" i="1">
                <a:latin typeface="Book Antiqua"/>
                <a:cs typeface="Book Antiqua"/>
              </a:rPr>
              <a:t>v</a:t>
            </a:r>
            <a:r>
              <a:rPr dirty="0" sz="2400" b="1">
                <a:latin typeface="华文楷体"/>
                <a:cs typeface="华文楷体"/>
              </a:rPr>
              <a:t>水平向右匀</a:t>
            </a:r>
            <a:r>
              <a:rPr dirty="0" sz="2400" spc="-5" b="1">
                <a:latin typeface="华文楷体"/>
                <a:cs typeface="华文楷体"/>
              </a:rPr>
              <a:t>速 </a:t>
            </a:r>
            <a:r>
              <a:rPr dirty="0" sz="2400" b="1">
                <a:latin typeface="华文楷体"/>
                <a:cs typeface="华文楷体"/>
              </a:rPr>
              <a:t>运动，电阻值为</a:t>
            </a:r>
            <a:r>
              <a:rPr dirty="0" sz="2400" spc="-5" b="1" i="1">
                <a:latin typeface="Times New Roman"/>
                <a:cs typeface="Times New Roman"/>
              </a:rPr>
              <a:t>R</a:t>
            </a:r>
            <a:r>
              <a:rPr dirty="0" sz="2400" spc="-5" b="1">
                <a:latin typeface="华文楷体"/>
                <a:cs typeface="华文楷体"/>
              </a:rPr>
              <a:t>，</a:t>
            </a:r>
            <a:r>
              <a:rPr dirty="0" sz="2400" b="1">
                <a:latin typeface="华文楷体"/>
                <a:cs typeface="华文楷体"/>
              </a:rPr>
              <a:t>不计其它电阻和摩擦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 marL="67310">
              <a:lnSpc>
                <a:spcPct val="100000"/>
              </a:lnSpc>
              <a:spcBef>
                <a:spcPts val="530"/>
              </a:spcBef>
            </a:pP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①</a:t>
            </a:r>
            <a:r>
              <a:rPr dirty="0" sz="2400" spc="-40" b="1">
                <a:solidFill>
                  <a:srgbClr val="0000FF"/>
                </a:solidFill>
                <a:latin typeface="华文楷体"/>
                <a:cs typeface="华文楷体"/>
              </a:rPr>
              <a:t>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导体棒产生感应电动势？回路中的感应电流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120313" y="3643401"/>
            <a:ext cx="2694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感应电动</a:t>
            </a:r>
            <a:r>
              <a:rPr dirty="0" sz="2400" spc="-5" b="1">
                <a:latin typeface="华文楷体"/>
                <a:cs typeface="华文楷体"/>
              </a:rPr>
              <a:t>势</a:t>
            </a:r>
            <a:r>
              <a:rPr dirty="0" sz="2400" spc="-30" b="1">
                <a:latin typeface="华文楷体"/>
                <a:cs typeface="华文楷体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E</a:t>
            </a:r>
            <a:r>
              <a:rPr dirty="0" sz="2400" spc="-25" b="1" i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华文新魏"/>
                <a:cs typeface="华文新魏"/>
              </a:rPr>
              <a:t>=</a:t>
            </a:r>
            <a:r>
              <a:rPr dirty="0" sz="2400" spc="-20" b="1">
                <a:latin typeface="华文新魏"/>
                <a:cs typeface="华文新魏"/>
              </a:rPr>
              <a:t> </a:t>
            </a:r>
            <a:r>
              <a:rPr dirty="0" sz="2400" spc="-5" b="1" i="1">
                <a:latin typeface="Times New Roman"/>
                <a:cs typeface="Times New Roman"/>
              </a:rPr>
              <a:t>Bl</a:t>
            </a:r>
            <a:r>
              <a:rPr dirty="0" sz="2400" spc="-5" b="1" i="1">
                <a:latin typeface="Book Antiqua"/>
                <a:cs typeface="Book Antiqua"/>
              </a:rPr>
              <a:t>v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976311" y="3884638"/>
            <a:ext cx="251460" cy="0"/>
          </a:xfrm>
          <a:custGeom>
            <a:avLst/>
            <a:gdLst/>
            <a:ahLst/>
            <a:cxnLst/>
            <a:rect l="l" t="t" r="r" b="b"/>
            <a:pathLst>
              <a:path w="251459" h="0">
                <a:moveTo>
                  <a:pt x="0" y="0"/>
                </a:moveTo>
                <a:lnTo>
                  <a:pt x="251421" y="0"/>
                </a:lnTo>
              </a:path>
            </a:pathLst>
          </a:custGeom>
          <a:ln w="156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575814" y="3872674"/>
            <a:ext cx="502920" cy="0"/>
          </a:xfrm>
          <a:custGeom>
            <a:avLst/>
            <a:gdLst/>
            <a:ahLst/>
            <a:cxnLst/>
            <a:rect l="l" t="t" r="r" b="b"/>
            <a:pathLst>
              <a:path w="502920" h="0">
                <a:moveTo>
                  <a:pt x="0" y="0"/>
                </a:moveTo>
                <a:lnTo>
                  <a:pt x="502704" y="0"/>
                </a:lnTo>
              </a:path>
            </a:pathLst>
          </a:custGeom>
          <a:ln w="156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6149759" y="3634676"/>
            <a:ext cx="2927985" cy="652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470"/>
              </a:lnSpc>
              <a:spcBef>
                <a:spcPts val="95"/>
              </a:spcBef>
              <a:tabLst>
                <a:tab pos="1362710" algn="l"/>
              </a:tabLst>
            </a:pPr>
            <a:r>
              <a:rPr dirty="0" baseline="1157" sz="3600" b="1">
                <a:latin typeface="华文楷体"/>
                <a:cs typeface="华文楷体"/>
              </a:rPr>
              <a:t>感应电</a:t>
            </a:r>
            <a:r>
              <a:rPr dirty="0" baseline="1157" sz="3600" spc="-7" b="1">
                <a:latin typeface="华文楷体"/>
                <a:cs typeface="华文楷体"/>
              </a:rPr>
              <a:t>流	</a:t>
            </a:r>
            <a:r>
              <a:rPr dirty="0" sz="2500" spc="-5" i="1">
                <a:latin typeface="Times New Roman"/>
                <a:cs typeface="Times New Roman"/>
              </a:rPr>
              <a:t>I </a:t>
            </a:r>
            <a:r>
              <a:rPr dirty="0" sz="2500" spc="-5">
                <a:latin typeface="Symbol"/>
                <a:cs typeface="Symbol"/>
              </a:rPr>
              <a:t></a:t>
            </a:r>
            <a:r>
              <a:rPr dirty="0" sz="2500" spc="-5">
                <a:latin typeface="Times New Roman"/>
                <a:cs typeface="Times New Roman"/>
              </a:rPr>
              <a:t> </a:t>
            </a:r>
            <a:r>
              <a:rPr dirty="0" baseline="34444" sz="3750" spc="-7" i="1">
                <a:latin typeface="Times New Roman"/>
                <a:cs typeface="Times New Roman"/>
              </a:rPr>
              <a:t>E </a:t>
            </a:r>
            <a:r>
              <a:rPr dirty="0" baseline="2222" sz="3750" spc="-7">
                <a:latin typeface="Symbol"/>
                <a:cs typeface="Symbol"/>
              </a:rPr>
              <a:t></a:t>
            </a:r>
            <a:r>
              <a:rPr dirty="0" baseline="2222" sz="3750" spc="457">
                <a:latin typeface="Times New Roman"/>
                <a:cs typeface="Times New Roman"/>
              </a:rPr>
              <a:t> </a:t>
            </a:r>
            <a:r>
              <a:rPr dirty="0" baseline="36666" sz="3750" spc="67" i="1">
                <a:latin typeface="Times New Roman"/>
                <a:cs typeface="Times New Roman"/>
              </a:rPr>
              <a:t>Bl</a:t>
            </a:r>
            <a:r>
              <a:rPr dirty="0" baseline="36666" sz="3750" spc="67" i="1">
                <a:latin typeface="Book Antiqua"/>
                <a:cs typeface="Book Antiqua"/>
              </a:rPr>
              <a:t>v</a:t>
            </a:r>
            <a:endParaRPr baseline="36666" sz="3750">
              <a:latin typeface="Book Antiqua"/>
              <a:cs typeface="Book Antiqua"/>
            </a:endParaRPr>
          </a:p>
          <a:p>
            <a:pPr marL="1860550">
              <a:lnSpc>
                <a:spcPts val="2470"/>
              </a:lnSpc>
              <a:tabLst>
                <a:tab pos="2585720" algn="l"/>
              </a:tabLst>
            </a:pPr>
            <a:r>
              <a:rPr dirty="0" sz="2500" spc="-5" i="1">
                <a:latin typeface="Times New Roman"/>
                <a:cs typeface="Times New Roman"/>
              </a:rPr>
              <a:t>R	</a:t>
            </a:r>
            <a:r>
              <a:rPr dirty="0" baseline="2222" sz="3750" spc="-7" i="1">
                <a:latin typeface="Times New Roman"/>
                <a:cs typeface="Times New Roman"/>
              </a:rPr>
              <a:t>R</a:t>
            </a:r>
            <a:endParaRPr baseline="2222" sz="37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356781" y="4349915"/>
            <a:ext cx="0" cy="314325"/>
          </a:xfrm>
          <a:custGeom>
            <a:avLst/>
            <a:gdLst/>
            <a:ahLst/>
            <a:cxnLst/>
            <a:rect l="l" t="t" r="r" b="b"/>
            <a:pathLst>
              <a:path w="0" h="314325">
                <a:moveTo>
                  <a:pt x="0" y="0"/>
                </a:moveTo>
                <a:lnTo>
                  <a:pt x="0" y="31371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392708" y="4800523"/>
            <a:ext cx="295910" cy="0"/>
          </a:xfrm>
          <a:custGeom>
            <a:avLst/>
            <a:gdLst/>
            <a:ahLst/>
            <a:cxnLst/>
            <a:rect l="l" t="t" r="r" b="b"/>
            <a:pathLst>
              <a:path w="295909" h="0">
                <a:moveTo>
                  <a:pt x="0" y="0"/>
                </a:moveTo>
                <a:lnTo>
                  <a:pt x="29591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469149" y="4867706"/>
            <a:ext cx="134620" cy="0"/>
          </a:xfrm>
          <a:custGeom>
            <a:avLst/>
            <a:gdLst/>
            <a:ahLst/>
            <a:cxnLst/>
            <a:rect l="l" t="t" r="r" b="b"/>
            <a:pathLst>
              <a:path w="134620" h="0">
                <a:moveTo>
                  <a:pt x="0" y="0"/>
                </a:moveTo>
                <a:lnTo>
                  <a:pt x="13439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268478" y="4642688"/>
            <a:ext cx="177165" cy="398145"/>
          </a:xfrm>
          <a:custGeom>
            <a:avLst/>
            <a:gdLst/>
            <a:ahLst/>
            <a:cxnLst/>
            <a:rect l="l" t="t" r="r" b="b"/>
            <a:pathLst>
              <a:path w="177164" h="398145">
                <a:moveTo>
                  <a:pt x="176593" y="397916"/>
                </a:moveTo>
                <a:lnTo>
                  <a:pt x="0" y="397916"/>
                </a:lnTo>
                <a:lnTo>
                  <a:pt x="0" y="0"/>
                </a:lnTo>
                <a:lnTo>
                  <a:pt x="176593" y="0"/>
                </a:lnTo>
                <a:lnTo>
                  <a:pt x="176593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369341"/>
                </a:lnTo>
                <a:lnTo>
                  <a:pt x="14287" y="369341"/>
                </a:lnTo>
                <a:lnTo>
                  <a:pt x="28575" y="383628"/>
                </a:lnTo>
                <a:lnTo>
                  <a:pt x="176593" y="383628"/>
                </a:lnTo>
                <a:lnTo>
                  <a:pt x="176593" y="397916"/>
                </a:lnTo>
                <a:close/>
              </a:path>
              <a:path w="177164" h="39814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77164" h="398145">
                <a:moveTo>
                  <a:pt x="148018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48018" y="14287"/>
                </a:lnTo>
                <a:lnTo>
                  <a:pt x="148018" y="28575"/>
                </a:lnTo>
                <a:close/>
              </a:path>
              <a:path w="177164" h="398145">
                <a:moveTo>
                  <a:pt x="148018" y="383628"/>
                </a:moveTo>
                <a:lnTo>
                  <a:pt x="148018" y="14287"/>
                </a:lnTo>
                <a:lnTo>
                  <a:pt x="162305" y="28575"/>
                </a:lnTo>
                <a:lnTo>
                  <a:pt x="176593" y="28575"/>
                </a:lnTo>
                <a:lnTo>
                  <a:pt x="176593" y="369341"/>
                </a:lnTo>
                <a:lnTo>
                  <a:pt x="162305" y="369341"/>
                </a:lnTo>
                <a:lnTo>
                  <a:pt x="148018" y="383628"/>
                </a:lnTo>
                <a:close/>
              </a:path>
              <a:path w="177164" h="398145">
                <a:moveTo>
                  <a:pt x="176593" y="28575"/>
                </a:moveTo>
                <a:lnTo>
                  <a:pt x="162305" y="28575"/>
                </a:lnTo>
                <a:lnTo>
                  <a:pt x="148018" y="14287"/>
                </a:lnTo>
                <a:lnTo>
                  <a:pt x="176593" y="14287"/>
                </a:lnTo>
                <a:lnTo>
                  <a:pt x="176593" y="28575"/>
                </a:lnTo>
                <a:close/>
              </a:path>
              <a:path w="177164" h="398145">
                <a:moveTo>
                  <a:pt x="28575" y="383628"/>
                </a:moveTo>
                <a:lnTo>
                  <a:pt x="14287" y="369341"/>
                </a:lnTo>
                <a:lnTo>
                  <a:pt x="28575" y="369341"/>
                </a:lnTo>
                <a:lnTo>
                  <a:pt x="28575" y="383628"/>
                </a:lnTo>
                <a:close/>
              </a:path>
              <a:path w="177164" h="398145">
                <a:moveTo>
                  <a:pt x="148018" y="383628"/>
                </a:moveTo>
                <a:lnTo>
                  <a:pt x="28575" y="383628"/>
                </a:lnTo>
                <a:lnTo>
                  <a:pt x="28575" y="369341"/>
                </a:lnTo>
                <a:lnTo>
                  <a:pt x="148018" y="369341"/>
                </a:lnTo>
                <a:lnTo>
                  <a:pt x="148018" y="383628"/>
                </a:lnTo>
                <a:close/>
              </a:path>
              <a:path w="177164" h="398145">
                <a:moveTo>
                  <a:pt x="176593" y="383628"/>
                </a:moveTo>
                <a:lnTo>
                  <a:pt x="148018" y="383628"/>
                </a:lnTo>
                <a:lnTo>
                  <a:pt x="162305" y="369341"/>
                </a:lnTo>
                <a:lnTo>
                  <a:pt x="176593" y="369341"/>
                </a:lnTo>
                <a:lnTo>
                  <a:pt x="176593" y="3836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7641666" y="4779543"/>
            <a:ext cx="1955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051956" y="4683874"/>
            <a:ext cx="1955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345351" y="5025402"/>
            <a:ext cx="0" cy="345440"/>
          </a:xfrm>
          <a:custGeom>
            <a:avLst/>
            <a:gdLst/>
            <a:ahLst/>
            <a:cxnLst/>
            <a:rect l="l" t="t" r="r" b="b"/>
            <a:pathLst>
              <a:path w="0" h="345439">
                <a:moveTo>
                  <a:pt x="0" y="0"/>
                </a:moveTo>
                <a:lnTo>
                  <a:pt x="0" y="34507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534122" y="4867630"/>
            <a:ext cx="0" cy="505459"/>
          </a:xfrm>
          <a:custGeom>
            <a:avLst/>
            <a:gdLst/>
            <a:ahLst/>
            <a:cxnLst/>
            <a:rect l="l" t="t" r="r" b="b"/>
            <a:pathLst>
              <a:path w="0" h="505460">
                <a:moveTo>
                  <a:pt x="0" y="0"/>
                </a:moveTo>
                <a:lnTo>
                  <a:pt x="0" y="50523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539075" y="4349394"/>
            <a:ext cx="0" cy="459740"/>
          </a:xfrm>
          <a:custGeom>
            <a:avLst/>
            <a:gdLst/>
            <a:ahLst/>
            <a:cxnLst/>
            <a:rect l="l" t="t" r="r" b="b"/>
            <a:pathLst>
              <a:path w="0" h="459739">
                <a:moveTo>
                  <a:pt x="0" y="0"/>
                </a:moveTo>
                <a:lnTo>
                  <a:pt x="0" y="45930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352895" y="4354931"/>
            <a:ext cx="1191895" cy="0"/>
          </a:xfrm>
          <a:custGeom>
            <a:avLst/>
            <a:gdLst/>
            <a:ahLst/>
            <a:cxnLst/>
            <a:rect l="l" t="t" r="r" b="b"/>
            <a:pathLst>
              <a:path w="1191895" h="0">
                <a:moveTo>
                  <a:pt x="0" y="0"/>
                </a:moveTo>
                <a:lnTo>
                  <a:pt x="119131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342811" y="5370474"/>
            <a:ext cx="1191895" cy="0"/>
          </a:xfrm>
          <a:custGeom>
            <a:avLst/>
            <a:gdLst/>
            <a:ahLst/>
            <a:cxnLst/>
            <a:rect l="l" t="t" r="r" b="b"/>
            <a:pathLst>
              <a:path w="1191895" h="0">
                <a:moveTo>
                  <a:pt x="0" y="0"/>
                </a:moveTo>
                <a:lnTo>
                  <a:pt x="119129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5512" y="1287779"/>
            <a:ext cx="5740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从能量转化角度看动生电动势产生</a:t>
            </a:r>
          </a:p>
        </p:txBody>
      </p:sp>
      <p:sp>
        <p:nvSpPr>
          <p:cNvPr id="3" name="object 3"/>
          <p:cNvSpPr/>
          <p:nvPr/>
        </p:nvSpPr>
        <p:spPr>
          <a:xfrm>
            <a:off x="3529812" y="181637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22092" y="1508760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5" y="0"/>
                </a:lnTo>
                <a:lnTo>
                  <a:pt x="364235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21735" y="1732788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982798" y="2223985"/>
            <a:ext cx="52247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②</a:t>
            </a:r>
            <a:r>
              <a:rPr dirty="0" sz="2400" spc="-20" b="1">
                <a:solidFill>
                  <a:srgbClr val="0000FF"/>
                </a:solidFill>
                <a:latin typeface="华文楷体"/>
                <a:cs typeface="华文楷体"/>
              </a:rPr>
              <a:t>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在时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间</a:t>
            </a:r>
            <a:r>
              <a:rPr dirty="0" sz="2400" spc="-20" b="1">
                <a:solidFill>
                  <a:srgbClr val="0000FF"/>
                </a:solidFill>
                <a:latin typeface="华文楷体"/>
                <a:cs typeface="华文楷体"/>
              </a:rPr>
              <a:t> </a:t>
            </a:r>
            <a:r>
              <a:rPr dirty="0" sz="2400" b="1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dirty="0" sz="2400" spc="-25" b="1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内，电路中产生多少电能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6427" y="3110179"/>
            <a:ext cx="2987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09215" algn="l"/>
              </a:tabLst>
            </a:pPr>
            <a:r>
              <a:rPr dirty="0" sz="2400" b="1">
                <a:latin typeface="华文楷体"/>
                <a:cs typeface="华文楷体"/>
              </a:rPr>
              <a:t>电路中产生的电</a:t>
            </a:r>
            <a:r>
              <a:rPr dirty="0" sz="2400" spc="-5" b="1">
                <a:latin typeface="华文楷体"/>
                <a:cs typeface="华文楷体"/>
              </a:rPr>
              <a:t>能</a:t>
            </a:r>
            <a:r>
              <a:rPr dirty="0" sz="2400" b="1">
                <a:latin typeface="华文楷体"/>
                <a:cs typeface="华文楷体"/>
              </a:rPr>
              <a:t>	</a:t>
            </a:r>
            <a:r>
              <a:rPr dirty="0" baseline="-3546" sz="3525">
                <a:latin typeface="Symbol"/>
                <a:cs typeface="Symbol"/>
              </a:rPr>
              <a:t></a:t>
            </a:r>
            <a:r>
              <a:rPr dirty="0" baseline="-3546" sz="3525" spc="-7" i="1">
                <a:latin typeface="Times New Roman"/>
                <a:cs typeface="Times New Roman"/>
              </a:rPr>
              <a:t>E</a:t>
            </a:r>
            <a:endParaRPr baseline="-3546" sz="352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4940" y="3343935"/>
            <a:ext cx="19748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>
                <a:latin typeface="宋体"/>
                <a:cs typeface="宋体"/>
              </a:rPr>
              <a:t>电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64323" y="3408349"/>
            <a:ext cx="954405" cy="0"/>
          </a:xfrm>
          <a:custGeom>
            <a:avLst/>
            <a:gdLst/>
            <a:ahLst/>
            <a:cxnLst/>
            <a:rect l="l" t="t" r="r" b="b"/>
            <a:pathLst>
              <a:path w="954404" h="0">
                <a:moveTo>
                  <a:pt x="0" y="0"/>
                </a:moveTo>
                <a:lnTo>
                  <a:pt x="953909" y="0"/>
                </a:lnTo>
              </a:path>
            </a:pathLst>
          </a:custGeom>
          <a:ln w="156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936483" y="3406902"/>
            <a:ext cx="21907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5" i="1">
                <a:latin typeface="Times New Roman"/>
                <a:cs typeface="Times New Roman"/>
              </a:rPr>
              <a:t>R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20218" y="2950286"/>
            <a:ext cx="1979930" cy="4146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83970">
              <a:lnSpc>
                <a:spcPts val="905"/>
              </a:lnSpc>
              <a:spcBef>
                <a:spcPts val="90"/>
              </a:spcBef>
              <a:tabLst>
                <a:tab pos="1781175" algn="l"/>
              </a:tabLst>
            </a:pPr>
            <a:r>
              <a:rPr dirty="0" sz="1450" spc="-5">
                <a:latin typeface="Times New Roman"/>
                <a:cs typeface="Times New Roman"/>
              </a:rPr>
              <a:t>2 </a:t>
            </a:r>
            <a:r>
              <a:rPr dirty="0" sz="1450" spc="235">
                <a:latin typeface="Times New Roman"/>
                <a:cs typeface="Times New Roman"/>
              </a:rPr>
              <a:t> </a:t>
            </a:r>
            <a:r>
              <a:rPr dirty="0" sz="1450" spc="-5">
                <a:latin typeface="Times New Roman"/>
                <a:cs typeface="Times New Roman"/>
              </a:rPr>
              <a:t>2	2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ts val="2165"/>
              </a:lnSpc>
              <a:tabLst>
                <a:tab pos="791210" algn="l"/>
                <a:tab pos="1610360" algn="l"/>
              </a:tabLst>
            </a:pPr>
            <a:r>
              <a:rPr dirty="0" baseline="-29550" sz="3525" spc="-7">
                <a:latin typeface="Symbol"/>
                <a:cs typeface="Symbol"/>
              </a:rPr>
              <a:t></a:t>
            </a:r>
            <a:r>
              <a:rPr dirty="0" baseline="-29550" sz="3525" spc="60">
                <a:latin typeface="Times New Roman"/>
                <a:cs typeface="Times New Roman"/>
              </a:rPr>
              <a:t> </a:t>
            </a:r>
            <a:r>
              <a:rPr dirty="0" baseline="-29550" sz="3525" spc="-15" i="1">
                <a:latin typeface="Times New Roman"/>
                <a:cs typeface="Times New Roman"/>
              </a:rPr>
              <a:t>IEt	</a:t>
            </a:r>
            <a:r>
              <a:rPr dirty="0" baseline="-35555" sz="3750" spc="-7">
                <a:latin typeface="Symbol"/>
                <a:cs typeface="Symbol"/>
              </a:rPr>
              <a:t></a:t>
            </a:r>
            <a:r>
              <a:rPr dirty="0" baseline="-35555" sz="3750" spc="337">
                <a:latin typeface="Times New Roman"/>
                <a:cs typeface="Times New Roman"/>
              </a:rPr>
              <a:t> </a:t>
            </a:r>
            <a:r>
              <a:rPr dirty="0" sz="2500" spc="-5" i="1">
                <a:latin typeface="Times New Roman"/>
                <a:cs typeface="Times New Roman"/>
              </a:rPr>
              <a:t>B</a:t>
            </a:r>
            <a:r>
              <a:rPr dirty="0" sz="2500" spc="275" i="1">
                <a:latin typeface="Times New Roman"/>
                <a:cs typeface="Times New Roman"/>
              </a:rPr>
              <a:t> </a:t>
            </a:r>
            <a:r>
              <a:rPr dirty="0" sz="2500" spc="-5" i="1">
                <a:latin typeface="Times New Roman"/>
                <a:cs typeface="Times New Roman"/>
              </a:rPr>
              <a:t>l	</a:t>
            </a:r>
            <a:r>
              <a:rPr dirty="0" sz="2500" spc="-5" i="1">
                <a:latin typeface="Book Antiqua"/>
                <a:cs typeface="Book Antiqua"/>
              </a:rPr>
              <a:t>v</a:t>
            </a:r>
            <a:r>
              <a:rPr dirty="0" sz="2500" spc="150" i="1">
                <a:latin typeface="Book Antiqua"/>
                <a:cs typeface="Book Antiqua"/>
              </a:rPr>
              <a:t> </a:t>
            </a:r>
            <a:r>
              <a:rPr dirty="0" sz="2500" spc="-5" i="1">
                <a:latin typeface="Times New Roman"/>
                <a:cs typeface="Times New Roman"/>
              </a:rPr>
              <a:t>t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01228" y="4302252"/>
            <a:ext cx="1453896" cy="14538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825697" y="4381220"/>
            <a:ext cx="1687195" cy="0"/>
          </a:xfrm>
          <a:custGeom>
            <a:avLst/>
            <a:gdLst/>
            <a:ahLst/>
            <a:cxnLst/>
            <a:rect l="l" t="t" r="r" b="b"/>
            <a:pathLst>
              <a:path w="1687195" h="0">
                <a:moveTo>
                  <a:pt x="0" y="0"/>
                </a:moveTo>
                <a:lnTo>
                  <a:pt x="1686674" y="0"/>
                </a:lnTo>
              </a:path>
            </a:pathLst>
          </a:custGeom>
          <a:ln w="50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270516" y="4372406"/>
            <a:ext cx="558165" cy="929005"/>
          </a:xfrm>
          <a:custGeom>
            <a:avLst/>
            <a:gdLst/>
            <a:ahLst/>
            <a:cxnLst/>
            <a:rect l="l" t="t" r="r" b="b"/>
            <a:pathLst>
              <a:path w="558164" h="929004">
                <a:moveTo>
                  <a:pt x="24688" y="928801"/>
                </a:moveTo>
                <a:lnTo>
                  <a:pt x="0" y="914400"/>
                </a:lnTo>
                <a:lnTo>
                  <a:pt x="533400" y="0"/>
                </a:lnTo>
                <a:lnTo>
                  <a:pt x="558088" y="14401"/>
                </a:lnTo>
                <a:lnTo>
                  <a:pt x="24688" y="9288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461003" y="4645152"/>
            <a:ext cx="227329" cy="306705"/>
          </a:xfrm>
          <a:custGeom>
            <a:avLst/>
            <a:gdLst/>
            <a:ahLst/>
            <a:cxnLst/>
            <a:rect l="l" t="t" r="r" b="b"/>
            <a:pathLst>
              <a:path w="227329" h="306704">
                <a:moveTo>
                  <a:pt x="74675" y="306324"/>
                </a:moveTo>
                <a:lnTo>
                  <a:pt x="0" y="263651"/>
                </a:lnTo>
                <a:lnTo>
                  <a:pt x="152400" y="0"/>
                </a:lnTo>
                <a:lnTo>
                  <a:pt x="227075" y="42672"/>
                </a:lnTo>
                <a:lnTo>
                  <a:pt x="74675" y="3063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42131" y="4625771"/>
            <a:ext cx="266065" cy="346075"/>
          </a:xfrm>
          <a:custGeom>
            <a:avLst/>
            <a:gdLst/>
            <a:ahLst/>
            <a:cxnLst/>
            <a:rect l="l" t="t" r="r" b="b"/>
            <a:pathLst>
              <a:path w="266064" h="346075">
                <a:moveTo>
                  <a:pt x="98983" y="345859"/>
                </a:moveTo>
                <a:lnTo>
                  <a:pt x="0" y="288709"/>
                </a:lnTo>
                <a:lnTo>
                  <a:pt x="166687" y="0"/>
                </a:lnTo>
                <a:lnTo>
                  <a:pt x="212857" y="26657"/>
                </a:lnTo>
                <a:lnTo>
                  <a:pt x="184289" y="26657"/>
                </a:lnTo>
                <a:lnTo>
                  <a:pt x="164769" y="31889"/>
                </a:lnTo>
                <a:lnTo>
                  <a:pt x="177144" y="39033"/>
                </a:lnTo>
                <a:lnTo>
                  <a:pt x="43159" y="271106"/>
                </a:lnTo>
                <a:lnTo>
                  <a:pt x="26657" y="271106"/>
                </a:lnTo>
                <a:lnTo>
                  <a:pt x="31889" y="290626"/>
                </a:lnTo>
                <a:lnTo>
                  <a:pt x="60468" y="290626"/>
                </a:lnTo>
                <a:lnTo>
                  <a:pt x="88526" y="306825"/>
                </a:lnTo>
                <a:lnTo>
                  <a:pt x="81381" y="319201"/>
                </a:lnTo>
                <a:lnTo>
                  <a:pt x="114374" y="319201"/>
                </a:lnTo>
                <a:lnTo>
                  <a:pt x="98983" y="345859"/>
                </a:lnTo>
                <a:close/>
              </a:path>
              <a:path w="266064" h="346075">
                <a:moveTo>
                  <a:pt x="177144" y="39033"/>
                </a:moveTo>
                <a:lnTo>
                  <a:pt x="164769" y="31889"/>
                </a:lnTo>
                <a:lnTo>
                  <a:pt x="184289" y="26657"/>
                </a:lnTo>
                <a:lnTo>
                  <a:pt x="177144" y="39033"/>
                </a:lnTo>
                <a:close/>
              </a:path>
              <a:path w="266064" h="346075">
                <a:moveTo>
                  <a:pt x="226637" y="67606"/>
                </a:moveTo>
                <a:lnTo>
                  <a:pt x="177144" y="39033"/>
                </a:lnTo>
                <a:lnTo>
                  <a:pt x="184289" y="26657"/>
                </a:lnTo>
                <a:lnTo>
                  <a:pt x="212857" y="26657"/>
                </a:lnTo>
                <a:lnTo>
                  <a:pt x="262349" y="55232"/>
                </a:lnTo>
                <a:lnTo>
                  <a:pt x="233781" y="55232"/>
                </a:lnTo>
                <a:lnTo>
                  <a:pt x="226637" y="67606"/>
                </a:lnTo>
                <a:close/>
              </a:path>
              <a:path w="266064" h="346075">
                <a:moveTo>
                  <a:pt x="239013" y="74752"/>
                </a:moveTo>
                <a:lnTo>
                  <a:pt x="226637" y="67606"/>
                </a:lnTo>
                <a:lnTo>
                  <a:pt x="233781" y="55232"/>
                </a:lnTo>
                <a:lnTo>
                  <a:pt x="239013" y="74752"/>
                </a:lnTo>
                <a:close/>
              </a:path>
              <a:path w="266064" h="346075">
                <a:moveTo>
                  <a:pt x="255508" y="74752"/>
                </a:moveTo>
                <a:lnTo>
                  <a:pt x="239013" y="74752"/>
                </a:lnTo>
                <a:lnTo>
                  <a:pt x="233781" y="55232"/>
                </a:lnTo>
                <a:lnTo>
                  <a:pt x="262349" y="55232"/>
                </a:lnTo>
                <a:lnTo>
                  <a:pt x="265671" y="57150"/>
                </a:lnTo>
                <a:lnTo>
                  <a:pt x="255508" y="74752"/>
                </a:lnTo>
                <a:close/>
              </a:path>
              <a:path w="266064" h="346075">
                <a:moveTo>
                  <a:pt x="114374" y="319201"/>
                </a:moveTo>
                <a:lnTo>
                  <a:pt x="81381" y="319201"/>
                </a:lnTo>
                <a:lnTo>
                  <a:pt x="100901" y="313969"/>
                </a:lnTo>
                <a:lnTo>
                  <a:pt x="88526" y="306825"/>
                </a:lnTo>
                <a:lnTo>
                  <a:pt x="226637" y="67606"/>
                </a:lnTo>
                <a:lnTo>
                  <a:pt x="239013" y="74752"/>
                </a:lnTo>
                <a:lnTo>
                  <a:pt x="255508" y="74752"/>
                </a:lnTo>
                <a:lnTo>
                  <a:pt x="114374" y="319201"/>
                </a:lnTo>
                <a:close/>
              </a:path>
              <a:path w="266064" h="346075">
                <a:moveTo>
                  <a:pt x="31889" y="290626"/>
                </a:moveTo>
                <a:lnTo>
                  <a:pt x="26657" y="271106"/>
                </a:lnTo>
                <a:lnTo>
                  <a:pt x="39034" y="278252"/>
                </a:lnTo>
                <a:lnTo>
                  <a:pt x="31889" y="290626"/>
                </a:lnTo>
                <a:close/>
              </a:path>
              <a:path w="266064" h="346075">
                <a:moveTo>
                  <a:pt x="39034" y="278252"/>
                </a:moveTo>
                <a:lnTo>
                  <a:pt x="26657" y="271106"/>
                </a:lnTo>
                <a:lnTo>
                  <a:pt x="43159" y="271106"/>
                </a:lnTo>
                <a:lnTo>
                  <a:pt x="39034" y="278252"/>
                </a:lnTo>
                <a:close/>
              </a:path>
              <a:path w="266064" h="346075">
                <a:moveTo>
                  <a:pt x="60468" y="290626"/>
                </a:moveTo>
                <a:lnTo>
                  <a:pt x="31889" y="290626"/>
                </a:lnTo>
                <a:lnTo>
                  <a:pt x="39034" y="278252"/>
                </a:lnTo>
                <a:lnTo>
                  <a:pt x="60468" y="290626"/>
                </a:lnTo>
                <a:close/>
              </a:path>
              <a:path w="266064" h="346075">
                <a:moveTo>
                  <a:pt x="81381" y="319201"/>
                </a:moveTo>
                <a:lnTo>
                  <a:pt x="88526" y="306825"/>
                </a:lnTo>
                <a:lnTo>
                  <a:pt x="100901" y="313969"/>
                </a:lnTo>
                <a:lnTo>
                  <a:pt x="81381" y="3192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265932" y="5294007"/>
            <a:ext cx="1981200" cy="0"/>
          </a:xfrm>
          <a:custGeom>
            <a:avLst/>
            <a:gdLst/>
            <a:ahLst/>
            <a:cxnLst/>
            <a:rect l="l" t="t" r="r" b="b"/>
            <a:pathLst>
              <a:path w="1981200" h="0">
                <a:moveTo>
                  <a:pt x="0" y="0"/>
                </a:moveTo>
                <a:lnTo>
                  <a:pt x="19812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834129" y="4174794"/>
            <a:ext cx="0" cy="629920"/>
          </a:xfrm>
          <a:custGeom>
            <a:avLst/>
            <a:gdLst/>
            <a:ahLst/>
            <a:cxnLst/>
            <a:rect l="l" t="t" r="r" b="b"/>
            <a:pathLst>
              <a:path w="0" h="629920">
                <a:moveTo>
                  <a:pt x="0" y="0"/>
                </a:moveTo>
                <a:lnTo>
                  <a:pt x="0" y="6297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939921" y="4358652"/>
            <a:ext cx="1955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76686" y="4813630"/>
            <a:ext cx="381000" cy="85725"/>
          </a:xfrm>
          <a:custGeom>
            <a:avLst/>
            <a:gdLst/>
            <a:ahLst/>
            <a:cxnLst/>
            <a:rect l="l" t="t" r="r" b="b"/>
            <a:pathLst>
              <a:path w="381000" h="85725">
                <a:moveTo>
                  <a:pt x="295275" y="85725"/>
                </a:moveTo>
                <a:lnTo>
                  <a:pt x="338137" y="42862"/>
                </a:lnTo>
                <a:lnTo>
                  <a:pt x="295275" y="0"/>
                </a:lnTo>
                <a:lnTo>
                  <a:pt x="352425" y="28575"/>
                </a:lnTo>
                <a:lnTo>
                  <a:pt x="348856" y="28575"/>
                </a:lnTo>
                <a:lnTo>
                  <a:pt x="348856" y="57150"/>
                </a:lnTo>
                <a:lnTo>
                  <a:pt x="352425" y="57150"/>
                </a:lnTo>
                <a:lnTo>
                  <a:pt x="295275" y="85725"/>
                </a:lnTo>
                <a:close/>
              </a:path>
              <a:path w="381000" h="85725">
                <a:moveTo>
                  <a:pt x="323850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323850" y="28575"/>
                </a:lnTo>
                <a:lnTo>
                  <a:pt x="338137" y="42862"/>
                </a:lnTo>
                <a:lnTo>
                  <a:pt x="323850" y="57150"/>
                </a:lnTo>
                <a:close/>
              </a:path>
              <a:path w="381000" h="85725">
                <a:moveTo>
                  <a:pt x="352425" y="57150"/>
                </a:moveTo>
                <a:lnTo>
                  <a:pt x="348856" y="57150"/>
                </a:lnTo>
                <a:lnTo>
                  <a:pt x="348856" y="28575"/>
                </a:lnTo>
                <a:lnTo>
                  <a:pt x="352425" y="28575"/>
                </a:lnTo>
                <a:lnTo>
                  <a:pt x="381000" y="42862"/>
                </a:lnTo>
                <a:lnTo>
                  <a:pt x="352425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111026" y="4635195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Book Antiqua"/>
                <a:cs typeface="Book Antiqua"/>
              </a:rPr>
              <a:t>v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31626" y="3978846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19727" y="5327015"/>
            <a:ext cx="25209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69526" y="4543755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834129" y="5560707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834129" y="5360682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834129" y="5160657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834129" y="4960632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792194" y="5294007"/>
            <a:ext cx="85725" cy="391160"/>
          </a:xfrm>
          <a:custGeom>
            <a:avLst/>
            <a:gdLst/>
            <a:ahLst/>
            <a:cxnLst/>
            <a:rect l="l" t="t" r="r" b="b"/>
            <a:pathLst>
              <a:path w="85725" h="391160">
                <a:moveTo>
                  <a:pt x="42862" y="348157"/>
                </a:moveTo>
                <a:lnTo>
                  <a:pt x="28575" y="333870"/>
                </a:lnTo>
                <a:lnTo>
                  <a:pt x="28575" y="0"/>
                </a:lnTo>
                <a:lnTo>
                  <a:pt x="57150" y="0"/>
                </a:lnTo>
                <a:lnTo>
                  <a:pt x="57150" y="333870"/>
                </a:lnTo>
                <a:lnTo>
                  <a:pt x="42862" y="348157"/>
                </a:lnTo>
                <a:close/>
              </a:path>
              <a:path w="85725" h="391160">
                <a:moveTo>
                  <a:pt x="42862" y="391020"/>
                </a:moveTo>
                <a:lnTo>
                  <a:pt x="0" y="305295"/>
                </a:lnTo>
                <a:lnTo>
                  <a:pt x="28575" y="333870"/>
                </a:lnTo>
                <a:lnTo>
                  <a:pt x="28575" y="358876"/>
                </a:lnTo>
                <a:lnTo>
                  <a:pt x="58934" y="358876"/>
                </a:lnTo>
                <a:lnTo>
                  <a:pt x="42862" y="391020"/>
                </a:lnTo>
                <a:close/>
              </a:path>
              <a:path w="85725" h="391160">
                <a:moveTo>
                  <a:pt x="58934" y="358876"/>
                </a:moveTo>
                <a:lnTo>
                  <a:pt x="57150" y="358876"/>
                </a:lnTo>
                <a:lnTo>
                  <a:pt x="57150" y="333870"/>
                </a:lnTo>
                <a:lnTo>
                  <a:pt x="85725" y="305295"/>
                </a:lnTo>
                <a:lnTo>
                  <a:pt x="58934" y="358876"/>
                </a:lnTo>
                <a:close/>
              </a:path>
              <a:path w="85725" h="391160">
                <a:moveTo>
                  <a:pt x="57150" y="358876"/>
                </a:moveTo>
                <a:lnTo>
                  <a:pt x="28575" y="358876"/>
                </a:lnTo>
                <a:lnTo>
                  <a:pt x="28575" y="333870"/>
                </a:lnTo>
                <a:lnTo>
                  <a:pt x="42862" y="348157"/>
                </a:lnTo>
                <a:lnTo>
                  <a:pt x="57150" y="348157"/>
                </a:lnTo>
                <a:lnTo>
                  <a:pt x="57150" y="358876"/>
                </a:lnTo>
                <a:close/>
              </a:path>
              <a:path w="85725" h="391160">
                <a:moveTo>
                  <a:pt x="57150" y="348157"/>
                </a:moveTo>
                <a:lnTo>
                  <a:pt x="42862" y="348157"/>
                </a:lnTo>
                <a:lnTo>
                  <a:pt x="57150" y="333870"/>
                </a:lnTo>
                <a:lnTo>
                  <a:pt x="57150" y="3481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426127" y="4174794"/>
            <a:ext cx="0" cy="629920"/>
          </a:xfrm>
          <a:custGeom>
            <a:avLst/>
            <a:gdLst/>
            <a:ahLst/>
            <a:cxnLst/>
            <a:rect l="l" t="t" r="r" b="b"/>
            <a:pathLst>
              <a:path w="0" h="629920">
                <a:moveTo>
                  <a:pt x="0" y="0"/>
                </a:moveTo>
                <a:lnTo>
                  <a:pt x="0" y="6297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426127" y="5172011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426127" y="4971986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379302" y="5300129"/>
            <a:ext cx="85725" cy="391160"/>
          </a:xfrm>
          <a:custGeom>
            <a:avLst/>
            <a:gdLst/>
            <a:ahLst/>
            <a:cxnLst/>
            <a:rect l="l" t="t" r="r" b="b"/>
            <a:pathLst>
              <a:path w="85725" h="391160">
                <a:moveTo>
                  <a:pt x="42862" y="348157"/>
                </a:moveTo>
                <a:lnTo>
                  <a:pt x="28575" y="333870"/>
                </a:lnTo>
                <a:lnTo>
                  <a:pt x="28575" y="0"/>
                </a:lnTo>
                <a:lnTo>
                  <a:pt x="57150" y="0"/>
                </a:lnTo>
                <a:lnTo>
                  <a:pt x="57150" y="333870"/>
                </a:lnTo>
                <a:lnTo>
                  <a:pt x="42862" y="348157"/>
                </a:lnTo>
                <a:close/>
              </a:path>
              <a:path w="85725" h="391160">
                <a:moveTo>
                  <a:pt x="42862" y="391020"/>
                </a:moveTo>
                <a:lnTo>
                  <a:pt x="0" y="305295"/>
                </a:lnTo>
                <a:lnTo>
                  <a:pt x="28575" y="333870"/>
                </a:lnTo>
                <a:lnTo>
                  <a:pt x="28575" y="358876"/>
                </a:lnTo>
                <a:lnTo>
                  <a:pt x="58934" y="358876"/>
                </a:lnTo>
                <a:lnTo>
                  <a:pt x="42862" y="391020"/>
                </a:lnTo>
                <a:close/>
              </a:path>
              <a:path w="85725" h="391160">
                <a:moveTo>
                  <a:pt x="58934" y="358876"/>
                </a:moveTo>
                <a:lnTo>
                  <a:pt x="57150" y="358876"/>
                </a:lnTo>
                <a:lnTo>
                  <a:pt x="57150" y="333870"/>
                </a:lnTo>
                <a:lnTo>
                  <a:pt x="85725" y="305295"/>
                </a:lnTo>
                <a:lnTo>
                  <a:pt x="58934" y="358876"/>
                </a:lnTo>
                <a:close/>
              </a:path>
              <a:path w="85725" h="391160">
                <a:moveTo>
                  <a:pt x="57150" y="358876"/>
                </a:moveTo>
                <a:lnTo>
                  <a:pt x="28575" y="358876"/>
                </a:lnTo>
                <a:lnTo>
                  <a:pt x="28575" y="333870"/>
                </a:lnTo>
                <a:lnTo>
                  <a:pt x="42862" y="348157"/>
                </a:lnTo>
                <a:lnTo>
                  <a:pt x="57150" y="348157"/>
                </a:lnTo>
                <a:lnTo>
                  <a:pt x="57150" y="358876"/>
                </a:lnTo>
                <a:close/>
              </a:path>
              <a:path w="85725" h="391160">
                <a:moveTo>
                  <a:pt x="57150" y="348157"/>
                </a:moveTo>
                <a:lnTo>
                  <a:pt x="42862" y="348157"/>
                </a:lnTo>
                <a:lnTo>
                  <a:pt x="57150" y="333870"/>
                </a:lnTo>
                <a:lnTo>
                  <a:pt x="57150" y="3481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027942" y="4176305"/>
            <a:ext cx="0" cy="629920"/>
          </a:xfrm>
          <a:custGeom>
            <a:avLst/>
            <a:gdLst/>
            <a:ahLst/>
            <a:cxnLst/>
            <a:rect l="l" t="t" r="r" b="b"/>
            <a:pathLst>
              <a:path w="0" h="629920">
                <a:moveTo>
                  <a:pt x="0" y="0"/>
                </a:moveTo>
                <a:lnTo>
                  <a:pt x="0" y="6297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027942" y="5562219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027942" y="5362194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027942" y="5162169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027942" y="4962144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986007" y="5295506"/>
            <a:ext cx="85725" cy="391160"/>
          </a:xfrm>
          <a:custGeom>
            <a:avLst/>
            <a:gdLst/>
            <a:ahLst/>
            <a:cxnLst/>
            <a:rect l="l" t="t" r="r" b="b"/>
            <a:pathLst>
              <a:path w="85725" h="391160">
                <a:moveTo>
                  <a:pt x="42862" y="348170"/>
                </a:moveTo>
                <a:lnTo>
                  <a:pt x="28575" y="333883"/>
                </a:lnTo>
                <a:lnTo>
                  <a:pt x="28575" y="0"/>
                </a:lnTo>
                <a:lnTo>
                  <a:pt x="57150" y="0"/>
                </a:lnTo>
                <a:lnTo>
                  <a:pt x="57150" y="333883"/>
                </a:lnTo>
                <a:lnTo>
                  <a:pt x="42862" y="348170"/>
                </a:lnTo>
                <a:close/>
              </a:path>
              <a:path w="85725" h="391160">
                <a:moveTo>
                  <a:pt x="42862" y="391033"/>
                </a:moveTo>
                <a:lnTo>
                  <a:pt x="0" y="305308"/>
                </a:lnTo>
                <a:lnTo>
                  <a:pt x="28575" y="333883"/>
                </a:lnTo>
                <a:lnTo>
                  <a:pt x="28575" y="358889"/>
                </a:lnTo>
                <a:lnTo>
                  <a:pt x="58934" y="358889"/>
                </a:lnTo>
                <a:lnTo>
                  <a:pt x="42862" y="391033"/>
                </a:lnTo>
                <a:close/>
              </a:path>
              <a:path w="85725" h="391160">
                <a:moveTo>
                  <a:pt x="58934" y="358889"/>
                </a:moveTo>
                <a:lnTo>
                  <a:pt x="57150" y="358889"/>
                </a:lnTo>
                <a:lnTo>
                  <a:pt x="57150" y="333883"/>
                </a:lnTo>
                <a:lnTo>
                  <a:pt x="85725" y="305308"/>
                </a:lnTo>
                <a:lnTo>
                  <a:pt x="58934" y="358889"/>
                </a:lnTo>
                <a:close/>
              </a:path>
              <a:path w="85725" h="391160">
                <a:moveTo>
                  <a:pt x="57150" y="358889"/>
                </a:moveTo>
                <a:lnTo>
                  <a:pt x="28575" y="358889"/>
                </a:lnTo>
                <a:lnTo>
                  <a:pt x="28575" y="333883"/>
                </a:lnTo>
                <a:lnTo>
                  <a:pt x="42862" y="348170"/>
                </a:lnTo>
                <a:lnTo>
                  <a:pt x="57150" y="348170"/>
                </a:lnTo>
                <a:lnTo>
                  <a:pt x="57150" y="358889"/>
                </a:lnTo>
                <a:close/>
              </a:path>
              <a:path w="85725" h="391160">
                <a:moveTo>
                  <a:pt x="57150" y="348170"/>
                </a:moveTo>
                <a:lnTo>
                  <a:pt x="42862" y="348170"/>
                </a:lnTo>
                <a:lnTo>
                  <a:pt x="57150" y="333883"/>
                </a:lnTo>
                <a:lnTo>
                  <a:pt x="57150" y="3481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241291" y="4282152"/>
            <a:ext cx="694055" cy="1097915"/>
          </a:xfrm>
          <a:custGeom>
            <a:avLst/>
            <a:gdLst/>
            <a:ahLst/>
            <a:cxnLst/>
            <a:rect l="l" t="t" r="r" b="b"/>
            <a:pathLst>
              <a:path w="694054" h="1097914">
                <a:moveTo>
                  <a:pt x="0" y="1045751"/>
                </a:moveTo>
                <a:lnTo>
                  <a:pt x="605028" y="10955"/>
                </a:lnTo>
                <a:lnTo>
                  <a:pt x="614144" y="2829"/>
                </a:lnTo>
                <a:lnTo>
                  <a:pt x="628113" y="0"/>
                </a:lnTo>
                <a:lnTo>
                  <a:pt x="645040" y="2473"/>
                </a:lnTo>
                <a:lnTo>
                  <a:pt x="663028" y="10256"/>
                </a:lnTo>
                <a:lnTo>
                  <a:pt x="678667" y="22094"/>
                </a:lnTo>
                <a:lnTo>
                  <a:pt x="689249" y="35633"/>
                </a:lnTo>
                <a:lnTo>
                  <a:pt x="693938" y="49231"/>
                </a:lnTo>
                <a:lnTo>
                  <a:pt x="691896" y="61247"/>
                </a:lnTo>
                <a:lnTo>
                  <a:pt x="123100" y="1035507"/>
                </a:lnTo>
                <a:lnTo>
                  <a:pt x="23507" y="1035507"/>
                </a:lnTo>
                <a:lnTo>
                  <a:pt x="9395" y="1038095"/>
                </a:lnTo>
                <a:lnTo>
                  <a:pt x="0" y="1045751"/>
                </a:lnTo>
                <a:close/>
              </a:path>
              <a:path w="694054" h="1097914">
                <a:moveTo>
                  <a:pt x="86868" y="1097567"/>
                </a:moveTo>
                <a:lnTo>
                  <a:pt x="74114" y="1057714"/>
                </a:lnTo>
                <a:lnTo>
                  <a:pt x="40487" y="1038070"/>
                </a:lnTo>
                <a:lnTo>
                  <a:pt x="23507" y="1035507"/>
                </a:lnTo>
                <a:lnTo>
                  <a:pt x="123100" y="1035507"/>
                </a:lnTo>
                <a:lnTo>
                  <a:pt x="86868" y="109756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223003" y="5300471"/>
            <a:ext cx="123444" cy="1082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224782" y="4267860"/>
            <a:ext cx="724495" cy="11353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356781" y="4349915"/>
            <a:ext cx="0" cy="314325"/>
          </a:xfrm>
          <a:custGeom>
            <a:avLst/>
            <a:gdLst/>
            <a:ahLst/>
            <a:cxnLst/>
            <a:rect l="l" t="t" r="r" b="b"/>
            <a:pathLst>
              <a:path w="0" h="314325">
                <a:moveTo>
                  <a:pt x="0" y="0"/>
                </a:moveTo>
                <a:lnTo>
                  <a:pt x="0" y="31371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392708" y="4800523"/>
            <a:ext cx="295910" cy="0"/>
          </a:xfrm>
          <a:custGeom>
            <a:avLst/>
            <a:gdLst/>
            <a:ahLst/>
            <a:cxnLst/>
            <a:rect l="l" t="t" r="r" b="b"/>
            <a:pathLst>
              <a:path w="295909" h="0">
                <a:moveTo>
                  <a:pt x="0" y="0"/>
                </a:moveTo>
                <a:lnTo>
                  <a:pt x="29591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469149" y="4867706"/>
            <a:ext cx="134620" cy="0"/>
          </a:xfrm>
          <a:custGeom>
            <a:avLst/>
            <a:gdLst/>
            <a:ahLst/>
            <a:cxnLst/>
            <a:rect l="l" t="t" r="r" b="b"/>
            <a:pathLst>
              <a:path w="134620" h="0">
                <a:moveTo>
                  <a:pt x="0" y="0"/>
                </a:moveTo>
                <a:lnTo>
                  <a:pt x="13439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268478" y="4642688"/>
            <a:ext cx="177165" cy="398145"/>
          </a:xfrm>
          <a:custGeom>
            <a:avLst/>
            <a:gdLst/>
            <a:ahLst/>
            <a:cxnLst/>
            <a:rect l="l" t="t" r="r" b="b"/>
            <a:pathLst>
              <a:path w="177164" h="398145">
                <a:moveTo>
                  <a:pt x="176593" y="397916"/>
                </a:moveTo>
                <a:lnTo>
                  <a:pt x="0" y="397916"/>
                </a:lnTo>
                <a:lnTo>
                  <a:pt x="0" y="0"/>
                </a:lnTo>
                <a:lnTo>
                  <a:pt x="176593" y="0"/>
                </a:lnTo>
                <a:lnTo>
                  <a:pt x="176593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369341"/>
                </a:lnTo>
                <a:lnTo>
                  <a:pt x="14287" y="369341"/>
                </a:lnTo>
                <a:lnTo>
                  <a:pt x="28575" y="383628"/>
                </a:lnTo>
                <a:lnTo>
                  <a:pt x="176593" y="383628"/>
                </a:lnTo>
                <a:lnTo>
                  <a:pt x="176593" y="397916"/>
                </a:lnTo>
                <a:close/>
              </a:path>
              <a:path w="177164" h="39814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77164" h="398145">
                <a:moveTo>
                  <a:pt x="148018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48018" y="14287"/>
                </a:lnTo>
                <a:lnTo>
                  <a:pt x="148018" y="28575"/>
                </a:lnTo>
                <a:close/>
              </a:path>
              <a:path w="177164" h="398145">
                <a:moveTo>
                  <a:pt x="148018" y="383628"/>
                </a:moveTo>
                <a:lnTo>
                  <a:pt x="148018" y="14287"/>
                </a:lnTo>
                <a:lnTo>
                  <a:pt x="162305" y="28575"/>
                </a:lnTo>
                <a:lnTo>
                  <a:pt x="176593" y="28575"/>
                </a:lnTo>
                <a:lnTo>
                  <a:pt x="176593" y="369341"/>
                </a:lnTo>
                <a:lnTo>
                  <a:pt x="162305" y="369341"/>
                </a:lnTo>
                <a:lnTo>
                  <a:pt x="148018" y="383628"/>
                </a:lnTo>
                <a:close/>
              </a:path>
              <a:path w="177164" h="398145">
                <a:moveTo>
                  <a:pt x="176593" y="28575"/>
                </a:moveTo>
                <a:lnTo>
                  <a:pt x="162305" y="28575"/>
                </a:lnTo>
                <a:lnTo>
                  <a:pt x="148018" y="14287"/>
                </a:lnTo>
                <a:lnTo>
                  <a:pt x="176593" y="14287"/>
                </a:lnTo>
                <a:lnTo>
                  <a:pt x="176593" y="28575"/>
                </a:lnTo>
                <a:close/>
              </a:path>
              <a:path w="177164" h="398145">
                <a:moveTo>
                  <a:pt x="28575" y="383628"/>
                </a:moveTo>
                <a:lnTo>
                  <a:pt x="14287" y="369341"/>
                </a:lnTo>
                <a:lnTo>
                  <a:pt x="28575" y="369341"/>
                </a:lnTo>
                <a:lnTo>
                  <a:pt x="28575" y="383628"/>
                </a:lnTo>
                <a:close/>
              </a:path>
              <a:path w="177164" h="398145">
                <a:moveTo>
                  <a:pt x="148018" y="383628"/>
                </a:moveTo>
                <a:lnTo>
                  <a:pt x="28575" y="383628"/>
                </a:lnTo>
                <a:lnTo>
                  <a:pt x="28575" y="369341"/>
                </a:lnTo>
                <a:lnTo>
                  <a:pt x="148018" y="369341"/>
                </a:lnTo>
                <a:lnTo>
                  <a:pt x="148018" y="383628"/>
                </a:lnTo>
                <a:close/>
              </a:path>
              <a:path w="177164" h="398145">
                <a:moveTo>
                  <a:pt x="176593" y="383628"/>
                </a:moveTo>
                <a:lnTo>
                  <a:pt x="148018" y="383628"/>
                </a:lnTo>
                <a:lnTo>
                  <a:pt x="162305" y="369341"/>
                </a:lnTo>
                <a:lnTo>
                  <a:pt x="176593" y="369341"/>
                </a:lnTo>
                <a:lnTo>
                  <a:pt x="176593" y="3836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7641666" y="4779543"/>
            <a:ext cx="1955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051956" y="4683874"/>
            <a:ext cx="1955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6345351" y="5025402"/>
            <a:ext cx="0" cy="345440"/>
          </a:xfrm>
          <a:custGeom>
            <a:avLst/>
            <a:gdLst/>
            <a:ahLst/>
            <a:cxnLst/>
            <a:rect l="l" t="t" r="r" b="b"/>
            <a:pathLst>
              <a:path w="0" h="345439">
                <a:moveTo>
                  <a:pt x="0" y="0"/>
                </a:moveTo>
                <a:lnTo>
                  <a:pt x="0" y="34507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534122" y="4867630"/>
            <a:ext cx="0" cy="505459"/>
          </a:xfrm>
          <a:custGeom>
            <a:avLst/>
            <a:gdLst/>
            <a:ahLst/>
            <a:cxnLst/>
            <a:rect l="l" t="t" r="r" b="b"/>
            <a:pathLst>
              <a:path w="0" h="505460">
                <a:moveTo>
                  <a:pt x="0" y="0"/>
                </a:moveTo>
                <a:lnTo>
                  <a:pt x="0" y="50523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539075" y="4349394"/>
            <a:ext cx="0" cy="459740"/>
          </a:xfrm>
          <a:custGeom>
            <a:avLst/>
            <a:gdLst/>
            <a:ahLst/>
            <a:cxnLst/>
            <a:rect l="l" t="t" r="r" b="b"/>
            <a:pathLst>
              <a:path w="0" h="459739">
                <a:moveTo>
                  <a:pt x="0" y="0"/>
                </a:moveTo>
                <a:lnTo>
                  <a:pt x="0" y="45930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352895" y="4354931"/>
            <a:ext cx="1191895" cy="0"/>
          </a:xfrm>
          <a:custGeom>
            <a:avLst/>
            <a:gdLst/>
            <a:ahLst/>
            <a:cxnLst/>
            <a:rect l="l" t="t" r="r" b="b"/>
            <a:pathLst>
              <a:path w="1191895" h="0">
                <a:moveTo>
                  <a:pt x="0" y="0"/>
                </a:moveTo>
                <a:lnTo>
                  <a:pt x="119131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342811" y="5370474"/>
            <a:ext cx="1191895" cy="0"/>
          </a:xfrm>
          <a:custGeom>
            <a:avLst/>
            <a:gdLst/>
            <a:ahLst/>
            <a:cxnLst/>
            <a:rect l="l" t="t" r="r" b="b"/>
            <a:pathLst>
              <a:path w="1191895" h="0">
                <a:moveTo>
                  <a:pt x="0" y="0"/>
                </a:moveTo>
                <a:lnTo>
                  <a:pt x="119129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5512" y="1287779"/>
            <a:ext cx="5740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从能量转化角度看动生电动势产生</a:t>
            </a:r>
          </a:p>
        </p:txBody>
      </p:sp>
      <p:sp>
        <p:nvSpPr>
          <p:cNvPr id="3" name="object 3"/>
          <p:cNvSpPr/>
          <p:nvPr/>
        </p:nvSpPr>
        <p:spPr>
          <a:xfrm>
            <a:off x="3529812" y="181637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22092" y="1508760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5" y="0"/>
                </a:lnTo>
                <a:lnTo>
                  <a:pt x="364235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21735" y="1732788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28225" y="2251621"/>
            <a:ext cx="52933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③</a:t>
            </a:r>
            <a:r>
              <a:rPr dirty="0" sz="2400" spc="-50" b="1">
                <a:solidFill>
                  <a:srgbClr val="0000FF"/>
                </a:solidFill>
                <a:latin typeface="华文楷体"/>
                <a:cs typeface="华文楷体"/>
              </a:rPr>
              <a:t>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导体棒受到的安培力的大小？方向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07790" y="3009290"/>
            <a:ext cx="94106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安培</a:t>
            </a:r>
            <a:r>
              <a:rPr dirty="0" sz="2400" spc="-5" b="1">
                <a:latin typeface="华文楷体"/>
                <a:cs typeface="华文楷体"/>
              </a:rPr>
              <a:t>力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17641" y="3279749"/>
            <a:ext cx="659765" cy="0"/>
          </a:xfrm>
          <a:custGeom>
            <a:avLst/>
            <a:gdLst/>
            <a:ahLst/>
            <a:cxnLst/>
            <a:rect l="l" t="t" r="r" b="b"/>
            <a:pathLst>
              <a:path w="659764" h="0">
                <a:moveTo>
                  <a:pt x="0" y="0"/>
                </a:moveTo>
                <a:lnTo>
                  <a:pt x="659511" y="0"/>
                </a:lnTo>
              </a:path>
            </a:pathLst>
          </a:custGeom>
          <a:ln w="1398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052997" y="3276396"/>
            <a:ext cx="19875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15" i="1">
                <a:latin typeface="Times New Roman"/>
                <a:cs typeface="Times New Roman"/>
              </a:rPr>
              <a:t>R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37430" y="3055594"/>
            <a:ext cx="998219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-225" i="1">
                <a:latin typeface="Times New Roman"/>
                <a:cs typeface="Times New Roman"/>
              </a:rPr>
              <a:t>F </a:t>
            </a:r>
            <a:r>
              <a:rPr dirty="0" baseline="-28888" sz="1875" spc="52">
                <a:latin typeface="宋体"/>
                <a:cs typeface="宋体"/>
              </a:rPr>
              <a:t>安 </a:t>
            </a:r>
            <a:r>
              <a:rPr dirty="0" sz="2200" spc="10">
                <a:latin typeface="Symbol"/>
                <a:cs typeface="Symbol"/>
              </a:rPr>
              <a:t></a:t>
            </a:r>
            <a:r>
              <a:rPr dirty="0" sz="2200" spc="-315">
                <a:latin typeface="Times New Roman"/>
                <a:cs typeface="Times New Roman"/>
              </a:rPr>
              <a:t> </a:t>
            </a:r>
            <a:r>
              <a:rPr dirty="0" sz="2200" spc="5" i="1">
                <a:latin typeface="Times New Roman"/>
                <a:cs typeface="Times New Roman"/>
              </a:rPr>
              <a:t>IlB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80176" y="2870200"/>
            <a:ext cx="896619" cy="3721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51484">
              <a:lnSpc>
                <a:spcPts val="775"/>
              </a:lnSpc>
              <a:spcBef>
                <a:spcPts val="135"/>
              </a:spcBef>
            </a:pPr>
            <a:r>
              <a:rPr dirty="0" sz="1250" spc="15">
                <a:latin typeface="Times New Roman"/>
                <a:cs typeface="Times New Roman"/>
              </a:rPr>
              <a:t>2</a:t>
            </a:r>
            <a:r>
              <a:rPr dirty="0" sz="1250" spc="180">
                <a:latin typeface="Times New Roman"/>
                <a:cs typeface="Times New Roman"/>
              </a:rPr>
              <a:t> </a:t>
            </a:r>
            <a:r>
              <a:rPr dirty="0" sz="1250" spc="15"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ts val="1914"/>
              </a:lnSpc>
            </a:pPr>
            <a:r>
              <a:rPr dirty="0" baseline="-35353" sz="3300" spc="15">
                <a:latin typeface="Symbol"/>
                <a:cs typeface="Symbol"/>
              </a:rPr>
              <a:t></a:t>
            </a:r>
            <a:r>
              <a:rPr dirty="0" baseline="-35353" sz="3300" spc="15">
                <a:latin typeface="Times New Roman"/>
                <a:cs typeface="Times New Roman"/>
              </a:rPr>
              <a:t> </a:t>
            </a:r>
            <a:r>
              <a:rPr dirty="0" sz="2200" spc="15" i="1">
                <a:latin typeface="Times New Roman"/>
                <a:cs typeface="Times New Roman"/>
              </a:rPr>
              <a:t>B </a:t>
            </a:r>
            <a:r>
              <a:rPr dirty="0" sz="2200" spc="5" i="1">
                <a:latin typeface="Times New Roman"/>
                <a:cs typeface="Times New Roman"/>
              </a:rPr>
              <a:t>l</a:t>
            </a:r>
            <a:r>
              <a:rPr dirty="0" sz="2200" spc="225" i="1">
                <a:latin typeface="Times New Roman"/>
                <a:cs typeface="Times New Roman"/>
              </a:rPr>
              <a:t> </a:t>
            </a:r>
            <a:r>
              <a:rPr dirty="0" sz="2200" spc="10" i="1">
                <a:latin typeface="Book Antiqua"/>
                <a:cs typeface="Book Antiqua"/>
              </a:rPr>
              <a:t>v</a:t>
            </a:r>
            <a:endParaRPr sz="22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54279" y="3027171"/>
            <a:ext cx="11106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与</a:t>
            </a:r>
            <a:r>
              <a:rPr dirty="0" sz="2400" b="1" i="1">
                <a:latin typeface="Book Antiqua"/>
                <a:cs typeface="Book Antiqua"/>
              </a:rPr>
              <a:t>v</a:t>
            </a:r>
            <a:r>
              <a:rPr dirty="0" sz="2400" b="1">
                <a:latin typeface="华文楷体"/>
                <a:cs typeface="华文楷体"/>
              </a:rPr>
              <a:t>反</a:t>
            </a:r>
            <a:r>
              <a:rPr dirty="0" sz="2400" spc="-5" b="1">
                <a:latin typeface="华文楷体"/>
                <a:cs typeface="华文楷体"/>
              </a:rPr>
              <a:t>向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01228" y="4302252"/>
            <a:ext cx="1453896" cy="14538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825697" y="4381220"/>
            <a:ext cx="1687195" cy="0"/>
          </a:xfrm>
          <a:custGeom>
            <a:avLst/>
            <a:gdLst/>
            <a:ahLst/>
            <a:cxnLst/>
            <a:rect l="l" t="t" r="r" b="b"/>
            <a:pathLst>
              <a:path w="1687195" h="0">
                <a:moveTo>
                  <a:pt x="0" y="0"/>
                </a:moveTo>
                <a:lnTo>
                  <a:pt x="1686674" y="0"/>
                </a:lnTo>
              </a:path>
            </a:pathLst>
          </a:custGeom>
          <a:ln w="50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270516" y="4372406"/>
            <a:ext cx="558165" cy="929005"/>
          </a:xfrm>
          <a:custGeom>
            <a:avLst/>
            <a:gdLst/>
            <a:ahLst/>
            <a:cxnLst/>
            <a:rect l="l" t="t" r="r" b="b"/>
            <a:pathLst>
              <a:path w="558164" h="929004">
                <a:moveTo>
                  <a:pt x="24688" y="928801"/>
                </a:moveTo>
                <a:lnTo>
                  <a:pt x="0" y="914400"/>
                </a:lnTo>
                <a:lnTo>
                  <a:pt x="533400" y="0"/>
                </a:lnTo>
                <a:lnTo>
                  <a:pt x="558088" y="14401"/>
                </a:lnTo>
                <a:lnTo>
                  <a:pt x="24688" y="9288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61003" y="4645152"/>
            <a:ext cx="227329" cy="306705"/>
          </a:xfrm>
          <a:custGeom>
            <a:avLst/>
            <a:gdLst/>
            <a:ahLst/>
            <a:cxnLst/>
            <a:rect l="l" t="t" r="r" b="b"/>
            <a:pathLst>
              <a:path w="227329" h="306704">
                <a:moveTo>
                  <a:pt x="74675" y="306324"/>
                </a:moveTo>
                <a:lnTo>
                  <a:pt x="0" y="263651"/>
                </a:lnTo>
                <a:lnTo>
                  <a:pt x="152400" y="0"/>
                </a:lnTo>
                <a:lnTo>
                  <a:pt x="227075" y="42672"/>
                </a:lnTo>
                <a:lnTo>
                  <a:pt x="74675" y="3063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442131" y="4625771"/>
            <a:ext cx="266065" cy="346075"/>
          </a:xfrm>
          <a:custGeom>
            <a:avLst/>
            <a:gdLst/>
            <a:ahLst/>
            <a:cxnLst/>
            <a:rect l="l" t="t" r="r" b="b"/>
            <a:pathLst>
              <a:path w="266064" h="346075">
                <a:moveTo>
                  <a:pt x="98983" y="345859"/>
                </a:moveTo>
                <a:lnTo>
                  <a:pt x="0" y="288709"/>
                </a:lnTo>
                <a:lnTo>
                  <a:pt x="166687" y="0"/>
                </a:lnTo>
                <a:lnTo>
                  <a:pt x="212857" y="26657"/>
                </a:lnTo>
                <a:lnTo>
                  <a:pt x="184289" y="26657"/>
                </a:lnTo>
                <a:lnTo>
                  <a:pt x="164769" y="31889"/>
                </a:lnTo>
                <a:lnTo>
                  <a:pt x="177144" y="39033"/>
                </a:lnTo>
                <a:lnTo>
                  <a:pt x="43159" y="271106"/>
                </a:lnTo>
                <a:lnTo>
                  <a:pt x="26657" y="271106"/>
                </a:lnTo>
                <a:lnTo>
                  <a:pt x="31889" y="290626"/>
                </a:lnTo>
                <a:lnTo>
                  <a:pt x="60468" y="290626"/>
                </a:lnTo>
                <a:lnTo>
                  <a:pt x="88526" y="306825"/>
                </a:lnTo>
                <a:lnTo>
                  <a:pt x="81381" y="319201"/>
                </a:lnTo>
                <a:lnTo>
                  <a:pt x="114374" y="319201"/>
                </a:lnTo>
                <a:lnTo>
                  <a:pt x="98983" y="345859"/>
                </a:lnTo>
                <a:close/>
              </a:path>
              <a:path w="266064" h="346075">
                <a:moveTo>
                  <a:pt x="177144" y="39033"/>
                </a:moveTo>
                <a:lnTo>
                  <a:pt x="164769" y="31889"/>
                </a:lnTo>
                <a:lnTo>
                  <a:pt x="184289" y="26657"/>
                </a:lnTo>
                <a:lnTo>
                  <a:pt x="177144" y="39033"/>
                </a:lnTo>
                <a:close/>
              </a:path>
              <a:path w="266064" h="346075">
                <a:moveTo>
                  <a:pt x="226637" y="67606"/>
                </a:moveTo>
                <a:lnTo>
                  <a:pt x="177144" y="39033"/>
                </a:lnTo>
                <a:lnTo>
                  <a:pt x="184289" y="26657"/>
                </a:lnTo>
                <a:lnTo>
                  <a:pt x="212857" y="26657"/>
                </a:lnTo>
                <a:lnTo>
                  <a:pt x="262349" y="55232"/>
                </a:lnTo>
                <a:lnTo>
                  <a:pt x="233781" y="55232"/>
                </a:lnTo>
                <a:lnTo>
                  <a:pt x="226637" y="67606"/>
                </a:lnTo>
                <a:close/>
              </a:path>
              <a:path w="266064" h="346075">
                <a:moveTo>
                  <a:pt x="239013" y="74752"/>
                </a:moveTo>
                <a:lnTo>
                  <a:pt x="226637" y="67606"/>
                </a:lnTo>
                <a:lnTo>
                  <a:pt x="233781" y="55232"/>
                </a:lnTo>
                <a:lnTo>
                  <a:pt x="239013" y="74752"/>
                </a:lnTo>
                <a:close/>
              </a:path>
              <a:path w="266064" h="346075">
                <a:moveTo>
                  <a:pt x="255508" y="74752"/>
                </a:moveTo>
                <a:lnTo>
                  <a:pt x="239013" y="74752"/>
                </a:lnTo>
                <a:lnTo>
                  <a:pt x="233781" y="55232"/>
                </a:lnTo>
                <a:lnTo>
                  <a:pt x="262349" y="55232"/>
                </a:lnTo>
                <a:lnTo>
                  <a:pt x="265671" y="57150"/>
                </a:lnTo>
                <a:lnTo>
                  <a:pt x="255508" y="74752"/>
                </a:lnTo>
                <a:close/>
              </a:path>
              <a:path w="266064" h="346075">
                <a:moveTo>
                  <a:pt x="114374" y="319201"/>
                </a:moveTo>
                <a:lnTo>
                  <a:pt x="81381" y="319201"/>
                </a:lnTo>
                <a:lnTo>
                  <a:pt x="100901" y="313969"/>
                </a:lnTo>
                <a:lnTo>
                  <a:pt x="88526" y="306825"/>
                </a:lnTo>
                <a:lnTo>
                  <a:pt x="226637" y="67606"/>
                </a:lnTo>
                <a:lnTo>
                  <a:pt x="239013" y="74752"/>
                </a:lnTo>
                <a:lnTo>
                  <a:pt x="255508" y="74752"/>
                </a:lnTo>
                <a:lnTo>
                  <a:pt x="114374" y="319201"/>
                </a:lnTo>
                <a:close/>
              </a:path>
              <a:path w="266064" h="346075">
                <a:moveTo>
                  <a:pt x="31889" y="290626"/>
                </a:moveTo>
                <a:lnTo>
                  <a:pt x="26657" y="271106"/>
                </a:lnTo>
                <a:lnTo>
                  <a:pt x="39034" y="278252"/>
                </a:lnTo>
                <a:lnTo>
                  <a:pt x="31889" y="290626"/>
                </a:lnTo>
                <a:close/>
              </a:path>
              <a:path w="266064" h="346075">
                <a:moveTo>
                  <a:pt x="39034" y="278252"/>
                </a:moveTo>
                <a:lnTo>
                  <a:pt x="26657" y="271106"/>
                </a:lnTo>
                <a:lnTo>
                  <a:pt x="43159" y="271106"/>
                </a:lnTo>
                <a:lnTo>
                  <a:pt x="39034" y="278252"/>
                </a:lnTo>
                <a:close/>
              </a:path>
              <a:path w="266064" h="346075">
                <a:moveTo>
                  <a:pt x="60468" y="290626"/>
                </a:moveTo>
                <a:lnTo>
                  <a:pt x="31889" y="290626"/>
                </a:lnTo>
                <a:lnTo>
                  <a:pt x="39034" y="278252"/>
                </a:lnTo>
                <a:lnTo>
                  <a:pt x="60468" y="290626"/>
                </a:lnTo>
                <a:close/>
              </a:path>
              <a:path w="266064" h="346075">
                <a:moveTo>
                  <a:pt x="81381" y="319201"/>
                </a:moveTo>
                <a:lnTo>
                  <a:pt x="88526" y="306825"/>
                </a:lnTo>
                <a:lnTo>
                  <a:pt x="100901" y="313969"/>
                </a:lnTo>
                <a:lnTo>
                  <a:pt x="81381" y="3192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265932" y="5294007"/>
            <a:ext cx="1981200" cy="0"/>
          </a:xfrm>
          <a:custGeom>
            <a:avLst/>
            <a:gdLst/>
            <a:ahLst/>
            <a:cxnLst/>
            <a:rect l="l" t="t" r="r" b="b"/>
            <a:pathLst>
              <a:path w="1981200" h="0">
                <a:moveTo>
                  <a:pt x="0" y="0"/>
                </a:moveTo>
                <a:lnTo>
                  <a:pt x="19812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834129" y="4174794"/>
            <a:ext cx="0" cy="629920"/>
          </a:xfrm>
          <a:custGeom>
            <a:avLst/>
            <a:gdLst/>
            <a:ahLst/>
            <a:cxnLst/>
            <a:rect l="l" t="t" r="r" b="b"/>
            <a:pathLst>
              <a:path w="0" h="629920">
                <a:moveTo>
                  <a:pt x="0" y="0"/>
                </a:moveTo>
                <a:lnTo>
                  <a:pt x="0" y="6297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939921" y="4358652"/>
            <a:ext cx="1955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676686" y="4813630"/>
            <a:ext cx="381000" cy="85725"/>
          </a:xfrm>
          <a:custGeom>
            <a:avLst/>
            <a:gdLst/>
            <a:ahLst/>
            <a:cxnLst/>
            <a:rect l="l" t="t" r="r" b="b"/>
            <a:pathLst>
              <a:path w="381000" h="85725">
                <a:moveTo>
                  <a:pt x="295275" y="85725"/>
                </a:moveTo>
                <a:lnTo>
                  <a:pt x="338137" y="42862"/>
                </a:lnTo>
                <a:lnTo>
                  <a:pt x="295275" y="0"/>
                </a:lnTo>
                <a:lnTo>
                  <a:pt x="352425" y="28575"/>
                </a:lnTo>
                <a:lnTo>
                  <a:pt x="348856" y="28575"/>
                </a:lnTo>
                <a:lnTo>
                  <a:pt x="348856" y="57150"/>
                </a:lnTo>
                <a:lnTo>
                  <a:pt x="352425" y="57150"/>
                </a:lnTo>
                <a:lnTo>
                  <a:pt x="295275" y="85725"/>
                </a:lnTo>
                <a:close/>
              </a:path>
              <a:path w="381000" h="85725">
                <a:moveTo>
                  <a:pt x="323850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323850" y="28575"/>
                </a:lnTo>
                <a:lnTo>
                  <a:pt x="338137" y="42862"/>
                </a:lnTo>
                <a:lnTo>
                  <a:pt x="323850" y="57150"/>
                </a:lnTo>
                <a:close/>
              </a:path>
              <a:path w="381000" h="85725">
                <a:moveTo>
                  <a:pt x="352425" y="57150"/>
                </a:moveTo>
                <a:lnTo>
                  <a:pt x="348856" y="57150"/>
                </a:lnTo>
                <a:lnTo>
                  <a:pt x="348856" y="28575"/>
                </a:lnTo>
                <a:lnTo>
                  <a:pt x="352425" y="28575"/>
                </a:lnTo>
                <a:lnTo>
                  <a:pt x="381000" y="42862"/>
                </a:lnTo>
                <a:lnTo>
                  <a:pt x="352425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111026" y="4635195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Book Antiqua"/>
                <a:cs typeface="Book Antiqua"/>
              </a:rPr>
              <a:t>v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31626" y="3978846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19727" y="5327015"/>
            <a:ext cx="25209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69526" y="4543755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834129" y="5560707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834129" y="5360682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834129" y="5160657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834129" y="4960632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792194" y="5294007"/>
            <a:ext cx="85725" cy="391160"/>
          </a:xfrm>
          <a:custGeom>
            <a:avLst/>
            <a:gdLst/>
            <a:ahLst/>
            <a:cxnLst/>
            <a:rect l="l" t="t" r="r" b="b"/>
            <a:pathLst>
              <a:path w="85725" h="391160">
                <a:moveTo>
                  <a:pt x="42862" y="348157"/>
                </a:moveTo>
                <a:lnTo>
                  <a:pt x="28575" y="333870"/>
                </a:lnTo>
                <a:lnTo>
                  <a:pt x="28575" y="0"/>
                </a:lnTo>
                <a:lnTo>
                  <a:pt x="57150" y="0"/>
                </a:lnTo>
                <a:lnTo>
                  <a:pt x="57150" y="333870"/>
                </a:lnTo>
                <a:lnTo>
                  <a:pt x="42862" y="348157"/>
                </a:lnTo>
                <a:close/>
              </a:path>
              <a:path w="85725" h="391160">
                <a:moveTo>
                  <a:pt x="42862" y="391020"/>
                </a:moveTo>
                <a:lnTo>
                  <a:pt x="0" y="305295"/>
                </a:lnTo>
                <a:lnTo>
                  <a:pt x="28575" y="333870"/>
                </a:lnTo>
                <a:lnTo>
                  <a:pt x="28575" y="358876"/>
                </a:lnTo>
                <a:lnTo>
                  <a:pt x="58934" y="358876"/>
                </a:lnTo>
                <a:lnTo>
                  <a:pt x="42862" y="391020"/>
                </a:lnTo>
                <a:close/>
              </a:path>
              <a:path w="85725" h="391160">
                <a:moveTo>
                  <a:pt x="58934" y="358876"/>
                </a:moveTo>
                <a:lnTo>
                  <a:pt x="57150" y="358876"/>
                </a:lnTo>
                <a:lnTo>
                  <a:pt x="57150" y="333870"/>
                </a:lnTo>
                <a:lnTo>
                  <a:pt x="85725" y="305295"/>
                </a:lnTo>
                <a:lnTo>
                  <a:pt x="58934" y="358876"/>
                </a:lnTo>
                <a:close/>
              </a:path>
              <a:path w="85725" h="391160">
                <a:moveTo>
                  <a:pt x="57150" y="358876"/>
                </a:moveTo>
                <a:lnTo>
                  <a:pt x="28575" y="358876"/>
                </a:lnTo>
                <a:lnTo>
                  <a:pt x="28575" y="333870"/>
                </a:lnTo>
                <a:lnTo>
                  <a:pt x="42862" y="348157"/>
                </a:lnTo>
                <a:lnTo>
                  <a:pt x="57150" y="348157"/>
                </a:lnTo>
                <a:lnTo>
                  <a:pt x="57150" y="358876"/>
                </a:lnTo>
                <a:close/>
              </a:path>
              <a:path w="85725" h="391160">
                <a:moveTo>
                  <a:pt x="57150" y="348157"/>
                </a:moveTo>
                <a:lnTo>
                  <a:pt x="42862" y="348157"/>
                </a:lnTo>
                <a:lnTo>
                  <a:pt x="57150" y="333870"/>
                </a:lnTo>
                <a:lnTo>
                  <a:pt x="57150" y="3481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426127" y="4174794"/>
            <a:ext cx="0" cy="629920"/>
          </a:xfrm>
          <a:custGeom>
            <a:avLst/>
            <a:gdLst/>
            <a:ahLst/>
            <a:cxnLst/>
            <a:rect l="l" t="t" r="r" b="b"/>
            <a:pathLst>
              <a:path w="0" h="629920">
                <a:moveTo>
                  <a:pt x="0" y="0"/>
                </a:moveTo>
                <a:lnTo>
                  <a:pt x="0" y="6297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426127" y="5172011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426127" y="4971986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379302" y="5300129"/>
            <a:ext cx="85725" cy="391160"/>
          </a:xfrm>
          <a:custGeom>
            <a:avLst/>
            <a:gdLst/>
            <a:ahLst/>
            <a:cxnLst/>
            <a:rect l="l" t="t" r="r" b="b"/>
            <a:pathLst>
              <a:path w="85725" h="391160">
                <a:moveTo>
                  <a:pt x="42862" y="348157"/>
                </a:moveTo>
                <a:lnTo>
                  <a:pt x="28575" y="333870"/>
                </a:lnTo>
                <a:lnTo>
                  <a:pt x="28575" y="0"/>
                </a:lnTo>
                <a:lnTo>
                  <a:pt x="57150" y="0"/>
                </a:lnTo>
                <a:lnTo>
                  <a:pt x="57150" y="333870"/>
                </a:lnTo>
                <a:lnTo>
                  <a:pt x="42862" y="348157"/>
                </a:lnTo>
                <a:close/>
              </a:path>
              <a:path w="85725" h="391160">
                <a:moveTo>
                  <a:pt x="42862" y="391020"/>
                </a:moveTo>
                <a:lnTo>
                  <a:pt x="0" y="305295"/>
                </a:lnTo>
                <a:lnTo>
                  <a:pt x="28575" y="333870"/>
                </a:lnTo>
                <a:lnTo>
                  <a:pt x="28575" y="358876"/>
                </a:lnTo>
                <a:lnTo>
                  <a:pt x="58934" y="358876"/>
                </a:lnTo>
                <a:lnTo>
                  <a:pt x="42862" y="391020"/>
                </a:lnTo>
                <a:close/>
              </a:path>
              <a:path w="85725" h="391160">
                <a:moveTo>
                  <a:pt x="58934" y="358876"/>
                </a:moveTo>
                <a:lnTo>
                  <a:pt x="57150" y="358876"/>
                </a:lnTo>
                <a:lnTo>
                  <a:pt x="57150" y="333870"/>
                </a:lnTo>
                <a:lnTo>
                  <a:pt x="85725" y="305295"/>
                </a:lnTo>
                <a:lnTo>
                  <a:pt x="58934" y="358876"/>
                </a:lnTo>
                <a:close/>
              </a:path>
              <a:path w="85725" h="391160">
                <a:moveTo>
                  <a:pt x="57150" y="358876"/>
                </a:moveTo>
                <a:lnTo>
                  <a:pt x="28575" y="358876"/>
                </a:lnTo>
                <a:lnTo>
                  <a:pt x="28575" y="333870"/>
                </a:lnTo>
                <a:lnTo>
                  <a:pt x="42862" y="348157"/>
                </a:lnTo>
                <a:lnTo>
                  <a:pt x="57150" y="348157"/>
                </a:lnTo>
                <a:lnTo>
                  <a:pt x="57150" y="358876"/>
                </a:lnTo>
                <a:close/>
              </a:path>
              <a:path w="85725" h="391160">
                <a:moveTo>
                  <a:pt x="57150" y="348157"/>
                </a:moveTo>
                <a:lnTo>
                  <a:pt x="42862" y="348157"/>
                </a:lnTo>
                <a:lnTo>
                  <a:pt x="57150" y="333870"/>
                </a:lnTo>
                <a:lnTo>
                  <a:pt x="57150" y="3481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027942" y="4176305"/>
            <a:ext cx="0" cy="629920"/>
          </a:xfrm>
          <a:custGeom>
            <a:avLst/>
            <a:gdLst/>
            <a:ahLst/>
            <a:cxnLst/>
            <a:rect l="l" t="t" r="r" b="b"/>
            <a:pathLst>
              <a:path w="0" h="629920">
                <a:moveTo>
                  <a:pt x="0" y="0"/>
                </a:moveTo>
                <a:lnTo>
                  <a:pt x="0" y="6297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027942" y="5562219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027942" y="5362194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027942" y="5162169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027942" y="4962144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986007" y="5295506"/>
            <a:ext cx="85725" cy="391160"/>
          </a:xfrm>
          <a:custGeom>
            <a:avLst/>
            <a:gdLst/>
            <a:ahLst/>
            <a:cxnLst/>
            <a:rect l="l" t="t" r="r" b="b"/>
            <a:pathLst>
              <a:path w="85725" h="391160">
                <a:moveTo>
                  <a:pt x="42862" y="348170"/>
                </a:moveTo>
                <a:lnTo>
                  <a:pt x="28575" y="333883"/>
                </a:lnTo>
                <a:lnTo>
                  <a:pt x="28575" y="0"/>
                </a:lnTo>
                <a:lnTo>
                  <a:pt x="57150" y="0"/>
                </a:lnTo>
                <a:lnTo>
                  <a:pt x="57150" y="333883"/>
                </a:lnTo>
                <a:lnTo>
                  <a:pt x="42862" y="348170"/>
                </a:lnTo>
                <a:close/>
              </a:path>
              <a:path w="85725" h="391160">
                <a:moveTo>
                  <a:pt x="42862" y="391033"/>
                </a:moveTo>
                <a:lnTo>
                  <a:pt x="0" y="305308"/>
                </a:lnTo>
                <a:lnTo>
                  <a:pt x="28575" y="333883"/>
                </a:lnTo>
                <a:lnTo>
                  <a:pt x="28575" y="358889"/>
                </a:lnTo>
                <a:lnTo>
                  <a:pt x="58934" y="358889"/>
                </a:lnTo>
                <a:lnTo>
                  <a:pt x="42862" y="391033"/>
                </a:lnTo>
                <a:close/>
              </a:path>
              <a:path w="85725" h="391160">
                <a:moveTo>
                  <a:pt x="58934" y="358889"/>
                </a:moveTo>
                <a:lnTo>
                  <a:pt x="57150" y="358889"/>
                </a:lnTo>
                <a:lnTo>
                  <a:pt x="57150" y="333883"/>
                </a:lnTo>
                <a:lnTo>
                  <a:pt x="85725" y="305308"/>
                </a:lnTo>
                <a:lnTo>
                  <a:pt x="58934" y="358889"/>
                </a:lnTo>
                <a:close/>
              </a:path>
              <a:path w="85725" h="391160">
                <a:moveTo>
                  <a:pt x="57150" y="358889"/>
                </a:moveTo>
                <a:lnTo>
                  <a:pt x="28575" y="358889"/>
                </a:lnTo>
                <a:lnTo>
                  <a:pt x="28575" y="333883"/>
                </a:lnTo>
                <a:lnTo>
                  <a:pt x="42862" y="348170"/>
                </a:lnTo>
                <a:lnTo>
                  <a:pt x="57150" y="348170"/>
                </a:lnTo>
                <a:lnTo>
                  <a:pt x="57150" y="358889"/>
                </a:lnTo>
                <a:close/>
              </a:path>
              <a:path w="85725" h="391160">
                <a:moveTo>
                  <a:pt x="57150" y="348170"/>
                </a:moveTo>
                <a:lnTo>
                  <a:pt x="42862" y="348170"/>
                </a:lnTo>
                <a:lnTo>
                  <a:pt x="57150" y="333883"/>
                </a:lnTo>
                <a:lnTo>
                  <a:pt x="57150" y="3481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241291" y="4282152"/>
            <a:ext cx="694055" cy="1097915"/>
          </a:xfrm>
          <a:custGeom>
            <a:avLst/>
            <a:gdLst/>
            <a:ahLst/>
            <a:cxnLst/>
            <a:rect l="l" t="t" r="r" b="b"/>
            <a:pathLst>
              <a:path w="694054" h="1097914">
                <a:moveTo>
                  <a:pt x="0" y="1045751"/>
                </a:moveTo>
                <a:lnTo>
                  <a:pt x="605028" y="10955"/>
                </a:lnTo>
                <a:lnTo>
                  <a:pt x="614144" y="2829"/>
                </a:lnTo>
                <a:lnTo>
                  <a:pt x="628113" y="0"/>
                </a:lnTo>
                <a:lnTo>
                  <a:pt x="645040" y="2473"/>
                </a:lnTo>
                <a:lnTo>
                  <a:pt x="663028" y="10256"/>
                </a:lnTo>
                <a:lnTo>
                  <a:pt x="678667" y="22094"/>
                </a:lnTo>
                <a:lnTo>
                  <a:pt x="689249" y="35633"/>
                </a:lnTo>
                <a:lnTo>
                  <a:pt x="693938" y="49231"/>
                </a:lnTo>
                <a:lnTo>
                  <a:pt x="691896" y="61247"/>
                </a:lnTo>
                <a:lnTo>
                  <a:pt x="123100" y="1035507"/>
                </a:lnTo>
                <a:lnTo>
                  <a:pt x="23507" y="1035507"/>
                </a:lnTo>
                <a:lnTo>
                  <a:pt x="9395" y="1038095"/>
                </a:lnTo>
                <a:lnTo>
                  <a:pt x="0" y="1045751"/>
                </a:lnTo>
                <a:close/>
              </a:path>
              <a:path w="694054" h="1097914">
                <a:moveTo>
                  <a:pt x="86868" y="1097567"/>
                </a:moveTo>
                <a:lnTo>
                  <a:pt x="74114" y="1057714"/>
                </a:lnTo>
                <a:lnTo>
                  <a:pt x="40487" y="1038070"/>
                </a:lnTo>
                <a:lnTo>
                  <a:pt x="23507" y="1035507"/>
                </a:lnTo>
                <a:lnTo>
                  <a:pt x="123100" y="1035507"/>
                </a:lnTo>
                <a:lnTo>
                  <a:pt x="86868" y="109756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223003" y="5300471"/>
            <a:ext cx="123444" cy="1082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956062" y="4267860"/>
            <a:ext cx="993216" cy="11353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3791724" y="4695266"/>
            <a:ext cx="4267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dirty="0" baseline="-17921" sz="2325" spc="7" b="1">
                <a:solidFill>
                  <a:srgbClr val="0000FF"/>
                </a:solidFill>
                <a:latin typeface="华文楷体"/>
                <a:cs typeface="华文楷体"/>
              </a:rPr>
              <a:t>安</a:t>
            </a:r>
            <a:endParaRPr baseline="-17921" sz="2325">
              <a:latin typeface="华文楷体"/>
              <a:cs typeface="华文楷体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356781" y="4349915"/>
            <a:ext cx="0" cy="314325"/>
          </a:xfrm>
          <a:custGeom>
            <a:avLst/>
            <a:gdLst/>
            <a:ahLst/>
            <a:cxnLst/>
            <a:rect l="l" t="t" r="r" b="b"/>
            <a:pathLst>
              <a:path w="0" h="314325">
                <a:moveTo>
                  <a:pt x="0" y="0"/>
                </a:moveTo>
                <a:lnTo>
                  <a:pt x="0" y="31371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392708" y="4800523"/>
            <a:ext cx="295910" cy="0"/>
          </a:xfrm>
          <a:custGeom>
            <a:avLst/>
            <a:gdLst/>
            <a:ahLst/>
            <a:cxnLst/>
            <a:rect l="l" t="t" r="r" b="b"/>
            <a:pathLst>
              <a:path w="295909" h="0">
                <a:moveTo>
                  <a:pt x="0" y="0"/>
                </a:moveTo>
                <a:lnTo>
                  <a:pt x="29591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469149" y="4867706"/>
            <a:ext cx="134620" cy="0"/>
          </a:xfrm>
          <a:custGeom>
            <a:avLst/>
            <a:gdLst/>
            <a:ahLst/>
            <a:cxnLst/>
            <a:rect l="l" t="t" r="r" b="b"/>
            <a:pathLst>
              <a:path w="134620" h="0">
                <a:moveTo>
                  <a:pt x="0" y="0"/>
                </a:moveTo>
                <a:lnTo>
                  <a:pt x="13439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268478" y="4642688"/>
            <a:ext cx="177165" cy="398145"/>
          </a:xfrm>
          <a:custGeom>
            <a:avLst/>
            <a:gdLst/>
            <a:ahLst/>
            <a:cxnLst/>
            <a:rect l="l" t="t" r="r" b="b"/>
            <a:pathLst>
              <a:path w="177164" h="398145">
                <a:moveTo>
                  <a:pt x="176593" y="397916"/>
                </a:moveTo>
                <a:lnTo>
                  <a:pt x="0" y="397916"/>
                </a:lnTo>
                <a:lnTo>
                  <a:pt x="0" y="0"/>
                </a:lnTo>
                <a:lnTo>
                  <a:pt x="176593" y="0"/>
                </a:lnTo>
                <a:lnTo>
                  <a:pt x="176593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369341"/>
                </a:lnTo>
                <a:lnTo>
                  <a:pt x="14287" y="369341"/>
                </a:lnTo>
                <a:lnTo>
                  <a:pt x="28575" y="383628"/>
                </a:lnTo>
                <a:lnTo>
                  <a:pt x="176593" y="383628"/>
                </a:lnTo>
                <a:lnTo>
                  <a:pt x="176593" y="397916"/>
                </a:lnTo>
                <a:close/>
              </a:path>
              <a:path w="177164" h="39814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77164" h="398145">
                <a:moveTo>
                  <a:pt x="148018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48018" y="14287"/>
                </a:lnTo>
                <a:lnTo>
                  <a:pt x="148018" y="28575"/>
                </a:lnTo>
                <a:close/>
              </a:path>
              <a:path w="177164" h="398145">
                <a:moveTo>
                  <a:pt x="148018" y="383628"/>
                </a:moveTo>
                <a:lnTo>
                  <a:pt x="148018" y="14287"/>
                </a:lnTo>
                <a:lnTo>
                  <a:pt x="162305" y="28575"/>
                </a:lnTo>
                <a:lnTo>
                  <a:pt x="176593" y="28575"/>
                </a:lnTo>
                <a:lnTo>
                  <a:pt x="176593" y="369341"/>
                </a:lnTo>
                <a:lnTo>
                  <a:pt x="162305" y="369341"/>
                </a:lnTo>
                <a:lnTo>
                  <a:pt x="148018" y="383628"/>
                </a:lnTo>
                <a:close/>
              </a:path>
              <a:path w="177164" h="398145">
                <a:moveTo>
                  <a:pt x="176593" y="28575"/>
                </a:moveTo>
                <a:lnTo>
                  <a:pt x="162305" y="28575"/>
                </a:lnTo>
                <a:lnTo>
                  <a:pt x="148018" y="14287"/>
                </a:lnTo>
                <a:lnTo>
                  <a:pt x="176593" y="14287"/>
                </a:lnTo>
                <a:lnTo>
                  <a:pt x="176593" y="28575"/>
                </a:lnTo>
                <a:close/>
              </a:path>
              <a:path w="177164" h="398145">
                <a:moveTo>
                  <a:pt x="28575" y="383628"/>
                </a:moveTo>
                <a:lnTo>
                  <a:pt x="14287" y="369341"/>
                </a:lnTo>
                <a:lnTo>
                  <a:pt x="28575" y="369341"/>
                </a:lnTo>
                <a:lnTo>
                  <a:pt x="28575" y="383628"/>
                </a:lnTo>
                <a:close/>
              </a:path>
              <a:path w="177164" h="398145">
                <a:moveTo>
                  <a:pt x="148018" y="383628"/>
                </a:moveTo>
                <a:lnTo>
                  <a:pt x="28575" y="383628"/>
                </a:lnTo>
                <a:lnTo>
                  <a:pt x="28575" y="369341"/>
                </a:lnTo>
                <a:lnTo>
                  <a:pt x="148018" y="369341"/>
                </a:lnTo>
                <a:lnTo>
                  <a:pt x="148018" y="383628"/>
                </a:lnTo>
                <a:close/>
              </a:path>
              <a:path w="177164" h="398145">
                <a:moveTo>
                  <a:pt x="176593" y="383628"/>
                </a:moveTo>
                <a:lnTo>
                  <a:pt x="148018" y="383628"/>
                </a:lnTo>
                <a:lnTo>
                  <a:pt x="162305" y="369341"/>
                </a:lnTo>
                <a:lnTo>
                  <a:pt x="176593" y="369341"/>
                </a:lnTo>
                <a:lnTo>
                  <a:pt x="176593" y="3836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7641666" y="4779543"/>
            <a:ext cx="1955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051956" y="4683874"/>
            <a:ext cx="1955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345351" y="5025402"/>
            <a:ext cx="0" cy="345440"/>
          </a:xfrm>
          <a:custGeom>
            <a:avLst/>
            <a:gdLst/>
            <a:ahLst/>
            <a:cxnLst/>
            <a:rect l="l" t="t" r="r" b="b"/>
            <a:pathLst>
              <a:path w="0" h="345439">
                <a:moveTo>
                  <a:pt x="0" y="0"/>
                </a:moveTo>
                <a:lnTo>
                  <a:pt x="0" y="34507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534122" y="4867630"/>
            <a:ext cx="0" cy="505459"/>
          </a:xfrm>
          <a:custGeom>
            <a:avLst/>
            <a:gdLst/>
            <a:ahLst/>
            <a:cxnLst/>
            <a:rect l="l" t="t" r="r" b="b"/>
            <a:pathLst>
              <a:path w="0" h="505460">
                <a:moveTo>
                  <a:pt x="0" y="0"/>
                </a:moveTo>
                <a:lnTo>
                  <a:pt x="0" y="50523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539075" y="4349394"/>
            <a:ext cx="0" cy="459740"/>
          </a:xfrm>
          <a:custGeom>
            <a:avLst/>
            <a:gdLst/>
            <a:ahLst/>
            <a:cxnLst/>
            <a:rect l="l" t="t" r="r" b="b"/>
            <a:pathLst>
              <a:path w="0" h="459739">
                <a:moveTo>
                  <a:pt x="0" y="0"/>
                </a:moveTo>
                <a:lnTo>
                  <a:pt x="0" y="45930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352895" y="4354931"/>
            <a:ext cx="1191895" cy="0"/>
          </a:xfrm>
          <a:custGeom>
            <a:avLst/>
            <a:gdLst/>
            <a:ahLst/>
            <a:cxnLst/>
            <a:rect l="l" t="t" r="r" b="b"/>
            <a:pathLst>
              <a:path w="1191895" h="0">
                <a:moveTo>
                  <a:pt x="0" y="0"/>
                </a:moveTo>
                <a:lnTo>
                  <a:pt x="119131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342811" y="5370474"/>
            <a:ext cx="1191895" cy="0"/>
          </a:xfrm>
          <a:custGeom>
            <a:avLst/>
            <a:gdLst/>
            <a:ahLst/>
            <a:cxnLst/>
            <a:rect l="l" t="t" r="r" b="b"/>
            <a:pathLst>
              <a:path w="1191895" h="0">
                <a:moveTo>
                  <a:pt x="0" y="0"/>
                </a:moveTo>
                <a:lnTo>
                  <a:pt x="119129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80059">
              <a:lnSpc>
                <a:spcPct val="100000"/>
              </a:lnSpc>
              <a:spcBef>
                <a:spcPts val="100"/>
              </a:spcBef>
            </a:pPr>
            <a:r>
              <a:rPr dirty="0"/>
              <a:t>从能量转化角度看动生电动势产生</a:t>
            </a:r>
          </a:p>
        </p:txBody>
      </p:sp>
      <p:sp>
        <p:nvSpPr>
          <p:cNvPr id="3" name="object 3"/>
          <p:cNvSpPr/>
          <p:nvPr/>
        </p:nvSpPr>
        <p:spPr>
          <a:xfrm>
            <a:off x="3524097" y="181637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17520" y="1508760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1" y="0"/>
                </a:lnTo>
                <a:lnTo>
                  <a:pt x="362711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15639" y="1732788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50438" y="2288806"/>
            <a:ext cx="58019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④</a:t>
            </a:r>
            <a:r>
              <a:rPr dirty="0" sz="2400" spc="-50" b="1">
                <a:solidFill>
                  <a:srgbClr val="0000FF"/>
                </a:solidFill>
                <a:latin typeface="华文楷体"/>
                <a:cs typeface="华文楷体"/>
              </a:rPr>
              <a:t>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作用在导体棒上的外力</a:t>
            </a:r>
            <a:r>
              <a:rPr dirty="0" sz="2400" spc="-5" b="1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的大小？方向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59264" y="3079292"/>
            <a:ext cx="17214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外力与</a:t>
            </a:r>
            <a:r>
              <a:rPr dirty="0" sz="2400" b="1" i="1">
                <a:latin typeface="Book Antiqua"/>
                <a:cs typeface="Book Antiqua"/>
              </a:rPr>
              <a:t>v</a:t>
            </a:r>
            <a:r>
              <a:rPr dirty="0" sz="2400" b="1">
                <a:latin typeface="华文楷体"/>
                <a:cs typeface="华文楷体"/>
              </a:rPr>
              <a:t>同</a:t>
            </a:r>
            <a:r>
              <a:rPr dirty="0" sz="2400" spc="-5" b="1">
                <a:latin typeface="华文楷体"/>
                <a:cs typeface="华文楷体"/>
              </a:rPr>
              <a:t>向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794462" y="3338639"/>
            <a:ext cx="674370" cy="0"/>
          </a:xfrm>
          <a:custGeom>
            <a:avLst/>
            <a:gdLst/>
            <a:ahLst/>
            <a:cxnLst/>
            <a:rect l="l" t="t" r="r" b="b"/>
            <a:pathLst>
              <a:path w="674370" h="0">
                <a:moveTo>
                  <a:pt x="0" y="0"/>
                </a:moveTo>
                <a:lnTo>
                  <a:pt x="674306" y="0"/>
                </a:lnTo>
              </a:path>
            </a:pathLst>
          </a:custGeom>
          <a:ln w="142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035380" y="3336137"/>
            <a:ext cx="201295" cy="370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50" spc="5" i="1">
                <a:latin typeface="Times New Roman"/>
                <a:cs typeface="Times New Roman"/>
              </a:rPr>
              <a:t>R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39358" y="3110991"/>
            <a:ext cx="843915" cy="370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50" spc="5" i="1">
                <a:latin typeface="Times New Roman"/>
                <a:cs typeface="Times New Roman"/>
              </a:rPr>
              <a:t>F </a:t>
            </a:r>
            <a:r>
              <a:rPr dirty="0" sz="2250" spc="5">
                <a:latin typeface="Symbol"/>
                <a:cs typeface="Symbol"/>
              </a:rPr>
              <a:t></a:t>
            </a:r>
            <a:r>
              <a:rPr dirty="0" sz="2250" spc="-220">
                <a:latin typeface="Times New Roman"/>
                <a:cs typeface="Times New Roman"/>
              </a:rPr>
              <a:t> </a:t>
            </a:r>
            <a:r>
              <a:rPr dirty="0" sz="2250" spc="-215" i="1">
                <a:latin typeface="Times New Roman"/>
                <a:cs typeface="Times New Roman"/>
              </a:rPr>
              <a:t>F </a:t>
            </a:r>
            <a:r>
              <a:rPr dirty="0" baseline="-27777" sz="1950" spc="7">
                <a:latin typeface="宋体"/>
                <a:cs typeface="宋体"/>
              </a:rPr>
              <a:t>安</a:t>
            </a:r>
            <a:endParaRPr baseline="-27777" sz="195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48691" y="2921698"/>
            <a:ext cx="918844" cy="3784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64184">
              <a:lnSpc>
                <a:spcPts val="815"/>
              </a:lnSpc>
              <a:spcBef>
                <a:spcPts val="110"/>
              </a:spcBef>
            </a:pPr>
            <a:r>
              <a:rPr dirty="0" sz="1300">
                <a:latin typeface="Times New Roman"/>
                <a:cs typeface="Times New Roman"/>
              </a:rPr>
              <a:t>2</a:t>
            </a:r>
            <a:r>
              <a:rPr dirty="0" sz="1300" spc="18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ts val="1955"/>
              </a:lnSpc>
              <a:tabLst>
                <a:tab pos="761365" algn="l"/>
              </a:tabLst>
            </a:pPr>
            <a:r>
              <a:rPr dirty="0" baseline="-35802" sz="3375" spc="7">
                <a:latin typeface="Symbol"/>
                <a:cs typeface="Symbol"/>
              </a:rPr>
              <a:t></a:t>
            </a:r>
            <a:r>
              <a:rPr dirty="0" baseline="-35802" sz="3375" spc="359">
                <a:latin typeface="Times New Roman"/>
                <a:cs typeface="Times New Roman"/>
              </a:rPr>
              <a:t> </a:t>
            </a:r>
            <a:r>
              <a:rPr dirty="0" sz="2250" spc="5" i="1">
                <a:latin typeface="Times New Roman"/>
                <a:cs typeface="Times New Roman"/>
              </a:rPr>
              <a:t>B</a:t>
            </a:r>
            <a:r>
              <a:rPr dirty="0" sz="2250" spc="250" i="1">
                <a:latin typeface="Times New Roman"/>
                <a:cs typeface="Times New Roman"/>
              </a:rPr>
              <a:t> </a:t>
            </a:r>
            <a:r>
              <a:rPr dirty="0" sz="2250" i="1">
                <a:latin typeface="Times New Roman"/>
                <a:cs typeface="Times New Roman"/>
              </a:rPr>
              <a:t>l</a:t>
            </a:r>
            <a:r>
              <a:rPr dirty="0" sz="2250" i="1">
                <a:latin typeface="Times New Roman"/>
                <a:cs typeface="Times New Roman"/>
              </a:rPr>
              <a:t>	</a:t>
            </a:r>
            <a:r>
              <a:rPr dirty="0" sz="2250" spc="5" i="1">
                <a:latin typeface="Book Antiqua"/>
                <a:cs typeface="Book Antiqua"/>
              </a:rPr>
              <a:t>v</a:t>
            </a:r>
            <a:endParaRPr sz="2250">
              <a:latin typeface="Book Antiqua"/>
              <a:cs typeface="Book Antiqu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95131" y="4302252"/>
            <a:ext cx="1453896" cy="14538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819982" y="4381220"/>
            <a:ext cx="1687195" cy="0"/>
          </a:xfrm>
          <a:custGeom>
            <a:avLst/>
            <a:gdLst/>
            <a:ahLst/>
            <a:cxnLst/>
            <a:rect l="l" t="t" r="r" b="b"/>
            <a:pathLst>
              <a:path w="1687195" h="0">
                <a:moveTo>
                  <a:pt x="0" y="0"/>
                </a:moveTo>
                <a:lnTo>
                  <a:pt x="1686674" y="0"/>
                </a:lnTo>
              </a:path>
            </a:pathLst>
          </a:custGeom>
          <a:ln w="50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264801" y="4372406"/>
            <a:ext cx="558165" cy="929005"/>
          </a:xfrm>
          <a:custGeom>
            <a:avLst/>
            <a:gdLst/>
            <a:ahLst/>
            <a:cxnLst/>
            <a:rect l="l" t="t" r="r" b="b"/>
            <a:pathLst>
              <a:path w="558164" h="929004">
                <a:moveTo>
                  <a:pt x="24688" y="928801"/>
                </a:moveTo>
                <a:lnTo>
                  <a:pt x="0" y="914400"/>
                </a:lnTo>
                <a:lnTo>
                  <a:pt x="533400" y="0"/>
                </a:lnTo>
                <a:lnTo>
                  <a:pt x="558088" y="14401"/>
                </a:lnTo>
                <a:lnTo>
                  <a:pt x="24688" y="9288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456432" y="4645152"/>
            <a:ext cx="226060" cy="306705"/>
          </a:xfrm>
          <a:custGeom>
            <a:avLst/>
            <a:gdLst/>
            <a:ahLst/>
            <a:cxnLst/>
            <a:rect l="l" t="t" r="r" b="b"/>
            <a:pathLst>
              <a:path w="226060" h="306704">
                <a:moveTo>
                  <a:pt x="73151" y="306324"/>
                </a:moveTo>
                <a:lnTo>
                  <a:pt x="0" y="263651"/>
                </a:lnTo>
                <a:lnTo>
                  <a:pt x="152400" y="0"/>
                </a:lnTo>
                <a:lnTo>
                  <a:pt x="225551" y="42672"/>
                </a:lnTo>
                <a:lnTo>
                  <a:pt x="73151" y="3063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36416" y="4625771"/>
            <a:ext cx="266065" cy="346075"/>
          </a:xfrm>
          <a:custGeom>
            <a:avLst/>
            <a:gdLst/>
            <a:ahLst/>
            <a:cxnLst/>
            <a:rect l="l" t="t" r="r" b="b"/>
            <a:pathLst>
              <a:path w="266064" h="346075">
                <a:moveTo>
                  <a:pt x="98983" y="345859"/>
                </a:moveTo>
                <a:lnTo>
                  <a:pt x="0" y="288709"/>
                </a:lnTo>
                <a:lnTo>
                  <a:pt x="166687" y="0"/>
                </a:lnTo>
                <a:lnTo>
                  <a:pt x="212857" y="26657"/>
                </a:lnTo>
                <a:lnTo>
                  <a:pt x="184289" y="26657"/>
                </a:lnTo>
                <a:lnTo>
                  <a:pt x="164769" y="31889"/>
                </a:lnTo>
                <a:lnTo>
                  <a:pt x="177144" y="39033"/>
                </a:lnTo>
                <a:lnTo>
                  <a:pt x="43159" y="271106"/>
                </a:lnTo>
                <a:lnTo>
                  <a:pt x="26657" y="271106"/>
                </a:lnTo>
                <a:lnTo>
                  <a:pt x="31889" y="290626"/>
                </a:lnTo>
                <a:lnTo>
                  <a:pt x="60468" y="290626"/>
                </a:lnTo>
                <a:lnTo>
                  <a:pt x="88526" y="306825"/>
                </a:lnTo>
                <a:lnTo>
                  <a:pt x="81381" y="319201"/>
                </a:lnTo>
                <a:lnTo>
                  <a:pt x="114374" y="319201"/>
                </a:lnTo>
                <a:lnTo>
                  <a:pt x="98983" y="345859"/>
                </a:lnTo>
                <a:close/>
              </a:path>
              <a:path w="266064" h="346075">
                <a:moveTo>
                  <a:pt x="177144" y="39033"/>
                </a:moveTo>
                <a:lnTo>
                  <a:pt x="164769" y="31889"/>
                </a:lnTo>
                <a:lnTo>
                  <a:pt x="184289" y="26657"/>
                </a:lnTo>
                <a:lnTo>
                  <a:pt x="177144" y="39033"/>
                </a:lnTo>
                <a:close/>
              </a:path>
              <a:path w="266064" h="346075">
                <a:moveTo>
                  <a:pt x="226637" y="67606"/>
                </a:moveTo>
                <a:lnTo>
                  <a:pt x="177144" y="39033"/>
                </a:lnTo>
                <a:lnTo>
                  <a:pt x="184289" y="26657"/>
                </a:lnTo>
                <a:lnTo>
                  <a:pt x="212857" y="26657"/>
                </a:lnTo>
                <a:lnTo>
                  <a:pt x="262349" y="55232"/>
                </a:lnTo>
                <a:lnTo>
                  <a:pt x="233781" y="55232"/>
                </a:lnTo>
                <a:lnTo>
                  <a:pt x="226637" y="67606"/>
                </a:lnTo>
                <a:close/>
              </a:path>
              <a:path w="266064" h="346075">
                <a:moveTo>
                  <a:pt x="239013" y="74752"/>
                </a:moveTo>
                <a:lnTo>
                  <a:pt x="226637" y="67606"/>
                </a:lnTo>
                <a:lnTo>
                  <a:pt x="233781" y="55232"/>
                </a:lnTo>
                <a:lnTo>
                  <a:pt x="239013" y="74752"/>
                </a:lnTo>
                <a:close/>
              </a:path>
              <a:path w="266064" h="346075">
                <a:moveTo>
                  <a:pt x="255508" y="74752"/>
                </a:moveTo>
                <a:lnTo>
                  <a:pt x="239013" y="74752"/>
                </a:lnTo>
                <a:lnTo>
                  <a:pt x="233781" y="55232"/>
                </a:lnTo>
                <a:lnTo>
                  <a:pt x="262349" y="55232"/>
                </a:lnTo>
                <a:lnTo>
                  <a:pt x="265671" y="57150"/>
                </a:lnTo>
                <a:lnTo>
                  <a:pt x="255508" y="74752"/>
                </a:lnTo>
                <a:close/>
              </a:path>
              <a:path w="266064" h="346075">
                <a:moveTo>
                  <a:pt x="114374" y="319201"/>
                </a:moveTo>
                <a:lnTo>
                  <a:pt x="81381" y="319201"/>
                </a:lnTo>
                <a:lnTo>
                  <a:pt x="100901" y="313969"/>
                </a:lnTo>
                <a:lnTo>
                  <a:pt x="88526" y="306825"/>
                </a:lnTo>
                <a:lnTo>
                  <a:pt x="226637" y="67606"/>
                </a:lnTo>
                <a:lnTo>
                  <a:pt x="239013" y="74752"/>
                </a:lnTo>
                <a:lnTo>
                  <a:pt x="255508" y="74752"/>
                </a:lnTo>
                <a:lnTo>
                  <a:pt x="114374" y="319201"/>
                </a:lnTo>
                <a:close/>
              </a:path>
              <a:path w="266064" h="346075">
                <a:moveTo>
                  <a:pt x="31889" y="290626"/>
                </a:moveTo>
                <a:lnTo>
                  <a:pt x="26657" y="271106"/>
                </a:lnTo>
                <a:lnTo>
                  <a:pt x="39034" y="278252"/>
                </a:lnTo>
                <a:lnTo>
                  <a:pt x="31889" y="290626"/>
                </a:lnTo>
                <a:close/>
              </a:path>
              <a:path w="266064" h="346075">
                <a:moveTo>
                  <a:pt x="39034" y="278252"/>
                </a:moveTo>
                <a:lnTo>
                  <a:pt x="26657" y="271106"/>
                </a:lnTo>
                <a:lnTo>
                  <a:pt x="43159" y="271106"/>
                </a:lnTo>
                <a:lnTo>
                  <a:pt x="39034" y="278252"/>
                </a:lnTo>
                <a:close/>
              </a:path>
              <a:path w="266064" h="346075">
                <a:moveTo>
                  <a:pt x="60468" y="290626"/>
                </a:moveTo>
                <a:lnTo>
                  <a:pt x="31889" y="290626"/>
                </a:lnTo>
                <a:lnTo>
                  <a:pt x="39034" y="278252"/>
                </a:lnTo>
                <a:lnTo>
                  <a:pt x="60468" y="290626"/>
                </a:lnTo>
                <a:close/>
              </a:path>
              <a:path w="266064" h="346075">
                <a:moveTo>
                  <a:pt x="81381" y="319201"/>
                </a:moveTo>
                <a:lnTo>
                  <a:pt x="88526" y="306825"/>
                </a:lnTo>
                <a:lnTo>
                  <a:pt x="100901" y="313969"/>
                </a:lnTo>
                <a:lnTo>
                  <a:pt x="81381" y="3192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260216" y="5294007"/>
            <a:ext cx="1981200" cy="0"/>
          </a:xfrm>
          <a:custGeom>
            <a:avLst/>
            <a:gdLst/>
            <a:ahLst/>
            <a:cxnLst/>
            <a:rect l="l" t="t" r="r" b="b"/>
            <a:pathLst>
              <a:path w="1981200" h="0">
                <a:moveTo>
                  <a:pt x="0" y="0"/>
                </a:moveTo>
                <a:lnTo>
                  <a:pt x="19812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828415" y="4174794"/>
            <a:ext cx="0" cy="629920"/>
          </a:xfrm>
          <a:custGeom>
            <a:avLst/>
            <a:gdLst/>
            <a:ahLst/>
            <a:cxnLst/>
            <a:rect l="l" t="t" r="r" b="b"/>
            <a:pathLst>
              <a:path w="0" h="629920">
                <a:moveTo>
                  <a:pt x="0" y="0"/>
                </a:moveTo>
                <a:lnTo>
                  <a:pt x="0" y="6297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934205" y="4358652"/>
            <a:ext cx="1955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70971" y="4813630"/>
            <a:ext cx="381000" cy="85725"/>
          </a:xfrm>
          <a:custGeom>
            <a:avLst/>
            <a:gdLst/>
            <a:ahLst/>
            <a:cxnLst/>
            <a:rect l="l" t="t" r="r" b="b"/>
            <a:pathLst>
              <a:path w="381000" h="85725">
                <a:moveTo>
                  <a:pt x="295275" y="85725"/>
                </a:moveTo>
                <a:lnTo>
                  <a:pt x="338137" y="42862"/>
                </a:lnTo>
                <a:lnTo>
                  <a:pt x="295275" y="0"/>
                </a:lnTo>
                <a:lnTo>
                  <a:pt x="352425" y="28575"/>
                </a:lnTo>
                <a:lnTo>
                  <a:pt x="348856" y="28575"/>
                </a:lnTo>
                <a:lnTo>
                  <a:pt x="348856" y="57150"/>
                </a:lnTo>
                <a:lnTo>
                  <a:pt x="352425" y="57150"/>
                </a:lnTo>
                <a:lnTo>
                  <a:pt x="295275" y="85725"/>
                </a:lnTo>
                <a:close/>
              </a:path>
              <a:path w="381000" h="85725">
                <a:moveTo>
                  <a:pt x="323850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323850" y="28575"/>
                </a:lnTo>
                <a:lnTo>
                  <a:pt x="338137" y="42862"/>
                </a:lnTo>
                <a:lnTo>
                  <a:pt x="323850" y="57150"/>
                </a:lnTo>
                <a:close/>
              </a:path>
              <a:path w="381000" h="85725">
                <a:moveTo>
                  <a:pt x="352425" y="57150"/>
                </a:moveTo>
                <a:lnTo>
                  <a:pt x="348856" y="57150"/>
                </a:lnTo>
                <a:lnTo>
                  <a:pt x="348856" y="28575"/>
                </a:lnTo>
                <a:lnTo>
                  <a:pt x="352425" y="28575"/>
                </a:lnTo>
                <a:lnTo>
                  <a:pt x="381000" y="42862"/>
                </a:lnTo>
                <a:lnTo>
                  <a:pt x="352425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825911" y="3978846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14012" y="5327015"/>
            <a:ext cx="25209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63811" y="4543755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828415" y="5560707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828415" y="5360682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828415" y="5160657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828415" y="4960632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786479" y="5294007"/>
            <a:ext cx="85725" cy="391160"/>
          </a:xfrm>
          <a:custGeom>
            <a:avLst/>
            <a:gdLst/>
            <a:ahLst/>
            <a:cxnLst/>
            <a:rect l="l" t="t" r="r" b="b"/>
            <a:pathLst>
              <a:path w="85725" h="391160">
                <a:moveTo>
                  <a:pt x="42862" y="348157"/>
                </a:moveTo>
                <a:lnTo>
                  <a:pt x="28575" y="333870"/>
                </a:lnTo>
                <a:lnTo>
                  <a:pt x="28575" y="0"/>
                </a:lnTo>
                <a:lnTo>
                  <a:pt x="57150" y="0"/>
                </a:lnTo>
                <a:lnTo>
                  <a:pt x="57150" y="333870"/>
                </a:lnTo>
                <a:lnTo>
                  <a:pt x="42862" y="348157"/>
                </a:lnTo>
                <a:close/>
              </a:path>
              <a:path w="85725" h="391160">
                <a:moveTo>
                  <a:pt x="42862" y="391020"/>
                </a:moveTo>
                <a:lnTo>
                  <a:pt x="0" y="305295"/>
                </a:lnTo>
                <a:lnTo>
                  <a:pt x="28575" y="333870"/>
                </a:lnTo>
                <a:lnTo>
                  <a:pt x="28575" y="358876"/>
                </a:lnTo>
                <a:lnTo>
                  <a:pt x="58934" y="358876"/>
                </a:lnTo>
                <a:lnTo>
                  <a:pt x="42862" y="391020"/>
                </a:lnTo>
                <a:close/>
              </a:path>
              <a:path w="85725" h="391160">
                <a:moveTo>
                  <a:pt x="58934" y="358876"/>
                </a:moveTo>
                <a:lnTo>
                  <a:pt x="57150" y="358876"/>
                </a:lnTo>
                <a:lnTo>
                  <a:pt x="57150" y="333870"/>
                </a:lnTo>
                <a:lnTo>
                  <a:pt x="85725" y="305295"/>
                </a:lnTo>
                <a:lnTo>
                  <a:pt x="58934" y="358876"/>
                </a:lnTo>
                <a:close/>
              </a:path>
              <a:path w="85725" h="391160">
                <a:moveTo>
                  <a:pt x="57150" y="358876"/>
                </a:moveTo>
                <a:lnTo>
                  <a:pt x="28575" y="358876"/>
                </a:lnTo>
                <a:lnTo>
                  <a:pt x="28575" y="333870"/>
                </a:lnTo>
                <a:lnTo>
                  <a:pt x="42862" y="348157"/>
                </a:lnTo>
                <a:lnTo>
                  <a:pt x="57150" y="348157"/>
                </a:lnTo>
                <a:lnTo>
                  <a:pt x="57150" y="358876"/>
                </a:lnTo>
                <a:close/>
              </a:path>
              <a:path w="85725" h="391160">
                <a:moveTo>
                  <a:pt x="57150" y="348157"/>
                </a:moveTo>
                <a:lnTo>
                  <a:pt x="42862" y="348157"/>
                </a:lnTo>
                <a:lnTo>
                  <a:pt x="57150" y="333870"/>
                </a:lnTo>
                <a:lnTo>
                  <a:pt x="57150" y="3481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420412" y="4174794"/>
            <a:ext cx="0" cy="629920"/>
          </a:xfrm>
          <a:custGeom>
            <a:avLst/>
            <a:gdLst/>
            <a:ahLst/>
            <a:cxnLst/>
            <a:rect l="l" t="t" r="r" b="b"/>
            <a:pathLst>
              <a:path w="0" h="629920">
                <a:moveTo>
                  <a:pt x="0" y="0"/>
                </a:moveTo>
                <a:lnTo>
                  <a:pt x="0" y="6297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420412" y="5172011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420412" y="4971986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373588" y="5300129"/>
            <a:ext cx="85725" cy="391160"/>
          </a:xfrm>
          <a:custGeom>
            <a:avLst/>
            <a:gdLst/>
            <a:ahLst/>
            <a:cxnLst/>
            <a:rect l="l" t="t" r="r" b="b"/>
            <a:pathLst>
              <a:path w="85725" h="391160">
                <a:moveTo>
                  <a:pt x="42862" y="348157"/>
                </a:moveTo>
                <a:lnTo>
                  <a:pt x="28575" y="333870"/>
                </a:lnTo>
                <a:lnTo>
                  <a:pt x="28575" y="0"/>
                </a:lnTo>
                <a:lnTo>
                  <a:pt x="57150" y="0"/>
                </a:lnTo>
                <a:lnTo>
                  <a:pt x="57150" y="333870"/>
                </a:lnTo>
                <a:lnTo>
                  <a:pt x="42862" y="348157"/>
                </a:lnTo>
                <a:close/>
              </a:path>
              <a:path w="85725" h="391160">
                <a:moveTo>
                  <a:pt x="42862" y="391020"/>
                </a:moveTo>
                <a:lnTo>
                  <a:pt x="0" y="305295"/>
                </a:lnTo>
                <a:lnTo>
                  <a:pt x="28575" y="333870"/>
                </a:lnTo>
                <a:lnTo>
                  <a:pt x="28575" y="358876"/>
                </a:lnTo>
                <a:lnTo>
                  <a:pt x="58934" y="358876"/>
                </a:lnTo>
                <a:lnTo>
                  <a:pt x="42862" y="391020"/>
                </a:lnTo>
                <a:close/>
              </a:path>
              <a:path w="85725" h="391160">
                <a:moveTo>
                  <a:pt x="58934" y="358876"/>
                </a:moveTo>
                <a:lnTo>
                  <a:pt x="57150" y="358876"/>
                </a:lnTo>
                <a:lnTo>
                  <a:pt x="57150" y="333870"/>
                </a:lnTo>
                <a:lnTo>
                  <a:pt x="85725" y="305295"/>
                </a:lnTo>
                <a:lnTo>
                  <a:pt x="58934" y="358876"/>
                </a:lnTo>
                <a:close/>
              </a:path>
              <a:path w="85725" h="391160">
                <a:moveTo>
                  <a:pt x="57150" y="358876"/>
                </a:moveTo>
                <a:lnTo>
                  <a:pt x="28575" y="358876"/>
                </a:lnTo>
                <a:lnTo>
                  <a:pt x="28575" y="333870"/>
                </a:lnTo>
                <a:lnTo>
                  <a:pt x="42862" y="348157"/>
                </a:lnTo>
                <a:lnTo>
                  <a:pt x="57150" y="348157"/>
                </a:lnTo>
                <a:lnTo>
                  <a:pt x="57150" y="358876"/>
                </a:lnTo>
                <a:close/>
              </a:path>
              <a:path w="85725" h="391160">
                <a:moveTo>
                  <a:pt x="57150" y="348157"/>
                </a:moveTo>
                <a:lnTo>
                  <a:pt x="42862" y="348157"/>
                </a:lnTo>
                <a:lnTo>
                  <a:pt x="57150" y="333870"/>
                </a:lnTo>
                <a:lnTo>
                  <a:pt x="57150" y="3481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022227" y="4176305"/>
            <a:ext cx="0" cy="629920"/>
          </a:xfrm>
          <a:custGeom>
            <a:avLst/>
            <a:gdLst/>
            <a:ahLst/>
            <a:cxnLst/>
            <a:rect l="l" t="t" r="r" b="b"/>
            <a:pathLst>
              <a:path w="0" h="629920">
                <a:moveTo>
                  <a:pt x="0" y="0"/>
                </a:moveTo>
                <a:lnTo>
                  <a:pt x="0" y="6297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022227" y="5562219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022227" y="5362194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022227" y="5162169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022227" y="4962144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980292" y="5295506"/>
            <a:ext cx="85725" cy="391160"/>
          </a:xfrm>
          <a:custGeom>
            <a:avLst/>
            <a:gdLst/>
            <a:ahLst/>
            <a:cxnLst/>
            <a:rect l="l" t="t" r="r" b="b"/>
            <a:pathLst>
              <a:path w="85725" h="391160">
                <a:moveTo>
                  <a:pt x="42862" y="348170"/>
                </a:moveTo>
                <a:lnTo>
                  <a:pt x="28575" y="333883"/>
                </a:lnTo>
                <a:lnTo>
                  <a:pt x="28575" y="0"/>
                </a:lnTo>
                <a:lnTo>
                  <a:pt x="57150" y="0"/>
                </a:lnTo>
                <a:lnTo>
                  <a:pt x="57150" y="333883"/>
                </a:lnTo>
                <a:lnTo>
                  <a:pt x="42862" y="348170"/>
                </a:lnTo>
                <a:close/>
              </a:path>
              <a:path w="85725" h="391160">
                <a:moveTo>
                  <a:pt x="42862" y="391033"/>
                </a:moveTo>
                <a:lnTo>
                  <a:pt x="0" y="305308"/>
                </a:lnTo>
                <a:lnTo>
                  <a:pt x="28575" y="333883"/>
                </a:lnTo>
                <a:lnTo>
                  <a:pt x="28575" y="358889"/>
                </a:lnTo>
                <a:lnTo>
                  <a:pt x="58934" y="358889"/>
                </a:lnTo>
                <a:lnTo>
                  <a:pt x="42862" y="391033"/>
                </a:lnTo>
                <a:close/>
              </a:path>
              <a:path w="85725" h="391160">
                <a:moveTo>
                  <a:pt x="58934" y="358889"/>
                </a:moveTo>
                <a:lnTo>
                  <a:pt x="57150" y="358889"/>
                </a:lnTo>
                <a:lnTo>
                  <a:pt x="57150" y="333883"/>
                </a:lnTo>
                <a:lnTo>
                  <a:pt x="85725" y="305308"/>
                </a:lnTo>
                <a:lnTo>
                  <a:pt x="58934" y="358889"/>
                </a:lnTo>
                <a:close/>
              </a:path>
              <a:path w="85725" h="391160">
                <a:moveTo>
                  <a:pt x="57150" y="358889"/>
                </a:moveTo>
                <a:lnTo>
                  <a:pt x="28575" y="358889"/>
                </a:lnTo>
                <a:lnTo>
                  <a:pt x="28575" y="333883"/>
                </a:lnTo>
                <a:lnTo>
                  <a:pt x="42862" y="348170"/>
                </a:lnTo>
                <a:lnTo>
                  <a:pt x="57150" y="348170"/>
                </a:lnTo>
                <a:lnTo>
                  <a:pt x="57150" y="358889"/>
                </a:lnTo>
                <a:close/>
              </a:path>
              <a:path w="85725" h="391160">
                <a:moveTo>
                  <a:pt x="57150" y="348170"/>
                </a:moveTo>
                <a:lnTo>
                  <a:pt x="42862" y="348170"/>
                </a:lnTo>
                <a:lnTo>
                  <a:pt x="57150" y="333883"/>
                </a:lnTo>
                <a:lnTo>
                  <a:pt x="57150" y="3481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235196" y="4282152"/>
            <a:ext cx="694690" cy="1097915"/>
          </a:xfrm>
          <a:custGeom>
            <a:avLst/>
            <a:gdLst/>
            <a:ahLst/>
            <a:cxnLst/>
            <a:rect l="l" t="t" r="r" b="b"/>
            <a:pathLst>
              <a:path w="694689" h="1097914">
                <a:moveTo>
                  <a:pt x="0" y="1045751"/>
                </a:moveTo>
                <a:lnTo>
                  <a:pt x="605027" y="10955"/>
                </a:lnTo>
                <a:lnTo>
                  <a:pt x="614364" y="2829"/>
                </a:lnTo>
                <a:lnTo>
                  <a:pt x="628446" y="0"/>
                </a:lnTo>
                <a:lnTo>
                  <a:pt x="645415" y="2473"/>
                </a:lnTo>
                <a:lnTo>
                  <a:pt x="663409" y="10256"/>
                </a:lnTo>
                <a:lnTo>
                  <a:pt x="679042" y="22094"/>
                </a:lnTo>
                <a:lnTo>
                  <a:pt x="689583" y="35633"/>
                </a:lnTo>
                <a:lnTo>
                  <a:pt x="694158" y="49231"/>
                </a:lnTo>
                <a:lnTo>
                  <a:pt x="691895" y="61247"/>
                </a:lnTo>
                <a:lnTo>
                  <a:pt x="123100" y="1035507"/>
                </a:lnTo>
                <a:lnTo>
                  <a:pt x="23841" y="1035507"/>
                </a:lnTo>
                <a:lnTo>
                  <a:pt x="9615" y="1038095"/>
                </a:lnTo>
                <a:lnTo>
                  <a:pt x="0" y="1045751"/>
                </a:lnTo>
                <a:close/>
              </a:path>
              <a:path w="694689" h="1097914">
                <a:moveTo>
                  <a:pt x="86867" y="1097567"/>
                </a:moveTo>
                <a:lnTo>
                  <a:pt x="74489" y="1057714"/>
                </a:lnTo>
                <a:lnTo>
                  <a:pt x="40862" y="1038070"/>
                </a:lnTo>
                <a:lnTo>
                  <a:pt x="23841" y="1035507"/>
                </a:lnTo>
                <a:lnTo>
                  <a:pt x="123100" y="1035507"/>
                </a:lnTo>
                <a:lnTo>
                  <a:pt x="86867" y="109756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218432" y="5300471"/>
            <a:ext cx="123444" cy="1082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950347" y="4267860"/>
            <a:ext cx="1446428" cy="11353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3786009" y="4695266"/>
            <a:ext cx="4267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dirty="0" baseline="-17921" sz="2325" spc="7" b="1">
                <a:solidFill>
                  <a:srgbClr val="0000FF"/>
                </a:solidFill>
                <a:latin typeface="华文楷体"/>
                <a:cs typeface="华文楷体"/>
              </a:rPr>
              <a:t>安</a:t>
            </a:r>
            <a:endParaRPr baseline="-17921" sz="2325">
              <a:latin typeface="华文楷体"/>
              <a:cs typeface="华文楷体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105311" y="4353267"/>
            <a:ext cx="328295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1760">
              <a:lnSpc>
                <a:spcPts val="2550"/>
              </a:lnSpc>
              <a:spcBef>
                <a:spcPts val="100"/>
              </a:spcBef>
            </a:pPr>
            <a:r>
              <a:rPr dirty="0" sz="2400" b="1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550"/>
              </a:lnSpc>
            </a:pPr>
            <a:r>
              <a:rPr dirty="0" sz="2400" b="1" i="1">
                <a:latin typeface="Book Antiqua"/>
                <a:cs typeface="Book Antiqua"/>
              </a:rPr>
              <a:t>v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351066" y="4349915"/>
            <a:ext cx="0" cy="314325"/>
          </a:xfrm>
          <a:custGeom>
            <a:avLst/>
            <a:gdLst/>
            <a:ahLst/>
            <a:cxnLst/>
            <a:rect l="l" t="t" r="r" b="b"/>
            <a:pathLst>
              <a:path w="0" h="314325">
                <a:moveTo>
                  <a:pt x="0" y="0"/>
                </a:moveTo>
                <a:lnTo>
                  <a:pt x="0" y="31371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386993" y="4800523"/>
            <a:ext cx="295910" cy="0"/>
          </a:xfrm>
          <a:custGeom>
            <a:avLst/>
            <a:gdLst/>
            <a:ahLst/>
            <a:cxnLst/>
            <a:rect l="l" t="t" r="r" b="b"/>
            <a:pathLst>
              <a:path w="295909" h="0">
                <a:moveTo>
                  <a:pt x="0" y="0"/>
                </a:moveTo>
                <a:lnTo>
                  <a:pt x="295909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463434" y="4867706"/>
            <a:ext cx="134620" cy="0"/>
          </a:xfrm>
          <a:custGeom>
            <a:avLst/>
            <a:gdLst/>
            <a:ahLst/>
            <a:cxnLst/>
            <a:rect l="l" t="t" r="r" b="b"/>
            <a:pathLst>
              <a:path w="134620" h="0">
                <a:moveTo>
                  <a:pt x="0" y="0"/>
                </a:moveTo>
                <a:lnTo>
                  <a:pt x="13439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262763" y="4642688"/>
            <a:ext cx="177165" cy="398145"/>
          </a:xfrm>
          <a:custGeom>
            <a:avLst/>
            <a:gdLst/>
            <a:ahLst/>
            <a:cxnLst/>
            <a:rect l="l" t="t" r="r" b="b"/>
            <a:pathLst>
              <a:path w="177164" h="398145">
                <a:moveTo>
                  <a:pt x="176593" y="397916"/>
                </a:moveTo>
                <a:lnTo>
                  <a:pt x="0" y="397916"/>
                </a:lnTo>
                <a:lnTo>
                  <a:pt x="0" y="0"/>
                </a:lnTo>
                <a:lnTo>
                  <a:pt x="176593" y="0"/>
                </a:lnTo>
                <a:lnTo>
                  <a:pt x="176593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369341"/>
                </a:lnTo>
                <a:lnTo>
                  <a:pt x="14287" y="369341"/>
                </a:lnTo>
                <a:lnTo>
                  <a:pt x="28575" y="383628"/>
                </a:lnTo>
                <a:lnTo>
                  <a:pt x="176593" y="383628"/>
                </a:lnTo>
                <a:lnTo>
                  <a:pt x="176593" y="397916"/>
                </a:lnTo>
                <a:close/>
              </a:path>
              <a:path w="177164" h="39814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77164" h="398145">
                <a:moveTo>
                  <a:pt x="148018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48018" y="14287"/>
                </a:lnTo>
                <a:lnTo>
                  <a:pt x="148018" y="28575"/>
                </a:lnTo>
                <a:close/>
              </a:path>
              <a:path w="177164" h="398145">
                <a:moveTo>
                  <a:pt x="148018" y="383628"/>
                </a:moveTo>
                <a:lnTo>
                  <a:pt x="148018" y="14287"/>
                </a:lnTo>
                <a:lnTo>
                  <a:pt x="162306" y="28575"/>
                </a:lnTo>
                <a:lnTo>
                  <a:pt x="176593" y="28575"/>
                </a:lnTo>
                <a:lnTo>
                  <a:pt x="176593" y="369341"/>
                </a:lnTo>
                <a:lnTo>
                  <a:pt x="162306" y="369341"/>
                </a:lnTo>
                <a:lnTo>
                  <a:pt x="148018" y="383628"/>
                </a:lnTo>
                <a:close/>
              </a:path>
              <a:path w="177164" h="398145">
                <a:moveTo>
                  <a:pt x="176593" y="28575"/>
                </a:moveTo>
                <a:lnTo>
                  <a:pt x="162306" y="28575"/>
                </a:lnTo>
                <a:lnTo>
                  <a:pt x="148018" y="14287"/>
                </a:lnTo>
                <a:lnTo>
                  <a:pt x="176593" y="14287"/>
                </a:lnTo>
                <a:lnTo>
                  <a:pt x="176593" y="28575"/>
                </a:lnTo>
                <a:close/>
              </a:path>
              <a:path w="177164" h="398145">
                <a:moveTo>
                  <a:pt x="28575" y="383628"/>
                </a:moveTo>
                <a:lnTo>
                  <a:pt x="14287" y="369341"/>
                </a:lnTo>
                <a:lnTo>
                  <a:pt x="28575" y="369341"/>
                </a:lnTo>
                <a:lnTo>
                  <a:pt x="28575" y="383628"/>
                </a:lnTo>
                <a:close/>
              </a:path>
              <a:path w="177164" h="398145">
                <a:moveTo>
                  <a:pt x="148018" y="383628"/>
                </a:moveTo>
                <a:lnTo>
                  <a:pt x="28575" y="383628"/>
                </a:lnTo>
                <a:lnTo>
                  <a:pt x="28575" y="369341"/>
                </a:lnTo>
                <a:lnTo>
                  <a:pt x="148018" y="369341"/>
                </a:lnTo>
                <a:lnTo>
                  <a:pt x="148018" y="383628"/>
                </a:lnTo>
                <a:close/>
              </a:path>
              <a:path w="177164" h="398145">
                <a:moveTo>
                  <a:pt x="176593" y="383628"/>
                </a:moveTo>
                <a:lnTo>
                  <a:pt x="148018" y="383628"/>
                </a:lnTo>
                <a:lnTo>
                  <a:pt x="162306" y="369341"/>
                </a:lnTo>
                <a:lnTo>
                  <a:pt x="176593" y="369341"/>
                </a:lnTo>
                <a:lnTo>
                  <a:pt x="176593" y="3836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7635950" y="4779543"/>
            <a:ext cx="1955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046241" y="4683874"/>
            <a:ext cx="1955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6339636" y="5025402"/>
            <a:ext cx="0" cy="345440"/>
          </a:xfrm>
          <a:custGeom>
            <a:avLst/>
            <a:gdLst/>
            <a:ahLst/>
            <a:cxnLst/>
            <a:rect l="l" t="t" r="r" b="b"/>
            <a:pathLst>
              <a:path w="0" h="345439">
                <a:moveTo>
                  <a:pt x="0" y="0"/>
                </a:moveTo>
                <a:lnTo>
                  <a:pt x="0" y="34507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528407" y="4867630"/>
            <a:ext cx="0" cy="505459"/>
          </a:xfrm>
          <a:custGeom>
            <a:avLst/>
            <a:gdLst/>
            <a:ahLst/>
            <a:cxnLst/>
            <a:rect l="l" t="t" r="r" b="b"/>
            <a:pathLst>
              <a:path w="0" h="505460">
                <a:moveTo>
                  <a:pt x="0" y="0"/>
                </a:moveTo>
                <a:lnTo>
                  <a:pt x="0" y="50523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533360" y="4349394"/>
            <a:ext cx="0" cy="459740"/>
          </a:xfrm>
          <a:custGeom>
            <a:avLst/>
            <a:gdLst/>
            <a:ahLst/>
            <a:cxnLst/>
            <a:rect l="l" t="t" r="r" b="b"/>
            <a:pathLst>
              <a:path w="0" h="459739">
                <a:moveTo>
                  <a:pt x="0" y="0"/>
                </a:moveTo>
                <a:lnTo>
                  <a:pt x="0" y="45930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347180" y="4354931"/>
            <a:ext cx="1191895" cy="0"/>
          </a:xfrm>
          <a:custGeom>
            <a:avLst/>
            <a:gdLst/>
            <a:ahLst/>
            <a:cxnLst/>
            <a:rect l="l" t="t" r="r" b="b"/>
            <a:pathLst>
              <a:path w="1191895" h="0">
                <a:moveTo>
                  <a:pt x="0" y="0"/>
                </a:moveTo>
                <a:lnTo>
                  <a:pt x="119131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337096" y="5370474"/>
            <a:ext cx="1191895" cy="0"/>
          </a:xfrm>
          <a:custGeom>
            <a:avLst/>
            <a:gdLst/>
            <a:ahLst/>
            <a:cxnLst/>
            <a:rect l="l" t="t" r="r" b="b"/>
            <a:pathLst>
              <a:path w="1191895" h="0">
                <a:moveTo>
                  <a:pt x="0" y="0"/>
                </a:moveTo>
                <a:lnTo>
                  <a:pt x="119131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80059">
              <a:lnSpc>
                <a:spcPct val="100000"/>
              </a:lnSpc>
              <a:spcBef>
                <a:spcPts val="100"/>
              </a:spcBef>
            </a:pPr>
            <a:r>
              <a:rPr dirty="0"/>
              <a:t>从能量转化角度看动生电动势产生</a:t>
            </a:r>
          </a:p>
        </p:txBody>
      </p:sp>
      <p:sp>
        <p:nvSpPr>
          <p:cNvPr id="3" name="object 3"/>
          <p:cNvSpPr/>
          <p:nvPr/>
        </p:nvSpPr>
        <p:spPr>
          <a:xfrm>
            <a:off x="3524097" y="181637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17520" y="1508760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1" y="0"/>
                </a:lnTo>
                <a:lnTo>
                  <a:pt x="362711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15639" y="1732788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08248" y="2033523"/>
            <a:ext cx="58032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00FF"/>
                </a:solidFill>
                <a:latin typeface="华文楷体"/>
                <a:cs typeface="华文楷体"/>
              </a:rPr>
              <a:t>⑤</a:t>
            </a:r>
            <a:r>
              <a:rPr dirty="0" sz="2400" spc="-15">
                <a:solidFill>
                  <a:srgbClr val="0000FF"/>
                </a:solidFill>
                <a:latin typeface="华文楷体"/>
                <a:cs typeface="华文楷体"/>
              </a:rPr>
              <a:t>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在时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间</a:t>
            </a:r>
            <a:r>
              <a:rPr dirty="0" sz="2400" spc="-15" b="1">
                <a:solidFill>
                  <a:srgbClr val="0000FF"/>
                </a:solidFill>
                <a:latin typeface="华文楷体"/>
                <a:cs typeface="华文楷体"/>
              </a:rPr>
              <a:t> </a:t>
            </a:r>
            <a:r>
              <a:rPr dirty="0" sz="2400" b="1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dirty="0" sz="2400" spc="-20" b="1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内，外力</a:t>
            </a:r>
            <a:r>
              <a:rPr dirty="0" sz="2400" b="1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dirty="0" sz="2400" spc="-65" b="1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做功？安培力做功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33198" y="3714902"/>
            <a:ext cx="953769" cy="0"/>
          </a:xfrm>
          <a:custGeom>
            <a:avLst/>
            <a:gdLst/>
            <a:ahLst/>
            <a:cxnLst/>
            <a:rect l="l" t="t" r="r" b="b"/>
            <a:pathLst>
              <a:path w="953770" h="0">
                <a:moveTo>
                  <a:pt x="0" y="0"/>
                </a:moveTo>
                <a:lnTo>
                  <a:pt x="953287" y="0"/>
                </a:lnTo>
              </a:path>
            </a:pathLst>
          </a:custGeom>
          <a:ln w="1570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605282" y="3713454"/>
            <a:ext cx="21907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5" i="1">
                <a:latin typeface="Times New Roman"/>
                <a:cs typeface="Times New Roman"/>
              </a:rPr>
              <a:t>R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17553" y="3465410"/>
            <a:ext cx="97853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160" i="1">
                <a:latin typeface="Times New Roman"/>
                <a:cs typeface="Times New Roman"/>
              </a:rPr>
              <a:t>W</a:t>
            </a:r>
            <a:r>
              <a:rPr dirty="0" baseline="-28735" sz="2175" spc="-15">
                <a:latin typeface="宋体"/>
                <a:cs typeface="宋体"/>
              </a:rPr>
              <a:t>安</a:t>
            </a:r>
            <a:r>
              <a:rPr dirty="0" baseline="-28735" sz="2175" spc="52">
                <a:latin typeface="宋体"/>
                <a:cs typeface="宋体"/>
              </a:rPr>
              <a:t> </a:t>
            </a:r>
            <a:r>
              <a:rPr dirty="0" sz="2500" spc="-5">
                <a:latin typeface="Symbol"/>
                <a:cs typeface="Symbol"/>
              </a:rPr>
              <a:t></a:t>
            </a:r>
            <a:r>
              <a:rPr dirty="0" sz="2500" spc="-80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Symbol"/>
                <a:cs typeface="Symbol"/>
              </a:rPr>
              <a:t>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50279" y="3265322"/>
            <a:ext cx="91630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55" i="1">
                <a:latin typeface="Times New Roman"/>
                <a:cs typeface="Times New Roman"/>
              </a:rPr>
              <a:t>B</a:t>
            </a:r>
            <a:r>
              <a:rPr dirty="0" baseline="42145" sz="2175" spc="82">
                <a:latin typeface="Times New Roman"/>
                <a:cs typeface="Times New Roman"/>
              </a:rPr>
              <a:t>2</a:t>
            </a:r>
            <a:r>
              <a:rPr dirty="0" sz="2500" spc="55" i="1">
                <a:latin typeface="Times New Roman"/>
                <a:cs typeface="Times New Roman"/>
              </a:rPr>
              <a:t>l</a:t>
            </a:r>
            <a:r>
              <a:rPr dirty="0" sz="2500" spc="-440" i="1">
                <a:latin typeface="Times New Roman"/>
                <a:cs typeface="Times New Roman"/>
              </a:rPr>
              <a:t> </a:t>
            </a:r>
            <a:r>
              <a:rPr dirty="0" baseline="42145" sz="2175" spc="-7">
                <a:latin typeface="Times New Roman"/>
                <a:cs typeface="Times New Roman"/>
              </a:rPr>
              <a:t>2</a:t>
            </a:r>
            <a:r>
              <a:rPr dirty="0" baseline="42145" sz="2175" spc="-330">
                <a:latin typeface="Times New Roman"/>
                <a:cs typeface="Times New Roman"/>
              </a:rPr>
              <a:t> </a:t>
            </a:r>
            <a:r>
              <a:rPr dirty="0" sz="2500" spc="30" i="1">
                <a:latin typeface="Book Antiqua"/>
                <a:cs typeface="Book Antiqua"/>
              </a:rPr>
              <a:t>v</a:t>
            </a:r>
            <a:r>
              <a:rPr dirty="0" baseline="42145" sz="2175" spc="44" i="1">
                <a:latin typeface="Book Antiqua"/>
                <a:cs typeface="Book Antiqua"/>
              </a:rPr>
              <a:t>2</a:t>
            </a:r>
            <a:r>
              <a:rPr dirty="0" sz="2500" spc="30" i="1">
                <a:latin typeface="Times New Roman"/>
                <a:cs typeface="Times New Roman"/>
              </a:rPr>
              <a:t>t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295131" y="4302252"/>
            <a:ext cx="1453896" cy="14538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819982" y="4381220"/>
            <a:ext cx="1687195" cy="0"/>
          </a:xfrm>
          <a:custGeom>
            <a:avLst/>
            <a:gdLst/>
            <a:ahLst/>
            <a:cxnLst/>
            <a:rect l="l" t="t" r="r" b="b"/>
            <a:pathLst>
              <a:path w="1687195" h="0">
                <a:moveTo>
                  <a:pt x="0" y="0"/>
                </a:moveTo>
                <a:lnTo>
                  <a:pt x="1686674" y="0"/>
                </a:lnTo>
              </a:path>
            </a:pathLst>
          </a:custGeom>
          <a:ln w="50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64801" y="4372406"/>
            <a:ext cx="558165" cy="929005"/>
          </a:xfrm>
          <a:custGeom>
            <a:avLst/>
            <a:gdLst/>
            <a:ahLst/>
            <a:cxnLst/>
            <a:rect l="l" t="t" r="r" b="b"/>
            <a:pathLst>
              <a:path w="558164" h="929004">
                <a:moveTo>
                  <a:pt x="24688" y="928801"/>
                </a:moveTo>
                <a:lnTo>
                  <a:pt x="0" y="914400"/>
                </a:lnTo>
                <a:lnTo>
                  <a:pt x="533400" y="0"/>
                </a:lnTo>
                <a:lnTo>
                  <a:pt x="558088" y="14401"/>
                </a:lnTo>
                <a:lnTo>
                  <a:pt x="24688" y="9288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456432" y="4645152"/>
            <a:ext cx="226060" cy="306705"/>
          </a:xfrm>
          <a:custGeom>
            <a:avLst/>
            <a:gdLst/>
            <a:ahLst/>
            <a:cxnLst/>
            <a:rect l="l" t="t" r="r" b="b"/>
            <a:pathLst>
              <a:path w="226060" h="306704">
                <a:moveTo>
                  <a:pt x="73151" y="306324"/>
                </a:moveTo>
                <a:lnTo>
                  <a:pt x="0" y="263651"/>
                </a:lnTo>
                <a:lnTo>
                  <a:pt x="152400" y="0"/>
                </a:lnTo>
                <a:lnTo>
                  <a:pt x="225551" y="42672"/>
                </a:lnTo>
                <a:lnTo>
                  <a:pt x="73151" y="3063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436416" y="4625771"/>
            <a:ext cx="266065" cy="346075"/>
          </a:xfrm>
          <a:custGeom>
            <a:avLst/>
            <a:gdLst/>
            <a:ahLst/>
            <a:cxnLst/>
            <a:rect l="l" t="t" r="r" b="b"/>
            <a:pathLst>
              <a:path w="266064" h="346075">
                <a:moveTo>
                  <a:pt x="98983" y="345859"/>
                </a:moveTo>
                <a:lnTo>
                  <a:pt x="0" y="288709"/>
                </a:lnTo>
                <a:lnTo>
                  <a:pt x="166687" y="0"/>
                </a:lnTo>
                <a:lnTo>
                  <a:pt x="212857" y="26657"/>
                </a:lnTo>
                <a:lnTo>
                  <a:pt x="184289" y="26657"/>
                </a:lnTo>
                <a:lnTo>
                  <a:pt x="164769" y="31889"/>
                </a:lnTo>
                <a:lnTo>
                  <a:pt x="177144" y="39033"/>
                </a:lnTo>
                <a:lnTo>
                  <a:pt x="43159" y="271106"/>
                </a:lnTo>
                <a:lnTo>
                  <a:pt x="26657" y="271106"/>
                </a:lnTo>
                <a:lnTo>
                  <a:pt x="31889" y="290626"/>
                </a:lnTo>
                <a:lnTo>
                  <a:pt x="60468" y="290626"/>
                </a:lnTo>
                <a:lnTo>
                  <a:pt x="88526" y="306825"/>
                </a:lnTo>
                <a:lnTo>
                  <a:pt x="81381" y="319201"/>
                </a:lnTo>
                <a:lnTo>
                  <a:pt x="114374" y="319201"/>
                </a:lnTo>
                <a:lnTo>
                  <a:pt x="98983" y="345859"/>
                </a:lnTo>
                <a:close/>
              </a:path>
              <a:path w="266064" h="346075">
                <a:moveTo>
                  <a:pt x="177144" y="39033"/>
                </a:moveTo>
                <a:lnTo>
                  <a:pt x="164769" y="31889"/>
                </a:lnTo>
                <a:lnTo>
                  <a:pt x="184289" y="26657"/>
                </a:lnTo>
                <a:lnTo>
                  <a:pt x="177144" y="39033"/>
                </a:lnTo>
                <a:close/>
              </a:path>
              <a:path w="266064" h="346075">
                <a:moveTo>
                  <a:pt x="226637" y="67606"/>
                </a:moveTo>
                <a:lnTo>
                  <a:pt x="177144" y="39033"/>
                </a:lnTo>
                <a:lnTo>
                  <a:pt x="184289" y="26657"/>
                </a:lnTo>
                <a:lnTo>
                  <a:pt x="212857" y="26657"/>
                </a:lnTo>
                <a:lnTo>
                  <a:pt x="262349" y="55232"/>
                </a:lnTo>
                <a:lnTo>
                  <a:pt x="233781" y="55232"/>
                </a:lnTo>
                <a:lnTo>
                  <a:pt x="226637" y="67606"/>
                </a:lnTo>
                <a:close/>
              </a:path>
              <a:path w="266064" h="346075">
                <a:moveTo>
                  <a:pt x="239013" y="74752"/>
                </a:moveTo>
                <a:lnTo>
                  <a:pt x="226637" y="67606"/>
                </a:lnTo>
                <a:lnTo>
                  <a:pt x="233781" y="55232"/>
                </a:lnTo>
                <a:lnTo>
                  <a:pt x="239013" y="74752"/>
                </a:lnTo>
                <a:close/>
              </a:path>
              <a:path w="266064" h="346075">
                <a:moveTo>
                  <a:pt x="255508" y="74752"/>
                </a:moveTo>
                <a:lnTo>
                  <a:pt x="239013" y="74752"/>
                </a:lnTo>
                <a:lnTo>
                  <a:pt x="233781" y="55232"/>
                </a:lnTo>
                <a:lnTo>
                  <a:pt x="262349" y="55232"/>
                </a:lnTo>
                <a:lnTo>
                  <a:pt x="265671" y="57150"/>
                </a:lnTo>
                <a:lnTo>
                  <a:pt x="255508" y="74752"/>
                </a:lnTo>
                <a:close/>
              </a:path>
              <a:path w="266064" h="346075">
                <a:moveTo>
                  <a:pt x="114374" y="319201"/>
                </a:moveTo>
                <a:lnTo>
                  <a:pt x="81381" y="319201"/>
                </a:lnTo>
                <a:lnTo>
                  <a:pt x="100901" y="313969"/>
                </a:lnTo>
                <a:lnTo>
                  <a:pt x="88526" y="306825"/>
                </a:lnTo>
                <a:lnTo>
                  <a:pt x="226637" y="67606"/>
                </a:lnTo>
                <a:lnTo>
                  <a:pt x="239013" y="74752"/>
                </a:lnTo>
                <a:lnTo>
                  <a:pt x="255508" y="74752"/>
                </a:lnTo>
                <a:lnTo>
                  <a:pt x="114374" y="319201"/>
                </a:lnTo>
                <a:close/>
              </a:path>
              <a:path w="266064" h="346075">
                <a:moveTo>
                  <a:pt x="31889" y="290626"/>
                </a:moveTo>
                <a:lnTo>
                  <a:pt x="26657" y="271106"/>
                </a:lnTo>
                <a:lnTo>
                  <a:pt x="39034" y="278252"/>
                </a:lnTo>
                <a:lnTo>
                  <a:pt x="31889" y="290626"/>
                </a:lnTo>
                <a:close/>
              </a:path>
              <a:path w="266064" h="346075">
                <a:moveTo>
                  <a:pt x="39034" y="278252"/>
                </a:moveTo>
                <a:lnTo>
                  <a:pt x="26657" y="271106"/>
                </a:lnTo>
                <a:lnTo>
                  <a:pt x="43159" y="271106"/>
                </a:lnTo>
                <a:lnTo>
                  <a:pt x="39034" y="278252"/>
                </a:lnTo>
                <a:close/>
              </a:path>
              <a:path w="266064" h="346075">
                <a:moveTo>
                  <a:pt x="60468" y="290626"/>
                </a:moveTo>
                <a:lnTo>
                  <a:pt x="31889" y="290626"/>
                </a:lnTo>
                <a:lnTo>
                  <a:pt x="39034" y="278252"/>
                </a:lnTo>
                <a:lnTo>
                  <a:pt x="60468" y="290626"/>
                </a:lnTo>
                <a:close/>
              </a:path>
              <a:path w="266064" h="346075">
                <a:moveTo>
                  <a:pt x="81381" y="319201"/>
                </a:moveTo>
                <a:lnTo>
                  <a:pt x="88526" y="306825"/>
                </a:lnTo>
                <a:lnTo>
                  <a:pt x="100901" y="313969"/>
                </a:lnTo>
                <a:lnTo>
                  <a:pt x="81381" y="3192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260216" y="5294007"/>
            <a:ext cx="1981200" cy="0"/>
          </a:xfrm>
          <a:custGeom>
            <a:avLst/>
            <a:gdLst/>
            <a:ahLst/>
            <a:cxnLst/>
            <a:rect l="l" t="t" r="r" b="b"/>
            <a:pathLst>
              <a:path w="1981200" h="0">
                <a:moveTo>
                  <a:pt x="0" y="0"/>
                </a:moveTo>
                <a:lnTo>
                  <a:pt x="19812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828415" y="4174794"/>
            <a:ext cx="0" cy="629920"/>
          </a:xfrm>
          <a:custGeom>
            <a:avLst/>
            <a:gdLst/>
            <a:ahLst/>
            <a:cxnLst/>
            <a:rect l="l" t="t" r="r" b="b"/>
            <a:pathLst>
              <a:path w="0" h="629920">
                <a:moveTo>
                  <a:pt x="0" y="0"/>
                </a:moveTo>
                <a:lnTo>
                  <a:pt x="0" y="6297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934205" y="4358652"/>
            <a:ext cx="1955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670971" y="4813630"/>
            <a:ext cx="381000" cy="85725"/>
          </a:xfrm>
          <a:custGeom>
            <a:avLst/>
            <a:gdLst/>
            <a:ahLst/>
            <a:cxnLst/>
            <a:rect l="l" t="t" r="r" b="b"/>
            <a:pathLst>
              <a:path w="381000" h="85725">
                <a:moveTo>
                  <a:pt x="295275" y="85725"/>
                </a:moveTo>
                <a:lnTo>
                  <a:pt x="338137" y="42862"/>
                </a:lnTo>
                <a:lnTo>
                  <a:pt x="295275" y="0"/>
                </a:lnTo>
                <a:lnTo>
                  <a:pt x="352425" y="28575"/>
                </a:lnTo>
                <a:lnTo>
                  <a:pt x="348856" y="28575"/>
                </a:lnTo>
                <a:lnTo>
                  <a:pt x="348856" y="57150"/>
                </a:lnTo>
                <a:lnTo>
                  <a:pt x="352425" y="57150"/>
                </a:lnTo>
                <a:lnTo>
                  <a:pt x="295275" y="85725"/>
                </a:lnTo>
                <a:close/>
              </a:path>
              <a:path w="381000" h="85725">
                <a:moveTo>
                  <a:pt x="323850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323850" y="28575"/>
                </a:lnTo>
                <a:lnTo>
                  <a:pt x="338137" y="42862"/>
                </a:lnTo>
                <a:lnTo>
                  <a:pt x="323850" y="57150"/>
                </a:lnTo>
                <a:close/>
              </a:path>
              <a:path w="381000" h="85725">
                <a:moveTo>
                  <a:pt x="352425" y="57150"/>
                </a:moveTo>
                <a:lnTo>
                  <a:pt x="348856" y="57150"/>
                </a:lnTo>
                <a:lnTo>
                  <a:pt x="348856" y="28575"/>
                </a:lnTo>
                <a:lnTo>
                  <a:pt x="352425" y="28575"/>
                </a:lnTo>
                <a:lnTo>
                  <a:pt x="381000" y="42862"/>
                </a:lnTo>
                <a:lnTo>
                  <a:pt x="352425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825911" y="3978846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14012" y="5327015"/>
            <a:ext cx="25209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63811" y="4543755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828415" y="5560707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828415" y="5360682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828415" y="5160657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828415" y="4960632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786479" y="5294007"/>
            <a:ext cx="85725" cy="391160"/>
          </a:xfrm>
          <a:custGeom>
            <a:avLst/>
            <a:gdLst/>
            <a:ahLst/>
            <a:cxnLst/>
            <a:rect l="l" t="t" r="r" b="b"/>
            <a:pathLst>
              <a:path w="85725" h="391160">
                <a:moveTo>
                  <a:pt x="42862" y="348157"/>
                </a:moveTo>
                <a:lnTo>
                  <a:pt x="28575" y="333870"/>
                </a:lnTo>
                <a:lnTo>
                  <a:pt x="28575" y="0"/>
                </a:lnTo>
                <a:lnTo>
                  <a:pt x="57150" y="0"/>
                </a:lnTo>
                <a:lnTo>
                  <a:pt x="57150" y="333870"/>
                </a:lnTo>
                <a:lnTo>
                  <a:pt x="42862" y="348157"/>
                </a:lnTo>
                <a:close/>
              </a:path>
              <a:path w="85725" h="391160">
                <a:moveTo>
                  <a:pt x="42862" y="391020"/>
                </a:moveTo>
                <a:lnTo>
                  <a:pt x="0" y="305295"/>
                </a:lnTo>
                <a:lnTo>
                  <a:pt x="28575" y="333870"/>
                </a:lnTo>
                <a:lnTo>
                  <a:pt x="28575" y="358876"/>
                </a:lnTo>
                <a:lnTo>
                  <a:pt x="58934" y="358876"/>
                </a:lnTo>
                <a:lnTo>
                  <a:pt x="42862" y="391020"/>
                </a:lnTo>
                <a:close/>
              </a:path>
              <a:path w="85725" h="391160">
                <a:moveTo>
                  <a:pt x="58934" y="358876"/>
                </a:moveTo>
                <a:lnTo>
                  <a:pt x="57150" y="358876"/>
                </a:lnTo>
                <a:lnTo>
                  <a:pt x="57150" y="333870"/>
                </a:lnTo>
                <a:lnTo>
                  <a:pt x="85725" y="305295"/>
                </a:lnTo>
                <a:lnTo>
                  <a:pt x="58934" y="358876"/>
                </a:lnTo>
                <a:close/>
              </a:path>
              <a:path w="85725" h="391160">
                <a:moveTo>
                  <a:pt x="57150" y="358876"/>
                </a:moveTo>
                <a:lnTo>
                  <a:pt x="28575" y="358876"/>
                </a:lnTo>
                <a:lnTo>
                  <a:pt x="28575" y="333870"/>
                </a:lnTo>
                <a:lnTo>
                  <a:pt x="42862" y="348157"/>
                </a:lnTo>
                <a:lnTo>
                  <a:pt x="57150" y="348157"/>
                </a:lnTo>
                <a:lnTo>
                  <a:pt x="57150" y="358876"/>
                </a:lnTo>
                <a:close/>
              </a:path>
              <a:path w="85725" h="391160">
                <a:moveTo>
                  <a:pt x="57150" y="348157"/>
                </a:moveTo>
                <a:lnTo>
                  <a:pt x="42862" y="348157"/>
                </a:lnTo>
                <a:lnTo>
                  <a:pt x="57150" y="333870"/>
                </a:lnTo>
                <a:lnTo>
                  <a:pt x="57150" y="3481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420412" y="4174794"/>
            <a:ext cx="0" cy="629920"/>
          </a:xfrm>
          <a:custGeom>
            <a:avLst/>
            <a:gdLst/>
            <a:ahLst/>
            <a:cxnLst/>
            <a:rect l="l" t="t" r="r" b="b"/>
            <a:pathLst>
              <a:path w="0" h="629920">
                <a:moveTo>
                  <a:pt x="0" y="0"/>
                </a:moveTo>
                <a:lnTo>
                  <a:pt x="0" y="6297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420412" y="5172011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420412" y="4971986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373588" y="5300129"/>
            <a:ext cx="85725" cy="391160"/>
          </a:xfrm>
          <a:custGeom>
            <a:avLst/>
            <a:gdLst/>
            <a:ahLst/>
            <a:cxnLst/>
            <a:rect l="l" t="t" r="r" b="b"/>
            <a:pathLst>
              <a:path w="85725" h="391160">
                <a:moveTo>
                  <a:pt x="42862" y="348157"/>
                </a:moveTo>
                <a:lnTo>
                  <a:pt x="28575" y="333870"/>
                </a:lnTo>
                <a:lnTo>
                  <a:pt x="28575" y="0"/>
                </a:lnTo>
                <a:lnTo>
                  <a:pt x="57150" y="0"/>
                </a:lnTo>
                <a:lnTo>
                  <a:pt x="57150" y="333870"/>
                </a:lnTo>
                <a:lnTo>
                  <a:pt x="42862" y="348157"/>
                </a:lnTo>
                <a:close/>
              </a:path>
              <a:path w="85725" h="391160">
                <a:moveTo>
                  <a:pt x="42862" y="391020"/>
                </a:moveTo>
                <a:lnTo>
                  <a:pt x="0" y="305295"/>
                </a:lnTo>
                <a:lnTo>
                  <a:pt x="28575" y="333870"/>
                </a:lnTo>
                <a:lnTo>
                  <a:pt x="28575" y="358876"/>
                </a:lnTo>
                <a:lnTo>
                  <a:pt x="58934" y="358876"/>
                </a:lnTo>
                <a:lnTo>
                  <a:pt x="42862" y="391020"/>
                </a:lnTo>
                <a:close/>
              </a:path>
              <a:path w="85725" h="391160">
                <a:moveTo>
                  <a:pt x="58934" y="358876"/>
                </a:moveTo>
                <a:lnTo>
                  <a:pt x="57150" y="358876"/>
                </a:lnTo>
                <a:lnTo>
                  <a:pt x="57150" y="333870"/>
                </a:lnTo>
                <a:lnTo>
                  <a:pt x="85725" y="305295"/>
                </a:lnTo>
                <a:lnTo>
                  <a:pt x="58934" y="358876"/>
                </a:lnTo>
                <a:close/>
              </a:path>
              <a:path w="85725" h="391160">
                <a:moveTo>
                  <a:pt x="57150" y="358876"/>
                </a:moveTo>
                <a:lnTo>
                  <a:pt x="28575" y="358876"/>
                </a:lnTo>
                <a:lnTo>
                  <a:pt x="28575" y="333870"/>
                </a:lnTo>
                <a:lnTo>
                  <a:pt x="42862" y="348157"/>
                </a:lnTo>
                <a:lnTo>
                  <a:pt x="57150" y="348157"/>
                </a:lnTo>
                <a:lnTo>
                  <a:pt x="57150" y="358876"/>
                </a:lnTo>
                <a:close/>
              </a:path>
              <a:path w="85725" h="391160">
                <a:moveTo>
                  <a:pt x="57150" y="348157"/>
                </a:moveTo>
                <a:lnTo>
                  <a:pt x="42862" y="348157"/>
                </a:lnTo>
                <a:lnTo>
                  <a:pt x="57150" y="333870"/>
                </a:lnTo>
                <a:lnTo>
                  <a:pt x="57150" y="3481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022227" y="4176305"/>
            <a:ext cx="0" cy="629920"/>
          </a:xfrm>
          <a:custGeom>
            <a:avLst/>
            <a:gdLst/>
            <a:ahLst/>
            <a:cxnLst/>
            <a:rect l="l" t="t" r="r" b="b"/>
            <a:pathLst>
              <a:path w="0" h="629920">
                <a:moveTo>
                  <a:pt x="0" y="0"/>
                </a:moveTo>
                <a:lnTo>
                  <a:pt x="0" y="6297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022227" y="5562219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022227" y="5362194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022227" y="5162169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022227" y="4962144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980292" y="5295506"/>
            <a:ext cx="85725" cy="391160"/>
          </a:xfrm>
          <a:custGeom>
            <a:avLst/>
            <a:gdLst/>
            <a:ahLst/>
            <a:cxnLst/>
            <a:rect l="l" t="t" r="r" b="b"/>
            <a:pathLst>
              <a:path w="85725" h="391160">
                <a:moveTo>
                  <a:pt x="42862" y="348170"/>
                </a:moveTo>
                <a:lnTo>
                  <a:pt x="28575" y="333883"/>
                </a:lnTo>
                <a:lnTo>
                  <a:pt x="28575" y="0"/>
                </a:lnTo>
                <a:lnTo>
                  <a:pt x="57150" y="0"/>
                </a:lnTo>
                <a:lnTo>
                  <a:pt x="57150" y="333883"/>
                </a:lnTo>
                <a:lnTo>
                  <a:pt x="42862" y="348170"/>
                </a:lnTo>
                <a:close/>
              </a:path>
              <a:path w="85725" h="391160">
                <a:moveTo>
                  <a:pt x="42862" y="391033"/>
                </a:moveTo>
                <a:lnTo>
                  <a:pt x="0" y="305308"/>
                </a:lnTo>
                <a:lnTo>
                  <a:pt x="28575" y="333883"/>
                </a:lnTo>
                <a:lnTo>
                  <a:pt x="28575" y="358889"/>
                </a:lnTo>
                <a:lnTo>
                  <a:pt x="58934" y="358889"/>
                </a:lnTo>
                <a:lnTo>
                  <a:pt x="42862" y="391033"/>
                </a:lnTo>
                <a:close/>
              </a:path>
              <a:path w="85725" h="391160">
                <a:moveTo>
                  <a:pt x="58934" y="358889"/>
                </a:moveTo>
                <a:lnTo>
                  <a:pt x="57150" y="358889"/>
                </a:lnTo>
                <a:lnTo>
                  <a:pt x="57150" y="333883"/>
                </a:lnTo>
                <a:lnTo>
                  <a:pt x="85725" y="305308"/>
                </a:lnTo>
                <a:lnTo>
                  <a:pt x="58934" y="358889"/>
                </a:lnTo>
                <a:close/>
              </a:path>
              <a:path w="85725" h="391160">
                <a:moveTo>
                  <a:pt x="57150" y="358889"/>
                </a:moveTo>
                <a:lnTo>
                  <a:pt x="28575" y="358889"/>
                </a:lnTo>
                <a:lnTo>
                  <a:pt x="28575" y="333883"/>
                </a:lnTo>
                <a:lnTo>
                  <a:pt x="42862" y="348170"/>
                </a:lnTo>
                <a:lnTo>
                  <a:pt x="57150" y="348170"/>
                </a:lnTo>
                <a:lnTo>
                  <a:pt x="57150" y="358889"/>
                </a:lnTo>
                <a:close/>
              </a:path>
              <a:path w="85725" h="391160">
                <a:moveTo>
                  <a:pt x="57150" y="348170"/>
                </a:moveTo>
                <a:lnTo>
                  <a:pt x="42862" y="348170"/>
                </a:lnTo>
                <a:lnTo>
                  <a:pt x="57150" y="333883"/>
                </a:lnTo>
                <a:lnTo>
                  <a:pt x="57150" y="3481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235196" y="4282152"/>
            <a:ext cx="694690" cy="1097915"/>
          </a:xfrm>
          <a:custGeom>
            <a:avLst/>
            <a:gdLst/>
            <a:ahLst/>
            <a:cxnLst/>
            <a:rect l="l" t="t" r="r" b="b"/>
            <a:pathLst>
              <a:path w="694689" h="1097914">
                <a:moveTo>
                  <a:pt x="0" y="1045751"/>
                </a:moveTo>
                <a:lnTo>
                  <a:pt x="605027" y="10955"/>
                </a:lnTo>
                <a:lnTo>
                  <a:pt x="614364" y="2829"/>
                </a:lnTo>
                <a:lnTo>
                  <a:pt x="628446" y="0"/>
                </a:lnTo>
                <a:lnTo>
                  <a:pt x="645415" y="2473"/>
                </a:lnTo>
                <a:lnTo>
                  <a:pt x="663409" y="10256"/>
                </a:lnTo>
                <a:lnTo>
                  <a:pt x="679042" y="22094"/>
                </a:lnTo>
                <a:lnTo>
                  <a:pt x="689583" y="35633"/>
                </a:lnTo>
                <a:lnTo>
                  <a:pt x="694158" y="49231"/>
                </a:lnTo>
                <a:lnTo>
                  <a:pt x="691895" y="61247"/>
                </a:lnTo>
                <a:lnTo>
                  <a:pt x="123100" y="1035507"/>
                </a:lnTo>
                <a:lnTo>
                  <a:pt x="23841" y="1035507"/>
                </a:lnTo>
                <a:lnTo>
                  <a:pt x="9615" y="1038095"/>
                </a:lnTo>
                <a:lnTo>
                  <a:pt x="0" y="1045751"/>
                </a:lnTo>
                <a:close/>
              </a:path>
              <a:path w="694689" h="1097914">
                <a:moveTo>
                  <a:pt x="86867" y="1097567"/>
                </a:moveTo>
                <a:lnTo>
                  <a:pt x="74489" y="1057714"/>
                </a:lnTo>
                <a:lnTo>
                  <a:pt x="40862" y="1038070"/>
                </a:lnTo>
                <a:lnTo>
                  <a:pt x="23841" y="1035507"/>
                </a:lnTo>
                <a:lnTo>
                  <a:pt x="123100" y="1035507"/>
                </a:lnTo>
                <a:lnTo>
                  <a:pt x="86867" y="109756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218432" y="5300471"/>
            <a:ext cx="123444" cy="1082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950347" y="4267860"/>
            <a:ext cx="1446428" cy="11353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3786009" y="4695266"/>
            <a:ext cx="4267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dirty="0" baseline="-17921" sz="2325" spc="7" b="1">
                <a:solidFill>
                  <a:srgbClr val="0000FF"/>
                </a:solidFill>
                <a:latin typeface="华文楷体"/>
                <a:cs typeface="华文楷体"/>
              </a:rPr>
              <a:t>安</a:t>
            </a:r>
            <a:endParaRPr baseline="-17921" sz="2325">
              <a:latin typeface="华文楷体"/>
              <a:cs typeface="华文楷体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105311" y="4353267"/>
            <a:ext cx="328295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1760">
              <a:lnSpc>
                <a:spcPts val="2550"/>
              </a:lnSpc>
              <a:spcBef>
                <a:spcPts val="100"/>
              </a:spcBef>
            </a:pPr>
            <a:r>
              <a:rPr dirty="0" sz="2400" b="1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550"/>
              </a:lnSpc>
            </a:pPr>
            <a:r>
              <a:rPr dirty="0" sz="2400" b="1" i="1">
                <a:latin typeface="Book Antiqua"/>
                <a:cs typeface="Book Antiqua"/>
              </a:rPr>
              <a:t>v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351066" y="4349915"/>
            <a:ext cx="0" cy="314325"/>
          </a:xfrm>
          <a:custGeom>
            <a:avLst/>
            <a:gdLst/>
            <a:ahLst/>
            <a:cxnLst/>
            <a:rect l="l" t="t" r="r" b="b"/>
            <a:pathLst>
              <a:path w="0" h="314325">
                <a:moveTo>
                  <a:pt x="0" y="0"/>
                </a:moveTo>
                <a:lnTo>
                  <a:pt x="0" y="31371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386993" y="4800523"/>
            <a:ext cx="295910" cy="0"/>
          </a:xfrm>
          <a:custGeom>
            <a:avLst/>
            <a:gdLst/>
            <a:ahLst/>
            <a:cxnLst/>
            <a:rect l="l" t="t" r="r" b="b"/>
            <a:pathLst>
              <a:path w="295909" h="0">
                <a:moveTo>
                  <a:pt x="0" y="0"/>
                </a:moveTo>
                <a:lnTo>
                  <a:pt x="295909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463434" y="4867706"/>
            <a:ext cx="134620" cy="0"/>
          </a:xfrm>
          <a:custGeom>
            <a:avLst/>
            <a:gdLst/>
            <a:ahLst/>
            <a:cxnLst/>
            <a:rect l="l" t="t" r="r" b="b"/>
            <a:pathLst>
              <a:path w="134620" h="0">
                <a:moveTo>
                  <a:pt x="0" y="0"/>
                </a:moveTo>
                <a:lnTo>
                  <a:pt x="13439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262763" y="4642688"/>
            <a:ext cx="177165" cy="398145"/>
          </a:xfrm>
          <a:custGeom>
            <a:avLst/>
            <a:gdLst/>
            <a:ahLst/>
            <a:cxnLst/>
            <a:rect l="l" t="t" r="r" b="b"/>
            <a:pathLst>
              <a:path w="177164" h="398145">
                <a:moveTo>
                  <a:pt x="176593" y="397916"/>
                </a:moveTo>
                <a:lnTo>
                  <a:pt x="0" y="397916"/>
                </a:lnTo>
                <a:lnTo>
                  <a:pt x="0" y="0"/>
                </a:lnTo>
                <a:lnTo>
                  <a:pt x="176593" y="0"/>
                </a:lnTo>
                <a:lnTo>
                  <a:pt x="176593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369341"/>
                </a:lnTo>
                <a:lnTo>
                  <a:pt x="14287" y="369341"/>
                </a:lnTo>
                <a:lnTo>
                  <a:pt x="28575" y="383628"/>
                </a:lnTo>
                <a:lnTo>
                  <a:pt x="176593" y="383628"/>
                </a:lnTo>
                <a:lnTo>
                  <a:pt x="176593" y="397916"/>
                </a:lnTo>
                <a:close/>
              </a:path>
              <a:path w="177164" h="39814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77164" h="398145">
                <a:moveTo>
                  <a:pt x="148018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48018" y="14287"/>
                </a:lnTo>
                <a:lnTo>
                  <a:pt x="148018" y="28575"/>
                </a:lnTo>
                <a:close/>
              </a:path>
              <a:path w="177164" h="398145">
                <a:moveTo>
                  <a:pt x="148018" y="383628"/>
                </a:moveTo>
                <a:lnTo>
                  <a:pt x="148018" y="14287"/>
                </a:lnTo>
                <a:lnTo>
                  <a:pt x="162306" y="28575"/>
                </a:lnTo>
                <a:lnTo>
                  <a:pt x="176593" y="28575"/>
                </a:lnTo>
                <a:lnTo>
                  <a:pt x="176593" y="369341"/>
                </a:lnTo>
                <a:lnTo>
                  <a:pt x="162306" y="369341"/>
                </a:lnTo>
                <a:lnTo>
                  <a:pt x="148018" y="383628"/>
                </a:lnTo>
                <a:close/>
              </a:path>
              <a:path w="177164" h="398145">
                <a:moveTo>
                  <a:pt x="176593" y="28575"/>
                </a:moveTo>
                <a:lnTo>
                  <a:pt x="162306" y="28575"/>
                </a:lnTo>
                <a:lnTo>
                  <a:pt x="148018" y="14287"/>
                </a:lnTo>
                <a:lnTo>
                  <a:pt x="176593" y="14287"/>
                </a:lnTo>
                <a:lnTo>
                  <a:pt x="176593" y="28575"/>
                </a:lnTo>
                <a:close/>
              </a:path>
              <a:path w="177164" h="398145">
                <a:moveTo>
                  <a:pt x="28575" y="383628"/>
                </a:moveTo>
                <a:lnTo>
                  <a:pt x="14287" y="369341"/>
                </a:lnTo>
                <a:lnTo>
                  <a:pt x="28575" y="369341"/>
                </a:lnTo>
                <a:lnTo>
                  <a:pt x="28575" y="383628"/>
                </a:lnTo>
                <a:close/>
              </a:path>
              <a:path w="177164" h="398145">
                <a:moveTo>
                  <a:pt x="148018" y="383628"/>
                </a:moveTo>
                <a:lnTo>
                  <a:pt x="28575" y="383628"/>
                </a:lnTo>
                <a:lnTo>
                  <a:pt x="28575" y="369341"/>
                </a:lnTo>
                <a:lnTo>
                  <a:pt x="148018" y="369341"/>
                </a:lnTo>
                <a:lnTo>
                  <a:pt x="148018" y="383628"/>
                </a:lnTo>
                <a:close/>
              </a:path>
              <a:path w="177164" h="398145">
                <a:moveTo>
                  <a:pt x="176593" y="383628"/>
                </a:moveTo>
                <a:lnTo>
                  <a:pt x="148018" y="383628"/>
                </a:lnTo>
                <a:lnTo>
                  <a:pt x="162306" y="369341"/>
                </a:lnTo>
                <a:lnTo>
                  <a:pt x="176593" y="369341"/>
                </a:lnTo>
                <a:lnTo>
                  <a:pt x="176593" y="3836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7635950" y="4779543"/>
            <a:ext cx="1955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046241" y="4683874"/>
            <a:ext cx="1955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6339636" y="5025402"/>
            <a:ext cx="0" cy="345440"/>
          </a:xfrm>
          <a:custGeom>
            <a:avLst/>
            <a:gdLst/>
            <a:ahLst/>
            <a:cxnLst/>
            <a:rect l="l" t="t" r="r" b="b"/>
            <a:pathLst>
              <a:path w="0" h="345439">
                <a:moveTo>
                  <a:pt x="0" y="0"/>
                </a:moveTo>
                <a:lnTo>
                  <a:pt x="0" y="34507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528407" y="4867630"/>
            <a:ext cx="0" cy="505459"/>
          </a:xfrm>
          <a:custGeom>
            <a:avLst/>
            <a:gdLst/>
            <a:ahLst/>
            <a:cxnLst/>
            <a:rect l="l" t="t" r="r" b="b"/>
            <a:pathLst>
              <a:path w="0" h="505460">
                <a:moveTo>
                  <a:pt x="0" y="0"/>
                </a:moveTo>
                <a:lnTo>
                  <a:pt x="0" y="50523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533360" y="4349394"/>
            <a:ext cx="0" cy="459740"/>
          </a:xfrm>
          <a:custGeom>
            <a:avLst/>
            <a:gdLst/>
            <a:ahLst/>
            <a:cxnLst/>
            <a:rect l="l" t="t" r="r" b="b"/>
            <a:pathLst>
              <a:path w="0" h="459739">
                <a:moveTo>
                  <a:pt x="0" y="0"/>
                </a:moveTo>
                <a:lnTo>
                  <a:pt x="0" y="45930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347180" y="4354931"/>
            <a:ext cx="1191895" cy="0"/>
          </a:xfrm>
          <a:custGeom>
            <a:avLst/>
            <a:gdLst/>
            <a:ahLst/>
            <a:cxnLst/>
            <a:rect l="l" t="t" r="r" b="b"/>
            <a:pathLst>
              <a:path w="1191895" h="0">
                <a:moveTo>
                  <a:pt x="0" y="0"/>
                </a:moveTo>
                <a:lnTo>
                  <a:pt x="119131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337096" y="5370474"/>
            <a:ext cx="1191895" cy="0"/>
          </a:xfrm>
          <a:custGeom>
            <a:avLst/>
            <a:gdLst/>
            <a:ahLst/>
            <a:cxnLst/>
            <a:rect l="l" t="t" r="r" b="b"/>
            <a:pathLst>
              <a:path w="1191895" h="0">
                <a:moveTo>
                  <a:pt x="0" y="0"/>
                </a:moveTo>
                <a:lnTo>
                  <a:pt x="119131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3385045" y="2507767"/>
            <a:ext cx="1558925" cy="1153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11785">
              <a:lnSpc>
                <a:spcPct val="1542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外力做</a:t>
            </a:r>
            <a:r>
              <a:rPr dirty="0" sz="2400" spc="-5" b="1">
                <a:latin typeface="华文楷体"/>
                <a:cs typeface="华文楷体"/>
              </a:rPr>
              <a:t>功 </a:t>
            </a:r>
            <a:r>
              <a:rPr dirty="0" sz="2400" b="1">
                <a:latin typeface="华文楷体"/>
                <a:cs typeface="华文楷体"/>
              </a:rPr>
              <a:t>安培力做</a:t>
            </a:r>
            <a:r>
              <a:rPr dirty="0" sz="2400" spc="-5" b="1">
                <a:latin typeface="华文楷体"/>
                <a:cs typeface="华文楷体"/>
              </a:rPr>
              <a:t>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6967181" y="2984665"/>
            <a:ext cx="953769" cy="0"/>
          </a:xfrm>
          <a:custGeom>
            <a:avLst/>
            <a:gdLst/>
            <a:ahLst/>
            <a:cxnLst/>
            <a:rect l="l" t="t" r="r" b="b"/>
            <a:pathLst>
              <a:path w="953770" h="0">
                <a:moveTo>
                  <a:pt x="0" y="0"/>
                </a:moveTo>
                <a:lnTo>
                  <a:pt x="953719" y="0"/>
                </a:lnTo>
              </a:path>
            </a:pathLst>
          </a:custGeom>
          <a:ln w="157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7339444" y="2983217"/>
            <a:ext cx="21907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5" i="1">
                <a:latin typeface="Times New Roman"/>
                <a:cs typeface="Times New Roman"/>
              </a:rPr>
              <a:t>R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5240629" y="2735173"/>
            <a:ext cx="166052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72565" algn="l"/>
              </a:tabLst>
            </a:pPr>
            <a:r>
              <a:rPr dirty="0" baseline="1111" sz="3750" spc="-82" i="1">
                <a:latin typeface="Times New Roman"/>
                <a:cs typeface="Times New Roman"/>
              </a:rPr>
              <a:t>W</a:t>
            </a:r>
            <a:r>
              <a:rPr dirty="0" baseline="-22988" sz="2175" spc="-7" i="1">
                <a:latin typeface="Times New Roman"/>
                <a:cs typeface="Times New Roman"/>
              </a:rPr>
              <a:t>F</a:t>
            </a:r>
            <a:r>
              <a:rPr dirty="0" baseline="-22988" sz="2175" i="1">
                <a:latin typeface="Times New Roman"/>
                <a:cs typeface="Times New Roman"/>
              </a:rPr>
              <a:t>  </a:t>
            </a:r>
            <a:r>
              <a:rPr dirty="0" baseline="-22988" sz="2175" spc="-157" i="1">
                <a:latin typeface="Times New Roman"/>
                <a:cs typeface="Times New Roman"/>
              </a:rPr>
              <a:t> </a:t>
            </a:r>
            <a:r>
              <a:rPr dirty="0" baseline="1111" sz="3750" spc="-7">
                <a:latin typeface="Symbol"/>
                <a:cs typeface="Symbol"/>
              </a:rPr>
              <a:t></a:t>
            </a:r>
            <a:r>
              <a:rPr dirty="0" baseline="1111" sz="3750" spc="37">
                <a:latin typeface="Times New Roman"/>
                <a:cs typeface="Times New Roman"/>
              </a:rPr>
              <a:t> </a:t>
            </a:r>
            <a:r>
              <a:rPr dirty="0" baseline="1111" sz="3750" spc="412" i="1">
                <a:latin typeface="Times New Roman"/>
                <a:cs typeface="Times New Roman"/>
              </a:rPr>
              <a:t>F</a:t>
            </a:r>
            <a:r>
              <a:rPr dirty="0" baseline="1111" sz="3750" spc="-150" i="1">
                <a:latin typeface="Book Antiqua"/>
                <a:cs typeface="Book Antiqua"/>
              </a:rPr>
              <a:t>v</a:t>
            </a:r>
            <a:r>
              <a:rPr dirty="0" baseline="1111" sz="3750" spc="-7" i="1">
                <a:latin typeface="Times New Roman"/>
                <a:cs typeface="Times New Roman"/>
              </a:rPr>
              <a:t>t</a:t>
            </a:r>
            <a:r>
              <a:rPr dirty="0" baseline="1111" sz="3750" i="1">
                <a:latin typeface="Times New Roman"/>
                <a:cs typeface="Times New Roman"/>
              </a:rPr>
              <a:t>	</a:t>
            </a:r>
            <a:r>
              <a:rPr dirty="0" sz="2500" spc="-5">
                <a:latin typeface="Symbol"/>
                <a:cs typeface="Symbol"/>
              </a:rPr>
              <a:t>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984288" y="2535084"/>
            <a:ext cx="91630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55" i="1">
                <a:latin typeface="Times New Roman"/>
                <a:cs typeface="Times New Roman"/>
              </a:rPr>
              <a:t>B</a:t>
            </a:r>
            <a:r>
              <a:rPr dirty="0" baseline="42145" sz="2175" spc="82">
                <a:latin typeface="Times New Roman"/>
                <a:cs typeface="Times New Roman"/>
              </a:rPr>
              <a:t>2</a:t>
            </a:r>
            <a:r>
              <a:rPr dirty="0" sz="2500" spc="55" i="1">
                <a:latin typeface="Times New Roman"/>
                <a:cs typeface="Times New Roman"/>
              </a:rPr>
              <a:t>l</a:t>
            </a:r>
            <a:r>
              <a:rPr dirty="0" sz="2500" spc="-440" i="1">
                <a:latin typeface="Times New Roman"/>
                <a:cs typeface="Times New Roman"/>
              </a:rPr>
              <a:t> </a:t>
            </a:r>
            <a:r>
              <a:rPr dirty="0" baseline="42145" sz="2175" spc="-7">
                <a:latin typeface="Times New Roman"/>
                <a:cs typeface="Times New Roman"/>
              </a:rPr>
              <a:t>2</a:t>
            </a:r>
            <a:r>
              <a:rPr dirty="0" baseline="42145" sz="2175" spc="-337">
                <a:latin typeface="Times New Roman"/>
                <a:cs typeface="Times New Roman"/>
              </a:rPr>
              <a:t> </a:t>
            </a:r>
            <a:r>
              <a:rPr dirty="0" sz="2500" spc="30" i="1">
                <a:latin typeface="Book Antiqua"/>
                <a:cs typeface="Book Antiqua"/>
              </a:rPr>
              <a:t>v</a:t>
            </a:r>
            <a:r>
              <a:rPr dirty="0" baseline="42145" sz="2175" spc="44" i="1">
                <a:latin typeface="Book Antiqua"/>
                <a:cs typeface="Book Antiqua"/>
              </a:rPr>
              <a:t>2</a:t>
            </a:r>
            <a:r>
              <a:rPr dirty="0" sz="2500" spc="30" i="1">
                <a:latin typeface="Times New Roman"/>
                <a:cs typeface="Times New Roman"/>
              </a:rPr>
              <a:t>t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80059">
              <a:lnSpc>
                <a:spcPct val="100000"/>
              </a:lnSpc>
              <a:spcBef>
                <a:spcPts val="100"/>
              </a:spcBef>
            </a:pPr>
            <a:r>
              <a:rPr dirty="0"/>
              <a:t>从能量转化角度看动生电动势产生</a:t>
            </a:r>
          </a:p>
        </p:txBody>
      </p:sp>
      <p:sp>
        <p:nvSpPr>
          <p:cNvPr id="3" name="object 3"/>
          <p:cNvSpPr/>
          <p:nvPr/>
        </p:nvSpPr>
        <p:spPr>
          <a:xfrm>
            <a:off x="3524097" y="181637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17520" y="1508760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1" y="0"/>
                </a:lnTo>
                <a:lnTo>
                  <a:pt x="362711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15639" y="1732788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295131" y="4302252"/>
            <a:ext cx="1453896" cy="14538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19982" y="4381220"/>
            <a:ext cx="1687195" cy="0"/>
          </a:xfrm>
          <a:custGeom>
            <a:avLst/>
            <a:gdLst/>
            <a:ahLst/>
            <a:cxnLst/>
            <a:rect l="l" t="t" r="r" b="b"/>
            <a:pathLst>
              <a:path w="1687195" h="0">
                <a:moveTo>
                  <a:pt x="0" y="0"/>
                </a:moveTo>
                <a:lnTo>
                  <a:pt x="1686674" y="0"/>
                </a:lnTo>
              </a:path>
            </a:pathLst>
          </a:custGeom>
          <a:ln w="50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64801" y="4372406"/>
            <a:ext cx="558165" cy="929005"/>
          </a:xfrm>
          <a:custGeom>
            <a:avLst/>
            <a:gdLst/>
            <a:ahLst/>
            <a:cxnLst/>
            <a:rect l="l" t="t" r="r" b="b"/>
            <a:pathLst>
              <a:path w="558164" h="929004">
                <a:moveTo>
                  <a:pt x="24688" y="928801"/>
                </a:moveTo>
                <a:lnTo>
                  <a:pt x="0" y="914400"/>
                </a:lnTo>
                <a:lnTo>
                  <a:pt x="533400" y="0"/>
                </a:lnTo>
                <a:lnTo>
                  <a:pt x="558088" y="14401"/>
                </a:lnTo>
                <a:lnTo>
                  <a:pt x="24688" y="9288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56432" y="4645152"/>
            <a:ext cx="226060" cy="306705"/>
          </a:xfrm>
          <a:custGeom>
            <a:avLst/>
            <a:gdLst/>
            <a:ahLst/>
            <a:cxnLst/>
            <a:rect l="l" t="t" r="r" b="b"/>
            <a:pathLst>
              <a:path w="226060" h="306704">
                <a:moveTo>
                  <a:pt x="73151" y="306324"/>
                </a:moveTo>
                <a:lnTo>
                  <a:pt x="0" y="263651"/>
                </a:lnTo>
                <a:lnTo>
                  <a:pt x="152400" y="0"/>
                </a:lnTo>
                <a:lnTo>
                  <a:pt x="225551" y="42672"/>
                </a:lnTo>
                <a:lnTo>
                  <a:pt x="73151" y="3063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436416" y="4625771"/>
            <a:ext cx="266065" cy="346075"/>
          </a:xfrm>
          <a:custGeom>
            <a:avLst/>
            <a:gdLst/>
            <a:ahLst/>
            <a:cxnLst/>
            <a:rect l="l" t="t" r="r" b="b"/>
            <a:pathLst>
              <a:path w="266064" h="346075">
                <a:moveTo>
                  <a:pt x="98983" y="345859"/>
                </a:moveTo>
                <a:lnTo>
                  <a:pt x="0" y="288709"/>
                </a:lnTo>
                <a:lnTo>
                  <a:pt x="166687" y="0"/>
                </a:lnTo>
                <a:lnTo>
                  <a:pt x="212857" y="26657"/>
                </a:lnTo>
                <a:lnTo>
                  <a:pt x="184289" y="26657"/>
                </a:lnTo>
                <a:lnTo>
                  <a:pt x="164769" y="31889"/>
                </a:lnTo>
                <a:lnTo>
                  <a:pt x="177144" y="39033"/>
                </a:lnTo>
                <a:lnTo>
                  <a:pt x="43159" y="271106"/>
                </a:lnTo>
                <a:lnTo>
                  <a:pt x="26657" y="271106"/>
                </a:lnTo>
                <a:lnTo>
                  <a:pt x="31889" y="290626"/>
                </a:lnTo>
                <a:lnTo>
                  <a:pt x="60468" y="290626"/>
                </a:lnTo>
                <a:lnTo>
                  <a:pt x="88526" y="306825"/>
                </a:lnTo>
                <a:lnTo>
                  <a:pt x="81381" y="319201"/>
                </a:lnTo>
                <a:lnTo>
                  <a:pt x="114374" y="319201"/>
                </a:lnTo>
                <a:lnTo>
                  <a:pt x="98983" y="345859"/>
                </a:lnTo>
                <a:close/>
              </a:path>
              <a:path w="266064" h="346075">
                <a:moveTo>
                  <a:pt x="177144" y="39033"/>
                </a:moveTo>
                <a:lnTo>
                  <a:pt x="164769" y="31889"/>
                </a:lnTo>
                <a:lnTo>
                  <a:pt x="184289" y="26657"/>
                </a:lnTo>
                <a:lnTo>
                  <a:pt x="177144" y="39033"/>
                </a:lnTo>
                <a:close/>
              </a:path>
              <a:path w="266064" h="346075">
                <a:moveTo>
                  <a:pt x="226637" y="67606"/>
                </a:moveTo>
                <a:lnTo>
                  <a:pt x="177144" y="39033"/>
                </a:lnTo>
                <a:lnTo>
                  <a:pt x="184289" y="26657"/>
                </a:lnTo>
                <a:lnTo>
                  <a:pt x="212857" y="26657"/>
                </a:lnTo>
                <a:lnTo>
                  <a:pt x="262349" y="55232"/>
                </a:lnTo>
                <a:lnTo>
                  <a:pt x="233781" y="55232"/>
                </a:lnTo>
                <a:lnTo>
                  <a:pt x="226637" y="67606"/>
                </a:lnTo>
                <a:close/>
              </a:path>
              <a:path w="266064" h="346075">
                <a:moveTo>
                  <a:pt x="239013" y="74752"/>
                </a:moveTo>
                <a:lnTo>
                  <a:pt x="226637" y="67606"/>
                </a:lnTo>
                <a:lnTo>
                  <a:pt x="233781" y="55232"/>
                </a:lnTo>
                <a:lnTo>
                  <a:pt x="239013" y="74752"/>
                </a:lnTo>
                <a:close/>
              </a:path>
              <a:path w="266064" h="346075">
                <a:moveTo>
                  <a:pt x="255508" y="74752"/>
                </a:moveTo>
                <a:lnTo>
                  <a:pt x="239013" y="74752"/>
                </a:lnTo>
                <a:lnTo>
                  <a:pt x="233781" y="55232"/>
                </a:lnTo>
                <a:lnTo>
                  <a:pt x="262349" y="55232"/>
                </a:lnTo>
                <a:lnTo>
                  <a:pt x="265671" y="57150"/>
                </a:lnTo>
                <a:lnTo>
                  <a:pt x="255508" y="74752"/>
                </a:lnTo>
                <a:close/>
              </a:path>
              <a:path w="266064" h="346075">
                <a:moveTo>
                  <a:pt x="114374" y="319201"/>
                </a:moveTo>
                <a:lnTo>
                  <a:pt x="81381" y="319201"/>
                </a:lnTo>
                <a:lnTo>
                  <a:pt x="100901" y="313969"/>
                </a:lnTo>
                <a:lnTo>
                  <a:pt x="88526" y="306825"/>
                </a:lnTo>
                <a:lnTo>
                  <a:pt x="226637" y="67606"/>
                </a:lnTo>
                <a:lnTo>
                  <a:pt x="239013" y="74752"/>
                </a:lnTo>
                <a:lnTo>
                  <a:pt x="255508" y="74752"/>
                </a:lnTo>
                <a:lnTo>
                  <a:pt x="114374" y="319201"/>
                </a:lnTo>
                <a:close/>
              </a:path>
              <a:path w="266064" h="346075">
                <a:moveTo>
                  <a:pt x="31889" y="290626"/>
                </a:moveTo>
                <a:lnTo>
                  <a:pt x="26657" y="271106"/>
                </a:lnTo>
                <a:lnTo>
                  <a:pt x="39034" y="278252"/>
                </a:lnTo>
                <a:lnTo>
                  <a:pt x="31889" y="290626"/>
                </a:lnTo>
                <a:close/>
              </a:path>
              <a:path w="266064" h="346075">
                <a:moveTo>
                  <a:pt x="39034" y="278252"/>
                </a:moveTo>
                <a:lnTo>
                  <a:pt x="26657" y="271106"/>
                </a:lnTo>
                <a:lnTo>
                  <a:pt x="43159" y="271106"/>
                </a:lnTo>
                <a:lnTo>
                  <a:pt x="39034" y="278252"/>
                </a:lnTo>
                <a:close/>
              </a:path>
              <a:path w="266064" h="346075">
                <a:moveTo>
                  <a:pt x="60468" y="290626"/>
                </a:moveTo>
                <a:lnTo>
                  <a:pt x="31889" y="290626"/>
                </a:lnTo>
                <a:lnTo>
                  <a:pt x="39034" y="278252"/>
                </a:lnTo>
                <a:lnTo>
                  <a:pt x="60468" y="290626"/>
                </a:lnTo>
                <a:close/>
              </a:path>
              <a:path w="266064" h="346075">
                <a:moveTo>
                  <a:pt x="81381" y="319201"/>
                </a:moveTo>
                <a:lnTo>
                  <a:pt x="88526" y="306825"/>
                </a:lnTo>
                <a:lnTo>
                  <a:pt x="100901" y="313969"/>
                </a:lnTo>
                <a:lnTo>
                  <a:pt x="81381" y="3192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260216" y="5294007"/>
            <a:ext cx="1981200" cy="0"/>
          </a:xfrm>
          <a:custGeom>
            <a:avLst/>
            <a:gdLst/>
            <a:ahLst/>
            <a:cxnLst/>
            <a:rect l="l" t="t" r="r" b="b"/>
            <a:pathLst>
              <a:path w="1981200" h="0">
                <a:moveTo>
                  <a:pt x="0" y="0"/>
                </a:moveTo>
                <a:lnTo>
                  <a:pt x="19812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828415" y="4174794"/>
            <a:ext cx="0" cy="629920"/>
          </a:xfrm>
          <a:custGeom>
            <a:avLst/>
            <a:gdLst/>
            <a:ahLst/>
            <a:cxnLst/>
            <a:rect l="l" t="t" r="r" b="b"/>
            <a:pathLst>
              <a:path w="0" h="629920">
                <a:moveTo>
                  <a:pt x="0" y="0"/>
                </a:moveTo>
                <a:lnTo>
                  <a:pt x="0" y="6297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934205" y="4358652"/>
            <a:ext cx="1955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670971" y="4813630"/>
            <a:ext cx="381000" cy="85725"/>
          </a:xfrm>
          <a:custGeom>
            <a:avLst/>
            <a:gdLst/>
            <a:ahLst/>
            <a:cxnLst/>
            <a:rect l="l" t="t" r="r" b="b"/>
            <a:pathLst>
              <a:path w="381000" h="85725">
                <a:moveTo>
                  <a:pt x="295275" y="85725"/>
                </a:moveTo>
                <a:lnTo>
                  <a:pt x="338137" y="42862"/>
                </a:lnTo>
                <a:lnTo>
                  <a:pt x="295275" y="0"/>
                </a:lnTo>
                <a:lnTo>
                  <a:pt x="352425" y="28575"/>
                </a:lnTo>
                <a:lnTo>
                  <a:pt x="348856" y="28575"/>
                </a:lnTo>
                <a:lnTo>
                  <a:pt x="348856" y="57150"/>
                </a:lnTo>
                <a:lnTo>
                  <a:pt x="352425" y="57150"/>
                </a:lnTo>
                <a:lnTo>
                  <a:pt x="295275" y="85725"/>
                </a:lnTo>
                <a:close/>
              </a:path>
              <a:path w="381000" h="85725">
                <a:moveTo>
                  <a:pt x="323850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323850" y="28575"/>
                </a:lnTo>
                <a:lnTo>
                  <a:pt x="338137" y="42862"/>
                </a:lnTo>
                <a:lnTo>
                  <a:pt x="323850" y="57150"/>
                </a:lnTo>
                <a:close/>
              </a:path>
              <a:path w="381000" h="85725">
                <a:moveTo>
                  <a:pt x="352425" y="57150"/>
                </a:moveTo>
                <a:lnTo>
                  <a:pt x="348856" y="57150"/>
                </a:lnTo>
                <a:lnTo>
                  <a:pt x="348856" y="28575"/>
                </a:lnTo>
                <a:lnTo>
                  <a:pt x="352425" y="28575"/>
                </a:lnTo>
                <a:lnTo>
                  <a:pt x="381000" y="42862"/>
                </a:lnTo>
                <a:lnTo>
                  <a:pt x="352425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89025" marR="480695" indent="-381000">
              <a:lnSpc>
                <a:spcPct val="120800"/>
              </a:lnSpc>
              <a:spcBef>
                <a:spcPts val="100"/>
              </a:spcBef>
            </a:pPr>
            <a:r>
              <a:rPr dirty="0" spc="-5"/>
              <a:t>⑥</a:t>
            </a:r>
            <a:r>
              <a:rPr dirty="0" spc="-50"/>
              <a:t> </a:t>
            </a:r>
            <a:r>
              <a:rPr dirty="0"/>
              <a:t>运动过程中，外力做功、安培力做功与电</a:t>
            </a:r>
            <a:r>
              <a:rPr dirty="0" spc="-5"/>
              <a:t>路 </a:t>
            </a:r>
            <a:r>
              <a:rPr dirty="0"/>
              <a:t>中产生的电能有什么关系</a:t>
            </a:r>
            <a:r>
              <a:rPr dirty="0" spc="-5"/>
              <a:t>？</a:t>
            </a:r>
          </a:p>
          <a:p>
            <a:pPr marL="878840" marR="5080" indent="-209550">
              <a:lnSpc>
                <a:spcPct val="120800"/>
              </a:lnSpc>
              <a:spcBef>
                <a:spcPts val="710"/>
              </a:spcBef>
            </a:pPr>
            <a:r>
              <a:rPr dirty="0" baseline="3472" sz="3600">
                <a:solidFill>
                  <a:srgbClr val="000000"/>
                </a:solidFill>
              </a:rPr>
              <a:t>综合②⑤分析</a:t>
            </a:r>
            <a:r>
              <a:rPr dirty="0" baseline="3472" sz="3600" spc="-97">
                <a:solidFill>
                  <a:srgbClr val="000000"/>
                </a:solidFill>
              </a:rPr>
              <a:t>：</a:t>
            </a:r>
            <a:r>
              <a:rPr dirty="0" sz="2400"/>
              <a:t>外力做功等于克服安培力做功</a:t>
            </a:r>
            <a:r>
              <a:rPr dirty="0" sz="2400" spc="-5"/>
              <a:t>，  </a:t>
            </a:r>
            <a:r>
              <a:rPr dirty="0" sz="2400"/>
              <a:t>等于电路中产生的电能</a:t>
            </a:r>
            <a:r>
              <a:rPr dirty="0" sz="2400" spc="-5"/>
              <a:t>。</a:t>
            </a:r>
            <a:r>
              <a:rPr dirty="0" sz="2400" spc="-50"/>
              <a:t> </a:t>
            </a:r>
            <a:r>
              <a:rPr dirty="0" baseline="-3472" sz="3600">
                <a:solidFill>
                  <a:srgbClr val="FF0000"/>
                </a:solidFill>
              </a:rPr>
              <a:t>遵循能量转化与守恒</a:t>
            </a:r>
            <a:r>
              <a:rPr dirty="0" baseline="-3472" sz="3600" spc="-7">
                <a:solidFill>
                  <a:srgbClr val="FF0000"/>
                </a:solidFill>
              </a:rPr>
              <a:t>。</a:t>
            </a:r>
            <a:endParaRPr baseline="-3472" sz="3600"/>
          </a:p>
          <a:p>
            <a:pPr marL="2432685">
              <a:lnSpc>
                <a:spcPct val="100000"/>
              </a:lnSpc>
              <a:spcBef>
                <a:spcPts val="1375"/>
              </a:spcBef>
            </a:pPr>
            <a:r>
              <a:rPr dirty="0" sz="1800" i="1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14012" y="5327015"/>
            <a:ext cx="25209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63811" y="4543755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828415" y="5560707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828415" y="5360682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828415" y="5160657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828415" y="4960632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86479" y="5294007"/>
            <a:ext cx="85725" cy="391160"/>
          </a:xfrm>
          <a:custGeom>
            <a:avLst/>
            <a:gdLst/>
            <a:ahLst/>
            <a:cxnLst/>
            <a:rect l="l" t="t" r="r" b="b"/>
            <a:pathLst>
              <a:path w="85725" h="391160">
                <a:moveTo>
                  <a:pt x="42862" y="348157"/>
                </a:moveTo>
                <a:lnTo>
                  <a:pt x="28575" y="333870"/>
                </a:lnTo>
                <a:lnTo>
                  <a:pt x="28575" y="0"/>
                </a:lnTo>
                <a:lnTo>
                  <a:pt x="57150" y="0"/>
                </a:lnTo>
                <a:lnTo>
                  <a:pt x="57150" y="333870"/>
                </a:lnTo>
                <a:lnTo>
                  <a:pt x="42862" y="348157"/>
                </a:lnTo>
                <a:close/>
              </a:path>
              <a:path w="85725" h="391160">
                <a:moveTo>
                  <a:pt x="42862" y="391020"/>
                </a:moveTo>
                <a:lnTo>
                  <a:pt x="0" y="305295"/>
                </a:lnTo>
                <a:lnTo>
                  <a:pt x="28575" y="333870"/>
                </a:lnTo>
                <a:lnTo>
                  <a:pt x="28575" y="358876"/>
                </a:lnTo>
                <a:lnTo>
                  <a:pt x="58934" y="358876"/>
                </a:lnTo>
                <a:lnTo>
                  <a:pt x="42862" y="391020"/>
                </a:lnTo>
                <a:close/>
              </a:path>
              <a:path w="85725" h="391160">
                <a:moveTo>
                  <a:pt x="58934" y="358876"/>
                </a:moveTo>
                <a:lnTo>
                  <a:pt x="57150" y="358876"/>
                </a:lnTo>
                <a:lnTo>
                  <a:pt x="57150" y="333870"/>
                </a:lnTo>
                <a:lnTo>
                  <a:pt x="85725" y="305295"/>
                </a:lnTo>
                <a:lnTo>
                  <a:pt x="58934" y="358876"/>
                </a:lnTo>
                <a:close/>
              </a:path>
              <a:path w="85725" h="391160">
                <a:moveTo>
                  <a:pt x="57150" y="358876"/>
                </a:moveTo>
                <a:lnTo>
                  <a:pt x="28575" y="358876"/>
                </a:lnTo>
                <a:lnTo>
                  <a:pt x="28575" y="333870"/>
                </a:lnTo>
                <a:lnTo>
                  <a:pt x="42862" y="348157"/>
                </a:lnTo>
                <a:lnTo>
                  <a:pt x="57150" y="348157"/>
                </a:lnTo>
                <a:lnTo>
                  <a:pt x="57150" y="358876"/>
                </a:lnTo>
                <a:close/>
              </a:path>
              <a:path w="85725" h="391160">
                <a:moveTo>
                  <a:pt x="57150" y="348157"/>
                </a:moveTo>
                <a:lnTo>
                  <a:pt x="42862" y="348157"/>
                </a:lnTo>
                <a:lnTo>
                  <a:pt x="57150" y="333870"/>
                </a:lnTo>
                <a:lnTo>
                  <a:pt x="57150" y="3481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420412" y="4174794"/>
            <a:ext cx="0" cy="629920"/>
          </a:xfrm>
          <a:custGeom>
            <a:avLst/>
            <a:gdLst/>
            <a:ahLst/>
            <a:cxnLst/>
            <a:rect l="l" t="t" r="r" b="b"/>
            <a:pathLst>
              <a:path w="0" h="629920">
                <a:moveTo>
                  <a:pt x="0" y="0"/>
                </a:moveTo>
                <a:lnTo>
                  <a:pt x="0" y="6297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420412" y="5172011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420412" y="4971986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373588" y="5300129"/>
            <a:ext cx="85725" cy="391160"/>
          </a:xfrm>
          <a:custGeom>
            <a:avLst/>
            <a:gdLst/>
            <a:ahLst/>
            <a:cxnLst/>
            <a:rect l="l" t="t" r="r" b="b"/>
            <a:pathLst>
              <a:path w="85725" h="391160">
                <a:moveTo>
                  <a:pt x="42862" y="348157"/>
                </a:moveTo>
                <a:lnTo>
                  <a:pt x="28575" y="333870"/>
                </a:lnTo>
                <a:lnTo>
                  <a:pt x="28575" y="0"/>
                </a:lnTo>
                <a:lnTo>
                  <a:pt x="57150" y="0"/>
                </a:lnTo>
                <a:lnTo>
                  <a:pt x="57150" y="333870"/>
                </a:lnTo>
                <a:lnTo>
                  <a:pt x="42862" y="348157"/>
                </a:lnTo>
                <a:close/>
              </a:path>
              <a:path w="85725" h="391160">
                <a:moveTo>
                  <a:pt x="42862" y="391020"/>
                </a:moveTo>
                <a:lnTo>
                  <a:pt x="0" y="305295"/>
                </a:lnTo>
                <a:lnTo>
                  <a:pt x="28575" y="333870"/>
                </a:lnTo>
                <a:lnTo>
                  <a:pt x="28575" y="358876"/>
                </a:lnTo>
                <a:lnTo>
                  <a:pt x="58934" y="358876"/>
                </a:lnTo>
                <a:lnTo>
                  <a:pt x="42862" y="391020"/>
                </a:lnTo>
                <a:close/>
              </a:path>
              <a:path w="85725" h="391160">
                <a:moveTo>
                  <a:pt x="58934" y="358876"/>
                </a:moveTo>
                <a:lnTo>
                  <a:pt x="57150" y="358876"/>
                </a:lnTo>
                <a:lnTo>
                  <a:pt x="57150" y="333870"/>
                </a:lnTo>
                <a:lnTo>
                  <a:pt x="85725" y="305295"/>
                </a:lnTo>
                <a:lnTo>
                  <a:pt x="58934" y="358876"/>
                </a:lnTo>
                <a:close/>
              </a:path>
              <a:path w="85725" h="391160">
                <a:moveTo>
                  <a:pt x="57150" y="358876"/>
                </a:moveTo>
                <a:lnTo>
                  <a:pt x="28575" y="358876"/>
                </a:lnTo>
                <a:lnTo>
                  <a:pt x="28575" y="333870"/>
                </a:lnTo>
                <a:lnTo>
                  <a:pt x="42862" y="348157"/>
                </a:lnTo>
                <a:lnTo>
                  <a:pt x="57150" y="348157"/>
                </a:lnTo>
                <a:lnTo>
                  <a:pt x="57150" y="358876"/>
                </a:lnTo>
                <a:close/>
              </a:path>
              <a:path w="85725" h="391160">
                <a:moveTo>
                  <a:pt x="57150" y="348157"/>
                </a:moveTo>
                <a:lnTo>
                  <a:pt x="42862" y="348157"/>
                </a:lnTo>
                <a:lnTo>
                  <a:pt x="57150" y="333870"/>
                </a:lnTo>
                <a:lnTo>
                  <a:pt x="57150" y="3481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022227" y="4176305"/>
            <a:ext cx="0" cy="629920"/>
          </a:xfrm>
          <a:custGeom>
            <a:avLst/>
            <a:gdLst/>
            <a:ahLst/>
            <a:cxnLst/>
            <a:rect l="l" t="t" r="r" b="b"/>
            <a:pathLst>
              <a:path w="0" h="629920">
                <a:moveTo>
                  <a:pt x="0" y="0"/>
                </a:moveTo>
                <a:lnTo>
                  <a:pt x="0" y="6297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022227" y="5562219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022227" y="5362194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022227" y="5162169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022227" y="4962144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980292" y="5295506"/>
            <a:ext cx="85725" cy="391160"/>
          </a:xfrm>
          <a:custGeom>
            <a:avLst/>
            <a:gdLst/>
            <a:ahLst/>
            <a:cxnLst/>
            <a:rect l="l" t="t" r="r" b="b"/>
            <a:pathLst>
              <a:path w="85725" h="391160">
                <a:moveTo>
                  <a:pt x="42862" y="348170"/>
                </a:moveTo>
                <a:lnTo>
                  <a:pt x="28575" y="333883"/>
                </a:lnTo>
                <a:lnTo>
                  <a:pt x="28575" y="0"/>
                </a:lnTo>
                <a:lnTo>
                  <a:pt x="57150" y="0"/>
                </a:lnTo>
                <a:lnTo>
                  <a:pt x="57150" y="333883"/>
                </a:lnTo>
                <a:lnTo>
                  <a:pt x="42862" y="348170"/>
                </a:lnTo>
                <a:close/>
              </a:path>
              <a:path w="85725" h="391160">
                <a:moveTo>
                  <a:pt x="42862" y="391033"/>
                </a:moveTo>
                <a:lnTo>
                  <a:pt x="0" y="305308"/>
                </a:lnTo>
                <a:lnTo>
                  <a:pt x="28575" y="333883"/>
                </a:lnTo>
                <a:lnTo>
                  <a:pt x="28575" y="358889"/>
                </a:lnTo>
                <a:lnTo>
                  <a:pt x="58934" y="358889"/>
                </a:lnTo>
                <a:lnTo>
                  <a:pt x="42862" y="391033"/>
                </a:lnTo>
                <a:close/>
              </a:path>
              <a:path w="85725" h="391160">
                <a:moveTo>
                  <a:pt x="58934" y="358889"/>
                </a:moveTo>
                <a:lnTo>
                  <a:pt x="57150" y="358889"/>
                </a:lnTo>
                <a:lnTo>
                  <a:pt x="57150" y="333883"/>
                </a:lnTo>
                <a:lnTo>
                  <a:pt x="85725" y="305308"/>
                </a:lnTo>
                <a:lnTo>
                  <a:pt x="58934" y="358889"/>
                </a:lnTo>
                <a:close/>
              </a:path>
              <a:path w="85725" h="391160">
                <a:moveTo>
                  <a:pt x="57150" y="358889"/>
                </a:moveTo>
                <a:lnTo>
                  <a:pt x="28575" y="358889"/>
                </a:lnTo>
                <a:lnTo>
                  <a:pt x="28575" y="333883"/>
                </a:lnTo>
                <a:lnTo>
                  <a:pt x="42862" y="348170"/>
                </a:lnTo>
                <a:lnTo>
                  <a:pt x="57150" y="348170"/>
                </a:lnTo>
                <a:lnTo>
                  <a:pt x="57150" y="358889"/>
                </a:lnTo>
                <a:close/>
              </a:path>
              <a:path w="85725" h="391160">
                <a:moveTo>
                  <a:pt x="57150" y="348170"/>
                </a:moveTo>
                <a:lnTo>
                  <a:pt x="42862" y="348170"/>
                </a:lnTo>
                <a:lnTo>
                  <a:pt x="57150" y="333883"/>
                </a:lnTo>
                <a:lnTo>
                  <a:pt x="57150" y="3481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235196" y="4282152"/>
            <a:ext cx="694690" cy="1097915"/>
          </a:xfrm>
          <a:custGeom>
            <a:avLst/>
            <a:gdLst/>
            <a:ahLst/>
            <a:cxnLst/>
            <a:rect l="l" t="t" r="r" b="b"/>
            <a:pathLst>
              <a:path w="694689" h="1097914">
                <a:moveTo>
                  <a:pt x="0" y="1045751"/>
                </a:moveTo>
                <a:lnTo>
                  <a:pt x="605027" y="10955"/>
                </a:lnTo>
                <a:lnTo>
                  <a:pt x="614364" y="2829"/>
                </a:lnTo>
                <a:lnTo>
                  <a:pt x="628446" y="0"/>
                </a:lnTo>
                <a:lnTo>
                  <a:pt x="645415" y="2473"/>
                </a:lnTo>
                <a:lnTo>
                  <a:pt x="663409" y="10256"/>
                </a:lnTo>
                <a:lnTo>
                  <a:pt x="679042" y="22094"/>
                </a:lnTo>
                <a:lnTo>
                  <a:pt x="689583" y="35633"/>
                </a:lnTo>
                <a:lnTo>
                  <a:pt x="694158" y="49231"/>
                </a:lnTo>
                <a:lnTo>
                  <a:pt x="691895" y="61247"/>
                </a:lnTo>
                <a:lnTo>
                  <a:pt x="123100" y="1035507"/>
                </a:lnTo>
                <a:lnTo>
                  <a:pt x="23841" y="1035507"/>
                </a:lnTo>
                <a:lnTo>
                  <a:pt x="9615" y="1038095"/>
                </a:lnTo>
                <a:lnTo>
                  <a:pt x="0" y="1045751"/>
                </a:lnTo>
                <a:close/>
              </a:path>
              <a:path w="694689" h="1097914">
                <a:moveTo>
                  <a:pt x="86867" y="1097567"/>
                </a:moveTo>
                <a:lnTo>
                  <a:pt x="74489" y="1057714"/>
                </a:lnTo>
                <a:lnTo>
                  <a:pt x="40862" y="1038070"/>
                </a:lnTo>
                <a:lnTo>
                  <a:pt x="23841" y="1035507"/>
                </a:lnTo>
                <a:lnTo>
                  <a:pt x="123100" y="1035507"/>
                </a:lnTo>
                <a:lnTo>
                  <a:pt x="86867" y="109756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218432" y="5300471"/>
            <a:ext cx="123444" cy="1082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950347" y="4267860"/>
            <a:ext cx="1446428" cy="11353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3786009" y="4695266"/>
            <a:ext cx="4267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dirty="0" baseline="-17921" sz="2325" spc="7" b="1">
                <a:solidFill>
                  <a:srgbClr val="0000FF"/>
                </a:solidFill>
                <a:latin typeface="华文楷体"/>
                <a:cs typeface="华文楷体"/>
              </a:rPr>
              <a:t>安</a:t>
            </a:r>
            <a:endParaRPr baseline="-17921" sz="2325">
              <a:latin typeface="华文楷体"/>
              <a:cs typeface="华文楷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105311" y="4353267"/>
            <a:ext cx="328295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1760">
              <a:lnSpc>
                <a:spcPts val="2550"/>
              </a:lnSpc>
              <a:spcBef>
                <a:spcPts val="100"/>
              </a:spcBef>
            </a:pPr>
            <a:r>
              <a:rPr dirty="0" sz="2400" b="1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550"/>
              </a:lnSpc>
            </a:pPr>
            <a:r>
              <a:rPr dirty="0" sz="2400" b="1" i="1">
                <a:latin typeface="Book Antiqua"/>
                <a:cs typeface="Book Antiqua"/>
              </a:rPr>
              <a:t>v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351066" y="4349915"/>
            <a:ext cx="0" cy="314325"/>
          </a:xfrm>
          <a:custGeom>
            <a:avLst/>
            <a:gdLst/>
            <a:ahLst/>
            <a:cxnLst/>
            <a:rect l="l" t="t" r="r" b="b"/>
            <a:pathLst>
              <a:path w="0" h="314325">
                <a:moveTo>
                  <a:pt x="0" y="0"/>
                </a:moveTo>
                <a:lnTo>
                  <a:pt x="0" y="31371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386993" y="4800523"/>
            <a:ext cx="295910" cy="0"/>
          </a:xfrm>
          <a:custGeom>
            <a:avLst/>
            <a:gdLst/>
            <a:ahLst/>
            <a:cxnLst/>
            <a:rect l="l" t="t" r="r" b="b"/>
            <a:pathLst>
              <a:path w="295909" h="0">
                <a:moveTo>
                  <a:pt x="0" y="0"/>
                </a:moveTo>
                <a:lnTo>
                  <a:pt x="295909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463434" y="4867706"/>
            <a:ext cx="134620" cy="0"/>
          </a:xfrm>
          <a:custGeom>
            <a:avLst/>
            <a:gdLst/>
            <a:ahLst/>
            <a:cxnLst/>
            <a:rect l="l" t="t" r="r" b="b"/>
            <a:pathLst>
              <a:path w="134620" h="0">
                <a:moveTo>
                  <a:pt x="0" y="0"/>
                </a:moveTo>
                <a:lnTo>
                  <a:pt x="13439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262763" y="4642688"/>
            <a:ext cx="177165" cy="398145"/>
          </a:xfrm>
          <a:custGeom>
            <a:avLst/>
            <a:gdLst/>
            <a:ahLst/>
            <a:cxnLst/>
            <a:rect l="l" t="t" r="r" b="b"/>
            <a:pathLst>
              <a:path w="177164" h="398145">
                <a:moveTo>
                  <a:pt x="176593" y="397916"/>
                </a:moveTo>
                <a:lnTo>
                  <a:pt x="0" y="397916"/>
                </a:lnTo>
                <a:lnTo>
                  <a:pt x="0" y="0"/>
                </a:lnTo>
                <a:lnTo>
                  <a:pt x="176593" y="0"/>
                </a:lnTo>
                <a:lnTo>
                  <a:pt x="176593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369341"/>
                </a:lnTo>
                <a:lnTo>
                  <a:pt x="14287" y="369341"/>
                </a:lnTo>
                <a:lnTo>
                  <a:pt x="28575" y="383628"/>
                </a:lnTo>
                <a:lnTo>
                  <a:pt x="176593" y="383628"/>
                </a:lnTo>
                <a:lnTo>
                  <a:pt x="176593" y="397916"/>
                </a:lnTo>
                <a:close/>
              </a:path>
              <a:path w="177164" h="39814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77164" h="398145">
                <a:moveTo>
                  <a:pt x="148018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48018" y="14287"/>
                </a:lnTo>
                <a:lnTo>
                  <a:pt x="148018" y="28575"/>
                </a:lnTo>
                <a:close/>
              </a:path>
              <a:path w="177164" h="398145">
                <a:moveTo>
                  <a:pt x="148018" y="383628"/>
                </a:moveTo>
                <a:lnTo>
                  <a:pt x="148018" y="14287"/>
                </a:lnTo>
                <a:lnTo>
                  <a:pt x="162306" y="28575"/>
                </a:lnTo>
                <a:lnTo>
                  <a:pt x="176593" y="28575"/>
                </a:lnTo>
                <a:lnTo>
                  <a:pt x="176593" y="369341"/>
                </a:lnTo>
                <a:lnTo>
                  <a:pt x="162306" y="369341"/>
                </a:lnTo>
                <a:lnTo>
                  <a:pt x="148018" y="383628"/>
                </a:lnTo>
                <a:close/>
              </a:path>
              <a:path w="177164" h="398145">
                <a:moveTo>
                  <a:pt x="176593" y="28575"/>
                </a:moveTo>
                <a:lnTo>
                  <a:pt x="162306" y="28575"/>
                </a:lnTo>
                <a:lnTo>
                  <a:pt x="148018" y="14287"/>
                </a:lnTo>
                <a:lnTo>
                  <a:pt x="176593" y="14287"/>
                </a:lnTo>
                <a:lnTo>
                  <a:pt x="176593" y="28575"/>
                </a:lnTo>
                <a:close/>
              </a:path>
              <a:path w="177164" h="398145">
                <a:moveTo>
                  <a:pt x="28575" y="383628"/>
                </a:moveTo>
                <a:lnTo>
                  <a:pt x="14287" y="369341"/>
                </a:lnTo>
                <a:lnTo>
                  <a:pt x="28575" y="369341"/>
                </a:lnTo>
                <a:lnTo>
                  <a:pt x="28575" y="383628"/>
                </a:lnTo>
                <a:close/>
              </a:path>
              <a:path w="177164" h="398145">
                <a:moveTo>
                  <a:pt x="148018" y="383628"/>
                </a:moveTo>
                <a:lnTo>
                  <a:pt x="28575" y="383628"/>
                </a:lnTo>
                <a:lnTo>
                  <a:pt x="28575" y="369341"/>
                </a:lnTo>
                <a:lnTo>
                  <a:pt x="148018" y="369341"/>
                </a:lnTo>
                <a:lnTo>
                  <a:pt x="148018" y="383628"/>
                </a:lnTo>
                <a:close/>
              </a:path>
              <a:path w="177164" h="398145">
                <a:moveTo>
                  <a:pt x="176593" y="383628"/>
                </a:moveTo>
                <a:lnTo>
                  <a:pt x="148018" y="383628"/>
                </a:lnTo>
                <a:lnTo>
                  <a:pt x="162306" y="369341"/>
                </a:lnTo>
                <a:lnTo>
                  <a:pt x="176593" y="369341"/>
                </a:lnTo>
                <a:lnTo>
                  <a:pt x="176593" y="3836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7635950" y="4779543"/>
            <a:ext cx="1955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046241" y="4683874"/>
            <a:ext cx="1955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339636" y="5025402"/>
            <a:ext cx="0" cy="345440"/>
          </a:xfrm>
          <a:custGeom>
            <a:avLst/>
            <a:gdLst/>
            <a:ahLst/>
            <a:cxnLst/>
            <a:rect l="l" t="t" r="r" b="b"/>
            <a:pathLst>
              <a:path w="0" h="345439">
                <a:moveTo>
                  <a:pt x="0" y="0"/>
                </a:moveTo>
                <a:lnTo>
                  <a:pt x="0" y="34507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528407" y="4867630"/>
            <a:ext cx="0" cy="505459"/>
          </a:xfrm>
          <a:custGeom>
            <a:avLst/>
            <a:gdLst/>
            <a:ahLst/>
            <a:cxnLst/>
            <a:rect l="l" t="t" r="r" b="b"/>
            <a:pathLst>
              <a:path w="0" h="505460">
                <a:moveTo>
                  <a:pt x="0" y="0"/>
                </a:moveTo>
                <a:lnTo>
                  <a:pt x="0" y="50523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533360" y="4349394"/>
            <a:ext cx="0" cy="459740"/>
          </a:xfrm>
          <a:custGeom>
            <a:avLst/>
            <a:gdLst/>
            <a:ahLst/>
            <a:cxnLst/>
            <a:rect l="l" t="t" r="r" b="b"/>
            <a:pathLst>
              <a:path w="0" h="459739">
                <a:moveTo>
                  <a:pt x="0" y="0"/>
                </a:moveTo>
                <a:lnTo>
                  <a:pt x="0" y="45930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347180" y="4354931"/>
            <a:ext cx="1191895" cy="0"/>
          </a:xfrm>
          <a:custGeom>
            <a:avLst/>
            <a:gdLst/>
            <a:ahLst/>
            <a:cxnLst/>
            <a:rect l="l" t="t" r="r" b="b"/>
            <a:pathLst>
              <a:path w="1191895" h="0">
                <a:moveTo>
                  <a:pt x="0" y="0"/>
                </a:moveTo>
                <a:lnTo>
                  <a:pt x="119131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337096" y="5370474"/>
            <a:ext cx="1191895" cy="0"/>
          </a:xfrm>
          <a:custGeom>
            <a:avLst/>
            <a:gdLst/>
            <a:ahLst/>
            <a:cxnLst/>
            <a:rect l="l" t="t" r="r" b="b"/>
            <a:pathLst>
              <a:path w="1191895" h="0">
                <a:moveTo>
                  <a:pt x="0" y="0"/>
                </a:moveTo>
                <a:lnTo>
                  <a:pt x="119131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68912" y="1287779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第一台发电机</a:t>
            </a:r>
          </a:p>
        </p:txBody>
      </p:sp>
      <p:sp>
        <p:nvSpPr>
          <p:cNvPr id="3" name="object 3"/>
          <p:cNvSpPr/>
          <p:nvPr/>
        </p:nvSpPr>
        <p:spPr>
          <a:xfrm>
            <a:off x="3529812" y="181637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22092" y="1508760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5" y="0"/>
                </a:lnTo>
                <a:lnTo>
                  <a:pt x="364235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21735" y="1732788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402323" y="2602992"/>
            <a:ext cx="2482596" cy="24734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423945" y="3216859"/>
            <a:ext cx="2874010" cy="1136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334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1831</a:t>
            </a:r>
            <a:r>
              <a:rPr dirty="0" sz="2400" b="1">
                <a:latin typeface="华文楷体"/>
                <a:cs typeface="华文楷体"/>
              </a:rPr>
              <a:t>年</a:t>
            </a:r>
            <a:r>
              <a:rPr dirty="0" sz="2400" b="1">
                <a:latin typeface="Times New Roman"/>
                <a:cs typeface="Times New Roman"/>
              </a:rPr>
              <a:t>10</a:t>
            </a:r>
            <a:r>
              <a:rPr dirty="0" sz="2400" spc="-5" b="1">
                <a:latin typeface="华文楷体"/>
                <a:cs typeface="华文楷体"/>
              </a:rPr>
              <a:t>月</a:t>
            </a:r>
            <a:r>
              <a:rPr dirty="0" sz="2400" b="1">
                <a:latin typeface="Times New Roman"/>
                <a:cs typeface="Times New Roman"/>
              </a:rPr>
              <a:t>28</a:t>
            </a:r>
            <a:r>
              <a:rPr dirty="0" sz="2400" spc="-5" b="1">
                <a:latin typeface="华文楷体"/>
                <a:cs typeface="华文楷体"/>
              </a:rPr>
              <a:t>日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510"/>
              </a:spcBef>
            </a:pPr>
            <a:r>
              <a:rPr dirty="0" sz="2800" b="1">
                <a:latin typeface="华文楷体"/>
                <a:cs typeface="华文楷体"/>
              </a:rPr>
              <a:t>法拉第圆盘发电</a:t>
            </a:r>
            <a:r>
              <a:rPr dirty="0" sz="2800" spc="-10" b="1">
                <a:latin typeface="华文楷体"/>
                <a:cs typeface="华文楷体"/>
              </a:rPr>
              <a:t>机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9912" y="1287779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课堂小结</a:t>
            </a:r>
          </a:p>
        </p:txBody>
      </p:sp>
      <p:sp>
        <p:nvSpPr>
          <p:cNvPr id="3" name="object 3"/>
          <p:cNvSpPr/>
          <p:nvPr/>
        </p:nvSpPr>
        <p:spPr>
          <a:xfrm>
            <a:off x="3529812" y="181637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22092" y="1508760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5" y="0"/>
                </a:lnTo>
                <a:lnTo>
                  <a:pt x="364235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21735" y="1732788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25495" y="2473451"/>
            <a:ext cx="1705610" cy="1309370"/>
          </a:xfrm>
          <a:custGeom>
            <a:avLst/>
            <a:gdLst/>
            <a:ahLst/>
            <a:cxnLst/>
            <a:rect l="l" t="t" r="r" b="b"/>
            <a:pathLst>
              <a:path w="1705610" h="1309370">
                <a:moveTo>
                  <a:pt x="1705356" y="850392"/>
                </a:moveTo>
                <a:lnTo>
                  <a:pt x="0" y="850392"/>
                </a:lnTo>
                <a:lnTo>
                  <a:pt x="0" y="0"/>
                </a:lnTo>
                <a:lnTo>
                  <a:pt x="1705356" y="0"/>
                </a:lnTo>
                <a:lnTo>
                  <a:pt x="1705356" y="850392"/>
                </a:lnTo>
                <a:close/>
              </a:path>
              <a:path w="1705610" h="1309370">
                <a:moveTo>
                  <a:pt x="1016507" y="981456"/>
                </a:moveTo>
                <a:lnTo>
                  <a:pt x="688848" y="981456"/>
                </a:lnTo>
                <a:lnTo>
                  <a:pt x="688848" y="850392"/>
                </a:lnTo>
                <a:lnTo>
                  <a:pt x="1016507" y="850392"/>
                </a:lnTo>
                <a:lnTo>
                  <a:pt x="1016507" y="981456"/>
                </a:lnTo>
                <a:close/>
              </a:path>
              <a:path w="1705610" h="1309370">
                <a:moveTo>
                  <a:pt x="851916" y="1309115"/>
                </a:moveTo>
                <a:lnTo>
                  <a:pt x="525780" y="981456"/>
                </a:lnTo>
                <a:lnTo>
                  <a:pt x="1179576" y="981456"/>
                </a:lnTo>
                <a:lnTo>
                  <a:pt x="851916" y="1309115"/>
                </a:lnTo>
                <a:close/>
              </a:path>
            </a:pathLst>
          </a:custGeom>
          <a:solidFill>
            <a:srgbClr val="66FFFF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819209" y="2467216"/>
            <a:ext cx="1717675" cy="1324610"/>
          </a:xfrm>
          <a:custGeom>
            <a:avLst/>
            <a:gdLst/>
            <a:ahLst/>
            <a:cxnLst/>
            <a:rect l="l" t="t" r="r" b="b"/>
            <a:pathLst>
              <a:path w="1717675" h="1324610">
                <a:moveTo>
                  <a:pt x="688809" y="863333"/>
                </a:moveTo>
                <a:lnTo>
                  <a:pt x="0" y="863333"/>
                </a:lnTo>
                <a:lnTo>
                  <a:pt x="0" y="0"/>
                </a:lnTo>
                <a:lnTo>
                  <a:pt x="1717586" y="0"/>
                </a:lnTo>
                <a:lnTo>
                  <a:pt x="1717586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850633"/>
                </a:lnTo>
                <a:lnTo>
                  <a:pt x="6350" y="850633"/>
                </a:lnTo>
                <a:lnTo>
                  <a:pt x="12700" y="856983"/>
                </a:lnTo>
                <a:lnTo>
                  <a:pt x="688809" y="856983"/>
                </a:lnTo>
                <a:lnTo>
                  <a:pt x="688809" y="863333"/>
                </a:lnTo>
                <a:close/>
              </a:path>
              <a:path w="1717675" h="132461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717675" h="1324610">
                <a:moveTo>
                  <a:pt x="1704886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704886" y="6350"/>
                </a:lnTo>
                <a:lnTo>
                  <a:pt x="1704886" y="12700"/>
                </a:lnTo>
                <a:close/>
              </a:path>
              <a:path w="1717675" h="1324610">
                <a:moveTo>
                  <a:pt x="1704886" y="856983"/>
                </a:moveTo>
                <a:lnTo>
                  <a:pt x="1704886" y="6350"/>
                </a:lnTo>
                <a:lnTo>
                  <a:pt x="1711236" y="12700"/>
                </a:lnTo>
                <a:lnTo>
                  <a:pt x="1717586" y="12700"/>
                </a:lnTo>
                <a:lnTo>
                  <a:pt x="1717586" y="850633"/>
                </a:lnTo>
                <a:lnTo>
                  <a:pt x="1711236" y="850633"/>
                </a:lnTo>
                <a:lnTo>
                  <a:pt x="1704886" y="856983"/>
                </a:lnTo>
                <a:close/>
              </a:path>
              <a:path w="1717675" h="1324610">
                <a:moveTo>
                  <a:pt x="1717586" y="12700"/>
                </a:moveTo>
                <a:lnTo>
                  <a:pt x="1711236" y="12700"/>
                </a:lnTo>
                <a:lnTo>
                  <a:pt x="1704886" y="6350"/>
                </a:lnTo>
                <a:lnTo>
                  <a:pt x="1717586" y="6350"/>
                </a:lnTo>
                <a:lnTo>
                  <a:pt x="1717586" y="12700"/>
                </a:lnTo>
                <a:close/>
              </a:path>
              <a:path w="1717675" h="1324610">
                <a:moveTo>
                  <a:pt x="12700" y="856983"/>
                </a:moveTo>
                <a:lnTo>
                  <a:pt x="6350" y="850633"/>
                </a:lnTo>
                <a:lnTo>
                  <a:pt x="12700" y="850633"/>
                </a:lnTo>
                <a:lnTo>
                  <a:pt x="12700" y="856983"/>
                </a:lnTo>
                <a:close/>
              </a:path>
              <a:path w="1717675" h="1324610">
                <a:moveTo>
                  <a:pt x="701509" y="863333"/>
                </a:moveTo>
                <a:lnTo>
                  <a:pt x="695159" y="863333"/>
                </a:lnTo>
                <a:lnTo>
                  <a:pt x="688809" y="856983"/>
                </a:lnTo>
                <a:lnTo>
                  <a:pt x="12700" y="856983"/>
                </a:lnTo>
                <a:lnTo>
                  <a:pt x="12700" y="850633"/>
                </a:lnTo>
                <a:lnTo>
                  <a:pt x="701509" y="850633"/>
                </a:lnTo>
                <a:lnTo>
                  <a:pt x="701509" y="863333"/>
                </a:lnTo>
                <a:close/>
              </a:path>
              <a:path w="1717675" h="1324610">
                <a:moveTo>
                  <a:pt x="1170736" y="994549"/>
                </a:moveTo>
                <a:lnTo>
                  <a:pt x="1016088" y="994549"/>
                </a:lnTo>
                <a:lnTo>
                  <a:pt x="1016088" y="850633"/>
                </a:lnTo>
                <a:lnTo>
                  <a:pt x="1704886" y="850633"/>
                </a:lnTo>
                <a:lnTo>
                  <a:pt x="1704886" y="856983"/>
                </a:lnTo>
                <a:lnTo>
                  <a:pt x="1028788" y="856983"/>
                </a:lnTo>
                <a:lnTo>
                  <a:pt x="1022438" y="863333"/>
                </a:lnTo>
                <a:lnTo>
                  <a:pt x="1028788" y="863333"/>
                </a:lnTo>
                <a:lnTo>
                  <a:pt x="1028788" y="981849"/>
                </a:lnTo>
                <a:lnTo>
                  <a:pt x="1022438" y="981849"/>
                </a:lnTo>
                <a:lnTo>
                  <a:pt x="1028788" y="988199"/>
                </a:lnTo>
                <a:lnTo>
                  <a:pt x="1177086" y="988199"/>
                </a:lnTo>
                <a:lnTo>
                  <a:pt x="1170736" y="994549"/>
                </a:lnTo>
                <a:close/>
              </a:path>
              <a:path w="1717675" h="1324610">
                <a:moveTo>
                  <a:pt x="1717586" y="863333"/>
                </a:moveTo>
                <a:lnTo>
                  <a:pt x="1028788" y="863333"/>
                </a:lnTo>
                <a:lnTo>
                  <a:pt x="1028788" y="856983"/>
                </a:lnTo>
                <a:lnTo>
                  <a:pt x="1704886" y="856983"/>
                </a:lnTo>
                <a:lnTo>
                  <a:pt x="1711236" y="850633"/>
                </a:lnTo>
                <a:lnTo>
                  <a:pt x="1717586" y="850633"/>
                </a:lnTo>
                <a:lnTo>
                  <a:pt x="1717586" y="863333"/>
                </a:lnTo>
                <a:close/>
              </a:path>
              <a:path w="1717675" h="1324610">
                <a:moveTo>
                  <a:pt x="688809" y="988199"/>
                </a:moveTo>
                <a:lnTo>
                  <a:pt x="688809" y="856983"/>
                </a:lnTo>
                <a:lnTo>
                  <a:pt x="695159" y="863333"/>
                </a:lnTo>
                <a:lnTo>
                  <a:pt x="701509" y="863333"/>
                </a:lnTo>
                <a:lnTo>
                  <a:pt x="701509" y="981849"/>
                </a:lnTo>
                <a:lnTo>
                  <a:pt x="695159" y="981849"/>
                </a:lnTo>
                <a:lnTo>
                  <a:pt x="688809" y="988199"/>
                </a:lnTo>
                <a:close/>
              </a:path>
              <a:path w="1717675" h="1324610">
                <a:moveTo>
                  <a:pt x="1028788" y="863333"/>
                </a:moveTo>
                <a:lnTo>
                  <a:pt x="1022438" y="863333"/>
                </a:lnTo>
                <a:lnTo>
                  <a:pt x="1028788" y="856983"/>
                </a:lnTo>
                <a:lnTo>
                  <a:pt x="1028788" y="863333"/>
                </a:lnTo>
                <a:close/>
              </a:path>
              <a:path w="1717675" h="1324610">
                <a:moveTo>
                  <a:pt x="858799" y="1324457"/>
                </a:moveTo>
                <a:lnTo>
                  <a:pt x="516178" y="981849"/>
                </a:lnTo>
                <a:lnTo>
                  <a:pt x="688809" y="981849"/>
                </a:lnTo>
                <a:lnTo>
                  <a:pt x="688809" y="983703"/>
                </a:lnTo>
                <a:lnTo>
                  <a:pt x="536003" y="983703"/>
                </a:lnTo>
                <a:lnTo>
                  <a:pt x="531507" y="994549"/>
                </a:lnTo>
                <a:lnTo>
                  <a:pt x="546849" y="994549"/>
                </a:lnTo>
                <a:lnTo>
                  <a:pt x="858793" y="1306493"/>
                </a:lnTo>
                <a:lnTo>
                  <a:pt x="854303" y="1310982"/>
                </a:lnTo>
                <a:lnTo>
                  <a:pt x="872274" y="1310982"/>
                </a:lnTo>
                <a:lnTo>
                  <a:pt x="858799" y="1324457"/>
                </a:lnTo>
                <a:close/>
              </a:path>
              <a:path w="1717675" h="1324610">
                <a:moveTo>
                  <a:pt x="701509" y="988199"/>
                </a:moveTo>
                <a:lnTo>
                  <a:pt x="688809" y="988199"/>
                </a:lnTo>
                <a:lnTo>
                  <a:pt x="695159" y="981849"/>
                </a:lnTo>
                <a:lnTo>
                  <a:pt x="701509" y="981849"/>
                </a:lnTo>
                <a:lnTo>
                  <a:pt x="701509" y="988199"/>
                </a:lnTo>
                <a:close/>
              </a:path>
              <a:path w="1717675" h="1324610">
                <a:moveTo>
                  <a:pt x="1028788" y="988199"/>
                </a:moveTo>
                <a:lnTo>
                  <a:pt x="1022438" y="981849"/>
                </a:lnTo>
                <a:lnTo>
                  <a:pt x="1028788" y="981849"/>
                </a:lnTo>
                <a:lnTo>
                  <a:pt x="1028788" y="988199"/>
                </a:lnTo>
                <a:close/>
              </a:path>
              <a:path w="1717675" h="1324610">
                <a:moveTo>
                  <a:pt x="1177086" y="988199"/>
                </a:moveTo>
                <a:lnTo>
                  <a:pt x="1028788" y="988199"/>
                </a:lnTo>
                <a:lnTo>
                  <a:pt x="1028788" y="981849"/>
                </a:lnTo>
                <a:lnTo>
                  <a:pt x="1201407" y="981849"/>
                </a:lnTo>
                <a:lnTo>
                  <a:pt x="1199553" y="983703"/>
                </a:lnTo>
                <a:lnTo>
                  <a:pt x="1181582" y="983703"/>
                </a:lnTo>
                <a:lnTo>
                  <a:pt x="1177086" y="988199"/>
                </a:lnTo>
                <a:close/>
              </a:path>
              <a:path w="1717675" h="1324610">
                <a:moveTo>
                  <a:pt x="546849" y="994549"/>
                </a:moveTo>
                <a:lnTo>
                  <a:pt x="531507" y="994549"/>
                </a:lnTo>
                <a:lnTo>
                  <a:pt x="536003" y="983703"/>
                </a:lnTo>
                <a:lnTo>
                  <a:pt x="546849" y="994549"/>
                </a:lnTo>
                <a:close/>
              </a:path>
              <a:path w="1717675" h="1324610">
                <a:moveTo>
                  <a:pt x="701509" y="994549"/>
                </a:moveTo>
                <a:lnTo>
                  <a:pt x="546849" y="994549"/>
                </a:lnTo>
                <a:lnTo>
                  <a:pt x="536003" y="983703"/>
                </a:lnTo>
                <a:lnTo>
                  <a:pt x="688809" y="983703"/>
                </a:lnTo>
                <a:lnTo>
                  <a:pt x="688809" y="988199"/>
                </a:lnTo>
                <a:lnTo>
                  <a:pt x="701509" y="988199"/>
                </a:lnTo>
                <a:lnTo>
                  <a:pt x="701509" y="994549"/>
                </a:lnTo>
                <a:close/>
              </a:path>
              <a:path w="1717675" h="1324610">
                <a:moveTo>
                  <a:pt x="872274" y="1310982"/>
                </a:moveTo>
                <a:lnTo>
                  <a:pt x="863282" y="1310982"/>
                </a:lnTo>
                <a:lnTo>
                  <a:pt x="858793" y="1306493"/>
                </a:lnTo>
                <a:lnTo>
                  <a:pt x="1181582" y="983703"/>
                </a:lnTo>
                <a:lnTo>
                  <a:pt x="1186078" y="994549"/>
                </a:lnTo>
                <a:lnTo>
                  <a:pt x="1188707" y="994549"/>
                </a:lnTo>
                <a:lnTo>
                  <a:pt x="872274" y="1310982"/>
                </a:lnTo>
                <a:close/>
              </a:path>
              <a:path w="1717675" h="1324610">
                <a:moveTo>
                  <a:pt x="1188707" y="994549"/>
                </a:moveTo>
                <a:lnTo>
                  <a:pt x="1186078" y="994549"/>
                </a:lnTo>
                <a:lnTo>
                  <a:pt x="1181582" y="983703"/>
                </a:lnTo>
                <a:lnTo>
                  <a:pt x="1199553" y="983703"/>
                </a:lnTo>
                <a:lnTo>
                  <a:pt x="1188707" y="994549"/>
                </a:lnTo>
                <a:close/>
              </a:path>
              <a:path w="1717675" h="1324610">
                <a:moveTo>
                  <a:pt x="863282" y="1310982"/>
                </a:moveTo>
                <a:lnTo>
                  <a:pt x="854303" y="1310982"/>
                </a:lnTo>
                <a:lnTo>
                  <a:pt x="858793" y="1306493"/>
                </a:lnTo>
                <a:lnTo>
                  <a:pt x="863282" y="1310982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69321" y="2898876"/>
            <a:ext cx="513080" cy="0"/>
          </a:xfrm>
          <a:custGeom>
            <a:avLst/>
            <a:gdLst/>
            <a:ahLst/>
            <a:cxnLst/>
            <a:rect l="l" t="t" r="r" b="b"/>
            <a:pathLst>
              <a:path w="513079" h="0">
                <a:moveTo>
                  <a:pt x="0" y="0"/>
                </a:moveTo>
                <a:lnTo>
                  <a:pt x="512724" y="0"/>
                </a:lnTo>
              </a:path>
            </a:pathLst>
          </a:custGeom>
          <a:ln w="17221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008909" y="2619705"/>
            <a:ext cx="127381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65" i="1">
                <a:solidFill>
                  <a:srgbClr val="0000FF"/>
                </a:solidFill>
                <a:latin typeface="Times New Roman"/>
                <a:cs typeface="Times New Roman"/>
              </a:rPr>
              <a:t>E=N</a:t>
            </a:r>
            <a:r>
              <a:rPr dirty="0" sz="2800" spc="-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4722" sz="4200" spc="-60">
                <a:solidFill>
                  <a:srgbClr val="0000FF"/>
                </a:solidFill>
                <a:latin typeface="Symbol"/>
                <a:cs typeface="Symbol"/>
              </a:rPr>
              <a:t></a:t>
            </a:r>
            <a:r>
              <a:rPr dirty="0" baseline="34722" sz="4200" spc="-60" i="1">
                <a:solidFill>
                  <a:srgbClr val="0000FF"/>
                </a:solidFill>
                <a:latin typeface="Times New Roman"/>
                <a:cs typeface="Times New Roman"/>
              </a:rPr>
              <a:t>Φ</a:t>
            </a:r>
            <a:endParaRPr baseline="34722" sz="4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55427" y="2896628"/>
            <a:ext cx="33274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75">
                <a:solidFill>
                  <a:srgbClr val="0000FF"/>
                </a:solidFill>
                <a:latin typeface="Symbol"/>
                <a:cs typeface="Symbol"/>
              </a:rPr>
              <a:t></a:t>
            </a:r>
            <a:r>
              <a:rPr dirty="0" sz="2800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07508" y="3811523"/>
            <a:ext cx="2738755" cy="654050"/>
          </a:xfrm>
          <a:custGeom>
            <a:avLst/>
            <a:gdLst/>
            <a:ahLst/>
            <a:cxnLst/>
            <a:rect l="l" t="t" r="r" b="b"/>
            <a:pathLst>
              <a:path w="2738754" h="654050">
                <a:moveTo>
                  <a:pt x="2628899" y="653796"/>
                </a:moveTo>
                <a:lnTo>
                  <a:pt x="108203" y="653796"/>
                </a:lnTo>
                <a:lnTo>
                  <a:pt x="66222" y="644893"/>
                </a:lnTo>
                <a:lnTo>
                  <a:pt x="31813" y="621349"/>
                </a:lnTo>
                <a:lnTo>
                  <a:pt x="8548" y="586596"/>
                </a:lnTo>
                <a:lnTo>
                  <a:pt x="0" y="544067"/>
                </a:lnTo>
                <a:lnTo>
                  <a:pt x="0" y="108203"/>
                </a:lnTo>
                <a:lnTo>
                  <a:pt x="8548" y="66013"/>
                </a:lnTo>
                <a:lnTo>
                  <a:pt x="31813" y="31532"/>
                </a:lnTo>
                <a:lnTo>
                  <a:pt x="66222" y="8336"/>
                </a:lnTo>
                <a:lnTo>
                  <a:pt x="108203" y="0"/>
                </a:lnTo>
                <a:lnTo>
                  <a:pt x="2628899" y="0"/>
                </a:lnTo>
                <a:lnTo>
                  <a:pt x="2671633" y="8336"/>
                </a:lnTo>
                <a:lnTo>
                  <a:pt x="2706452" y="31532"/>
                </a:lnTo>
                <a:lnTo>
                  <a:pt x="2729926" y="66013"/>
                </a:lnTo>
                <a:lnTo>
                  <a:pt x="2738627" y="108203"/>
                </a:lnTo>
                <a:lnTo>
                  <a:pt x="2738627" y="544067"/>
                </a:lnTo>
                <a:lnTo>
                  <a:pt x="2729926" y="586596"/>
                </a:lnTo>
                <a:lnTo>
                  <a:pt x="2706452" y="621349"/>
                </a:lnTo>
                <a:lnTo>
                  <a:pt x="2671633" y="644893"/>
                </a:lnTo>
                <a:lnTo>
                  <a:pt x="2628899" y="653796"/>
                </a:lnTo>
                <a:close/>
              </a:path>
            </a:pathLst>
          </a:custGeom>
          <a:solidFill>
            <a:srgbClr val="FFE699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201158" y="3804792"/>
            <a:ext cx="2751455" cy="665480"/>
          </a:xfrm>
          <a:custGeom>
            <a:avLst/>
            <a:gdLst/>
            <a:ahLst/>
            <a:cxnLst/>
            <a:rect l="l" t="t" r="r" b="b"/>
            <a:pathLst>
              <a:path w="2751454" h="665479">
                <a:moveTo>
                  <a:pt x="2653372" y="1270"/>
                </a:moveTo>
                <a:lnTo>
                  <a:pt x="97726" y="1270"/>
                </a:lnTo>
                <a:lnTo>
                  <a:pt x="103504" y="0"/>
                </a:lnTo>
                <a:lnTo>
                  <a:pt x="2647594" y="0"/>
                </a:lnTo>
                <a:lnTo>
                  <a:pt x="2653372" y="1270"/>
                </a:lnTo>
                <a:close/>
              </a:path>
              <a:path w="2751454" h="665479">
                <a:moveTo>
                  <a:pt x="2647594" y="665479"/>
                </a:moveTo>
                <a:lnTo>
                  <a:pt x="103504" y="665479"/>
                </a:lnTo>
                <a:lnTo>
                  <a:pt x="92049" y="662939"/>
                </a:lnTo>
                <a:lnTo>
                  <a:pt x="55499" y="648970"/>
                </a:lnTo>
                <a:lnTo>
                  <a:pt x="41948" y="638810"/>
                </a:lnTo>
                <a:lnTo>
                  <a:pt x="37769" y="636270"/>
                </a:lnTo>
                <a:lnTo>
                  <a:pt x="33756" y="632460"/>
                </a:lnTo>
                <a:lnTo>
                  <a:pt x="29946" y="627379"/>
                </a:lnTo>
                <a:lnTo>
                  <a:pt x="26327" y="623570"/>
                </a:lnTo>
                <a:lnTo>
                  <a:pt x="22898" y="619760"/>
                </a:lnTo>
                <a:lnTo>
                  <a:pt x="19684" y="614679"/>
                </a:lnTo>
                <a:lnTo>
                  <a:pt x="16687" y="609600"/>
                </a:lnTo>
                <a:lnTo>
                  <a:pt x="13906" y="605789"/>
                </a:lnTo>
                <a:lnTo>
                  <a:pt x="11366" y="600710"/>
                </a:lnTo>
                <a:lnTo>
                  <a:pt x="9055" y="595629"/>
                </a:lnTo>
                <a:lnTo>
                  <a:pt x="6997" y="590550"/>
                </a:lnTo>
                <a:lnTo>
                  <a:pt x="5181" y="584200"/>
                </a:lnTo>
                <a:lnTo>
                  <a:pt x="3619" y="579120"/>
                </a:lnTo>
                <a:lnTo>
                  <a:pt x="0" y="114300"/>
                </a:lnTo>
                <a:lnTo>
                  <a:pt x="139" y="109220"/>
                </a:lnTo>
                <a:lnTo>
                  <a:pt x="584" y="102870"/>
                </a:lnTo>
                <a:lnTo>
                  <a:pt x="1320" y="96520"/>
                </a:lnTo>
                <a:lnTo>
                  <a:pt x="2336" y="91439"/>
                </a:lnTo>
                <a:lnTo>
                  <a:pt x="3619" y="86360"/>
                </a:lnTo>
                <a:lnTo>
                  <a:pt x="5181" y="80010"/>
                </a:lnTo>
                <a:lnTo>
                  <a:pt x="19684" y="50800"/>
                </a:lnTo>
                <a:lnTo>
                  <a:pt x="22898" y="45720"/>
                </a:lnTo>
                <a:lnTo>
                  <a:pt x="26327" y="41910"/>
                </a:lnTo>
                <a:lnTo>
                  <a:pt x="29946" y="36829"/>
                </a:lnTo>
                <a:lnTo>
                  <a:pt x="33756" y="33020"/>
                </a:lnTo>
                <a:lnTo>
                  <a:pt x="37769" y="29210"/>
                </a:lnTo>
                <a:lnTo>
                  <a:pt x="41948" y="25400"/>
                </a:lnTo>
                <a:lnTo>
                  <a:pt x="46304" y="22860"/>
                </a:lnTo>
                <a:lnTo>
                  <a:pt x="50812" y="19050"/>
                </a:lnTo>
                <a:lnTo>
                  <a:pt x="55499" y="16510"/>
                </a:lnTo>
                <a:lnTo>
                  <a:pt x="60325" y="12700"/>
                </a:lnTo>
                <a:lnTo>
                  <a:pt x="65290" y="10160"/>
                </a:lnTo>
                <a:lnTo>
                  <a:pt x="70408" y="8889"/>
                </a:lnTo>
                <a:lnTo>
                  <a:pt x="75641" y="6350"/>
                </a:lnTo>
                <a:lnTo>
                  <a:pt x="81000" y="5079"/>
                </a:lnTo>
                <a:lnTo>
                  <a:pt x="86474" y="2539"/>
                </a:lnTo>
                <a:lnTo>
                  <a:pt x="92049" y="1270"/>
                </a:lnTo>
                <a:lnTo>
                  <a:pt x="2659049" y="1270"/>
                </a:lnTo>
                <a:lnTo>
                  <a:pt x="2664625" y="2539"/>
                </a:lnTo>
                <a:lnTo>
                  <a:pt x="2670098" y="5079"/>
                </a:lnTo>
                <a:lnTo>
                  <a:pt x="2675458" y="6350"/>
                </a:lnTo>
                <a:lnTo>
                  <a:pt x="2680690" y="8889"/>
                </a:lnTo>
                <a:lnTo>
                  <a:pt x="2685808" y="10160"/>
                </a:lnTo>
                <a:lnTo>
                  <a:pt x="2690774" y="12700"/>
                </a:lnTo>
                <a:lnTo>
                  <a:pt x="99809" y="12700"/>
                </a:lnTo>
                <a:lnTo>
                  <a:pt x="94437" y="13970"/>
                </a:lnTo>
                <a:lnTo>
                  <a:pt x="94754" y="13970"/>
                </a:lnTo>
                <a:lnTo>
                  <a:pt x="89484" y="15239"/>
                </a:lnTo>
                <a:lnTo>
                  <a:pt x="89788" y="15239"/>
                </a:lnTo>
                <a:lnTo>
                  <a:pt x="84620" y="16510"/>
                </a:lnTo>
                <a:lnTo>
                  <a:pt x="84924" y="16510"/>
                </a:lnTo>
                <a:lnTo>
                  <a:pt x="79857" y="17779"/>
                </a:lnTo>
                <a:lnTo>
                  <a:pt x="80149" y="17779"/>
                </a:lnTo>
                <a:lnTo>
                  <a:pt x="75209" y="20320"/>
                </a:lnTo>
                <a:lnTo>
                  <a:pt x="75488" y="20320"/>
                </a:lnTo>
                <a:lnTo>
                  <a:pt x="73075" y="21589"/>
                </a:lnTo>
                <a:lnTo>
                  <a:pt x="70942" y="21589"/>
                </a:lnTo>
                <a:lnTo>
                  <a:pt x="66255" y="24129"/>
                </a:lnTo>
                <a:lnTo>
                  <a:pt x="66522" y="24129"/>
                </a:lnTo>
                <a:lnTo>
                  <a:pt x="61963" y="26670"/>
                </a:lnTo>
                <a:lnTo>
                  <a:pt x="62217" y="26670"/>
                </a:lnTo>
                <a:lnTo>
                  <a:pt x="57797" y="29210"/>
                </a:lnTo>
                <a:lnTo>
                  <a:pt x="58051" y="29210"/>
                </a:lnTo>
                <a:lnTo>
                  <a:pt x="55206" y="31750"/>
                </a:lnTo>
                <a:lnTo>
                  <a:pt x="54025" y="31750"/>
                </a:lnTo>
                <a:lnTo>
                  <a:pt x="49911" y="35560"/>
                </a:lnTo>
                <a:lnTo>
                  <a:pt x="50139" y="35560"/>
                </a:lnTo>
                <a:lnTo>
                  <a:pt x="47506" y="38100"/>
                </a:lnTo>
                <a:lnTo>
                  <a:pt x="46418" y="38100"/>
                </a:lnTo>
                <a:lnTo>
                  <a:pt x="42633" y="41910"/>
                </a:lnTo>
                <a:lnTo>
                  <a:pt x="42849" y="41910"/>
                </a:lnTo>
                <a:lnTo>
                  <a:pt x="39242" y="45720"/>
                </a:lnTo>
                <a:lnTo>
                  <a:pt x="39446" y="45720"/>
                </a:lnTo>
                <a:lnTo>
                  <a:pt x="36017" y="49529"/>
                </a:lnTo>
                <a:lnTo>
                  <a:pt x="36220" y="49529"/>
                </a:lnTo>
                <a:lnTo>
                  <a:pt x="32981" y="53339"/>
                </a:lnTo>
                <a:lnTo>
                  <a:pt x="33159" y="53339"/>
                </a:lnTo>
                <a:lnTo>
                  <a:pt x="30124" y="57150"/>
                </a:lnTo>
                <a:lnTo>
                  <a:pt x="30302" y="57150"/>
                </a:lnTo>
                <a:lnTo>
                  <a:pt x="28168" y="60960"/>
                </a:lnTo>
                <a:lnTo>
                  <a:pt x="27622" y="60960"/>
                </a:lnTo>
                <a:lnTo>
                  <a:pt x="24993" y="66039"/>
                </a:lnTo>
                <a:lnTo>
                  <a:pt x="25145" y="66039"/>
                </a:lnTo>
                <a:lnTo>
                  <a:pt x="22745" y="69850"/>
                </a:lnTo>
                <a:lnTo>
                  <a:pt x="20688" y="74929"/>
                </a:lnTo>
                <a:lnTo>
                  <a:pt x="19348" y="78739"/>
                </a:lnTo>
                <a:lnTo>
                  <a:pt x="18973" y="78739"/>
                </a:lnTo>
                <a:lnTo>
                  <a:pt x="17259" y="83820"/>
                </a:lnTo>
                <a:lnTo>
                  <a:pt x="15887" y="88900"/>
                </a:lnTo>
                <a:lnTo>
                  <a:pt x="14744" y="93979"/>
                </a:lnTo>
                <a:lnTo>
                  <a:pt x="13855" y="99060"/>
                </a:lnTo>
                <a:lnTo>
                  <a:pt x="13207" y="104139"/>
                </a:lnTo>
                <a:lnTo>
                  <a:pt x="12814" y="109220"/>
                </a:lnTo>
                <a:lnTo>
                  <a:pt x="12700" y="114300"/>
                </a:lnTo>
                <a:lnTo>
                  <a:pt x="12811" y="554989"/>
                </a:lnTo>
                <a:lnTo>
                  <a:pt x="13246" y="561339"/>
                </a:lnTo>
                <a:lnTo>
                  <a:pt x="13906" y="566420"/>
                </a:lnTo>
                <a:lnTo>
                  <a:pt x="14808" y="571500"/>
                </a:lnTo>
                <a:lnTo>
                  <a:pt x="15963" y="576579"/>
                </a:lnTo>
                <a:lnTo>
                  <a:pt x="16179" y="576579"/>
                </a:lnTo>
                <a:lnTo>
                  <a:pt x="17348" y="581660"/>
                </a:lnTo>
                <a:lnTo>
                  <a:pt x="17687" y="581660"/>
                </a:lnTo>
                <a:lnTo>
                  <a:pt x="18973" y="585470"/>
                </a:lnTo>
                <a:lnTo>
                  <a:pt x="20815" y="590550"/>
                </a:lnTo>
                <a:lnTo>
                  <a:pt x="22872" y="594360"/>
                </a:lnTo>
                <a:lnTo>
                  <a:pt x="25145" y="599439"/>
                </a:lnTo>
                <a:lnTo>
                  <a:pt x="24993" y="599439"/>
                </a:lnTo>
                <a:lnTo>
                  <a:pt x="27622" y="603250"/>
                </a:lnTo>
                <a:lnTo>
                  <a:pt x="27457" y="603250"/>
                </a:lnTo>
                <a:lnTo>
                  <a:pt x="30302" y="608329"/>
                </a:lnTo>
                <a:lnTo>
                  <a:pt x="30883" y="608329"/>
                </a:lnTo>
                <a:lnTo>
                  <a:pt x="33159" y="612139"/>
                </a:lnTo>
                <a:lnTo>
                  <a:pt x="32981" y="612139"/>
                </a:lnTo>
                <a:lnTo>
                  <a:pt x="36220" y="615950"/>
                </a:lnTo>
                <a:lnTo>
                  <a:pt x="36017" y="615950"/>
                </a:lnTo>
                <a:lnTo>
                  <a:pt x="39446" y="619760"/>
                </a:lnTo>
                <a:lnTo>
                  <a:pt x="39242" y="619760"/>
                </a:lnTo>
                <a:lnTo>
                  <a:pt x="42849" y="623570"/>
                </a:lnTo>
                <a:lnTo>
                  <a:pt x="43895" y="623570"/>
                </a:lnTo>
                <a:lnTo>
                  <a:pt x="46418" y="626110"/>
                </a:lnTo>
                <a:lnTo>
                  <a:pt x="46189" y="626110"/>
                </a:lnTo>
                <a:lnTo>
                  <a:pt x="50139" y="629920"/>
                </a:lnTo>
                <a:lnTo>
                  <a:pt x="49911" y="629920"/>
                </a:lnTo>
                <a:lnTo>
                  <a:pt x="54025" y="632460"/>
                </a:lnTo>
                <a:lnTo>
                  <a:pt x="53784" y="632460"/>
                </a:lnTo>
                <a:lnTo>
                  <a:pt x="58051" y="635000"/>
                </a:lnTo>
                <a:lnTo>
                  <a:pt x="57797" y="635000"/>
                </a:lnTo>
                <a:lnTo>
                  <a:pt x="62217" y="638810"/>
                </a:lnTo>
                <a:lnTo>
                  <a:pt x="64242" y="638810"/>
                </a:lnTo>
                <a:lnTo>
                  <a:pt x="66522" y="640079"/>
                </a:lnTo>
                <a:lnTo>
                  <a:pt x="66255" y="640079"/>
                </a:lnTo>
                <a:lnTo>
                  <a:pt x="70942" y="642620"/>
                </a:lnTo>
                <a:lnTo>
                  <a:pt x="70662" y="642620"/>
                </a:lnTo>
                <a:lnTo>
                  <a:pt x="75488" y="645160"/>
                </a:lnTo>
                <a:lnTo>
                  <a:pt x="75209" y="645160"/>
                </a:lnTo>
                <a:lnTo>
                  <a:pt x="80149" y="646429"/>
                </a:lnTo>
                <a:lnTo>
                  <a:pt x="79857" y="646429"/>
                </a:lnTo>
                <a:lnTo>
                  <a:pt x="84924" y="648970"/>
                </a:lnTo>
                <a:lnTo>
                  <a:pt x="87204" y="648970"/>
                </a:lnTo>
                <a:lnTo>
                  <a:pt x="89788" y="650239"/>
                </a:lnTo>
                <a:lnTo>
                  <a:pt x="89484" y="650239"/>
                </a:lnTo>
                <a:lnTo>
                  <a:pt x="94754" y="651510"/>
                </a:lnTo>
                <a:lnTo>
                  <a:pt x="99491" y="651510"/>
                </a:lnTo>
                <a:lnTo>
                  <a:pt x="104940" y="652779"/>
                </a:lnTo>
                <a:lnTo>
                  <a:pt x="2688291" y="652779"/>
                </a:lnTo>
                <a:lnTo>
                  <a:pt x="2685808" y="654050"/>
                </a:lnTo>
                <a:lnTo>
                  <a:pt x="2680690" y="656589"/>
                </a:lnTo>
                <a:lnTo>
                  <a:pt x="2675458" y="659129"/>
                </a:lnTo>
                <a:lnTo>
                  <a:pt x="2659049" y="662939"/>
                </a:lnTo>
                <a:lnTo>
                  <a:pt x="2647594" y="665479"/>
                </a:lnTo>
                <a:close/>
              </a:path>
              <a:path w="2751454" h="665479">
                <a:moveTo>
                  <a:pt x="2680436" y="22860"/>
                </a:moveTo>
                <a:lnTo>
                  <a:pt x="2675610" y="20320"/>
                </a:lnTo>
                <a:lnTo>
                  <a:pt x="2675890" y="20320"/>
                </a:lnTo>
                <a:lnTo>
                  <a:pt x="2670949" y="17779"/>
                </a:lnTo>
                <a:lnTo>
                  <a:pt x="2671241" y="17779"/>
                </a:lnTo>
                <a:lnTo>
                  <a:pt x="2666174" y="16510"/>
                </a:lnTo>
                <a:lnTo>
                  <a:pt x="2666479" y="16510"/>
                </a:lnTo>
                <a:lnTo>
                  <a:pt x="2661310" y="15239"/>
                </a:lnTo>
                <a:lnTo>
                  <a:pt x="2661615" y="15239"/>
                </a:lnTo>
                <a:lnTo>
                  <a:pt x="2656344" y="13970"/>
                </a:lnTo>
                <a:lnTo>
                  <a:pt x="2656662" y="13970"/>
                </a:lnTo>
                <a:lnTo>
                  <a:pt x="2651290" y="12700"/>
                </a:lnTo>
                <a:lnTo>
                  <a:pt x="2690774" y="12700"/>
                </a:lnTo>
                <a:lnTo>
                  <a:pt x="2695600" y="16510"/>
                </a:lnTo>
                <a:lnTo>
                  <a:pt x="2700286" y="19050"/>
                </a:lnTo>
                <a:lnTo>
                  <a:pt x="2703292" y="21589"/>
                </a:lnTo>
                <a:lnTo>
                  <a:pt x="2680157" y="21589"/>
                </a:lnTo>
                <a:lnTo>
                  <a:pt x="2680436" y="22860"/>
                </a:lnTo>
                <a:close/>
              </a:path>
              <a:path w="2751454" h="665479">
                <a:moveTo>
                  <a:pt x="70662" y="22860"/>
                </a:moveTo>
                <a:lnTo>
                  <a:pt x="70942" y="21589"/>
                </a:lnTo>
                <a:lnTo>
                  <a:pt x="73075" y="21589"/>
                </a:lnTo>
                <a:lnTo>
                  <a:pt x="70662" y="22860"/>
                </a:lnTo>
                <a:close/>
              </a:path>
              <a:path w="2751454" h="665479">
                <a:moveTo>
                  <a:pt x="2697314" y="33020"/>
                </a:moveTo>
                <a:lnTo>
                  <a:pt x="2693047" y="29210"/>
                </a:lnTo>
                <a:lnTo>
                  <a:pt x="2693301" y="29210"/>
                </a:lnTo>
                <a:lnTo>
                  <a:pt x="2688882" y="26670"/>
                </a:lnTo>
                <a:lnTo>
                  <a:pt x="2689136" y="26670"/>
                </a:lnTo>
                <a:lnTo>
                  <a:pt x="2684576" y="24129"/>
                </a:lnTo>
                <a:lnTo>
                  <a:pt x="2684843" y="24129"/>
                </a:lnTo>
                <a:lnTo>
                  <a:pt x="2680157" y="21589"/>
                </a:lnTo>
                <a:lnTo>
                  <a:pt x="2703292" y="21589"/>
                </a:lnTo>
                <a:lnTo>
                  <a:pt x="2704795" y="22860"/>
                </a:lnTo>
                <a:lnTo>
                  <a:pt x="2709151" y="25400"/>
                </a:lnTo>
                <a:lnTo>
                  <a:pt x="2713329" y="29210"/>
                </a:lnTo>
                <a:lnTo>
                  <a:pt x="2716005" y="31750"/>
                </a:lnTo>
                <a:lnTo>
                  <a:pt x="2697073" y="31750"/>
                </a:lnTo>
                <a:lnTo>
                  <a:pt x="2697314" y="33020"/>
                </a:lnTo>
                <a:close/>
              </a:path>
              <a:path w="2751454" h="665479">
                <a:moveTo>
                  <a:pt x="53784" y="33020"/>
                </a:moveTo>
                <a:lnTo>
                  <a:pt x="54025" y="31750"/>
                </a:lnTo>
                <a:lnTo>
                  <a:pt x="55206" y="31750"/>
                </a:lnTo>
                <a:lnTo>
                  <a:pt x="53784" y="33020"/>
                </a:lnTo>
                <a:close/>
              </a:path>
              <a:path w="2751454" h="665479">
                <a:moveTo>
                  <a:pt x="2704909" y="39370"/>
                </a:moveTo>
                <a:lnTo>
                  <a:pt x="2700959" y="35560"/>
                </a:lnTo>
                <a:lnTo>
                  <a:pt x="2701188" y="35560"/>
                </a:lnTo>
                <a:lnTo>
                  <a:pt x="2697073" y="31750"/>
                </a:lnTo>
                <a:lnTo>
                  <a:pt x="2716005" y="31750"/>
                </a:lnTo>
                <a:lnTo>
                  <a:pt x="2717342" y="33020"/>
                </a:lnTo>
                <a:lnTo>
                  <a:pt x="2721152" y="36829"/>
                </a:lnTo>
                <a:lnTo>
                  <a:pt x="2722057" y="38100"/>
                </a:lnTo>
                <a:lnTo>
                  <a:pt x="2704680" y="38100"/>
                </a:lnTo>
                <a:lnTo>
                  <a:pt x="2704909" y="39370"/>
                </a:lnTo>
                <a:close/>
              </a:path>
              <a:path w="2751454" h="665479">
                <a:moveTo>
                  <a:pt x="46189" y="39370"/>
                </a:moveTo>
                <a:lnTo>
                  <a:pt x="46418" y="38100"/>
                </a:lnTo>
                <a:lnTo>
                  <a:pt x="47506" y="38100"/>
                </a:lnTo>
                <a:lnTo>
                  <a:pt x="46189" y="39370"/>
                </a:lnTo>
                <a:close/>
              </a:path>
              <a:path w="2751454" h="665479">
                <a:moveTo>
                  <a:pt x="2723641" y="62229"/>
                </a:moveTo>
                <a:lnTo>
                  <a:pt x="2720797" y="57150"/>
                </a:lnTo>
                <a:lnTo>
                  <a:pt x="2720974" y="57150"/>
                </a:lnTo>
                <a:lnTo>
                  <a:pt x="2717939" y="53339"/>
                </a:lnTo>
                <a:lnTo>
                  <a:pt x="2718117" y="53339"/>
                </a:lnTo>
                <a:lnTo>
                  <a:pt x="2714878" y="49529"/>
                </a:lnTo>
                <a:lnTo>
                  <a:pt x="2715082" y="49529"/>
                </a:lnTo>
                <a:lnTo>
                  <a:pt x="2711653" y="45720"/>
                </a:lnTo>
                <a:lnTo>
                  <a:pt x="2711856" y="45720"/>
                </a:lnTo>
                <a:lnTo>
                  <a:pt x="2708249" y="41910"/>
                </a:lnTo>
                <a:lnTo>
                  <a:pt x="2708465" y="41910"/>
                </a:lnTo>
                <a:lnTo>
                  <a:pt x="2704680" y="38100"/>
                </a:lnTo>
                <a:lnTo>
                  <a:pt x="2722057" y="38100"/>
                </a:lnTo>
                <a:lnTo>
                  <a:pt x="2724772" y="41910"/>
                </a:lnTo>
                <a:lnTo>
                  <a:pt x="2728201" y="45720"/>
                </a:lnTo>
                <a:lnTo>
                  <a:pt x="2731414" y="50800"/>
                </a:lnTo>
                <a:lnTo>
                  <a:pt x="2734411" y="54610"/>
                </a:lnTo>
                <a:lnTo>
                  <a:pt x="2737192" y="59689"/>
                </a:lnTo>
                <a:lnTo>
                  <a:pt x="2737827" y="60960"/>
                </a:lnTo>
                <a:lnTo>
                  <a:pt x="2723476" y="60960"/>
                </a:lnTo>
                <a:lnTo>
                  <a:pt x="2723641" y="62229"/>
                </a:lnTo>
                <a:close/>
              </a:path>
              <a:path w="2751454" h="665479">
                <a:moveTo>
                  <a:pt x="27457" y="62229"/>
                </a:moveTo>
                <a:lnTo>
                  <a:pt x="27622" y="60960"/>
                </a:lnTo>
                <a:lnTo>
                  <a:pt x="28168" y="60960"/>
                </a:lnTo>
                <a:lnTo>
                  <a:pt x="27457" y="62229"/>
                </a:lnTo>
                <a:close/>
              </a:path>
              <a:path w="2751454" h="665479">
                <a:moveTo>
                  <a:pt x="2732239" y="80010"/>
                </a:moveTo>
                <a:lnTo>
                  <a:pt x="2730284" y="74929"/>
                </a:lnTo>
                <a:lnTo>
                  <a:pt x="2728226" y="69850"/>
                </a:lnTo>
                <a:lnTo>
                  <a:pt x="2725953" y="66039"/>
                </a:lnTo>
                <a:lnTo>
                  <a:pt x="2726105" y="66039"/>
                </a:lnTo>
                <a:lnTo>
                  <a:pt x="2723476" y="60960"/>
                </a:lnTo>
                <a:lnTo>
                  <a:pt x="2737827" y="60960"/>
                </a:lnTo>
                <a:lnTo>
                  <a:pt x="2739732" y="64770"/>
                </a:lnTo>
                <a:lnTo>
                  <a:pt x="2742044" y="69850"/>
                </a:lnTo>
                <a:lnTo>
                  <a:pt x="2744101" y="74929"/>
                </a:lnTo>
                <a:lnTo>
                  <a:pt x="2745463" y="78739"/>
                </a:lnTo>
                <a:lnTo>
                  <a:pt x="2732125" y="78739"/>
                </a:lnTo>
                <a:lnTo>
                  <a:pt x="2732239" y="80010"/>
                </a:lnTo>
                <a:close/>
              </a:path>
              <a:path w="2751454" h="665479">
                <a:moveTo>
                  <a:pt x="18859" y="80010"/>
                </a:moveTo>
                <a:lnTo>
                  <a:pt x="18973" y="78739"/>
                </a:lnTo>
                <a:lnTo>
                  <a:pt x="19348" y="78739"/>
                </a:lnTo>
                <a:lnTo>
                  <a:pt x="18859" y="80010"/>
                </a:lnTo>
                <a:close/>
              </a:path>
              <a:path w="2751454" h="665479">
                <a:moveTo>
                  <a:pt x="2750959" y="556260"/>
                </a:moveTo>
                <a:lnTo>
                  <a:pt x="2738259" y="556260"/>
                </a:lnTo>
                <a:lnTo>
                  <a:pt x="2738287" y="554989"/>
                </a:lnTo>
                <a:lnTo>
                  <a:pt x="2738399" y="114300"/>
                </a:lnTo>
                <a:lnTo>
                  <a:pt x="2738259" y="109220"/>
                </a:lnTo>
                <a:lnTo>
                  <a:pt x="2737853" y="104139"/>
                </a:lnTo>
                <a:lnTo>
                  <a:pt x="2737192" y="99060"/>
                </a:lnTo>
                <a:lnTo>
                  <a:pt x="2736291" y="93979"/>
                </a:lnTo>
                <a:lnTo>
                  <a:pt x="2735135" y="88900"/>
                </a:lnTo>
                <a:lnTo>
                  <a:pt x="2733751" y="83820"/>
                </a:lnTo>
                <a:lnTo>
                  <a:pt x="2732125" y="78739"/>
                </a:lnTo>
                <a:lnTo>
                  <a:pt x="2745463" y="78739"/>
                </a:lnTo>
                <a:lnTo>
                  <a:pt x="2745917" y="80010"/>
                </a:lnTo>
                <a:lnTo>
                  <a:pt x="2747479" y="86360"/>
                </a:lnTo>
                <a:lnTo>
                  <a:pt x="2748762" y="91439"/>
                </a:lnTo>
                <a:lnTo>
                  <a:pt x="2749778" y="96520"/>
                </a:lnTo>
                <a:lnTo>
                  <a:pt x="2750515" y="102870"/>
                </a:lnTo>
                <a:lnTo>
                  <a:pt x="2750959" y="109220"/>
                </a:lnTo>
                <a:lnTo>
                  <a:pt x="2751099" y="114300"/>
                </a:lnTo>
                <a:lnTo>
                  <a:pt x="2750987" y="554989"/>
                </a:lnTo>
                <a:lnTo>
                  <a:pt x="2750959" y="556260"/>
                </a:lnTo>
                <a:close/>
              </a:path>
              <a:path w="2751454" h="665479">
                <a:moveTo>
                  <a:pt x="12900" y="556260"/>
                </a:moveTo>
                <a:lnTo>
                  <a:pt x="12814" y="554989"/>
                </a:lnTo>
                <a:lnTo>
                  <a:pt x="12900" y="556260"/>
                </a:lnTo>
                <a:close/>
              </a:path>
              <a:path w="2751454" h="665479">
                <a:moveTo>
                  <a:pt x="2748121" y="576579"/>
                </a:moveTo>
                <a:lnTo>
                  <a:pt x="2735135" y="576579"/>
                </a:lnTo>
                <a:lnTo>
                  <a:pt x="2736354" y="571500"/>
                </a:lnTo>
                <a:lnTo>
                  <a:pt x="2737243" y="566420"/>
                </a:lnTo>
                <a:lnTo>
                  <a:pt x="2737891" y="561339"/>
                </a:lnTo>
                <a:lnTo>
                  <a:pt x="2738285" y="554989"/>
                </a:lnTo>
                <a:lnTo>
                  <a:pt x="2738259" y="556260"/>
                </a:lnTo>
                <a:lnTo>
                  <a:pt x="2750959" y="556260"/>
                </a:lnTo>
                <a:lnTo>
                  <a:pt x="2750515" y="562610"/>
                </a:lnTo>
                <a:lnTo>
                  <a:pt x="2749778" y="567689"/>
                </a:lnTo>
                <a:lnTo>
                  <a:pt x="2748762" y="574039"/>
                </a:lnTo>
                <a:lnTo>
                  <a:pt x="2748121" y="576579"/>
                </a:lnTo>
                <a:close/>
              </a:path>
              <a:path w="2751454" h="665479">
                <a:moveTo>
                  <a:pt x="16179" y="576579"/>
                </a:moveTo>
                <a:lnTo>
                  <a:pt x="15963" y="576579"/>
                </a:lnTo>
                <a:lnTo>
                  <a:pt x="15887" y="575310"/>
                </a:lnTo>
                <a:lnTo>
                  <a:pt x="16179" y="576579"/>
                </a:lnTo>
                <a:close/>
              </a:path>
              <a:path w="2751454" h="665479">
                <a:moveTo>
                  <a:pt x="2746698" y="581660"/>
                </a:moveTo>
                <a:lnTo>
                  <a:pt x="2733751" y="581660"/>
                </a:lnTo>
                <a:lnTo>
                  <a:pt x="2735211" y="575310"/>
                </a:lnTo>
                <a:lnTo>
                  <a:pt x="2735135" y="576579"/>
                </a:lnTo>
                <a:lnTo>
                  <a:pt x="2748121" y="576579"/>
                </a:lnTo>
                <a:lnTo>
                  <a:pt x="2747479" y="579120"/>
                </a:lnTo>
                <a:lnTo>
                  <a:pt x="2746698" y="581660"/>
                </a:lnTo>
                <a:close/>
              </a:path>
              <a:path w="2751454" h="665479">
                <a:moveTo>
                  <a:pt x="17687" y="581660"/>
                </a:moveTo>
                <a:lnTo>
                  <a:pt x="17348" y="581660"/>
                </a:lnTo>
                <a:lnTo>
                  <a:pt x="17259" y="580389"/>
                </a:lnTo>
                <a:lnTo>
                  <a:pt x="17687" y="581660"/>
                </a:lnTo>
                <a:close/>
              </a:path>
              <a:path w="2751454" h="665479">
                <a:moveTo>
                  <a:pt x="2735338" y="608329"/>
                </a:moveTo>
                <a:lnTo>
                  <a:pt x="2720797" y="608329"/>
                </a:lnTo>
                <a:lnTo>
                  <a:pt x="2723641" y="603250"/>
                </a:lnTo>
                <a:lnTo>
                  <a:pt x="2723476" y="603250"/>
                </a:lnTo>
                <a:lnTo>
                  <a:pt x="2726105" y="599439"/>
                </a:lnTo>
                <a:lnTo>
                  <a:pt x="2725953" y="599439"/>
                </a:lnTo>
                <a:lnTo>
                  <a:pt x="2728353" y="594360"/>
                </a:lnTo>
                <a:lnTo>
                  <a:pt x="2730411" y="590550"/>
                </a:lnTo>
                <a:lnTo>
                  <a:pt x="2732239" y="585470"/>
                </a:lnTo>
                <a:lnTo>
                  <a:pt x="2733840" y="580389"/>
                </a:lnTo>
                <a:lnTo>
                  <a:pt x="2733751" y="581660"/>
                </a:lnTo>
                <a:lnTo>
                  <a:pt x="2746698" y="581660"/>
                </a:lnTo>
                <a:lnTo>
                  <a:pt x="2745917" y="584200"/>
                </a:lnTo>
                <a:lnTo>
                  <a:pt x="2744101" y="590550"/>
                </a:lnTo>
                <a:lnTo>
                  <a:pt x="2742044" y="595629"/>
                </a:lnTo>
                <a:lnTo>
                  <a:pt x="2739732" y="600710"/>
                </a:lnTo>
                <a:lnTo>
                  <a:pt x="2737192" y="605789"/>
                </a:lnTo>
                <a:lnTo>
                  <a:pt x="2735338" y="608329"/>
                </a:lnTo>
                <a:close/>
              </a:path>
              <a:path w="2751454" h="665479">
                <a:moveTo>
                  <a:pt x="30883" y="608329"/>
                </a:moveTo>
                <a:lnTo>
                  <a:pt x="30302" y="608329"/>
                </a:lnTo>
                <a:lnTo>
                  <a:pt x="30124" y="607060"/>
                </a:lnTo>
                <a:lnTo>
                  <a:pt x="30883" y="608329"/>
                </a:lnTo>
                <a:close/>
              </a:path>
              <a:path w="2751454" h="665479">
                <a:moveTo>
                  <a:pt x="2724772" y="623570"/>
                </a:moveTo>
                <a:lnTo>
                  <a:pt x="2708249" y="623570"/>
                </a:lnTo>
                <a:lnTo>
                  <a:pt x="2711856" y="619760"/>
                </a:lnTo>
                <a:lnTo>
                  <a:pt x="2711653" y="619760"/>
                </a:lnTo>
                <a:lnTo>
                  <a:pt x="2715082" y="615950"/>
                </a:lnTo>
                <a:lnTo>
                  <a:pt x="2714878" y="615950"/>
                </a:lnTo>
                <a:lnTo>
                  <a:pt x="2718117" y="612139"/>
                </a:lnTo>
                <a:lnTo>
                  <a:pt x="2717939" y="612139"/>
                </a:lnTo>
                <a:lnTo>
                  <a:pt x="2720974" y="607060"/>
                </a:lnTo>
                <a:lnTo>
                  <a:pt x="2720797" y="608329"/>
                </a:lnTo>
                <a:lnTo>
                  <a:pt x="2735338" y="608329"/>
                </a:lnTo>
                <a:lnTo>
                  <a:pt x="2734411" y="609600"/>
                </a:lnTo>
                <a:lnTo>
                  <a:pt x="2731414" y="614679"/>
                </a:lnTo>
                <a:lnTo>
                  <a:pt x="2728201" y="619760"/>
                </a:lnTo>
                <a:lnTo>
                  <a:pt x="2724772" y="623570"/>
                </a:lnTo>
                <a:close/>
              </a:path>
              <a:path w="2751454" h="665479">
                <a:moveTo>
                  <a:pt x="43895" y="623570"/>
                </a:moveTo>
                <a:lnTo>
                  <a:pt x="42849" y="623570"/>
                </a:lnTo>
                <a:lnTo>
                  <a:pt x="42633" y="622300"/>
                </a:lnTo>
                <a:lnTo>
                  <a:pt x="43895" y="623570"/>
                </a:lnTo>
                <a:close/>
              </a:path>
              <a:path w="2751454" h="665479">
                <a:moveTo>
                  <a:pt x="2709151" y="638810"/>
                </a:moveTo>
                <a:lnTo>
                  <a:pt x="2688882" y="638810"/>
                </a:lnTo>
                <a:lnTo>
                  <a:pt x="2693301" y="635000"/>
                </a:lnTo>
                <a:lnTo>
                  <a:pt x="2693047" y="635000"/>
                </a:lnTo>
                <a:lnTo>
                  <a:pt x="2697314" y="632460"/>
                </a:lnTo>
                <a:lnTo>
                  <a:pt x="2697073" y="632460"/>
                </a:lnTo>
                <a:lnTo>
                  <a:pt x="2701188" y="629920"/>
                </a:lnTo>
                <a:lnTo>
                  <a:pt x="2700959" y="629920"/>
                </a:lnTo>
                <a:lnTo>
                  <a:pt x="2704909" y="626110"/>
                </a:lnTo>
                <a:lnTo>
                  <a:pt x="2704680" y="626110"/>
                </a:lnTo>
                <a:lnTo>
                  <a:pt x="2708465" y="622300"/>
                </a:lnTo>
                <a:lnTo>
                  <a:pt x="2708249" y="623570"/>
                </a:lnTo>
                <a:lnTo>
                  <a:pt x="2724772" y="623570"/>
                </a:lnTo>
                <a:lnTo>
                  <a:pt x="2721152" y="627379"/>
                </a:lnTo>
                <a:lnTo>
                  <a:pt x="2717342" y="632460"/>
                </a:lnTo>
                <a:lnTo>
                  <a:pt x="2713329" y="636270"/>
                </a:lnTo>
                <a:lnTo>
                  <a:pt x="2709151" y="638810"/>
                </a:lnTo>
                <a:close/>
              </a:path>
              <a:path w="2751454" h="665479">
                <a:moveTo>
                  <a:pt x="64242" y="638810"/>
                </a:moveTo>
                <a:lnTo>
                  <a:pt x="62217" y="638810"/>
                </a:lnTo>
                <a:lnTo>
                  <a:pt x="61963" y="637539"/>
                </a:lnTo>
                <a:lnTo>
                  <a:pt x="64242" y="638810"/>
                </a:lnTo>
                <a:close/>
              </a:path>
              <a:path w="2751454" h="665479">
                <a:moveTo>
                  <a:pt x="2695600" y="648970"/>
                </a:moveTo>
                <a:lnTo>
                  <a:pt x="2666174" y="648970"/>
                </a:lnTo>
                <a:lnTo>
                  <a:pt x="2671241" y="646429"/>
                </a:lnTo>
                <a:lnTo>
                  <a:pt x="2670949" y="646429"/>
                </a:lnTo>
                <a:lnTo>
                  <a:pt x="2675890" y="645160"/>
                </a:lnTo>
                <a:lnTo>
                  <a:pt x="2675610" y="645160"/>
                </a:lnTo>
                <a:lnTo>
                  <a:pt x="2680436" y="642620"/>
                </a:lnTo>
                <a:lnTo>
                  <a:pt x="2680157" y="642620"/>
                </a:lnTo>
                <a:lnTo>
                  <a:pt x="2684843" y="640079"/>
                </a:lnTo>
                <a:lnTo>
                  <a:pt x="2684576" y="640079"/>
                </a:lnTo>
                <a:lnTo>
                  <a:pt x="2689136" y="637539"/>
                </a:lnTo>
                <a:lnTo>
                  <a:pt x="2688882" y="638810"/>
                </a:lnTo>
                <a:lnTo>
                  <a:pt x="2709151" y="638810"/>
                </a:lnTo>
                <a:lnTo>
                  <a:pt x="2704795" y="642620"/>
                </a:lnTo>
                <a:lnTo>
                  <a:pt x="2700286" y="646429"/>
                </a:lnTo>
                <a:lnTo>
                  <a:pt x="2695600" y="648970"/>
                </a:lnTo>
                <a:close/>
              </a:path>
              <a:path w="2751454" h="665479">
                <a:moveTo>
                  <a:pt x="87204" y="648970"/>
                </a:moveTo>
                <a:lnTo>
                  <a:pt x="84924" y="648970"/>
                </a:lnTo>
                <a:lnTo>
                  <a:pt x="84620" y="647700"/>
                </a:lnTo>
                <a:lnTo>
                  <a:pt x="87204" y="648970"/>
                </a:lnTo>
                <a:close/>
              </a:path>
              <a:path w="2751454" h="665479">
                <a:moveTo>
                  <a:pt x="2688291" y="652779"/>
                </a:moveTo>
                <a:lnTo>
                  <a:pt x="2646159" y="652779"/>
                </a:lnTo>
                <a:lnTo>
                  <a:pt x="2651607" y="651510"/>
                </a:lnTo>
                <a:lnTo>
                  <a:pt x="2656344" y="651510"/>
                </a:lnTo>
                <a:lnTo>
                  <a:pt x="2661615" y="650239"/>
                </a:lnTo>
                <a:lnTo>
                  <a:pt x="2661310" y="650239"/>
                </a:lnTo>
                <a:lnTo>
                  <a:pt x="2666479" y="647700"/>
                </a:lnTo>
                <a:lnTo>
                  <a:pt x="2666174" y="648970"/>
                </a:lnTo>
                <a:lnTo>
                  <a:pt x="2695600" y="648970"/>
                </a:lnTo>
                <a:lnTo>
                  <a:pt x="2690774" y="651510"/>
                </a:lnTo>
                <a:lnTo>
                  <a:pt x="2688291" y="652779"/>
                </a:lnTo>
                <a:close/>
              </a:path>
              <a:path w="2751454" h="665479">
                <a:moveTo>
                  <a:pt x="99809" y="651510"/>
                </a:moveTo>
                <a:lnTo>
                  <a:pt x="94754" y="651510"/>
                </a:lnTo>
                <a:lnTo>
                  <a:pt x="94437" y="650239"/>
                </a:lnTo>
                <a:lnTo>
                  <a:pt x="99809" y="651510"/>
                </a:lnTo>
                <a:close/>
              </a:path>
              <a:path w="2751454" h="665479">
                <a:moveTo>
                  <a:pt x="2656344" y="651510"/>
                </a:moveTo>
                <a:lnTo>
                  <a:pt x="2651290" y="651510"/>
                </a:lnTo>
                <a:lnTo>
                  <a:pt x="2656662" y="650239"/>
                </a:lnTo>
                <a:lnTo>
                  <a:pt x="2656344" y="651510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394959" y="2951988"/>
            <a:ext cx="2364105" cy="798830"/>
          </a:xfrm>
          <a:custGeom>
            <a:avLst/>
            <a:gdLst/>
            <a:ahLst/>
            <a:cxnLst/>
            <a:rect l="l" t="t" r="r" b="b"/>
            <a:pathLst>
              <a:path w="2364104" h="798829">
                <a:moveTo>
                  <a:pt x="2363723" y="519684"/>
                </a:moveTo>
                <a:lnTo>
                  <a:pt x="0" y="519684"/>
                </a:lnTo>
                <a:lnTo>
                  <a:pt x="0" y="0"/>
                </a:lnTo>
                <a:lnTo>
                  <a:pt x="2363723" y="0"/>
                </a:lnTo>
                <a:lnTo>
                  <a:pt x="2363723" y="519684"/>
                </a:lnTo>
                <a:close/>
              </a:path>
              <a:path w="2364104" h="798829">
                <a:moveTo>
                  <a:pt x="1281684" y="598932"/>
                </a:moveTo>
                <a:lnTo>
                  <a:pt x="1082039" y="598932"/>
                </a:lnTo>
                <a:lnTo>
                  <a:pt x="1082039" y="519684"/>
                </a:lnTo>
                <a:lnTo>
                  <a:pt x="1281684" y="519684"/>
                </a:lnTo>
                <a:lnTo>
                  <a:pt x="1281684" y="598932"/>
                </a:lnTo>
                <a:close/>
              </a:path>
              <a:path w="2364104" h="798829">
                <a:moveTo>
                  <a:pt x="1181099" y="798576"/>
                </a:moveTo>
                <a:lnTo>
                  <a:pt x="981455" y="598932"/>
                </a:lnTo>
                <a:lnTo>
                  <a:pt x="1380743" y="598932"/>
                </a:lnTo>
                <a:lnTo>
                  <a:pt x="1181099" y="798576"/>
                </a:lnTo>
                <a:close/>
              </a:path>
            </a:pathLst>
          </a:custGeom>
          <a:solidFill>
            <a:srgbClr val="FFE699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388444" y="2945625"/>
            <a:ext cx="2376805" cy="814705"/>
          </a:xfrm>
          <a:custGeom>
            <a:avLst/>
            <a:gdLst/>
            <a:ahLst/>
            <a:cxnLst/>
            <a:rect l="l" t="t" r="r" b="b"/>
            <a:pathLst>
              <a:path w="2376804" h="814704">
                <a:moveTo>
                  <a:pt x="1082040" y="531876"/>
                </a:moveTo>
                <a:lnTo>
                  <a:pt x="0" y="531876"/>
                </a:lnTo>
                <a:lnTo>
                  <a:pt x="0" y="0"/>
                </a:lnTo>
                <a:lnTo>
                  <a:pt x="2376525" y="0"/>
                </a:lnTo>
                <a:lnTo>
                  <a:pt x="237652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519176"/>
                </a:lnTo>
                <a:lnTo>
                  <a:pt x="6350" y="519176"/>
                </a:lnTo>
                <a:lnTo>
                  <a:pt x="12700" y="525526"/>
                </a:lnTo>
                <a:lnTo>
                  <a:pt x="1082040" y="525526"/>
                </a:lnTo>
                <a:lnTo>
                  <a:pt x="1082040" y="531876"/>
                </a:lnTo>
                <a:close/>
              </a:path>
              <a:path w="2376804" h="814704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376804" h="814704">
                <a:moveTo>
                  <a:pt x="236382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363825" y="6350"/>
                </a:lnTo>
                <a:lnTo>
                  <a:pt x="2363825" y="12700"/>
                </a:lnTo>
                <a:close/>
              </a:path>
              <a:path w="2376804" h="814704">
                <a:moveTo>
                  <a:pt x="2363825" y="525526"/>
                </a:moveTo>
                <a:lnTo>
                  <a:pt x="2363825" y="6350"/>
                </a:lnTo>
                <a:lnTo>
                  <a:pt x="2370175" y="12700"/>
                </a:lnTo>
                <a:lnTo>
                  <a:pt x="2376525" y="12700"/>
                </a:lnTo>
                <a:lnTo>
                  <a:pt x="2376525" y="519176"/>
                </a:lnTo>
                <a:lnTo>
                  <a:pt x="2370175" y="519176"/>
                </a:lnTo>
                <a:lnTo>
                  <a:pt x="2363825" y="525526"/>
                </a:lnTo>
                <a:close/>
              </a:path>
              <a:path w="2376804" h="814704">
                <a:moveTo>
                  <a:pt x="2376525" y="12700"/>
                </a:moveTo>
                <a:lnTo>
                  <a:pt x="2370175" y="12700"/>
                </a:lnTo>
                <a:lnTo>
                  <a:pt x="2363825" y="6350"/>
                </a:lnTo>
                <a:lnTo>
                  <a:pt x="2376525" y="6350"/>
                </a:lnTo>
                <a:lnTo>
                  <a:pt x="2376525" y="12700"/>
                </a:lnTo>
                <a:close/>
              </a:path>
              <a:path w="2376804" h="814704">
                <a:moveTo>
                  <a:pt x="12700" y="525526"/>
                </a:moveTo>
                <a:lnTo>
                  <a:pt x="6350" y="519176"/>
                </a:lnTo>
                <a:lnTo>
                  <a:pt x="12700" y="519176"/>
                </a:lnTo>
                <a:lnTo>
                  <a:pt x="12700" y="525526"/>
                </a:lnTo>
                <a:close/>
              </a:path>
              <a:path w="2376804" h="814704">
                <a:moveTo>
                  <a:pt x="1094740" y="531876"/>
                </a:moveTo>
                <a:lnTo>
                  <a:pt x="1088390" y="531876"/>
                </a:lnTo>
                <a:lnTo>
                  <a:pt x="1082040" y="525526"/>
                </a:lnTo>
                <a:lnTo>
                  <a:pt x="12700" y="525526"/>
                </a:lnTo>
                <a:lnTo>
                  <a:pt x="12700" y="519176"/>
                </a:lnTo>
                <a:lnTo>
                  <a:pt x="1094740" y="519176"/>
                </a:lnTo>
                <a:lnTo>
                  <a:pt x="1094740" y="531876"/>
                </a:lnTo>
                <a:close/>
              </a:path>
              <a:path w="2376804" h="814704">
                <a:moveTo>
                  <a:pt x="1372691" y="611949"/>
                </a:moveTo>
                <a:lnTo>
                  <a:pt x="1281785" y="611949"/>
                </a:lnTo>
                <a:lnTo>
                  <a:pt x="1281785" y="519176"/>
                </a:lnTo>
                <a:lnTo>
                  <a:pt x="2363825" y="519176"/>
                </a:lnTo>
                <a:lnTo>
                  <a:pt x="2363825" y="525526"/>
                </a:lnTo>
                <a:lnTo>
                  <a:pt x="1294485" y="525526"/>
                </a:lnTo>
                <a:lnTo>
                  <a:pt x="1288135" y="531876"/>
                </a:lnTo>
                <a:lnTo>
                  <a:pt x="1294485" y="531876"/>
                </a:lnTo>
                <a:lnTo>
                  <a:pt x="1294485" y="599249"/>
                </a:lnTo>
                <a:lnTo>
                  <a:pt x="1288135" y="599249"/>
                </a:lnTo>
                <a:lnTo>
                  <a:pt x="1294485" y="605599"/>
                </a:lnTo>
                <a:lnTo>
                  <a:pt x="1379041" y="605599"/>
                </a:lnTo>
                <a:lnTo>
                  <a:pt x="1372691" y="611949"/>
                </a:lnTo>
                <a:close/>
              </a:path>
              <a:path w="2376804" h="814704">
                <a:moveTo>
                  <a:pt x="2376525" y="531876"/>
                </a:moveTo>
                <a:lnTo>
                  <a:pt x="1294485" y="531876"/>
                </a:lnTo>
                <a:lnTo>
                  <a:pt x="1294485" y="525526"/>
                </a:lnTo>
                <a:lnTo>
                  <a:pt x="2363825" y="525526"/>
                </a:lnTo>
                <a:lnTo>
                  <a:pt x="2370175" y="519176"/>
                </a:lnTo>
                <a:lnTo>
                  <a:pt x="2376525" y="519176"/>
                </a:lnTo>
                <a:lnTo>
                  <a:pt x="2376525" y="531876"/>
                </a:lnTo>
                <a:close/>
              </a:path>
              <a:path w="2376804" h="814704">
                <a:moveTo>
                  <a:pt x="1082040" y="605599"/>
                </a:moveTo>
                <a:lnTo>
                  <a:pt x="1082040" y="525526"/>
                </a:lnTo>
                <a:lnTo>
                  <a:pt x="1088390" y="531876"/>
                </a:lnTo>
                <a:lnTo>
                  <a:pt x="1094740" y="531876"/>
                </a:lnTo>
                <a:lnTo>
                  <a:pt x="1094740" y="599249"/>
                </a:lnTo>
                <a:lnTo>
                  <a:pt x="1088390" y="599249"/>
                </a:lnTo>
                <a:lnTo>
                  <a:pt x="1082040" y="605599"/>
                </a:lnTo>
                <a:close/>
              </a:path>
              <a:path w="2376804" h="814704">
                <a:moveTo>
                  <a:pt x="1294485" y="531876"/>
                </a:moveTo>
                <a:lnTo>
                  <a:pt x="1288135" y="531876"/>
                </a:lnTo>
                <a:lnTo>
                  <a:pt x="1294485" y="525526"/>
                </a:lnTo>
                <a:lnTo>
                  <a:pt x="1294485" y="531876"/>
                </a:lnTo>
                <a:close/>
              </a:path>
              <a:path w="2376804" h="814704">
                <a:moveTo>
                  <a:pt x="1188262" y="814336"/>
                </a:moveTo>
                <a:lnTo>
                  <a:pt x="973175" y="599249"/>
                </a:lnTo>
                <a:lnTo>
                  <a:pt x="1082040" y="599249"/>
                </a:lnTo>
                <a:lnTo>
                  <a:pt x="1082040" y="601116"/>
                </a:lnTo>
                <a:lnTo>
                  <a:pt x="993000" y="601116"/>
                </a:lnTo>
                <a:lnTo>
                  <a:pt x="988504" y="611949"/>
                </a:lnTo>
                <a:lnTo>
                  <a:pt x="1003834" y="611949"/>
                </a:lnTo>
                <a:lnTo>
                  <a:pt x="1188262" y="796366"/>
                </a:lnTo>
                <a:lnTo>
                  <a:pt x="1183766" y="800862"/>
                </a:lnTo>
                <a:lnTo>
                  <a:pt x="1201737" y="800862"/>
                </a:lnTo>
                <a:lnTo>
                  <a:pt x="1188262" y="814336"/>
                </a:lnTo>
                <a:close/>
              </a:path>
              <a:path w="2376804" h="814704">
                <a:moveTo>
                  <a:pt x="1094740" y="605599"/>
                </a:moveTo>
                <a:lnTo>
                  <a:pt x="1082040" y="605599"/>
                </a:lnTo>
                <a:lnTo>
                  <a:pt x="1088390" y="599249"/>
                </a:lnTo>
                <a:lnTo>
                  <a:pt x="1094740" y="599249"/>
                </a:lnTo>
                <a:lnTo>
                  <a:pt x="1094740" y="605599"/>
                </a:lnTo>
                <a:close/>
              </a:path>
              <a:path w="2376804" h="814704">
                <a:moveTo>
                  <a:pt x="1294485" y="605599"/>
                </a:moveTo>
                <a:lnTo>
                  <a:pt x="1288135" y="599249"/>
                </a:lnTo>
                <a:lnTo>
                  <a:pt x="1294485" y="599249"/>
                </a:lnTo>
                <a:lnTo>
                  <a:pt x="1294485" y="605599"/>
                </a:lnTo>
                <a:close/>
              </a:path>
              <a:path w="2376804" h="814704">
                <a:moveTo>
                  <a:pt x="1379041" y="605599"/>
                </a:moveTo>
                <a:lnTo>
                  <a:pt x="1294485" y="605599"/>
                </a:lnTo>
                <a:lnTo>
                  <a:pt x="1294485" y="599249"/>
                </a:lnTo>
                <a:lnTo>
                  <a:pt x="1403350" y="599249"/>
                </a:lnTo>
                <a:lnTo>
                  <a:pt x="1401483" y="601116"/>
                </a:lnTo>
                <a:lnTo>
                  <a:pt x="1383525" y="601116"/>
                </a:lnTo>
                <a:lnTo>
                  <a:pt x="1379041" y="605599"/>
                </a:lnTo>
                <a:close/>
              </a:path>
              <a:path w="2376804" h="814704">
                <a:moveTo>
                  <a:pt x="1003834" y="611949"/>
                </a:moveTo>
                <a:lnTo>
                  <a:pt x="988504" y="611949"/>
                </a:lnTo>
                <a:lnTo>
                  <a:pt x="993000" y="601116"/>
                </a:lnTo>
                <a:lnTo>
                  <a:pt x="1003834" y="611949"/>
                </a:lnTo>
                <a:close/>
              </a:path>
              <a:path w="2376804" h="814704">
                <a:moveTo>
                  <a:pt x="1094740" y="611949"/>
                </a:moveTo>
                <a:lnTo>
                  <a:pt x="1003834" y="611949"/>
                </a:lnTo>
                <a:lnTo>
                  <a:pt x="993000" y="601116"/>
                </a:lnTo>
                <a:lnTo>
                  <a:pt x="1082040" y="601116"/>
                </a:lnTo>
                <a:lnTo>
                  <a:pt x="1082040" y="605599"/>
                </a:lnTo>
                <a:lnTo>
                  <a:pt x="1094740" y="605599"/>
                </a:lnTo>
                <a:lnTo>
                  <a:pt x="1094740" y="611949"/>
                </a:lnTo>
                <a:close/>
              </a:path>
              <a:path w="2376804" h="814704">
                <a:moveTo>
                  <a:pt x="1201737" y="800862"/>
                </a:moveTo>
                <a:lnTo>
                  <a:pt x="1192758" y="800862"/>
                </a:lnTo>
                <a:lnTo>
                  <a:pt x="1188262" y="796366"/>
                </a:lnTo>
                <a:lnTo>
                  <a:pt x="1383525" y="601116"/>
                </a:lnTo>
                <a:lnTo>
                  <a:pt x="1388008" y="611949"/>
                </a:lnTo>
                <a:lnTo>
                  <a:pt x="1390650" y="611949"/>
                </a:lnTo>
                <a:lnTo>
                  <a:pt x="1201737" y="800862"/>
                </a:lnTo>
                <a:close/>
              </a:path>
              <a:path w="2376804" h="814704">
                <a:moveTo>
                  <a:pt x="1390650" y="611949"/>
                </a:moveTo>
                <a:lnTo>
                  <a:pt x="1388008" y="611949"/>
                </a:lnTo>
                <a:lnTo>
                  <a:pt x="1383525" y="601116"/>
                </a:lnTo>
                <a:lnTo>
                  <a:pt x="1401483" y="601116"/>
                </a:lnTo>
                <a:lnTo>
                  <a:pt x="1390650" y="611949"/>
                </a:lnTo>
                <a:close/>
              </a:path>
              <a:path w="2376804" h="814704">
                <a:moveTo>
                  <a:pt x="1192758" y="800862"/>
                </a:moveTo>
                <a:lnTo>
                  <a:pt x="1183766" y="800862"/>
                </a:lnTo>
                <a:lnTo>
                  <a:pt x="1188262" y="796366"/>
                </a:lnTo>
                <a:lnTo>
                  <a:pt x="1192758" y="800862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907792" y="3845052"/>
            <a:ext cx="2275840" cy="597535"/>
          </a:xfrm>
          <a:custGeom>
            <a:avLst/>
            <a:gdLst/>
            <a:ahLst/>
            <a:cxnLst/>
            <a:rect l="l" t="t" r="r" b="b"/>
            <a:pathLst>
              <a:path w="2275840" h="597535">
                <a:moveTo>
                  <a:pt x="1478280" y="597408"/>
                </a:moveTo>
                <a:lnTo>
                  <a:pt x="0" y="597408"/>
                </a:lnTo>
                <a:lnTo>
                  <a:pt x="0" y="0"/>
                </a:lnTo>
                <a:lnTo>
                  <a:pt x="1478280" y="0"/>
                </a:lnTo>
                <a:lnTo>
                  <a:pt x="1478280" y="224027"/>
                </a:lnTo>
                <a:lnTo>
                  <a:pt x="2200656" y="224027"/>
                </a:lnTo>
                <a:lnTo>
                  <a:pt x="2275332" y="298703"/>
                </a:lnTo>
                <a:lnTo>
                  <a:pt x="2200656" y="373380"/>
                </a:lnTo>
                <a:lnTo>
                  <a:pt x="1478280" y="373380"/>
                </a:lnTo>
                <a:lnTo>
                  <a:pt x="1478280" y="597408"/>
                </a:lnTo>
                <a:close/>
              </a:path>
              <a:path w="2275840" h="597535">
                <a:moveTo>
                  <a:pt x="2200656" y="224027"/>
                </a:moveTo>
                <a:lnTo>
                  <a:pt x="2125980" y="224027"/>
                </a:lnTo>
                <a:lnTo>
                  <a:pt x="2125980" y="149351"/>
                </a:lnTo>
                <a:lnTo>
                  <a:pt x="2200656" y="224027"/>
                </a:lnTo>
                <a:close/>
              </a:path>
              <a:path w="2275840" h="597535">
                <a:moveTo>
                  <a:pt x="2125980" y="448056"/>
                </a:moveTo>
                <a:lnTo>
                  <a:pt x="2125980" y="373380"/>
                </a:lnTo>
                <a:lnTo>
                  <a:pt x="2200656" y="373380"/>
                </a:lnTo>
                <a:lnTo>
                  <a:pt x="2125980" y="448056"/>
                </a:lnTo>
                <a:close/>
              </a:path>
            </a:pathLst>
          </a:custGeom>
          <a:solidFill>
            <a:srgbClr val="FFE699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901988" y="3838168"/>
            <a:ext cx="2290445" cy="610870"/>
          </a:xfrm>
          <a:custGeom>
            <a:avLst/>
            <a:gdLst/>
            <a:ahLst/>
            <a:cxnLst/>
            <a:rect l="l" t="t" r="r" b="b"/>
            <a:pathLst>
              <a:path w="2290445" h="610870">
                <a:moveTo>
                  <a:pt x="1490992" y="610590"/>
                </a:moveTo>
                <a:lnTo>
                  <a:pt x="0" y="610590"/>
                </a:lnTo>
                <a:lnTo>
                  <a:pt x="0" y="0"/>
                </a:lnTo>
                <a:lnTo>
                  <a:pt x="1490992" y="0"/>
                </a:lnTo>
                <a:lnTo>
                  <a:pt x="1490992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597890"/>
                </a:lnTo>
                <a:lnTo>
                  <a:pt x="6350" y="597890"/>
                </a:lnTo>
                <a:lnTo>
                  <a:pt x="12700" y="604240"/>
                </a:lnTo>
                <a:lnTo>
                  <a:pt x="1490992" y="604240"/>
                </a:lnTo>
                <a:lnTo>
                  <a:pt x="1490992" y="610590"/>
                </a:lnTo>
                <a:close/>
              </a:path>
              <a:path w="2290445" h="61087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290445" h="610870">
                <a:moveTo>
                  <a:pt x="1478292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478292" y="6350"/>
                </a:lnTo>
                <a:lnTo>
                  <a:pt x="1478292" y="12700"/>
                </a:lnTo>
                <a:close/>
              </a:path>
              <a:path w="2290445" h="610870">
                <a:moveTo>
                  <a:pt x="2138324" y="236905"/>
                </a:moveTo>
                <a:lnTo>
                  <a:pt x="1478292" y="236905"/>
                </a:lnTo>
                <a:lnTo>
                  <a:pt x="1478292" y="6350"/>
                </a:lnTo>
                <a:lnTo>
                  <a:pt x="1484642" y="12700"/>
                </a:lnTo>
                <a:lnTo>
                  <a:pt x="1490992" y="12700"/>
                </a:lnTo>
                <a:lnTo>
                  <a:pt x="1490992" y="224205"/>
                </a:lnTo>
                <a:lnTo>
                  <a:pt x="1484642" y="224205"/>
                </a:lnTo>
                <a:lnTo>
                  <a:pt x="1490992" y="230555"/>
                </a:lnTo>
                <a:lnTo>
                  <a:pt x="2138324" y="230555"/>
                </a:lnTo>
                <a:lnTo>
                  <a:pt x="2138324" y="236905"/>
                </a:lnTo>
                <a:close/>
              </a:path>
              <a:path w="2290445" h="610870">
                <a:moveTo>
                  <a:pt x="1490992" y="12700"/>
                </a:moveTo>
                <a:lnTo>
                  <a:pt x="1484642" y="12700"/>
                </a:lnTo>
                <a:lnTo>
                  <a:pt x="1478292" y="6350"/>
                </a:lnTo>
                <a:lnTo>
                  <a:pt x="1490992" y="6350"/>
                </a:lnTo>
                <a:lnTo>
                  <a:pt x="1490992" y="12700"/>
                </a:lnTo>
                <a:close/>
              </a:path>
              <a:path w="2290445" h="610870">
                <a:moveTo>
                  <a:pt x="2125624" y="230555"/>
                </a:moveTo>
                <a:lnTo>
                  <a:pt x="2125624" y="140500"/>
                </a:lnTo>
                <a:lnTo>
                  <a:pt x="2140954" y="155828"/>
                </a:lnTo>
                <a:lnTo>
                  <a:pt x="2138324" y="155828"/>
                </a:lnTo>
                <a:lnTo>
                  <a:pt x="2127491" y="160312"/>
                </a:lnTo>
                <a:lnTo>
                  <a:pt x="2138324" y="171146"/>
                </a:lnTo>
                <a:lnTo>
                  <a:pt x="2138324" y="224205"/>
                </a:lnTo>
                <a:lnTo>
                  <a:pt x="2131974" y="224205"/>
                </a:lnTo>
                <a:lnTo>
                  <a:pt x="2125624" y="230555"/>
                </a:lnTo>
                <a:close/>
              </a:path>
              <a:path w="2290445" h="610870">
                <a:moveTo>
                  <a:pt x="2138324" y="171146"/>
                </a:moveTo>
                <a:lnTo>
                  <a:pt x="2127491" y="160312"/>
                </a:lnTo>
                <a:lnTo>
                  <a:pt x="2138324" y="155828"/>
                </a:lnTo>
                <a:lnTo>
                  <a:pt x="2138324" y="171146"/>
                </a:lnTo>
                <a:close/>
              </a:path>
              <a:path w="2290445" h="610870">
                <a:moveTo>
                  <a:pt x="2272468" y="305301"/>
                </a:moveTo>
                <a:lnTo>
                  <a:pt x="2138324" y="171146"/>
                </a:lnTo>
                <a:lnTo>
                  <a:pt x="2138324" y="155828"/>
                </a:lnTo>
                <a:lnTo>
                  <a:pt x="2140954" y="155828"/>
                </a:lnTo>
                <a:lnTo>
                  <a:pt x="2285948" y="300812"/>
                </a:lnTo>
                <a:lnTo>
                  <a:pt x="2276957" y="300812"/>
                </a:lnTo>
                <a:lnTo>
                  <a:pt x="2272468" y="305301"/>
                </a:lnTo>
                <a:close/>
              </a:path>
              <a:path w="2290445" h="610870">
                <a:moveTo>
                  <a:pt x="1490992" y="230555"/>
                </a:moveTo>
                <a:lnTo>
                  <a:pt x="1484642" y="224205"/>
                </a:lnTo>
                <a:lnTo>
                  <a:pt x="1490992" y="224205"/>
                </a:lnTo>
                <a:lnTo>
                  <a:pt x="1490992" y="230555"/>
                </a:lnTo>
                <a:close/>
              </a:path>
              <a:path w="2290445" h="610870">
                <a:moveTo>
                  <a:pt x="2125624" y="230555"/>
                </a:moveTo>
                <a:lnTo>
                  <a:pt x="1490992" y="230555"/>
                </a:lnTo>
                <a:lnTo>
                  <a:pt x="1490992" y="224205"/>
                </a:lnTo>
                <a:lnTo>
                  <a:pt x="2125624" y="224205"/>
                </a:lnTo>
                <a:lnTo>
                  <a:pt x="2125624" y="230555"/>
                </a:lnTo>
                <a:close/>
              </a:path>
              <a:path w="2290445" h="610870">
                <a:moveTo>
                  <a:pt x="2138324" y="230555"/>
                </a:moveTo>
                <a:lnTo>
                  <a:pt x="2125624" y="230555"/>
                </a:lnTo>
                <a:lnTo>
                  <a:pt x="2131974" y="224205"/>
                </a:lnTo>
                <a:lnTo>
                  <a:pt x="2138324" y="224205"/>
                </a:lnTo>
                <a:lnTo>
                  <a:pt x="2138324" y="230555"/>
                </a:lnTo>
                <a:close/>
              </a:path>
              <a:path w="2290445" h="610870">
                <a:moveTo>
                  <a:pt x="2276957" y="309791"/>
                </a:moveTo>
                <a:lnTo>
                  <a:pt x="2272474" y="305295"/>
                </a:lnTo>
                <a:lnTo>
                  <a:pt x="2276957" y="300812"/>
                </a:lnTo>
                <a:lnTo>
                  <a:pt x="2276957" y="309791"/>
                </a:lnTo>
                <a:close/>
              </a:path>
              <a:path w="2290445" h="610870">
                <a:moveTo>
                  <a:pt x="2285936" y="309791"/>
                </a:moveTo>
                <a:lnTo>
                  <a:pt x="2276957" y="309791"/>
                </a:lnTo>
                <a:lnTo>
                  <a:pt x="2276957" y="300812"/>
                </a:lnTo>
                <a:lnTo>
                  <a:pt x="2285948" y="300812"/>
                </a:lnTo>
                <a:lnTo>
                  <a:pt x="2290426" y="305301"/>
                </a:lnTo>
                <a:lnTo>
                  <a:pt x="2285936" y="309791"/>
                </a:lnTo>
                <a:close/>
              </a:path>
              <a:path w="2290445" h="610870">
                <a:moveTo>
                  <a:pt x="2140966" y="454761"/>
                </a:moveTo>
                <a:lnTo>
                  <a:pt x="2138324" y="454761"/>
                </a:lnTo>
                <a:lnTo>
                  <a:pt x="2138324" y="439445"/>
                </a:lnTo>
                <a:lnTo>
                  <a:pt x="2272468" y="305301"/>
                </a:lnTo>
                <a:lnTo>
                  <a:pt x="2276957" y="309791"/>
                </a:lnTo>
                <a:lnTo>
                  <a:pt x="2285936" y="309791"/>
                </a:lnTo>
                <a:lnTo>
                  <a:pt x="2140966" y="454761"/>
                </a:lnTo>
                <a:close/>
              </a:path>
              <a:path w="2290445" h="610870">
                <a:moveTo>
                  <a:pt x="1478292" y="604240"/>
                </a:moveTo>
                <a:lnTo>
                  <a:pt x="1478292" y="373684"/>
                </a:lnTo>
                <a:lnTo>
                  <a:pt x="2138324" y="373684"/>
                </a:lnTo>
                <a:lnTo>
                  <a:pt x="2138324" y="380034"/>
                </a:lnTo>
                <a:lnTo>
                  <a:pt x="1490992" y="380034"/>
                </a:lnTo>
                <a:lnTo>
                  <a:pt x="1484642" y="386384"/>
                </a:lnTo>
                <a:lnTo>
                  <a:pt x="1490992" y="386384"/>
                </a:lnTo>
                <a:lnTo>
                  <a:pt x="1490992" y="597890"/>
                </a:lnTo>
                <a:lnTo>
                  <a:pt x="1484642" y="597890"/>
                </a:lnTo>
                <a:lnTo>
                  <a:pt x="1478292" y="604240"/>
                </a:lnTo>
                <a:close/>
              </a:path>
              <a:path w="2290445" h="610870">
                <a:moveTo>
                  <a:pt x="1490992" y="386384"/>
                </a:moveTo>
                <a:lnTo>
                  <a:pt x="1484642" y="386384"/>
                </a:lnTo>
                <a:lnTo>
                  <a:pt x="1490992" y="380034"/>
                </a:lnTo>
                <a:lnTo>
                  <a:pt x="1490992" y="386384"/>
                </a:lnTo>
                <a:close/>
              </a:path>
              <a:path w="2290445" h="610870">
                <a:moveTo>
                  <a:pt x="2125624" y="386384"/>
                </a:moveTo>
                <a:lnTo>
                  <a:pt x="1490992" y="386384"/>
                </a:lnTo>
                <a:lnTo>
                  <a:pt x="1490992" y="380034"/>
                </a:lnTo>
                <a:lnTo>
                  <a:pt x="2125624" y="380034"/>
                </a:lnTo>
                <a:lnTo>
                  <a:pt x="2125624" y="386384"/>
                </a:lnTo>
                <a:close/>
              </a:path>
              <a:path w="2290445" h="610870">
                <a:moveTo>
                  <a:pt x="2125624" y="470103"/>
                </a:moveTo>
                <a:lnTo>
                  <a:pt x="2125624" y="380034"/>
                </a:lnTo>
                <a:lnTo>
                  <a:pt x="2131974" y="386384"/>
                </a:lnTo>
                <a:lnTo>
                  <a:pt x="2138324" y="386384"/>
                </a:lnTo>
                <a:lnTo>
                  <a:pt x="2138324" y="439445"/>
                </a:lnTo>
                <a:lnTo>
                  <a:pt x="2127491" y="450278"/>
                </a:lnTo>
                <a:lnTo>
                  <a:pt x="2138324" y="454761"/>
                </a:lnTo>
                <a:lnTo>
                  <a:pt x="2140966" y="454761"/>
                </a:lnTo>
                <a:lnTo>
                  <a:pt x="2125624" y="470103"/>
                </a:lnTo>
                <a:close/>
              </a:path>
              <a:path w="2290445" h="610870">
                <a:moveTo>
                  <a:pt x="2138324" y="386384"/>
                </a:moveTo>
                <a:lnTo>
                  <a:pt x="2131974" y="386384"/>
                </a:lnTo>
                <a:lnTo>
                  <a:pt x="2125624" y="380034"/>
                </a:lnTo>
                <a:lnTo>
                  <a:pt x="2138324" y="380034"/>
                </a:lnTo>
                <a:lnTo>
                  <a:pt x="2138324" y="386384"/>
                </a:lnTo>
                <a:close/>
              </a:path>
              <a:path w="2290445" h="610870">
                <a:moveTo>
                  <a:pt x="2138324" y="454761"/>
                </a:moveTo>
                <a:lnTo>
                  <a:pt x="2127491" y="450278"/>
                </a:lnTo>
                <a:lnTo>
                  <a:pt x="2138324" y="439445"/>
                </a:lnTo>
                <a:lnTo>
                  <a:pt x="2138324" y="454761"/>
                </a:lnTo>
                <a:close/>
              </a:path>
              <a:path w="2290445" h="610870">
                <a:moveTo>
                  <a:pt x="12700" y="604240"/>
                </a:moveTo>
                <a:lnTo>
                  <a:pt x="6350" y="597890"/>
                </a:lnTo>
                <a:lnTo>
                  <a:pt x="12700" y="597890"/>
                </a:lnTo>
                <a:lnTo>
                  <a:pt x="12700" y="604240"/>
                </a:lnTo>
                <a:close/>
              </a:path>
              <a:path w="2290445" h="610870">
                <a:moveTo>
                  <a:pt x="1478292" y="604240"/>
                </a:moveTo>
                <a:lnTo>
                  <a:pt x="12700" y="604240"/>
                </a:lnTo>
                <a:lnTo>
                  <a:pt x="12700" y="597890"/>
                </a:lnTo>
                <a:lnTo>
                  <a:pt x="1478292" y="597890"/>
                </a:lnTo>
                <a:lnTo>
                  <a:pt x="1478292" y="604240"/>
                </a:lnTo>
                <a:close/>
              </a:path>
              <a:path w="2290445" h="610870">
                <a:moveTo>
                  <a:pt x="1490992" y="604240"/>
                </a:moveTo>
                <a:lnTo>
                  <a:pt x="1478292" y="604240"/>
                </a:lnTo>
                <a:lnTo>
                  <a:pt x="1484642" y="597890"/>
                </a:lnTo>
                <a:lnTo>
                  <a:pt x="1490992" y="597890"/>
                </a:lnTo>
                <a:lnTo>
                  <a:pt x="1490992" y="604240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147733" y="3888968"/>
            <a:ext cx="99949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dirty="0" sz="2800" spc="-5" b="1" i="1">
                <a:solidFill>
                  <a:srgbClr val="FF0000"/>
                </a:solidFill>
                <a:latin typeface="Book Antiqua"/>
                <a:cs typeface="Book Antiqua"/>
              </a:rPr>
              <a:t>v</a:t>
            </a:r>
            <a:endParaRPr sz="2800">
              <a:latin typeface="Book Antiqua"/>
              <a:cs typeface="Book Antiqu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678423" y="4524755"/>
            <a:ext cx="1758950" cy="779145"/>
          </a:xfrm>
          <a:custGeom>
            <a:avLst/>
            <a:gdLst/>
            <a:ahLst/>
            <a:cxnLst/>
            <a:rect l="l" t="t" r="r" b="b"/>
            <a:pathLst>
              <a:path w="1758950" h="779145">
                <a:moveTo>
                  <a:pt x="1074420" y="195072"/>
                </a:moveTo>
                <a:lnTo>
                  <a:pt x="684276" y="195072"/>
                </a:lnTo>
                <a:lnTo>
                  <a:pt x="879348" y="0"/>
                </a:lnTo>
                <a:lnTo>
                  <a:pt x="1074420" y="195072"/>
                </a:lnTo>
                <a:close/>
              </a:path>
              <a:path w="1758950" h="779145">
                <a:moveTo>
                  <a:pt x="976883" y="272796"/>
                </a:moveTo>
                <a:lnTo>
                  <a:pt x="781812" y="272796"/>
                </a:lnTo>
                <a:lnTo>
                  <a:pt x="781812" y="195072"/>
                </a:lnTo>
                <a:lnTo>
                  <a:pt x="976883" y="195072"/>
                </a:lnTo>
                <a:lnTo>
                  <a:pt x="976883" y="272796"/>
                </a:lnTo>
                <a:close/>
              </a:path>
              <a:path w="1758950" h="779145">
                <a:moveTo>
                  <a:pt x="1758696" y="778764"/>
                </a:moveTo>
                <a:lnTo>
                  <a:pt x="0" y="778764"/>
                </a:lnTo>
                <a:lnTo>
                  <a:pt x="0" y="272796"/>
                </a:lnTo>
                <a:lnTo>
                  <a:pt x="1758696" y="272796"/>
                </a:lnTo>
                <a:lnTo>
                  <a:pt x="1758696" y="778764"/>
                </a:lnTo>
                <a:close/>
              </a:path>
            </a:pathLst>
          </a:custGeom>
          <a:solidFill>
            <a:srgbClr val="FFE699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672569" y="4515916"/>
            <a:ext cx="1771014" cy="794385"/>
          </a:xfrm>
          <a:custGeom>
            <a:avLst/>
            <a:gdLst/>
            <a:ahLst/>
            <a:cxnLst/>
            <a:rect l="l" t="t" r="r" b="b"/>
            <a:pathLst>
              <a:path w="1771015" h="794385">
                <a:moveTo>
                  <a:pt x="781659" y="209981"/>
                </a:moveTo>
                <a:lnTo>
                  <a:pt x="675347" y="209981"/>
                </a:lnTo>
                <a:lnTo>
                  <a:pt x="885342" y="0"/>
                </a:lnTo>
                <a:lnTo>
                  <a:pt x="898817" y="13474"/>
                </a:lnTo>
                <a:lnTo>
                  <a:pt x="880846" y="13474"/>
                </a:lnTo>
                <a:lnTo>
                  <a:pt x="885336" y="17964"/>
                </a:lnTo>
                <a:lnTo>
                  <a:pt x="706018" y="197281"/>
                </a:lnTo>
                <a:lnTo>
                  <a:pt x="690676" y="197281"/>
                </a:lnTo>
                <a:lnTo>
                  <a:pt x="695172" y="208127"/>
                </a:lnTo>
                <a:lnTo>
                  <a:pt x="781659" y="208127"/>
                </a:lnTo>
                <a:lnTo>
                  <a:pt x="781659" y="209981"/>
                </a:lnTo>
                <a:close/>
              </a:path>
              <a:path w="1771015" h="794385">
                <a:moveTo>
                  <a:pt x="885336" y="17964"/>
                </a:moveTo>
                <a:lnTo>
                  <a:pt x="880846" y="13474"/>
                </a:lnTo>
                <a:lnTo>
                  <a:pt x="889825" y="13474"/>
                </a:lnTo>
                <a:lnTo>
                  <a:pt x="885336" y="17964"/>
                </a:lnTo>
                <a:close/>
              </a:path>
              <a:path w="1771015" h="794385">
                <a:moveTo>
                  <a:pt x="1075499" y="208127"/>
                </a:moveTo>
                <a:lnTo>
                  <a:pt x="885336" y="17964"/>
                </a:lnTo>
                <a:lnTo>
                  <a:pt x="889825" y="13474"/>
                </a:lnTo>
                <a:lnTo>
                  <a:pt x="898817" y="13474"/>
                </a:lnTo>
                <a:lnTo>
                  <a:pt x="1082624" y="197281"/>
                </a:lnTo>
                <a:lnTo>
                  <a:pt x="1079995" y="197281"/>
                </a:lnTo>
                <a:lnTo>
                  <a:pt x="1075499" y="208127"/>
                </a:lnTo>
                <a:close/>
              </a:path>
              <a:path w="1771015" h="794385">
                <a:moveTo>
                  <a:pt x="695172" y="208127"/>
                </a:moveTo>
                <a:lnTo>
                  <a:pt x="690676" y="197281"/>
                </a:lnTo>
                <a:lnTo>
                  <a:pt x="706018" y="197281"/>
                </a:lnTo>
                <a:lnTo>
                  <a:pt x="695172" y="208127"/>
                </a:lnTo>
                <a:close/>
              </a:path>
              <a:path w="1771015" h="794385">
                <a:moveTo>
                  <a:pt x="781659" y="208127"/>
                </a:moveTo>
                <a:lnTo>
                  <a:pt x="695172" y="208127"/>
                </a:lnTo>
                <a:lnTo>
                  <a:pt x="706018" y="197281"/>
                </a:lnTo>
                <a:lnTo>
                  <a:pt x="794359" y="197281"/>
                </a:lnTo>
                <a:lnTo>
                  <a:pt x="794359" y="203631"/>
                </a:lnTo>
                <a:lnTo>
                  <a:pt x="781659" y="203631"/>
                </a:lnTo>
                <a:lnTo>
                  <a:pt x="781659" y="208127"/>
                </a:lnTo>
                <a:close/>
              </a:path>
              <a:path w="1771015" h="794385">
                <a:moveTo>
                  <a:pt x="1757972" y="288023"/>
                </a:moveTo>
                <a:lnTo>
                  <a:pt x="976312" y="288023"/>
                </a:lnTo>
                <a:lnTo>
                  <a:pt x="976312" y="197281"/>
                </a:lnTo>
                <a:lnTo>
                  <a:pt x="1064653" y="197281"/>
                </a:lnTo>
                <a:lnTo>
                  <a:pt x="1071003" y="203631"/>
                </a:lnTo>
                <a:lnTo>
                  <a:pt x="989012" y="203631"/>
                </a:lnTo>
                <a:lnTo>
                  <a:pt x="982662" y="209981"/>
                </a:lnTo>
                <a:lnTo>
                  <a:pt x="989012" y="209981"/>
                </a:lnTo>
                <a:lnTo>
                  <a:pt x="989012" y="275323"/>
                </a:lnTo>
                <a:lnTo>
                  <a:pt x="982662" y="275323"/>
                </a:lnTo>
                <a:lnTo>
                  <a:pt x="989012" y="281673"/>
                </a:lnTo>
                <a:lnTo>
                  <a:pt x="1757972" y="281673"/>
                </a:lnTo>
                <a:lnTo>
                  <a:pt x="1757972" y="288023"/>
                </a:lnTo>
                <a:close/>
              </a:path>
              <a:path w="1771015" h="794385">
                <a:moveTo>
                  <a:pt x="1093470" y="208127"/>
                </a:moveTo>
                <a:lnTo>
                  <a:pt x="1075499" y="208127"/>
                </a:lnTo>
                <a:lnTo>
                  <a:pt x="1079995" y="197281"/>
                </a:lnTo>
                <a:lnTo>
                  <a:pt x="1082624" y="197281"/>
                </a:lnTo>
                <a:lnTo>
                  <a:pt x="1093470" y="208127"/>
                </a:lnTo>
                <a:close/>
              </a:path>
              <a:path w="1771015" h="794385">
                <a:moveTo>
                  <a:pt x="781659" y="281673"/>
                </a:moveTo>
                <a:lnTo>
                  <a:pt x="781659" y="203631"/>
                </a:lnTo>
                <a:lnTo>
                  <a:pt x="788009" y="209981"/>
                </a:lnTo>
                <a:lnTo>
                  <a:pt x="794359" y="209981"/>
                </a:lnTo>
                <a:lnTo>
                  <a:pt x="794359" y="275323"/>
                </a:lnTo>
                <a:lnTo>
                  <a:pt x="788009" y="275323"/>
                </a:lnTo>
                <a:lnTo>
                  <a:pt x="781659" y="281673"/>
                </a:lnTo>
                <a:close/>
              </a:path>
              <a:path w="1771015" h="794385">
                <a:moveTo>
                  <a:pt x="794359" y="209981"/>
                </a:moveTo>
                <a:lnTo>
                  <a:pt x="788009" y="209981"/>
                </a:lnTo>
                <a:lnTo>
                  <a:pt x="781659" y="203631"/>
                </a:lnTo>
                <a:lnTo>
                  <a:pt x="794359" y="203631"/>
                </a:lnTo>
                <a:lnTo>
                  <a:pt x="794359" y="209981"/>
                </a:lnTo>
                <a:close/>
              </a:path>
              <a:path w="1771015" h="794385">
                <a:moveTo>
                  <a:pt x="989012" y="209981"/>
                </a:moveTo>
                <a:lnTo>
                  <a:pt x="982662" y="209981"/>
                </a:lnTo>
                <a:lnTo>
                  <a:pt x="989012" y="203631"/>
                </a:lnTo>
                <a:lnTo>
                  <a:pt x="989012" y="209981"/>
                </a:lnTo>
                <a:close/>
              </a:path>
              <a:path w="1771015" h="794385">
                <a:moveTo>
                  <a:pt x="1095324" y="209981"/>
                </a:moveTo>
                <a:lnTo>
                  <a:pt x="989012" y="209981"/>
                </a:lnTo>
                <a:lnTo>
                  <a:pt x="989012" y="203631"/>
                </a:lnTo>
                <a:lnTo>
                  <a:pt x="1071003" y="203631"/>
                </a:lnTo>
                <a:lnTo>
                  <a:pt x="1075499" y="208127"/>
                </a:lnTo>
                <a:lnTo>
                  <a:pt x="1093470" y="208127"/>
                </a:lnTo>
                <a:lnTo>
                  <a:pt x="1095324" y="209981"/>
                </a:lnTo>
                <a:close/>
              </a:path>
              <a:path w="1771015" h="794385">
                <a:moveTo>
                  <a:pt x="1770672" y="793953"/>
                </a:moveTo>
                <a:lnTo>
                  <a:pt x="0" y="793953"/>
                </a:lnTo>
                <a:lnTo>
                  <a:pt x="0" y="275323"/>
                </a:lnTo>
                <a:lnTo>
                  <a:pt x="781659" y="275323"/>
                </a:lnTo>
                <a:lnTo>
                  <a:pt x="781659" y="281673"/>
                </a:lnTo>
                <a:lnTo>
                  <a:pt x="12700" y="281673"/>
                </a:lnTo>
                <a:lnTo>
                  <a:pt x="6350" y="288023"/>
                </a:lnTo>
                <a:lnTo>
                  <a:pt x="12700" y="288023"/>
                </a:lnTo>
                <a:lnTo>
                  <a:pt x="12700" y="781253"/>
                </a:lnTo>
                <a:lnTo>
                  <a:pt x="6350" y="781253"/>
                </a:lnTo>
                <a:lnTo>
                  <a:pt x="12700" y="787603"/>
                </a:lnTo>
                <a:lnTo>
                  <a:pt x="1770672" y="787603"/>
                </a:lnTo>
                <a:lnTo>
                  <a:pt x="1770672" y="793953"/>
                </a:lnTo>
                <a:close/>
              </a:path>
              <a:path w="1771015" h="794385">
                <a:moveTo>
                  <a:pt x="794359" y="288023"/>
                </a:moveTo>
                <a:lnTo>
                  <a:pt x="12700" y="288023"/>
                </a:lnTo>
                <a:lnTo>
                  <a:pt x="12700" y="281673"/>
                </a:lnTo>
                <a:lnTo>
                  <a:pt x="781659" y="281673"/>
                </a:lnTo>
                <a:lnTo>
                  <a:pt x="788009" y="275323"/>
                </a:lnTo>
                <a:lnTo>
                  <a:pt x="794359" y="275323"/>
                </a:lnTo>
                <a:lnTo>
                  <a:pt x="794359" y="288023"/>
                </a:lnTo>
                <a:close/>
              </a:path>
              <a:path w="1771015" h="794385">
                <a:moveTo>
                  <a:pt x="989012" y="281673"/>
                </a:moveTo>
                <a:lnTo>
                  <a:pt x="982662" y="275323"/>
                </a:lnTo>
                <a:lnTo>
                  <a:pt x="989012" y="275323"/>
                </a:lnTo>
                <a:lnTo>
                  <a:pt x="989012" y="281673"/>
                </a:lnTo>
                <a:close/>
              </a:path>
              <a:path w="1771015" h="794385">
                <a:moveTo>
                  <a:pt x="1770672" y="288023"/>
                </a:moveTo>
                <a:lnTo>
                  <a:pt x="1764322" y="288023"/>
                </a:lnTo>
                <a:lnTo>
                  <a:pt x="1757972" y="281673"/>
                </a:lnTo>
                <a:lnTo>
                  <a:pt x="989012" y="281673"/>
                </a:lnTo>
                <a:lnTo>
                  <a:pt x="989012" y="275323"/>
                </a:lnTo>
                <a:lnTo>
                  <a:pt x="1770672" y="275323"/>
                </a:lnTo>
                <a:lnTo>
                  <a:pt x="1770672" y="288023"/>
                </a:lnTo>
                <a:close/>
              </a:path>
              <a:path w="1771015" h="794385">
                <a:moveTo>
                  <a:pt x="12700" y="288023"/>
                </a:moveTo>
                <a:lnTo>
                  <a:pt x="6350" y="288023"/>
                </a:lnTo>
                <a:lnTo>
                  <a:pt x="12700" y="281673"/>
                </a:lnTo>
                <a:lnTo>
                  <a:pt x="12700" y="288023"/>
                </a:lnTo>
                <a:close/>
              </a:path>
              <a:path w="1771015" h="794385">
                <a:moveTo>
                  <a:pt x="1757972" y="787603"/>
                </a:moveTo>
                <a:lnTo>
                  <a:pt x="1757972" y="281673"/>
                </a:lnTo>
                <a:lnTo>
                  <a:pt x="1764322" y="288023"/>
                </a:lnTo>
                <a:lnTo>
                  <a:pt x="1770672" y="288023"/>
                </a:lnTo>
                <a:lnTo>
                  <a:pt x="1770672" y="781253"/>
                </a:lnTo>
                <a:lnTo>
                  <a:pt x="1764322" y="781253"/>
                </a:lnTo>
                <a:lnTo>
                  <a:pt x="1757972" y="787603"/>
                </a:lnTo>
                <a:close/>
              </a:path>
              <a:path w="1771015" h="794385">
                <a:moveTo>
                  <a:pt x="12700" y="787603"/>
                </a:moveTo>
                <a:lnTo>
                  <a:pt x="6350" y="781253"/>
                </a:lnTo>
                <a:lnTo>
                  <a:pt x="12700" y="781253"/>
                </a:lnTo>
                <a:lnTo>
                  <a:pt x="12700" y="787603"/>
                </a:lnTo>
                <a:close/>
              </a:path>
              <a:path w="1771015" h="794385">
                <a:moveTo>
                  <a:pt x="1757972" y="787603"/>
                </a:moveTo>
                <a:lnTo>
                  <a:pt x="12700" y="787603"/>
                </a:lnTo>
                <a:lnTo>
                  <a:pt x="12700" y="781253"/>
                </a:lnTo>
                <a:lnTo>
                  <a:pt x="1757972" y="781253"/>
                </a:lnTo>
                <a:lnTo>
                  <a:pt x="1757972" y="787603"/>
                </a:lnTo>
                <a:close/>
              </a:path>
              <a:path w="1771015" h="794385">
                <a:moveTo>
                  <a:pt x="1770672" y="787603"/>
                </a:moveTo>
                <a:lnTo>
                  <a:pt x="1757972" y="787603"/>
                </a:lnTo>
                <a:lnTo>
                  <a:pt x="1764322" y="781253"/>
                </a:lnTo>
                <a:lnTo>
                  <a:pt x="1770672" y="781253"/>
                </a:lnTo>
                <a:lnTo>
                  <a:pt x="1770672" y="787603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494680" y="2943720"/>
            <a:ext cx="2162175" cy="2291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非静电力做</a:t>
            </a:r>
            <a:r>
              <a:rPr dirty="0" sz="2800" spc="-10" b="1">
                <a:latin typeface="华文楷体"/>
                <a:cs typeface="华文楷体"/>
              </a:rPr>
              <a:t>功</a:t>
            </a:r>
            <a:endParaRPr sz="2800">
              <a:latin typeface="华文楷体"/>
              <a:cs typeface="华文楷体"/>
            </a:endParaRPr>
          </a:p>
          <a:p>
            <a:pPr marL="903605" marR="5080" indent="-890905">
              <a:lnSpc>
                <a:spcPct val="100000"/>
              </a:lnSpc>
              <a:spcBef>
                <a:spcPts val="2260"/>
              </a:spcBef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动生电动势</a:t>
            </a:r>
            <a:r>
              <a:rPr dirty="0" sz="2800" spc="-5" b="1">
                <a:solidFill>
                  <a:srgbClr val="FF0000"/>
                </a:solidFill>
                <a:latin typeface="华文楷体"/>
                <a:cs typeface="华文楷体"/>
              </a:rPr>
              <a:t>产 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生</a:t>
            </a:r>
            <a:endParaRPr sz="2800">
              <a:latin typeface="华文楷体"/>
              <a:cs typeface="华文楷体"/>
            </a:endParaRPr>
          </a:p>
          <a:p>
            <a:pPr algn="ctr" marR="29209">
              <a:lnSpc>
                <a:spcPct val="100000"/>
              </a:lnSpc>
              <a:spcBef>
                <a:spcPts val="2145"/>
              </a:spcBef>
            </a:pPr>
            <a:r>
              <a:rPr dirty="0" sz="2800" b="1">
                <a:latin typeface="华文楷体"/>
                <a:cs typeface="华文楷体"/>
              </a:rPr>
              <a:t>能量转</a:t>
            </a:r>
            <a:r>
              <a:rPr dirty="0" sz="2800" spc="-10" b="1">
                <a:latin typeface="华文楷体"/>
                <a:cs typeface="华文楷体"/>
              </a:rPr>
              <a:t>化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772400" y="2862072"/>
            <a:ext cx="1506220" cy="603885"/>
          </a:xfrm>
          <a:custGeom>
            <a:avLst/>
            <a:gdLst/>
            <a:ahLst/>
            <a:cxnLst/>
            <a:rect l="l" t="t" r="r" b="b"/>
            <a:pathLst>
              <a:path w="1506220" h="603885">
                <a:moveTo>
                  <a:pt x="1505711" y="225551"/>
                </a:moveTo>
                <a:lnTo>
                  <a:pt x="527303" y="225551"/>
                </a:lnTo>
                <a:lnTo>
                  <a:pt x="527303" y="0"/>
                </a:lnTo>
                <a:lnTo>
                  <a:pt x="1505711" y="0"/>
                </a:lnTo>
                <a:lnTo>
                  <a:pt x="1505711" y="225551"/>
                </a:lnTo>
                <a:close/>
              </a:path>
              <a:path w="1506220" h="603885">
                <a:moveTo>
                  <a:pt x="150875" y="452627"/>
                </a:moveTo>
                <a:lnTo>
                  <a:pt x="0" y="301751"/>
                </a:lnTo>
                <a:lnTo>
                  <a:pt x="150875" y="150875"/>
                </a:lnTo>
                <a:lnTo>
                  <a:pt x="150875" y="225551"/>
                </a:lnTo>
                <a:lnTo>
                  <a:pt x="1505711" y="225551"/>
                </a:lnTo>
                <a:lnTo>
                  <a:pt x="1505711" y="376427"/>
                </a:lnTo>
                <a:lnTo>
                  <a:pt x="150875" y="376427"/>
                </a:lnTo>
                <a:lnTo>
                  <a:pt x="150875" y="452627"/>
                </a:lnTo>
                <a:close/>
              </a:path>
              <a:path w="1506220" h="603885">
                <a:moveTo>
                  <a:pt x="1505711" y="603503"/>
                </a:moveTo>
                <a:lnTo>
                  <a:pt x="527303" y="603503"/>
                </a:lnTo>
                <a:lnTo>
                  <a:pt x="527303" y="376427"/>
                </a:lnTo>
                <a:lnTo>
                  <a:pt x="1505711" y="376427"/>
                </a:lnTo>
                <a:lnTo>
                  <a:pt x="1505711" y="603503"/>
                </a:lnTo>
                <a:close/>
              </a:path>
            </a:pathLst>
          </a:custGeom>
          <a:solidFill>
            <a:srgbClr val="FFFF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764164" y="2855455"/>
            <a:ext cx="1520825" cy="616585"/>
          </a:xfrm>
          <a:custGeom>
            <a:avLst/>
            <a:gdLst/>
            <a:ahLst/>
            <a:cxnLst/>
            <a:rect l="l" t="t" r="r" b="b"/>
            <a:pathLst>
              <a:path w="1520825" h="616585">
                <a:moveTo>
                  <a:pt x="529888" y="232663"/>
                </a:moveTo>
                <a:lnTo>
                  <a:pt x="529888" y="0"/>
                </a:lnTo>
                <a:lnTo>
                  <a:pt x="1520793" y="0"/>
                </a:lnTo>
                <a:lnTo>
                  <a:pt x="1520793" y="6350"/>
                </a:lnTo>
                <a:lnTo>
                  <a:pt x="542588" y="6350"/>
                </a:lnTo>
                <a:lnTo>
                  <a:pt x="536238" y="12700"/>
                </a:lnTo>
                <a:lnTo>
                  <a:pt x="542588" y="12700"/>
                </a:lnTo>
                <a:lnTo>
                  <a:pt x="542588" y="226313"/>
                </a:lnTo>
                <a:lnTo>
                  <a:pt x="536238" y="226313"/>
                </a:lnTo>
                <a:lnTo>
                  <a:pt x="529888" y="232663"/>
                </a:lnTo>
                <a:close/>
              </a:path>
              <a:path w="1520825" h="616585">
                <a:moveTo>
                  <a:pt x="542588" y="12700"/>
                </a:moveTo>
                <a:lnTo>
                  <a:pt x="536238" y="12700"/>
                </a:lnTo>
                <a:lnTo>
                  <a:pt x="542588" y="6350"/>
                </a:lnTo>
                <a:lnTo>
                  <a:pt x="542588" y="12700"/>
                </a:lnTo>
                <a:close/>
              </a:path>
              <a:path w="1520825" h="616585">
                <a:moveTo>
                  <a:pt x="1508093" y="12700"/>
                </a:moveTo>
                <a:lnTo>
                  <a:pt x="542588" y="12700"/>
                </a:lnTo>
                <a:lnTo>
                  <a:pt x="542588" y="6350"/>
                </a:lnTo>
                <a:lnTo>
                  <a:pt x="1508093" y="6350"/>
                </a:lnTo>
                <a:lnTo>
                  <a:pt x="1508093" y="12700"/>
                </a:lnTo>
                <a:close/>
              </a:path>
              <a:path w="1520825" h="616585">
                <a:moveTo>
                  <a:pt x="1508093" y="609866"/>
                </a:moveTo>
                <a:lnTo>
                  <a:pt x="1508093" y="6350"/>
                </a:lnTo>
                <a:lnTo>
                  <a:pt x="1514443" y="12700"/>
                </a:lnTo>
                <a:lnTo>
                  <a:pt x="1520793" y="12700"/>
                </a:lnTo>
                <a:lnTo>
                  <a:pt x="1520793" y="603516"/>
                </a:lnTo>
                <a:lnTo>
                  <a:pt x="1514443" y="603516"/>
                </a:lnTo>
                <a:lnTo>
                  <a:pt x="1508093" y="609866"/>
                </a:lnTo>
                <a:close/>
              </a:path>
              <a:path w="1520825" h="616585">
                <a:moveTo>
                  <a:pt x="1520793" y="12700"/>
                </a:moveTo>
                <a:lnTo>
                  <a:pt x="1514443" y="12700"/>
                </a:lnTo>
                <a:lnTo>
                  <a:pt x="1508093" y="6350"/>
                </a:lnTo>
                <a:lnTo>
                  <a:pt x="1520793" y="6350"/>
                </a:lnTo>
                <a:lnTo>
                  <a:pt x="1520793" y="12700"/>
                </a:lnTo>
                <a:close/>
              </a:path>
              <a:path w="1520825" h="616585">
                <a:moveTo>
                  <a:pt x="166198" y="474319"/>
                </a:moveTo>
                <a:lnTo>
                  <a:pt x="0" y="308108"/>
                </a:lnTo>
                <a:lnTo>
                  <a:pt x="166198" y="141897"/>
                </a:lnTo>
                <a:lnTo>
                  <a:pt x="166198" y="157225"/>
                </a:lnTo>
                <a:lnTo>
                  <a:pt x="153498" y="157225"/>
                </a:lnTo>
                <a:lnTo>
                  <a:pt x="153498" y="172567"/>
                </a:lnTo>
                <a:lnTo>
                  <a:pt x="22447" y="303618"/>
                </a:lnTo>
                <a:lnTo>
                  <a:pt x="13468" y="303618"/>
                </a:lnTo>
                <a:lnTo>
                  <a:pt x="13468" y="312597"/>
                </a:lnTo>
                <a:lnTo>
                  <a:pt x="22447" y="312597"/>
                </a:lnTo>
                <a:lnTo>
                  <a:pt x="153498" y="443649"/>
                </a:lnTo>
                <a:lnTo>
                  <a:pt x="153498" y="458990"/>
                </a:lnTo>
                <a:lnTo>
                  <a:pt x="166198" y="458990"/>
                </a:lnTo>
                <a:lnTo>
                  <a:pt x="166198" y="474319"/>
                </a:lnTo>
                <a:close/>
              </a:path>
              <a:path w="1520825" h="616585">
                <a:moveTo>
                  <a:pt x="153498" y="172567"/>
                </a:moveTo>
                <a:lnTo>
                  <a:pt x="153498" y="157225"/>
                </a:lnTo>
                <a:lnTo>
                  <a:pt x="164344" y="161721"/>
                </a:lnTo>
                <a:lnTo>
                  <a:pt x="153498" y="172567"/>
                </a:lnTo>
                <a:close/>
              </a:path>
              <a:path w="1520825" h="616585">
                <a:moveTo>
                  <a:pt x="542588" y="239013"/>
                </a:moveTo>
                <a:lnTo>
                  <a:pt x="153498" y="239013"/>
                </a:lnTo>
                <a:lnTo>
                  <a:pt x="153498" y="172567"/>
                </a:lnTo>
                <a:lnTo>
                  <a:pt x="164344" y="161721"/>
                </a:lnTo>
                <a:lnTo>
                  <a:pt x="153498" y="157225"/>
                </a:lnTo>
                <a:lnTo>
                  <a:pt x="166198" y="157225"/>
                </a:lnTo>
                <a:lnTo>
                  <a:pt x="166198" y="226313"/>
                </a:lnTo>
                <a:lnTo>
                  <a:pt x="159848" y="226313"/>
                </a:lnTo>
                <a:lnTo>
                  <a:pt x="166198" y="232663"/>
                </a:lnTo>
                <a:lnTo>
                  <a:pt x="542588" y="232663"/>
                </a:lnTo>
                <a:lnTo>
                  <a:pt x="542588" y="239013"/>
                </a:lnTo>
                <a:close/>
              </a:path>
              <a:path w="1520825" h="616585">
                <a:moveTo>
                  <a:pt x="166198" y="232663"/>
                </a:moveTo>
                <a:lnTo>
                  <a:pt x="159848" y="226313"/>
                </a:lnTo>
                <a:lnTo>
                  <a:pt x="166198" y="226313"/>
                </a:lnTo>
                <a:lnTo>
                  <a:pt x="166198" y="232663"/>
                </a:lnTo>
                <a:close/>
              </a:path>
              <a:path w="1520825" h="616585">
                <a:moveTo>
                  <a:pt x="529888" y="232663"/>
                </a:moveTo>
                <a:lnTo>
                  <a:pt x="166198" y="232663"/>
                </a:lnTo>
                <a:lnTo>
                  <a:pt x="166198" y="226313"/>
                </a:lnTo>
                <a:lnTo>
                  <a:pt x="529888" y="226313"/>
                </a:lnTo>
                <a:lnTo>
                  <a:pt x="529888" y="232663"/>
                </a:lnTo>
                <a:close/>
              </a:path>
              <a:path w="1520825" h="616585">
                <a:moveTo>
                  <a:pt x="542588" y="232663"/>
                </a:moveTo>
                <a:lnTo>
                  <a:pt x="529888" y="232663"/>
                </a:lnTo>
                <a:lnTo>
                  <a:pt x="536238" y="226313"/>
                </a:lnTo>
                <a:lnTo>
                  <a:pt x="542588" y="226313"/>
                </a:lnTo>
                <a:lnTo>
                  <a:pt x="542588" y="232663"/>
                </a:lnTo>
                <a:close/>
              </a:path>
              <a:path w="1520825" h="616585">
                <a:moveTo>
                  <a:pt x="13468" y="312597"/>
                </a:moveTo>
                <a:lnTo>
                  <a:pt x="13468" y="303618"/>
                </a:lnTo>
                <a:lnTo>
                  <a:pt x="17951" y="308114"/>
                </a:lnTo>
                <a:lnTo>
                  <a:pt x="13468" y="312597"/>
                </a:lnTo>
                <a:close/>
              </a:path>
              <a:path w="1520825" h="616585">
                <a:moveTo>
                  <a:pt x="17957" y="308108"/>
                </a:moveTo>
                <a:lnTo>
                  <a:pt x="13468" y="303618"/>
                </a:lnTo>
                <a:lnTo>
                  <a:pt x="22447" y="303618"/>
                </a:lnTo>
                <a:lnTo>
                  <a:pt x="17957" y="308108"/>
                </a:lnTo>
                <a:close/>
              </a:path>
              <a:path w="1520825" h="616585">
                <a:moveTo>
                  <a:pt x="22447" y="312597"/>
                </a:moveTo>
                <a:lnTo>
                  <a:pt x="13468" y="312597"/>
                </a:lnTo>
                <a:lnTo>
                  <a:pt x="17964" y="308114"/>
                </a:lnTo>
                <a:lnTo>
                  <a:pt x="22447" y="312597"/>
                </a:lnTo>
                <a:close/>
              </a:path>
              <a:path w="1520825" h="616585">
                <a:moveTo>
                  <a:pt x="166198" y="458990"/>
                </a:moveTo>
                <a:lnTo>
                  <a:pt x="153498" y="458990"/>
                </a:lnTo>
                <a:lnTo>
                  <a:pt x="164344" y="454494"/>
                </a:lnTo>
                <a:lnTo>
                  <a:pt x="153498" y="443649"/>
                </a:lnTo>
                <a:lnTo>
                  <a:pt x="153498" y="377202"/>
                </a:lnTo>
                <a:lnTo>
                  <a:pt x="542588" y="377202"/>
                </a:lnTo>
                <a:lnTo>
                  <a:pt x="542588" y="383552"/>
                </a:lnTo>
                <a:lnTo>
                  <a:pt x="166198" y="383552"/>
                </a:lnTo>
                <a:lnTo>
                  <a:pt x="159848" y="389902"/>
                </a:lnTo>
                <a:lnTo>
                  <a:pt x="166198" y="389902"/>
                </a:lnTo>
                <a:lnTo>
                  <a:pt x="166198" y="458990"/>
                </a:lnTo>
                <a:close/>
              </a:path>
              <a:path w="1520825" h="616585">
                <a:moveTo>
                  <a:pt x="166198" y="389902"/>
                </a:moveTo>
                <a:lnTo>
                  <a:pt x="159848" y="389902"/>
                </a:lnTo>
                <a:lnTo>
                  <a:pt x="166198" y="383552"/>
                </a:lnTo>
                <a:lnTo>
                  <a:pt x="166198" y="389902"/>
                </a:lnTo>
                <a:close/>
              </a:path>
              <a:path w="1520825" h="616585">
                <a:moveTo>
                  <a:pt x="529888" y="389902"/>
                </a:moveTo>
                <a:lnTo>
                  <a:pt x="166198" y="389902"/>
                </a:lnTo>
                <a:lnTo>
                  <a:pt x="166198" y="383552"/>
                </a:lnTo>
                <a:lnTo>
                  <a:pt x="529888" y="383552"/>
                </a:lnTo>
                <a:lnTo>
                  <a:pt x="529888" y="389902"/>
                </a:lnTo>
                <a:close/>
              </a:path>
              <a:path w="1520825" h="616585">
                <a:moveTo>
                  <a:pt x="1520793" y="616216"/>
                </a:moveTo>
                <a:lnTo>
                  <a:pt x="529888" y="616216"/>
                </a:lnTo>
                <a:lnTo>
                  <a:pt x="529888" y="383552"/>
                </a:lnTo>
                <a:lnTo>
                  <a:pt x="536238" y="389902"/>
                </a:lnTo>
                <a:lnTo>
                  <a:pt x="542588" y="389902"/>
                </a:lnTo>
                <a:lnTo>
                  <a:pt x="542588" y="603516"/>
                </a:lnTo>
                <a:lnTo>
                  <a:pt x="536238" y="603516"/>
                </a:lnTo>
                <a:lnTo>
                  <a:pt x="542588" y="609866"/>
                </a:lnTo>
                <a:lnTo>
                  <a:pt x="1520793" y="609866"/>
                </a:lnTo>
                <a:lnTo>
                  <a:pt x="1520793" y="616216"/>
                </a:lnTo>
                <a:close/>
              </a:path>
              <a:path w="1520825" h="616585">
                <a:moveTo>
                  <a:pt x="542588" y="389902"/>
                </a:moveTo>
                <a:lnTo>
                  <a:pt x="536238" y="389902"/>
                </a:lnTo>
                <a:lnTo>
                  <a:pt x="529888" y="383552"/>
                </a:lnTo>
                <a:lnTo>
                  <a:pt x="542588" y="383552"/>
                </a:lnTo>
                <a:lnTo>
                  <a:pt x="542588" y="389902"/>
                </a:lnTo>
                <a:close/>
              </a:path>
              <a:path w="1520825" h="616585">
                <a:moveTo>
                  <a:pt x="153498" y="458990"/>
                </a:moveTo>
                <a:lnTo>
                  <a:pt x="153498" y="443649"/>
                </a:lnTo>
                <a:lnTo>
                  <a:pt x="164344" y="454494"/>
                </a:lnTo>
                <a:lnTo>
                  <a:pt x="153498" y="458990"/>
                </a:lnTo>
                <a:close/>
              </a:path>
              <a:path w="1520825" h="616585">
                <a:moveTo>
                  <a:pt x="542588" y="609866"/>
                </a:moveTo>
                <a:lnTo>
                  <a:pt x="536238" y="603516"/>
                </a:lnTo>
                <a:lnTo>
                  <a:pt x="542588" y="603516"/>
                </a:lnTo>
                <a:lnTo>
                  <a:pt x="542588" y="609866"/>
                </a:lnTo>
                <a:close/>
              </a:path>
              <a:path w="1520825" h="616585">
                <a:moveTo>
                  <a:pt x="1508093" y="609866"/>
                </a:moveTo>
                <a:lnTo>
                  <a:pt x="542588" y="609866"/>
                </a:lnTo>
                <a:lnTo>
                  <a:pt x="542588" y="603516"/>
                </a:lnTo>
                <a:lnTo>
                  <a:pt x="1508093" y="603516"/>
                </a:lnTo>
                <a:lnTo>
                  <a:pt x="1508093" y="609866"/>
                </a:lnTo>
                <a:close/>
              </a:path>
              <a:path w="1520825" h="616585">
                <a:moveTo>
                  <a:pt x="1520793" y="609866"/>
                </a:moveTo>
                <a:lnTo>
                  <a:pt x="1508093" y="609866"/>
                </a:lnTo>
                <a:lnTo>
                  <a:pt x="1514443" y="603516"/>
                </a:lnTo>
                <a:lnTo>
                  <a:pt x="1520793" y="603516"/>
                </a:lnTo>
                <a:lnTo>
                  <a:pt x="1520793" y="609866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8420417" y="2896095"/>
            <a:ext cx="7366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微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737347" y="4722876"/>
            <a:ext cx="1506220" cy="603885"/>
          </a:xfrm>
          <a:custGeom>
            <a:avLst/>
            <a:gdLst/>
            <a:ahLst/>
            <a:cxnLst/>
            <a:rect l="l" t="t" r="r" b="b"/>
            <a:pathLst>
              <a:path w="1506220" h="603885">
                <a:moveTo>
                  <a:pt x="1505711" y="225551"/>
                </a:moveTo>
                <a:lnTo>
                  <a:pt x="527303" y="225551"/>
                </a:lnTo>
                <a:lnTo>
                  <a:pt x="527303" y="0"/>
                </a:lnTo>
                <a:lnTo>
                  <a:pt x="1505711" y="0"/>
                </a:lnTo>
                <a:lnTo>
                  <a:pt x="1505711" y="225551"/>
                </a:lnTo>
                <a:close/>
              </a:path>
              <a:path w="1506220" h="603885">
                <a:moveTo>
                  <a:pt x="150875" y="452627"/>
                </a:moveTo>
                <a:lnTo>
                  <a:pt x="0" y="301751"/>
                </a:lnTo>
                <a:lnTo>
                  <a:pt x="150875" y="150875"/>
                </a:lnTo>
                <a:lnTo>
                  <a:pt x="150875" y="225551"/>
                </a:lnTo>
                <a:lnTo>
                  <a:pt x="1505711" y="225551"/>
                </a:lnTo>
                <a:lnTo>
                  <a:pt x="1505711" y="376427"/>
                </a:lnTo>
                <a:lnTo>
                  <a:pt x="150875" y="376427"/>
                </a:lnTo>
                <a:lnTo>
                  <a:pt x="150875" y="452627"/>
                </a:lnTo>
                <a:close/>
              </a:path>
              <a:path w="1506220" h="603885">
                <a:moveTo>
                  <a:pt x="1505711" y="603503"/>
                </a:moveTo>
                <a:lnTo>
                  <a:pt x="527303" y="603503"/>
                </a:lnTo>
                <a:lnTo>
                  <a:pt x="527303" y="376427"/>
                </a:lnTo>
                <a:lnTo>
                  <a:pt x="1505711" y="376427"/>
                </a:lnTo>
                <a:lnTo>
                  <a:pt x="1505711" y="603503"/>
                </a:lnTo>
                <a:close/>
              </a:path>
            </a:pathLst>
          </a:custGeom>
          <a:solidFill>
            <a:srgbClr val="FFFF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729004" y="4715890"/>
            <a:ext cx="1520825" cy="616585"/>
          </a:xfrm>
          <a:custGeom>
            <a:avLst/>
            <a:gdLst/>
            <a:ahLst/>
            <a:cxnLst/>
            <a:rect l="l" t="t" r="r" b="b"/>
            <a:pathLst>
              <a:path w="1520825" h="616585">
                <a:moveTo>
                  <a:pt x="529894" y="232676"/>
                </a:moveTo>
                <a:lnTo>
                  <a:pt x="529894" y="0"/>
                </a:lnTo>
                <a:lnTo>
                  <a:pt x="1520799" y="0"/>
                </a:lnTo>
                <a:lnTo>
                  <a:pt x="1520799" y="6350"/>
                </a:lnTo>
                <a:lnTo>
                  <a:pt x="542594" y="6350"/>
                </a:lnTo>
                <a:lnTo>
                  <a:pt x="536244" y="12700"/>
                </a:lnTo>
                <a:lnTo>
                  <a:pt x="542594" y="12700"/>
                </a:lnTo>
                <a:lnTo>
                  <a:pt x="542594" y="226326"/>
                </a:lnTo>
                <a:lnTo>
                  <a:pt x="536244" y="226326"/>
                </a:lnTo>
                <a:lnTo>
                  <a:pt x="529894" y="232676"/>
                </a:lnTo>
                <a:close/>
              </a:path>
              <a:path w="1520825" h="616585">
                <a:moveTo>
                  <a:pt x="542594" y="12700"/>
                </a:moveTo>
                <a:lnTo>
                  <a:pt x="536244" y="12700"/>
                </a:lnTo>
                <a:lnTo>
                  <a:pt x="542594" y="6350"/>
                </a:lnTo>
                <a:lnTo>
                  <a:pt x="542594" y="12700"/>
                </a:lnTo>
                <a:close/>
              </a:path>
              <a:path w="1520825" h="616585">
                <a:moveTo>
                  <a:pt x="1508099" y="12700"/>
                </a:moveTo>
                <a:lnTo>
                  <a:pt x="542594" y="12700"/>
                </a:lnTo>
                <a:lnTo>
                  <a:pt x="542594" y="6350"/>
                </a:lnTo>
                <a:lnTo>
                  <a:pt x="1508099" y="6350"/>
                </a:lnTo>
                <a:lnTo>
                  <a:pt x="1508099" y="12700"/>
                </a:lnTo>
                <a:close/>
              </a:path>
              <a:path w="1520825" h="616585">
                <a:moveTo>
                  <a:pt x="1508099" y="609879"/>
                </a:moveTo>
                <a:lnTo>
                  <a:pt x="1508099" y="6350"/>
                </a:lnTo>
                <a:lnTo>
                  <a:pt x="1514449" y="12700"/>
                </a:lnTo>
                <a:lnTo>
                  <a:pt x="1520799" y="12700"/>
                </a:lnTo>
                <a:lnTo>
                  <a:pt x="1520799" y="603529"/>
                </a:lnTo>
                <a:lnTo>
                  <a:pt x="1514449" y="603529"/>
                </a:lnTo>
                <a:lnTo>
                  <a:pt x="1508099" y="609879"/>
                </a:lnTo>
                <a:close/>
              </a:path>
              <a:path w="1520825" h="616585">
                <a:moveTo>
                  <a:pt x="1520799" y="12700"/>
                </a:moveTo>
                <a:lnTo>
                  <a:pt x="1514449" y="12700"/>
                </a:lnTo>
                <a:lnTo>
                  <a:pt x="1508099" y="6350"/>
                </a:lnTo>
                <a:lnTo>
                  <a:pt x="1520799" y="6350"/>
                </a:lnTo>
                <a:lnTo>
                  <a:pt x="1520799" y="12700"/>
                </a:lnTo>
                <a:close/>
              </a:path>
              <a:path w="1520825" h="616585">
                <a:moveTo>
                  <a:pt x="166217" y="474319"/>
                </a:moveTo>
                <a:lnTo>
                  <a:pt x="0" y="308114"/>
                </a:lnTo>
                <a:lnTo>
                  <a:pt x="166217" y="141897"/>
                </a:lnTo>
                <a:lnTo>
                  <a:pt x="166217" y="157238"/>
                </a:lnTo>
                <a:lnTo>
                  <a:pt x="153517" y="157238"/>
                </a:lnTo>
                <a:lnTo>
                  <a:pt x="153517" y="172554"/>
                </a:lnTo>
                <a:lnTo>
                  <a:pt x="22453" y="303618"/>
                </a:lnTo>
                <a:lnTo>
                  <a:pt x="13474" y="303618"/>
                </a:lnTo>
                <a:lnTo>
                  <a:pt x="13474" y="312597"/>
                </a:lnTo>
                <a:lnTo>
                  <a:pt x="22452" y="312597"/>
                </a:lnTo>
                <a:lnTo>
                  <a:pt x="153517" y="443673"/>
                </a:lnTo>
                <a:lnTo>
                  <a:pt x="153517" y="458990"/>
                </a:lnTo>
                <a:lnTo>
                  <a:pt x="166217" y="458990"/>
                </a:lnTo>
                <a:lnTo>
                  <a:pt x="166217" y="474319"/>
                </a:lnTo>
                <a:close/>
              </a:path>
              <a:path w="1520825" h="616585">
                <a:moveTo>
                  <a:pt x="153517" y="172554"/>
                </a:moveTo>
                <a:lnTo>
                  <a:pt x="153517" y="157238"/>
                </a:lnTo>
                <a:lnTo>
                  <a:pt x="164350" y="161721"/>
                </a:lnTo>
                <a:lnTo>
                  <a:pt x="153517" y="172554"/>
                </a:lnTo>
                <a:close/>
              </a:path>
              <a:path w="1520825" h="616585">
                <a:moveTo>
                  <a:pt x="542594" y="239026"/>
                </a:moveTo>
                <a:lnTo>
                  <a:pt x="153517" y="239026"/>
                </a:lnTo>
                <a:lnTo>
                  <a:pt x="153517" y="172554"/>
                </a:lnTo>
                <a:lnTo>
                  <a:pt x="164350" y="161721"/>
                </a:lnTo>
                <a:lnTo>
                  <a:pt x="153517" y="157238"/>
                </a:lnTo>
                <a:lnTo>
                  <a:pt x="166217" y="157238"/>
                </a:lnTo>
                <a:lnTo>
                  <a:pt x="166217" y="226326"/>
                </a:lnTo>
                <a:lnTo>
                  <a:pt x="159867" y="226326"/>
                </a:lnTo>
                <a:lnTo>
                  <a:pt x="166217" y="232676"/>
                </a:lnTo>
                <a:lnTo>
                  <a:pt x="542594" y="232676"/>
                </a:lnTo>
                <a:lnTo>
                  <a:pt x="542594" y="239026"/>
                </a:lnTo>
                <a:close/>
              </a:path>
              <a:path w="1520825" h="616585">
                <a:moveTo>
                  <a:pt x="166217" y="232676"/>
                </a:moveTo>
                <a:lnTo>
                  <a:pt x="159867" y="226326"/>
                </a:lnTo>
                <a:lnTo>
                  <a:pt x="166217" y="226326"/>
                </a:lnTo>
                <a:lnTo>
                  <a:pt x="166217" y="232676"/>
                </a:lnTo>
                <a:close/>
              </a:path>
              <a:path w="1520825" h="616585">
                <a:moveTo>
                  <a:pt x="529894" y="232676"/>
                </a:moveTo>
                <a:lnTo>
                  <a:pt x="166217" y="232676"/>
                </a:lnTo>
                <a:lnTo>
                  <a:pt x="166217" y="226326"/>
                </a:lnTo>
                <a:lnTo>
                  <a:pt x="529894" y="226326"/>
                </a:lnTo>
                <a:lnTo>
                  <a:pt x="529894" y="232676"/>
                </a:lnTo>
                <a:close/>
              </a:path>
              <a:path w="1520825" h="616585">
                <a:moveTo>
                  <a:pt x="542594" y="232676"/>
                </a:moveTo>
                <a:lnTo>
                  <a:pt x="529894" y="232676"/>
                </a:lnTo>
                <a:lnTo>
                  <a:pt x="536244" y="226326"/>
                </a:lnTo>
                <a:lnTo>
                  <a:pt x="542594" y="226326"/>
                </a:lnTo>
                <a:lnTo>
                  <a:pt x="542594" y="232676"/>
                </a:lnTo>
                <a:close/>
              </a:path>
              <a:path w="1520825" h="616585">
                <a:moveTo>
                  <a:pt x="13474" y="312597"/>
                </a:moveTo>
                <a:lnTo>
                  <a:pt x="13474" y="303618"/>
                </a:lnTo>
                <a:lnTo>
                  <a:pt x="17957" y="308114"/>
                </a:lnTo>
                <a:lnTo>
                  <a:pt x="13474" y="312597"/>
                </a:lnTo>
                <a:close/>
              </a:path>
              <a:path w="1520825" h="616585">
                <a:moveTo>
                  <a:pt x="17963" y="308108"/>
                </a:moveTo>
                <a:lnTo>
                  <a:pt x="13474" y="303618"/>
                </a:lnTo>
                <a:lnTo>
                  <a:pt x="22453" y="303618"/>
                </a:lnTo>
                <a:lnTo>
                  <a:pt x="17963" y="308108"/>
                </a:lnTo>
                <a:close/>
              </a:path>
              <a:path w="1520825" h="616585">
                <a:moveTo>
                  <a:pt x="22452" y="312597"/>
                </a:moveTo>
                <a:lnTo>
                  <a:pt x="13474" y="312597"/>
                </a:lnTo>
                <a:lnTo>
                  <a:pt x="17970" y="308114"/>
                </a:lnTo>
                <a:lnTo>
                  <a:pt x="22452" y="312597"/>
                </a:lnTo>
                <a:close/>
              </a:path>
              <a:path w="1520825" h="616585">
                <a:moveTo>
                  <a:pt x="166217" y="458990"/>
                </a:moveTo>
                <a:lnTo>
                  <a:pt x="153517" y="458990"/>
                </a:lnTo>
                <a:lnTo>
                  <a:pt x="164350" y="454507"/>
                </a:lnTo>
                <a:lnTo>
                  <a:pt x="153517" y="443673"/>
                </a:lnTo>
                <a:lnTo>
                  <a:pt x="153517" y="377202"/>
                </a:lnTo>
                <a:lnTo>
                  <a:pt x="542594" y="377202"/>
                </a:lnTo>
                <a:lnTo>
                  <a:pt x="542594" y="383552"/>
                </a:lnTo>
                <a:lnTo>
                  <a:pt x="166217" y="383552"/>
                </a:lnTo>
                <a:lnTo>
                  <a:pt x="159867" y="389902"/>
                </a:lnTo>
                <a:lnTo>
                  <a:pt x="166217" y="389902"/>
                </a:lnTo>
                <a:lnTo>
                  <a:pt x="166217" y="458990"/>
                </a:lnTo>
                <a:close/>
              </a:path>
              <a:path w="1520825" h="616585">
                <a:moveTo>
                  <a:pt x="166217" y="389902"/>
                </a:moveTo>
                <a:lnTo>
                  <a:pt x="159867" y="389902"/>
                </a:lnTo>
                <a:lnTo>
                  <a:pt x="166217" y="383552"/>
                </a:lnTo>
                <a:lnTo>
                  <a:pt x="166217" y="389902"/>
                </a:lnTo>
                <a:close/>
              </a:path>
              <a:path w="1520825" h="616585">
                <a:moveTo>
                  <a:pt x="529894" y="389902"/>
                </a:moveTo>
                <a:lnTo>
                  <a:pt x="166217" y="389902"/>
                </a:lnTo>
                <a:lnTo>
                  <a:pt x="166217" y="383552"/>
                </a:lnTo>
                <a:lnTo>
                  <a:pt x="529894" y="383552"/>
                </a:lnTo>
                <a:lnTo>
                  <a:pt x="529894" y="389902"/>
                </a:lnTo>
                <a:close/>
              </a:path>
              <a:path w="1520825" h="616585">
                <a:moveTo>
                  <a:pt x="1520799" y="616229"/>
                </a:moveTo>
                <a:lnTo>
                  <a:pt x="529894" y="616229"/>
                </a:lnTo>
                <a:lnTo>
                  <a:pt x="529894" y="383552"/>
                </a:lnTo>
                <a:lnTo>
                  <a:pt x="536244" y="389902"/>
                </a:lnTo>
                <a:lnTo>
                  <a:pt x="542594" y="389902"/>
                </a:lnTo>
                <a:lnTo>
                  <a:pt x="542594" y="603529"/>
                </a:lnTo>
                <a:lnTo>
                  <a:pt x="536244" y="603529"/>
                </a:lnTo>
                <a:lnTo>
                  <a:pt x="542594" y="609879"/>
                </a:lnTo>
                <a:lnTo>
                  <a:pt x="1520799" y="609879"/>
                </a:lnTo>
                <a:lnTo>
                  <a:pt x="1520799" y="616229"/>
                </a:lnTo>
                <a:close/>
              </a:path>
              <a:path w="1520825" h="616585">
                <a:moveTo>
                  <a:pt x="542594" y="389902"/>
                </a:moveTo>
                <a:lnTo>
                  <a:pt x="536244" y="389902"/>
                </a:lnTo>
                <a:lnTo>
                  <a:pt x="529894" y="383552"/>
                </a:lnTo>
                <a:lnTo>
                  <a:pt x="542594" y="383552"/>
                </a:lnTo>
                <a:lnTo>
                  <a:pt x="542594" y="389902"/>
                </a:lnTo>
                <a:close/>
              </a:path>
              <a:path w="1520825" h="616585">
                <a:moveTo>
                  <a:pt x="153517" y="458990"/>
                </a:moveTo>
                <a:lnTo>
                  <a:pt x="153517" y="443673"/>
                </a:lnTo>
                <a:lnTo>
                  <a:pt x="164350" y="454507"/>
                </a:lnTo>
                <a:lnTo>
                  <a:pt x="153517" y="458990"/>
                </a:lnTo>
                <a:close/>
              </a:path>
              <a:path w="1520825" h="616585">
                <a:moveTo>
                  <a:pt x="542594" y="609879"/>
                </a:moveTo>
                <a:lnTo>
                  <a:pt x="536244" y="603529"/>
                </a:lnTo>
                <a:lnTo>
                  <a:pt x="542594" y="603529"/>
                </a:lnTo>
                <a:lnTo>
                  <a:pt x="542594" y="609879"/>
                </a:lnTo>
                <a:close/>
              </a:path>
              <a:path w="1520825" h="616585">
                <a:moveTo>
                  <a:pt x="1508099" y="609879"/>
                </a:moveTo>
                <a:lnTo>
                  <a:pt x="542594" y="609879"/>
                </a:lnTo>
                <a:lnTo>
                  <a:pt x="542594" y="603529"/>
                </a:lnTo>
                <a:lnTo>
                  <a:pt x="1508099" y="603529"/>
                </a:lnTo>
                <a:lnTo>
                  <a:pt x="1508099" y="609879"/>
                </a:lnTo>
                <a:close/>
              </a:path>
              <a:path w="1520825" h="616585">
                <a:moveTo>
                  <a:pt x="1520799" y="609879"/>
                </a:moveTo>
                <a:lnTo>
                  <a:pt x="1508099" y="609879"/>
                </a:lnTo>
                <a:lnTo>
                  <a:pt x="1514449" y="603529"/>
                </a:lnTo>
                <a:lnTo>
                  <a:pt x="1520799" y="603529"/>
                </a:lnTo>
                <a:lnTo>
                  <a:pt x="1520799" y="609879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385264" y="4756530"/>
            <a:ext cx="7366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宏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2275" y="2622702"/>
            <a:ext cx="482600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/>
              <a:t>同学们，再见！</a:t>
            </a:r>
            <a:endParaRPr sz="5400"/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2025-04-20T10:16:09Z</dcterms:created>
  <dcterms:modified xsi:type="dcterms:W3CDTF">2025-04-20T10:16:09Z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