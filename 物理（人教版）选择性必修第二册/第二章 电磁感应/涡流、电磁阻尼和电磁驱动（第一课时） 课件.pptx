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png" ContentType="image/pn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Default Extension="jpg" ContentType="image/jpg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</p:sldIdLst>
  <p:sldSz cx="12192000" cy="6858000"/>
  <p:notesSz cx="12192000" cy="6858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Relationship Id="rId33" Type="http://schemas.openxmlformats.org/officeDocument/2006/relationships/slide" Target="slides/slide28.xml"/><Relationship Id="rId34" Type="http://schemas.openxmlformats.org/officeDocument/2006/relationships/slide" Target="slides/slide29.xml"/><Relationship Id="rId35" Type="http://schemas.openxmlformats.org/officeDocument/2006/relationships/slide" Target="slides/slide30.xml"/><Relationship Id="rId36" Type="http://schemas.openxmlformats.org/officeDocument/2006/relationships/slide" Target="slides/slide31.xml"/>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
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7" name="bk object 17"/>
          <p:cNvSpPr/>
          <p:nvPr/>
        </p:nvSpPr>
        <p:spPr>
          <a:xfrm>
            <a:off x="3621379" y="2016042"/>
            <a:ext cx="5556885" cy="0"/>
          </a:xfrm>
          <a:custGeom>
            <a:avLst/>
            <a:gdLst/>
            <a:ahLst/>
            <a:cxnLst/>
            <a:rect l="l" t="t" r="r" b="b"/>
            <a:pathLst>
              <a:path w="5556884" h="0">
                <a:moveTo>
                  <a:pt x="0" y="0"/>
                </a:moveTo>
                <a:lnTo>
                  <a:pt x="5556783" y="0"/>
                </a:lnTo>
              </a:path>
            </a:pathLst>
          </a:custGeom>
          <a:ln w="36156">
            <a:solidFill>
              <a:srgbClr val="01431D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3700145" y="1371587"/>
            <a:ext cx="4791709" cy="4826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chemeClr val="bg1"/>
                </a:solidFill>
                <a:latin typeface="微软雅黑"/>
                <a:cs typeface="微软雅黑"/>
              </a:defRPr>
            </a:lvl1pPr>
          </a:lstStyle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高中物</a:t>
            </a:r>
            <a:r>
              <a:rPr dirty="0" spc="5"/>
              <a:t>理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800" b="1" i="0">
                <a:solidFill>
                  <a:srgbClr val="01611F"/>
                </a:solidFill>
                <a:latin typeface="微软雅黑"/>
                <a:cs typeface="微软雅黑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4800" b="1" i="0">
                <a:solidFill>
                  <a:srgbClr val="01611F"/>
                </a:solidFill>
                <a:latin typeface="微软雅黑"/>
                <a:cs typeface="微软雅黑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chemeClr val="bg1"/>
                </a:solidFill>
                <a:latin typeface="微软雅黑"/>
                <a:cs typeface="微软雅黑"/>
              </a:defRPr>
            </a:lvl1pPr>
          </a:lstStyle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高中物</a:t>
            </a:r>
            <a:r>
              <a:rPr dirty="0" spc="5"/>
              <a:t>理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800" b="1" i="0">
                <a:solidFill>
                  <a:srgbClr val="01611F"/>
                </a:solidFill>
                <a:latin typeface="微软雅黑"/>
                <a:cs typeface="微软雅黑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chemeClr val="bg1"/>
                </a:solidFill>
                <a:latin typeface="微软雅黑"/>
                <a:cs typeface="微软雅黑"/>
              </a:defRPr>
            </a:lvl1pPr>
          </a:lstStyle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高中物</a:t>
            </a:r>
            <a:r>
              <a:rPr dirty="0" spc="5"/>
              <a:t>理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800" b="1" i="0">
                <a:solidFill>
                  <a:srgbClr val="01611F"/>
                </a:solidFill>
                <a:latin typeface="微软雅黑"/>
                <a:cs typeface="微软雅黑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chemeClr val="bg1"/>
                </a:solidFill>
                <a:latin typeface="微软雅黑"/>
                <a:cs typeface="微软雅黑"/>
              </a:defRPr>
            </a:lvl1pPr>
          </a:lstStyle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高中物</a:t>
            </a:r>
            <a:r>
              <a:rPr dirty="0" spc="5"/>
              <a:t>理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chemeClr val="bg1"/>
                </a:solidFill>
                <a:latin typeface="微软雅黑"/>
                <a:cs typeface="微软雅黑"/>
              </a:defRPr>
            </a:lvl1pPr>
          </a:lstStyle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高中物</a:t>
            </a:r>
            <a:r>
              <a:rPr dirty="0" spc="5"/>
              <a:t>理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image" Target="../media/image1.png"/></Relationships>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284234" y="1551472"/>
            <a:ext cx="7623530" cy="158686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800" b="1" i="0">
                <a:solidFill>
                  <a:srgbClr val="01611F"/>
                </a:solidFill>
                <a:latin typeface="微软雅黑"/>
                <a:cs typeface="微软雅黑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2284234" y="1551472"/>
            <a:ext cx="7623530" cy="158686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800" b="1" i="0">
                <a:solidFill>
                  <a:srgbClr val="01611F"/>
                </a:solidFill>
                <a:latin typeface="微软雅黑"/>
                <a:cs typeface="微软雅黑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189039" y="6180632"/>
            <a:ext cx="1042035" cy="3619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chemeClr val="bg1"/>
                </a:solidFill>
                <a:latin typeface="微软雅黑"/>
                <a:cs typeface="微软雅黑"/>
              </a:defRPr>
            </a:lvl1pPr>
          </a:lstStyle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高中物</a:t>
            </a:r>
            <a:r>
              <a:rPr dirty="0" spc="5"/>
              <a:t>理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
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4.jp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8.png"/><Relationship Id="rId7" Type="http://schemas.openxmlformats.org/officeDocument/2006/relationships/image" Target="../media/image9.png"/><Relationship Id="rId8" Type="http://schemas.openxmlformats.org/officeDocument/2006/relationships/image" Target="../media/image10.png"/><Relationship Id="rId9" Type="http://schemas.openxmlformats.org/officeDocument/2006/relationships/image" Target="../media/image11.png"/></Relationships>
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2.jpg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Relationship Id="rId6" Type="http://schemas.openxmlformats.org/officeDocument/2006/relationships/image" Target="../media/image16.png"/><Relationship Id="rId7" Type="http://schemas.openxmlformats.org/officeDocument/2006/relationships/image" Target="../media/image17.png"/><Relationship Id="rId8" Type="http://schemas.openxmlformats.org/officeDocument/2006/relationships/image" Target="../media/image11.png"/><Relationship Id="rId9" Type="http://schemas.openxmlformats.org/officeDocument/2006/relationships/image" Target="../media/image18.png"/></Relationships>
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9.png"/><Relationship Id="rId3" Type="http://schemas.openxmlformats.org/officeDocument/2006/relationships/image" Target="../media/image20.png"/><Relationship Id="rId4" Type="http://schemas.openxmlformats.org/officeDocument/2006/relationships/image" Target="../media/image21.png"/><Relationship Id="rId5" Type="http://schemas.openxmlformats.org/officeDocument/2006/relationships/image" Target="../media/image22.png"/><Relationship Id="rId6" Type="http://schemas.openxmlformats.org/officeDocument/2006/relationships/image" Target="../media/image23.png"/><Relationship Id="rId7" Type="http://schemas.openxmlformats.org/officeDocument/2006/relationships/image" Target="../media/image24.png"/><Relationship Id="rId8" Type="http://schemas.openxmlformats.org/officeDocument/2006/relationships/image" Target="../media/image25.png"/><Relationship Id="rId9" Type="http://schemas.openxmlformats.org/officeDocument/2006/relationships/image" Target="../media/image26.png"/><Relationship Id="rId10" Type="http://schemas.openxmlformats.org/officeDocument/2006/relationships/image" Target="../media/image27.png"/><Relationship Id="rId11" Type="http://schemas.openxmlformats.org/officeDocument/2006/relationships/image" Target="../media/image28.png"/><Relationship Id="rId12" Type="http://schemas.openxmlformats.org/officeDocument/2006/relationships/image" Target="../media/image29.png"/><Relationship Id="rId13" Type="http://schemas.openxmlformats.org/officeDocument/2006/relationships/image" Target="../media/image30.png"/><Relationship Id="rId14" Type="http://schemas.openxmlformats.org/officeDocument/2006/relationships/image" Target="../media/image31.png"/><Relationship Id="rId15" Type="http://schemas.openxmlformats.org/officeDocument/2006/relationships/image" Target="../media/image32.png"/><Relationship Id="rId16" Type="http://schemas.openxmlformats.org/officeDocument/2006/relationships/image" Target="../media/image33.png"/><Relationship Id="rId17" Type="http://schemas.openxmlformats.org/officeDocument/2006/relationships/image" Target="../media/image34.png"/><Relationship Id="rId18" Type="http://schemas.openxmlformats.org/officeDocument/2006/relationships/image" Target="../media/image35.png"/><Relationship Id="rId19" Type="http://schemas.openxmlformats.org/officeDocument/2006/relationships/image" Target="../media/image36.png"/><Relationship Id="rId20" Type="http://schemas.openxmlformats.org/officeDocument/2006/relationships/image" Target="../media/image37.png"/><Relationship Id="rId21" Type="http://schemas.openxmlformats.org/officeDocument/2006/relationships/image" Target="../media/image38.png"/><Relationship Id="rId22" Type="http://schemas.openxmlformats.org/officeDocument/2006/relationships/image" Target="../media/image39.png"/><Relationship Id="rId23" Type="http://schemas.openxmlformats.org/officeDocument/2006/relationships/image" Target="../media/image40.png"/><Relationship Id="rId24" Type="http://schemas.openxmlformats.org/officeDocument/2006/relationships/image" Target="../media/image41.png"/><Relationship Id="rId25" Type="http://schemas.openxmlformats.org/officeDocument/2006/relationships/image" Target="../media/image42.png"/><Relationship Id="rId26" Type="http://schemas.openxmlformats.org/officeDocument/2006/relationships/image" Target="../media/image43.png"/><Relationship Id="rId27" Type="http://schemas.openxmlformats.org/officeDocument/2006/relationships/image" Target="../media/image44.png"/><Relationship Id="rId28" Type="http://schemas.openxmlformats.org/officeDocument/2006/relationships/image" Target="../media/image45.png"/><Relationship Id="rId29" Type="http://schemas.openxmlformats.org/officeDocument/2006/relationships/image" Target="../media/image46.png"/><Relationship Id="rId30" Type="http://schemas.openxmlformats.org/officeDocument/2006/relationships/image" Target="../media/image47.png"/><Relationship Id="rId31" Type="http://schemas.openxmlformats.org/officeDocument/2006/relationships/image" Target="../media/image48.png"/><Relationship Id="rId32" Type="http://schemas.openxmlformats.org/officeDocument/2006/relationships/image" Target="../media/image49.png"/><Relationship Id="rId33" Type="http://schemas.openxmlformats.org/officeDocument/2006/relationships/image" Target="../media/image50.png"/><Relationship Id="rId34" Type="http://schemas.openxmlformats.org/officeDocument/2006/relationships/image" Target="../media/image51.png"/><Relationship Id="rId35" Type="http://schemas.openxmlformats.org/officeDocument/2006/relationships/image" Target="../media/image52.png"/><Relationship Id="rId36" Type="http://schemas.openxmlformats.org/officeDocument/2006/relationships/image" Target="../media/image53.png"/><Relationship Id="rId37" Type="http://schemas.openxmlformats.org/officeDocument/2006/relationships/image" Target="../media/image54.png"/><Relationship Id="rId38" Type="http://schemas.openxmlformats.org/officeDocument/2006/relationships/image" Target="../media/image55.png"/><Relationship Id="rId39" Type="http://schemas.openxmlformats.org/officeDocument/2006/relationships/image" Target="../media/image56.png"/></Relationships>
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7.png"/><Relationship Id="rId3" Type="http://schemas.openxmlformats.org/officeDocument/2006/relationships/image" Target="../media/image58.png"/><Relationship Id="rId4" Type="http://schemas.openxmlformats.org/officeDocument/2006/relationships/image" Target="../media/image59.png"/><Relationship Id="rId5" Type="http://schemas.openxmlformats.org/officeDocument/2006/relationships/image" Target="../media/image60.png"/><Relationship Id="rId6" Type="http://schemas.openxmlformats.org/officeDocument/2006/relationships/image" Target="../media/image61.png"/><Relationship Id="rId7" Type="http://schemas.openxmlformats.org/officeDocument/2006/relationships/image" Target="../media/image62.png"/><Relationship Id="rId8" Type="http://schemas.openxmlformats.org/officeDocument/2006/relationships/image" Target="../media/image63.png"/><Relationship Id="rId9" Type="http://schemas.openxmlformats.org/officeDocument/2006/relationships/image" Target="../media/image64.png"/><Relationship Id="rId10" Type="http://schemas.openxmlformats.org/officeDocument/2006/relationships/image" Target="../media/image65.png"/><Relationship Id="rId11" Type="http://schemas.openxmlformats.org/officeDocument/2006/relationships/image" Target="../media/image66.png"/><Relationship Id="rId12" Type="http://schemas.openxmlformats.org/officeDocument/2006/relationships/image" Target="../media/image67.png"/><Relationship Id="rId13" Type="http://schemas.openxmlformats.org/officeDocument/2006/relationships/image" Target="../media/image68.png"/><Relationship Id="rId14" Type="http://schemas.openxmlformats.org/officeDocument/2006/relationships/image" Target="../media/image69.png"/><Relationship Id="rId15" Type="http://schemas.openxmlformats.org/officeDocument/2006/relationships/image" Target="../media/image70.png"/><Relationship Id="rId16" Type="http://schemas.openxmlformats.org/officeDocument/2006/relationships/image" Target="../media/image71.png"/></Relationships>
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2.png"/><Relationship Id="rId3" Type="http://schemas.openxmlformats.org/officeDocument/2006/relationships/image" Target="../media/image73.png"/><Relationship Id="rId4" Type="http://schemas.openxmlformats.org/officeDocument/2006/relationships/image" Target="../media/image74.png"/><Relationship Id="rId5" Type="http://schemas.openxmlformats.org/officeDocument/2006/relationships/image" Target="../media/image75.png"/><Relationship Id="rId6" Type="http://schemas.openxmlformats.org/officeDocument/2006/relationships/image" Target="../media/image76.png"/></Relationships>
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7.png"/><Relationship Id="rId3" Type="http://schemas.openxmlformats.org/officeDocument/2006/relationships/image" Target="../media/image78.png"/><Relationship Id="rId4" Type="http://schemas.openxmlformats.org/officeDocument/2006/relationships/image" Target="../media/image79.png"/><Relationship Id="rId5" Type="http://schemas.openxmlformats.org/officeDocument/2006/relationships/image" Target="../media/image80.png"/><Relationship Id="rId6" Type="http://schemas.openxmlformats.org/officeDocument/2006/relationships/image" Target="../media/image81.png"/><Relationship Id="rId7" Type="http://schemas.openxmlformats.org/officeDocument/2006/relationships/image" Target="../media/image82.png"/><Relationship Id="rId8" Type="http://schemas.openxmlformats.org/officeDocument/2006/relationships/image" Target="../media/image83.png"/><Relationship Id="rId9" Type="http://schemas.openxmlformats.org/officeDocument/2006/relationships/image" Target="../media/image84.png"/><Relationship Id="rId10" Type="http://schemas.openxmlformats.org/officeDocument/2006/relationships/image" Target="../media/image85.png"/><Relationship Id="rId11" Type="http://schemas.openxmlformats.org/officeDocument/2006/relationships/image" Target="../media/image86.png"/></Relationships>
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7.png"/><Relationship Id="rId3" Type="http://schemas.openxmlformats.org/officeDocument/2006/relationships/image" Target="../media/image88.png"/></Relationships>
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9.png"/><Relationship Id="rId3" Type="http://schemas.openxmlformats.org/officeDocument/2006/relationships/image" Target="../media/image20.png"/><Relationship Id="rId4" Type="http://schemas.openxmlformats.org/officeDocument/2006/relationships/image" Target="../media/image21.png"/><Relationship Id="rId5" Type="http://schemas.openxmlformats.org/officeDocument/2006/relationships/image" Target="../media/image22.png"/><Relationship Id="rId6" Type="http://schemas.openxmlformats.org/officeDocument/2006/relationships/image" Target="../media/image23.png"/><Relationship Id="rId7" Type="http://schemas.openxmlformats.org/officeDocument/2006/relationships/image" Target="../media/image89.png"/><Relationship Id="rId8" Type="http://schemas.openxmlformats.org/officeDocument/2006/relationships/image" Target="../media/image90.png"/><Relationship Id="rId9" Type="http://schemas.openxmlformats.org/officeDocument/2006/relationships/image" Target="../media/image91.png"/><Relationship Id="rId10" Type="http://schemas.openxmlformats.org/officeDocument/2006/relationships/image" Target="../media/image27.png"/><Relationship Id="rId11" Type="http://schemas.openxmlformats.org/officeDocument/2006/relationships/image" Target="../media/image28.png"/><Relationship Id="rId12" Type="http://schemas.openxmlformats.org/officeDocument/2006/relationships/image" Target="../media/image29.png"/><Relationship Id="rId13" Type="http://schemas.openxmlformats.org/officeDocument/2006/relationships/image" Target="../media/image30.png"/><Relationship Id="rId14" Type="http://schemas.openxmlformats.org/officeDocument/2006/relationships/image" Target="../media/image92.png"/><Relationship Id="rId15" Type="http://schemas.openxmlformats.org/officeDocument/2006/relationships/image" Target="../media/image93.png"/><Relationship Id="rId16" Type="http://schemas.openxmlformats.org/officeDocument/2006/relationships/image" Target="../media/image94.png"/><Relationship Id="rId17" Type="http://schemas.openxmlformats.org/officeDocument/2006/relationships/image" Target="../media/image34.png"/><Relationship Id="rId18" Type="http://schemas.openxmlformats.org/officeDocument/2006/relationships/image" Target="../media/image95.png"/><Relationship Id="rId19" Type="http://schemas.openxmlformats.org/officeDocument/2006/relationships/image" Target="../media/image36.png"/><Relationship Id="rId20" Type="http://schemas.openxmlformats.org/officeDocument/2006/relationships/image" Target="../media/image53.png"/><Relationship Id="rId21" Type="http://schemas.openxmlformats.org/officeDocument/2006/relationships/image" Target="../media/image96.png"/><Relationship Id="rId22" Type="http://schemas.openxmlformats.org/officeDocument/2006/relationships/image" Target="../media/image97.png"/><Relationship Id="rId23" Type="http://schemas.openxmlformats.org/officeDocument/2006/relationships/image" Target="../media/image98.png"/><Relationship Id="rId24" Type="http://schemas.openxmlformats.org/officeDocument/2006/relationships/image" Target="../media/image40.png"/><Relationship Id="rId25" Type="http://schemas.openxmlformats.org/officeDocument/2006/relationships/image" Target="../media/image41.png"/><Relationship Id="rId26" Type="http://schemas.openxmlformats.org/officeDocument/2006/relationships/image" Target="../media/image99.png"/><Relationship Id="rId27" Type="http://schemas.openxmlformats.org/officeDocument/2006/relationships/image" Target="../media/image100.png"/><Relationship Id="rId28" Type="http://schemas.openxmlformats.org/officeDocument/2006/relationships/image" Target="../media/image44.png"/><Relationship Id="rId29" Type="http://schemas.openxmlformats.org/officeDocument/2006/relationships/image" Target="../media/image45.png"/><Relationship Id="rId30" Type="http://schemas.openxmlformats.org/officeDocument/2006/relationships/image" Target="../media/image101.png"/><Relationship Id="rId31" Type="http://schemas.openxmlformats.org/officeDocument/2006/relationships/image" Target="../media/image102.png"/><Relationship Id="rId32" Type="http://schemas.openxmlformats.org/officeDocument/2006/relationships/image" Target="../media/image48.png"/><Relationship Id="rId33" Type="http://schemas.openxmlformats.org/officeDocument/2006/relationships/image" Target="../media/image103.png"/><Relationship Id="rId34" Type="http://schemas.openxmlformats.org/officeDocument/2006/relationships/image" Target="../media/image50.png"/><Relationship Id="rId35" Type="http://schemas.openxmlformats.org/officeDocument/2006/relationships/image" Target="../media/image104.png"/><Relationship Id="rId36" Type="http://schemas.openxmlformats.org/officeDocument/2006/relationships/image" Target="../media/image105.png"/><Relationship Id="rId37" Type="http://schemas.openxmlformats.org/officeDocument/2006/relationships/image" Target="../media/image106.png"/><Relationship Id="rId38" Type="http://schemas.openxmlformats.org/officeDocument/2006/relationships/image" Target="../media/image38.png"/><Relationship Id="rId39" Type="http://schemas.openxmlformats.org/officeDocument/2006/relationships/image" Target="../media/image107.png"/><Relationship Id="rId40" Type="http://schemas.openxmlformats.org/officeDocument/2006/relationships/image" Target="../media/image108.png"/></Relationships>
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9.png"/><Relationship Id="rId3" Type="http://schemas.openxmlformats.org/officeDocument/2006/relationships/image" Target="../media/image110.png"/><Relationship Id="rId4" Type="http://schemas.openxmlformats.org/officeDocument/2006/relationships/image" Target="../media/image111.png"/><Relationship Id="rId5" Type="http://schemas.openxmlformats.org/officeDocument/2006/relationships/image" Target="../media/image112.png"/><Relationship Id="rId6" Type="http://schemas.openxmlformats.org/officeDocument/2006/relationships/image" Target="../media/image113.png"/><Relationship Id="rId7" Type="http://schemas.openxmlformats.org/officeDocument/2006/relationships/image" Target="../media/image114.png"/><Relationship Id="rId8" Type="http://schemas.openxmlformats.org/officeDocument/2006/relationships/image" Target="../media/image115.png"/><Relationship Id="rId9" Type="http://schemas.openxmlformats.org/officeDocument/2006/relationships/image" Target="../media/image116.png"/><Relationship Id="rId10" Type="http://schemas.openxmlformats.org/officeDocument/2006/relationships/image" Target="../media/image117.png"/><Relationship Id="rId11" Type="http://schemas.openxmlformats.org/officeDocument/2006/relationships/image" Target="../media/image118.png"/><Relationship Id="rId12" Type="http://schemas.openxmlformats.org/officeDocument/2006/relationships/image" Target="../media/image119.png"/><Relationship Id="rId13" Type="http://schemas.openxmlformats.org/officeDocument/2006/relationships/image" Target="../media/image120.png"/></Relationships>
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21.jpg"/><Relationship Id="rId3" Type="http://schemas.openxmlformats.org/officeDocument/2006/relationships/image" Target="../media/image122.jpg"/></Relationships>
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3.png"/><Relationship Id="rId3" Type="http://schemas.openxmlformats.org/officeDocument/2006/relationships/image" Target="../media/image124.png"/><Relationship Id="rId4" Type="http://schemas.openxmlformats.org/officeDocument/2006/relationships/image" Target="../media/image125.png"/><Relationship Id="rId5" Type="http://schemas.openxmlformats.org/officeDocument/2006/relationships/image" Target="../media/image126.png"/><Relationship Id="rId6" Type="http://schemas.openxmlformats.org/officeDocument/2006/relationships/image" Target="../media/image127.png"/><Relationship Id="rId7" Type="http://schemas.openxmlformats.org/officeDocument/2006/relationships/image" Target="../media/image128.png"/><Relationship Id="rId8" Type="http://schemas.openxmlformats.org/officeDocument/2006/relationships/image" Target="../media/image129.png"/><Relationship Id="rId9" Type="http://schemas.openxmlformats.org/officeDocument/2006/relationships/image" Target="../media/image130.png"/><Relationship Id="rId10" Type="http://schemas.openxmlformats.org/officeDocument/2006/relationships/image" Target="../media/image131.png"/><Relationship Id="rId11" Type="http://schemas.openxmlformats.org/officeDocument/2006/relationships/image" Target="../media/image132.png"/><Relationship Id="rId12" Type="http://schemas.openxmlformats.org/officeDocument/2006/relationships/image" Target="../media/image133.png"/><Relationship Id="rId13" Type="http://schemas.openxmlformats.org/officeDocument/2006/relationships/image" Target="../media/image134.png"/><Relationship Id="rId14" Type="http://schemas.openxmlformats.org/officeDocument/2006/relationships/image" Target="../media/image135.png"/><Relationship Id="rId15" Type="http://schemas.openxmlformats.org/officeDocument/2006/relationships/image" Target="../media/image136.png"/><Relationship Id="rId16" Type="http://schemas.openxmlformats.org/officeDocument/2006/relationships/image" Target="../media/image137.png"/><Relationship Id="rId17" Type="http://schemas.openxmlformats.org/officeDocument/2006/relationships/image" Target="../media/image138.png"/><Relationship Id="rId18" Type="http://schemas.openxmlformats.org/officeDocument/2006/relationships/image" Target="../media/image139.jpg"/></Relationships>
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40.jpg"/></Relationships>
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41.jpg"/></Relationships>
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42.jpg"/></Relationships>
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43.jpg"/></Relationships>
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44.jpg"/><Relationship Id="rId3" Type="http://schemas.openxmlformats.org/officeDocument/2006/relationships/image" Target="../media/image145.png"/><Relationship Id="rId4" Type="http://schemas.openxmlformats.org/officeDocument/2006/relationships/image" Target="../media/image146.png"/><Relationship Id="rId5" Type="http://schemas.openxmlformats.org/officeDocument/2006/relationships/image" Target="../media/image147.png"/><Relationship Id="rId6" Type="http://schemas.openxmlformats.org/officeDocument/2006/relationships/image" Target="../media/image148.png"/><Relationship Id="rId7" Type="http://schemas.openxmlformats.org/officeDocument/2006/relationships/image" Target="../media/image149.png"/><Relationship Id="rId8" Type="http://schemas.openxmlformats.org/officeDocument/2006/relationships/image" Target="../media/image150.png"/><Relationship Id="rId9" Type="http://schemas.openxmlformats.org/officeDocument/2006/relationships/image" Target="../media/image151.png"/><Relationship Id="rId10" Type="http://schemas.openxmlformats.org/officeDocument/2006/relationships/image" Target="../media/image152.png"/><Relationship Id="rId11" Type="http://schemas.openxmlformats.org/officeDocument/2006/relationships/image" Target="../media/image153.png"/><Relationship Id="rId12" Type="http://schemas.openxmlformats.org/officeDocument/2006/relationships/image" Target="../media/image154.png"/><Relationship Id="rId13" Type="http://schemas.openxmlformats.org/officeDocument/2006/relationships/image" Target="../media/image155.png"/><Relationship Id="rId14" Type="http://schemas.openxmlformats.org/officeDocument/2006/relationships/image" Target="../media/image156.png"/></Relationships>
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57.jpg"/></Relationships>
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58.jpg"/></Relationships>
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59.jpg"/></Relationships>
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60.jpg"/></Relationships>
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61.jpg"/></Relationships>
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62.jpg"/></Relationships>
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63.jpg"/></Relationships>
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64.jpg"/></Relationships>
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65.jpg"/></Relationships>
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66.png"/><Relationship Id="rId3" Type="http://schemas.openxmlformats.org/officeDocument/2006/relationships/image" Target="../media/image167.png"/><Relationship Id="rId4" Type="http://schemas.openxmlformats.org/officeDocument/2006/relationships/image" Target="../media/image168.png"/><Relationship Id="rId5" Type="http://schemas.openxmlformats.org/officeDocument/2006/relationships/image" Target="../media/image169.png"/><Relationship Id="rId6" Type="http://schemas.openxmlformats.org/officeDocument/2006/relationships/image" Target="../media/image170.png"/><Relationship Id="rId7" Type="http://schemas.openxmlformats.org/officeDocument/2006/relationships/image" Target="../media/image171.png"/><Relationship Id="rId8" Type="http://schemas.openxmlformats.org/officeDocument/2006/relationships/image" Target="../media/image172.png"/><Relationship Id="rId9" Type="http://schemas.openxmlformats.org/officeDocument/2006/relationships/image" Target="../media/image173.png"/><Relationship Id="rId10" Type="http://schemas.openxmlformats.org/officeDocument/2006/relationships/image" Target="../media/image174.png"/><Relationship Id="rId11" Type="http://schemas.openxmlformats.org/officeDocument/2006/relationships/image" Target="../media/image175.png"/><Relationship Id="rId12" Type="http://schemas.openxmlformats.org/officeDocument/2006/relationships/image" Target="../media/image176.png"/><Relationship Id="rId13" Type="http://schemas.openxmlformats.org/officeDocument/2006/relationships/image" Target="../media/image177.png"/><Relationship Id="rId14" Type="http://schemas.openxmlformats.org/officeDocument/2006/relationships/image" Target="../media/image178.png"/><Relationship Id="rId15" Type="http://schemas.openxmlformats.org/officeDocument/2006/relationships/image" Target="../media/image179.png"/><Relationship Id="rId16" Type="http://schemas.openxmlformats.org/officeDocument/2006/relationships/image" Target="../media/image180.png"/><Relationship Id="rId17" Type="http://schemas.openxmlformats.org/officeDocument/2006/relationships/image" Target="../media/image181.png"/></Relationships>
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82.jpg"/><Relationship Id="rId3" Type="http://schemas.openxmlformats.org/officeDocument/2006/relationships/image" Target="../media/image183.jpg"/></Relationships>
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841398" y="805497"/>
            <a:ext cx="4140200" cy="5740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600">
                <a:solidFill>
                  <a:srgbClr val="FFFFFF"/>
                </a:solidFill>
              </a:rPr>
              <a:t>国家中小学课程资源</a:t>
            </a:r>
            <a:endParaRPr sz="3600"/>
          </a:p>
        </p:txBody>
      </p:sp>
      <p:sp>
        <p:nvSpPr>
          <p:cNvPr id="4" name="object 4"/>
          <p:cNvSpPr/>
          <p:nvPr/>
        </p:nvSpPr>
        <p:spPr>
          <a:xfrm>
            <a:off x="1353311" y="2830067"/>
            <a:ext cx="409956" cy="46634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1853755" y="3467417"/>
            <a:ext cx="2517775" cy="10464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9600"/>
              </a:lnSpc>
              <a:spcBef>
                <a:spcPts val="100"/>
              </a:spcBef>
              <a:tabLst>
                <a:tab pos="726440" algn="l"/>
              </a:tabLst>
            </a:pPr>
            <a:r>
              <a:rPr dirty="0" sz="2800" spc="-10" b="1">
                <a:solidFill>
                  <a:srgbClr val="FFFFFF"/>
                </a:solidFill>
                <a:latin typeface="华文楷体"/>
                <a:cs typeface="华文楷体"/>
              </a:rPr>
              <a:t>年	</a:t>
            </a:r>
            <a:r>
              <a:rPr dirty="0" sz="2800" b="1">
                <a:solidFill>
                  <a:srgbClr val="FFFFFF"/>
                </a:solidFill>
                <a:latin typeface="华文楷体"/>
                <a:cs typeface="华文楷体"/>
              </a:rPr>
              <a:t>级：高</a:t>
            </a:r>
            <a:r>
              <a:rPr dirty="0" sz="2800" spc="-10" b="1">
                <a:solidFill>
                  <a:srgbClr val="FFFFFF"/>
                </a:solidFill>
                <a:latin typeface="华文楷体"/>
                <a:cs typeface="华文楷体"/>
              </a:rPr>
              <a:t>二 </a:t>
            </a:r>
            <a:r>
              <a:rPr dirty="0" sz="2800" b="1">
                <a:solidFill>
                  <a:srgbClr val="FFFFFF"/>
                </a:solidFill>
                <a:latin typeface="华文楷体"/>
                <a:cs typeface="华文楷体"/>
              </a:rPr>
              <a:t>主讲人：张明</a:t>
            </a:r>
            <a:r>
              <a:rPr dirty="0" sz="2800" spc="-10" b="1">
                <a:solidFill>
                  <a:srgbClr val="FFFFFF"/>
                </a:solidFill>
                <a:latin typeface="华文楷体"/>
                <a:cs typeface="华文楷体"/>
              </a:rPr>
              <a:t>哲</a:t>
            </a:r>
            <a:endParaRPr sz="2800">
              <a:latin typeface="华文楷体"/>
              <a:cs typeface="华文楷体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959030" y="3467417"/>
            <a:ext cx="3948429" cy="10464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 indent="3810">
              <a:lnSpc>
                <a:spcPct val="119600"/>
              </a:lnSpc>
              <a:spcBef>
                <a:spcPts val="100"/>
              </a:spcBef>
              <a:tabLst>
                <a:tab pos="726440" algn="l"/>
              </a:tabLst>
            </a:pPr>
            <a:r>
              <a:rPr dirty="0" sz="2800" spc="-10" b="1">
                <a:solidFill>
                  <a:srgbClr val="FFFFFF"/>
                </a:solidFill>
                <a:latin typeface="华文楷体"/>
                <a:cs typeface="华文楷体"/>
              </a:rPr>
              <a:t>学</a:t>
            </a:r>
            <a:r>
              <a:rPr dirty="0" sz="2800" spc="-10" b="1">
                <a:solidFill>
                  <a:srgbClr val="FFFFFF"/>
                </a:solidFill>
                <a:latin typeface="华文楷体"/>
                <a:cs typeface="华文楷体"/>
              </a:rPr>
              <a:t>	</a:t>
            </a:r>
            <a:r>
              <a:rPr dirty="0" sz="2800" spc="-675" b="1">
                <a:solidFill>
                  <a:srgbClr val="FFFFFF"/>
                </a:solidFill>
                <a:latin typeface="华文楷体"/>
                <a:cs typeface="华文楷体"/>
              </a:rPr>
              <a:t> </a:t>
            </a:r>
            <a:r>
              <a:rPr dirty="0" sz="2800" b="1">
                <a:solidFill>
                  <a:srgbClr val="FFFFFF"/>
                </a:solidFill>
                <a:latin typeface="华文楷体"/>
                <a:cs typeface="华文楷体"/>
              </a:rPr>
              <a:t>科：物理（人教版</a:t>
            </a:r>
            <a:r>
              <a:rPr dirty="0" sz="2800" spc="-10" b="1">
                <a:solidFill>
                  <a:srgbClr val="FFFFFF"/>
                </a:solidFill>
                <a:latin typeface="华文楷体"/>
                <a:cs typeface="华文楷体"/>
              </a:rPr>
              <a:t>） 学</a:t>
            </a:r>
            <a:r>
              <a:rPr dirty="0" sz="2800" b="1">
                <a:solidFill>
                  <a:srgbClr val="FFFFFF"/>
                </a:solidFill>
                <a:latin typeface="华文楷体"/>
                <a:cs typeface="华文楷体"/>
              </a:rPr>
              <a:t>	</a:t>
            </a:r>
            <a:r>
              <a:rPr dirty="0" sz="2800" b="1">
                <a:solidFill>
                  <a:srgbClr val="FFFFFF"/>
                </a:solidFill>
                <a:latin typeface="华文楷体"/>
                <a:cs typeface="华文楷体"/>
              </a:rPr>
              <a:t>校：北京市第八中</a:t>
            </a:r>
            <a:r>
              <a:rPr dirty="0" sz="2800" spc="-10" b="1">
                <a:solidFill>
                  <a:srgbClr val="FFFFFF"/>
                </a:solidFill>
                <a:latin typeface="华文楷体"/>
                <a:cs typeface="华文楷体"/>
              </a:rPr>
              <a:t>学</a:t>
            </a:r>
            <a:endParaRPr sz="2800">
              <a:latin typeface="华文楷体"/>
              <a:cs typeface="华文楷体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962097" y="1709343"/>
            <a:ext cx="6731634" cy="1701800"/>
          </a:xfrm>
          <a:prstGeom prst="rect">
            <a:avLst/>
          </a:prstGeom>
        </p:spPr>
        <p:txBody>
          <a:bodyPr wrap="square" lIns="0" tIns="17970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415"/>
              </a:spcBef>
            </a:pPr>
            <a:r>
              <a:rPr dirty="0" sz="4400" b="1">
                <a:solidFill>
                  <a:srgbClr val="FFFFFF"/>
                </a:solidFill>
                <a:latin typeface="微软雅黑"/>
                <a:cs typeface="微软雅黑"/>
              </a:rPr>
              <a:t>涡流、电磁阻尼和电磁驱</a:t>
            </a:r>
            <a:r>
              <a:rPr dirty="0" sz="4400" spc="5" b="1">
                <a:solidFill>
                  <a:srgbClr val="FFFFFF"/>
                </a:solidFill>
                <a:latin typeface="微软雅黑"/>
                <a:cs typeface="微软雅黑"/>
              </a:rPr>
              <a:t>动</a:t>
            </a:r>
            <a:endParaRPr sz="4400">
              <a:latin typeface="微软雅黑"/>
              <a:cs typeface="微软雅黑"/>
            </a:endParaRPr>
          </a:p>
          <a:p>
            <a:pPr algn="ctr">
              <a:lnSpc>
                <a:spcPct val="100000"/>
              </a:lnSpc>
              <a:spcBef>
                <a:spcPts val="1325"/>
              </a:spcBef>
            </a:pPr>
            <a:r>
              <a:rPr dirty="0" sz="4400" b="1">
                <a:solidFill>
                  <a:srgbClr val="FFFFFF"/>
                </a:solidFill>
                <a:latin typeface="微软雅黑"/>
                <a:cs typeface="微软雅黑"/>
              </a:rPr>
              <a:t>（第一课时</a:t>
            </a:r>
            <a:r>
              <a:rPr dirty="0" sz="4400" spc="5" b="1">
                <a:solidFill>
                  <a:srgbClr val="FFFFFF"/>
                </a:solidFill>
                <a:latin typeface="微软雅黑"/>
                <a:cs typeface="微软雅黑"/>
              </a:rPr>
              <a:t>）</a:t>
            </a:r>
            <a:endParaRPr sz="4400">
              <a:latin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217170" rIns="0" bIns="0" rtlCol="0" vert="horz">
            <a:spAutoFit/>
          </a:bodyPr>
          <a:lstStyle/>
          <a:p>
            <a:pPr algn="ctr" marL="282575">
              <a:lnSpc>
                <a:spcPct val="100000"/>
              </a:lnSpc>
              <a:spcBef>
                <a:spcPts val="1710"/>
              </a:spcBef>
            </a:pPr>
            <a:r>
              <a:rPr dirty="0"/>
              <a:t>涡流、电磁阻尼和电磁驱动</a:t>
            </a:r>
          </a:p>
          <a:p>
            <a:pPr algn="ctr" marL="282575">
              <a:lnSpc>
                <a:spcPct val="100000"/>
              </a:lnSpc>
              <a:spcBef>
                <a:spcPts val="1080"/>
              </a:spcBef>
            </a:pPr>
            <a:r>
              <a:rPr dirty="0" sz="3200"/>
              <a:t>（第一课时</a:t>
            </a:r>
            <a:r>
              <a:rPr dirty="0" sz="3200" spc="5"/>
              <a:t>）</a:t>
            </a:r>
            <a:endParaRPr sz="3200"/>
          </a:p>
        </p:txBody>
      </p:sp>
      <p:sp>
        <p:nvSpPr>
          <p:cNvPr id="4" name="object 4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79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高中物</a:t>
            </a:r>
            <a:r>
              <a:rPr dirty="0" spc="5"/>
              <a:t>理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2498089" y="3935454"/>
          <a:ext cx="7196455" cy="97281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882900"/>
                <a:gridCol w="895350"/>
                <a:gridCol w="3418204"/>
              </a:tblGrid>
              <a:tr h="486174">
                <a:tc>
                  <a:txBody>
                    <a:bodyPr/>
                    <a:lstStyle/>
                    <a:p>
                      <a:pPr marL="31750">
                        <a:lnSpc>
                          <a:spcPts val="3315"/>
                        </a:lnSpc>
                        <a:tabLst>
                          <a:tab pos="745490" algn="l"/>
                        </a:tabLst>
                      </a:pPr>
                      <a:r>
                        <a:rPr dirty="0" sz="2800" spc="-10" b="1">
                          <a:solidFill>
                            <a:srgbClr val="01611F"/>
                          </a:solidFill>
                          <a:latin typeface="华文楷体"/>
                          <a:cs typeface="华文楷体"/>
                        </a:rPr>
                        <a:t>年	</a:t>
                      </a:r>
                      <a:r>
                        <a:rPr dirty="0" sz="2800" b="1">
                          <a:solidFill>
                            <a:srgbClr val="01611F"/>
                          </a:solidFill>
                          <a:latin typeface="华文楷体"/>
                          <a:cs typeface="华文楷体"/>
                        </a:rPr>
                        <a:t>级：高</a:t>
                      </a:r>
                      <a:r>
                        <a:rPr dirty="0" sz="2800" spc="-10" b="1">
                          <a:solidFill>
                            <a:srgbClr val="01611F"/>
                          </a:solidFill>
                          <a:latin typeface="华文楷体"/>
                          <a:cs typeface="华文楷体"/>
                        </a:rPr>
                        <a:t>二</a:t>
                      </a:r>
                      <a:endParaRPr sz="2800">
                        <a:latin typeface="华文楷体"/>
                        <a:cs typeface="华文楷体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70815">
                        <a:lnSpc>
                          <a:spcPts val="3315"/>
                        </a:lnSpc>
                      </a:pPr>
                      <a:r>
                        <a:rPr dirty="0" sz="2800" b="1">
                          <a:solidFill>
                            <a:srgbClr val="01611F"/>
                          </a:solidFill>
                          <a:latin typeface="华文楷体"/>
                          <a:cs typeface="华文楷体"/>
                        </a:rPr>
                        <a:t>学</a:t>
                      </a:r>
                      <a:endParaRPr sz="2800">
                        <a:latin typeface="华文楷体"/>
                        <a:cs typeface="华文楷体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24130">
                        <a:lnSpc>
                          <a:spcPts val="3315"/>
                        </a:lnSpc>
                      </a:pPr>
                      <a:r>
                        <a:rPr dirty="0" sz="2800" spc="10" b="1">
                          <a:solidFill>
                            <a:srgbClr val="01611F"/>
                          </a:solidFill>
                          <a:latin typeface="华文楷体"/>
                          <a:cs typeface="华文楷体"/>
                        </a:rPr>
                        <a:t>科：物理（人教版</a:t>
                      </a:r>
                      <a:r>
                        <a:rPr dirty="0" sz="2800" b="1">
                          <a:solidFill>
                            <a:srgbClr val="01611F"/>
                          </a:solidFill>
                          <a:latin typeface="华文楷体"/>
                          <a:cs typeface="华文楷体"/>
                        </a:rPr>
                        <a:t>）</a:t>
                      </a:r>
                      <a:endParaRPr sz="2800">
                        <a:latin typeface="华文楷体"/>
                        <a:cs typeface="华文楷体"/>
                      </a:endParaRPr>
                    </a:p>
                  </a:txBody>
                  <a:tcPr marL="0" marR="0" marB="0" marT="0"/>
                </a:tc>
              </a:tr>
              <a:tr h="486174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r>
                        <a:rPr dirty="0" sz="2800" b="1">
                          <a:solidFill>
                            <a:srgbClr val="01611F"/>
                          </a:solidFill>
                          <a:latin typeface="华文楷体"/>
                          <a:cs typeface="华文楷体"/>
                        </a:rPr>
                        <a:t>主讲人：张明</a:t>
                      </a:r>
                      <a:r>
                        <a:rPr dirty="0" sz="2800" spc="-10" b="1">
                          <a:solidFill>
                            <a:srgbClr val="01611F"/>
                          </a:solidFill>
                          <a:latin typeface="华文楷体"/>
                          <a:cs typeface="华文楷体"/>
                        </a:rPr>
                        <a:t>哲</a:t>
                      </a:r>
                      <a:endParaRPr sz="2800">
                        <a:latin typeface="华文楷体"/>
                        <a:cs typeface="华文楷体"/>
                      </a:endParaRPr>
                    </a:p>
                  </a:txBody>
                  <a:tcPr marL="0" marR="0" marB="0" marT="18415"/>
                </a:tc>
                <a:tc>
                  <a:txBody>
                    <a:bodyPr/>
                    <a:lstStyle/>
                    <a:p>
                      <a:pPr algn="r" marR="174625"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r>
                        <a:rPr dirty="0" sz="2800" b="1">
                          <a:solidFill>
                            <a:srgbClr val="01611F"/>
                          </a:solidFill>
                          <a:latin typeface="华文楷体"/>
                          <a:cs typeface="华文楷体"/>
                        </a:rPr>
                        <a:t>学</a:t>
                      </a:r>
                      <a:endParaRPr sz="2800">
                        <a:latin typeface="华文楷体"/>
                        <a:cs typeface="华文楷体"/>
                      </a:endParaRPr>
                    </a:p>
                  </a:txBody>
                  <a:tcPr marL="0" marR="0" marB="0" marT="18415"/>
                </a:tc>
                <a:tc>
                  <a:txBody>
                    <a:bodyPr/>
                    <a:lstStyle/>
                    <a:p>
                      <a:pPr algn="r" marR="28575"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r>
                        <a:rPr dirty="0" sz="2800" spc="10" b="1">
                          <a:solidFill>
                            <a:srgbClr val="01611F"/>
                          </a:solidFill>
                          <a:latin typeface="华文楷体"/>
                          <a:cs typeface="华文楷体"/>
                        </a:rPr>
                        <a:t>校：北京市第八中</a:t>
                      </a:r>
                      <a:r>
                        <a:rPr dirty="0" sz="2800" b="1">
                          <a:solidFill>
                            <a:srgbClr val="01611F"/>
                          </a:solidFill>
                          <a:latin typeface="华文楷体"/>
                          <a:cs typeface="华文楷体"/>
                        </a:rPr>
                        <a:t>学</a:t>
                      </a:r>
                      <a:endParaRPr sz="2800">
                        <a:latin typeface="华文楷体"/>
                        <a:cs typeface="华文楷体"/>
                      </a:endParaRPr>
                    </a:p>
                  </a:txBody>
                  <a:tcPr marL="0" marR="0" marB="0" marT="18415"/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039867" y="2846832"/>
            <a:ext cx="4346447" cy="281025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3213747" y="1579537"/>
            <a:ext cx="5851478" cy="118363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3710291" y="3359010"/>
            <a:ext cx="77670" cy="7780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4108196" y="3114624"/>
            <a:ext cx="130048" cy="130162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4557738" y="2834106"/>
            <a:ext cx="195618" cy="195249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4101934" y="3108274"/>
            <a:ext cx="142697" cy="142240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4551492" y="2827743"/>
            <a:ext cx="207752" cy="207009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4107192" y="1726679"/>
            <a:ext cx="3384550" cy="75692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solidFill>
                  <a:srgbClr val="FFFF00"/>
                </a:solidFill>
                <a:latin typeface="华文楷体"/>
                <a:cs typeface="华文楷体"/>
              </a:rPr>
              <a:t>动生电动势的产生与洛</a:t>
            </a:r>
            <a:r>
              <a:rPr dirty="0" sz="2400" spc="-5">
                <a:solidFill>
                  <a:srgbClr val="FFFF00"/>
                </a:solidFill>
                <a:latin typeface="华文楷体"/>
                <a:cs typeface="华文楷体"/>
              </a:rPr>
              <a:t>伦 </a:t>
            </a:r>
            <a:r>
              <a:rPr dirty="0" sz="2400">
                <a:solidFill>
                  <a:srgbClr val="FFFF00"/>
                </a:solidFill>
                <a:latin typeface="华文楷体"/>
                <a:cs typeface="华文楷体"/>
              </a:rPr>
              <a:t>兹力相</a:t>
            </a:r>
            <a:r>
              <a:rPr dirty="0" sz="2400" spc="-5">
                <a:solidFill>
                  <a:srgbClr val="FFFF00"/>
                </a:solidFill>
                <a:latin typeface="华文楷体"/>
                <a:cs typeface="华文楷体"/>
              </a:rPr>
              <a:t>关</a:t>
            </a:r>
            <a:endParaRPr sz="2400">
              <a:latin typeface="华文楷体"/>
              <a:cs typeface="华文楷体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2919983" y="3633215"/>
            <a:ext cx="1603247" cy="1810512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79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高中物</a:t>
            </a:r>
            <a:r>
              <a:rPr dirty="0" spc="5"/>
              <a:t>理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355591" y="2944367"/>
            <a:ext cx="5381244" cy="262432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3045307" y="1491297"/>
            <a:ext cx="5851478" cy="118363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3541846" y="3297288"/>
            <a:ext cx="77663" cy="7780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3946347" y="3044723"/>
            <a:ext cx="130352" cy="130175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4395955" y="2749194"/>
            <a:ext cx="207752" cy="207010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3940086" y="3038373"/>
            <a:ext cx="142684" cy="142240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3938752" y="1643532"/>
            <a:ext cx="3689985" cy="751840"/>
          </a:xfrm>
          <a:prstGeom prst="rect"/>
        </p:spPr>
        <p:txBody>
          <a:bodyPr wrap="square" lIns="0" tIns="28575" rIns="0" bIns="0" rtlCol="0" vert="horz">
            <a:spAutoFit/>
          </a:bodyPr>
          <a:lstStyle/>
          <a:p>
            <a:pPr marL="12700" marR="5080">
              <a:lnSpc>
                <a:spcPts val="2840"/>
              </a:lnSpc>
              <a:spcBef>
                <a:spcPts val="225"/>
              </a:spcBef>
            </a:pPr>
            <a:r>
              <a:rPr dirty="0" sz="2400">
                <a:solidFill>
                  <a:srgbClr val="FFFF00"/>
                </a:solidFill>
                <a:latin typeface="华文楷体"/>
                <a:cs typeface="华文楷体"/>
              </a:rPr>
              <a:t>线圈</a:t>
            </a:r>
            <a:r>
              <a:rPr dirty="0" sz="2400">
                <a:solidFill>
                  <a:srgbClr val="FFFF00"/>
                </a:solidFill>
                <a:latin typeface="Times New Roman"/>
                <a:cs typeface="Times New Roman"/>
              </a:rPr>
              <a:t>A</a:t>
            </a:r>
            <a:r>
              <a:rPr dirty="0" sz="2400">
                <a:solidFill>
                  <a:srgbClr val="FFFF00"/>
                </a:solidFill>
                <a:latin typeface="华文楷体"/>
                <a:cs typeface="华文楷体"/>
              </a:rPr>
              <a:t>与线圈</a:t>
            </a:r>
            <a:r>
              <a:rPr dirty="0" sz="2400" spc="-5">
                <a:solidFill>
                  <a:srgbClr val="FFFF00"/>
                </a:solidFill>
                <a:latin typeface="Times New Roman"/>
                <a:cs typeface="Times New Roman"/>
              </a:rPr>
              <a:t>B</a:t>
            </a:r>
            <a:r>
              <a:rPr dirty="0" sz="2400">
                <a:solidFill>
                  <a:srgbClr val="FFFF00"/>
                </a:solidFill>
                <a:latin typeface="华文楷体"/>
                <a:cs typeface="华文楷体"/>
              </a:rPr>
              <a:t>没有发生</a:t>
            </a:r>
            <a:r>
              <a:rPr dirty="0" sz="2400" spc="-5">
                <a:solidFill>
                  <a:srgbClr val="FFFF00"/>
                </a:solidFill>
                <a:latin typeface="华文楷体"/>
                <a:cs typeface="华文楷体"/>
              </a:rPr>
              <a:t>相 </a:t>
            </a:r>
            <a:r>
              <a:rPr dirty="0" sz="2400">
                <a:solidFill>
                  <a:srgbClr val="FFFF00"/>
                </a:solidFill>
                <a:latin typeface="华文楷体"/>
                <a:cs typeface="华文楷体"/>
              </a:rPr>
              <a:t>对运动，电动势如何产生</a:t>
            </a:r>
            <a:r>
              <a:rPr dirty="0" sz="2400" spc="-5">
                <a:solidFill>
                  <a:srgbClr val="FFFF00"/>
                </a:solidFill>
                <a:latin typeface="华文楷体"/>
                <a:cs typeface="华文楷体"/>
              </a:rPr>
              <a:t>？</a:t>
            </a:r>
            <a:endParaRPr sz="2400">
              <a:latin typeface="华文楷体"/>
              <a:cs typeface="华文楷体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2752344" y="3546347"/>
            <a:ext cx="1603247" cy="1810512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5400306" y="3577881"/>
            <a:ext cx="400126" cy="509257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5089905" y="4524159"/>
            <a:ext cx="865505" cy="173990"/>
          </a:xfrm>
          <a:custGeom>
            <a:avLst/>
            <a:gdLst/>
            <a:ahLst/>
            <a:cxnLst/>
            <a:rect l="l" t="t" r="r" b="b"/>
            <a:pathLst>
              <a:path w="865504" h="173989">
                <a:moveTo>
                  <a:pt x="762671" y="48835"/>
                </a:moveTo>
                <a:lnTo>
                  <a:pt x="709993" y="0"/>
                </a:lnTo>
                <a:lnTo>
                  <a:pt x="813952" y="47155"/>
                </a:lnTo>
                <a:lnTo>
                  <a:pt x="807097" y="47155"/>
                </a:lnTo>
                <a:lnTo>
                  <a:pt x="762671" y="48835"/>
                </a:lnTo>
                <a:close/>
              </a:path>
              <a:path w="865504" h="173989">
                <a:moveTo>
                  <a:pt x="155168" y="173481"/>
                </a:moveTo>
                <a:lnTo>
                  <a:pt x="0" y="103098"/>
                </a:lnTo>
                <a:lnTo>
                  <a:pt x="149415" y="21183"/>
                </a:lnTo>
                <a:lnTo>
                  <a:pt x="100570" y="73872"/>
                </a:lnTo>
                <a:lnTo>
                  <a:pt x="56159" y="75552"/>
                </a:lnTo>
                <a:lnTo>
                  <a:pt x="58077" y="126314"/>
                </a:lnTo>
                <a:lnTo>
                  <a:pt x="104297" y="126314"/>
                </a:lnTo>
                <a:lnTo>
                  <a:pt x="155168" y="173481"/>
                </a:lnTo>
                <a:close/>
              </a:path>
              <a:path w="865504" h="173989">
                <a:moveTo>
                  <a:pt x="764596" y="99608"/>
                </a:moveTo>
                <a:lnTo>
                  <a:pt x="789025" y="73266"/>
                </a:lnTo>
                <a:lnTo>
                  <a:pt x="762671" y="48835"/>
                </a:lnTo>
                <a:lnTo>
                  <a:pt x="807097" y="47155"/>
                </a:lnTo>
                <a:lnTo>
                  <a:pt x="809015" y="97929"/>
                </a:lnTo>
                <a:lnTo>
                  <a:pt x="764596" y="99608"/>
                </a:lnTo>
                <a:close/>
              </a:path>
              <a:path w="865504" h="173989">
                <a:moveTo>
                  <a:pt x="715746" y="152285"/>
                </a:moveTo>
                <a:lnTo>
                  <a:pt x="764596" y="99608"/>
                </a:lnTo>
                <a:lnTo>
                  <a:pt x="809015" y="97929"/>
                </a:lnTo>
                <a:lnTo>
                  <a:pt x="807097" y="47155"/>
                </a:lnTo>
                <a:lnTo>
                  <a:pt x="813952" y="47155"/>
                </a:lnTo>
                <a:lnTo>
                  <a:pt x="865162" y="70383"/>
                </a:lnTo>
                <a:lnTo>
                  <a:pt x="715746" y="152285"/>
                </a:lnTo>
                <a:close/>
              </a:path>
              <a:path w="865504" h="173989">
                <a:moveTo>
                  <a:pt x="102486" y="124635"/>
                </a:moveTo>
                <a:lnTo>
                  <a:pt x="76149" y="100215"/>
                </a:lnTo>
                <a:lnTo>
                  <a:pt x="100570" y="73872"/>
                </a:lnTo>
                <a:lnTo>
                  <a:pt x="762671" y="48835"/>
                </a:lnTo>
                <a:lnTo>
                  <a:pt x="789025" y="73266"/>
                </a:lnTo>
                <a:lnTo>
                  <a:pt x="764596" y="99608"/>
                </a:lnTo>
                <a:lnTo>
                  <a:pt x="102486" y="124635"/>
                </a:lnTo>
                <a:close/>
              </a:path>
              <a:path w="865504" h="173989">
                <a:moveTo>
                  <a:pt x="58077" y="126314"/>
                </a:moveTo>
                <a:lnTo>
                  <a:pt x="56159" y="75552"/>
                </a:lnTo>
                <a:lnTo>
                  <a:pt x="100570" y="73872"/>
                </a:lnTo>
                <a:lnTo>
                  <a:pt x="76149" y="100215"/>
                </a:lnTo>
                <a:lnTo>
                  <a:pt x="102486" y="124635"/>
                </a:lnTo>
                <a:lnTo>
                  <a:pt x="58077" y="126314"/>
                </a:lnTo>
                <a:close/>
              </a:path>
              <a:path w="865504" h="173989">
                <a:moveTo>
                  <a:pt x="104297" y="126314"/>
                </a:moveTo>
                <a:lnTo>
                  <a:pt x="58077" y="126314"/>
                </a:lnTo>
                <a:lnTo>
                  <a:pt x="102486" y="124635"/>
                </a:lnTo>
                <a:lnTo>
                  <a:pt x="104297" y="126314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79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高中物</a:t>
            </a:r>
            <a:r>
              <a:rPr dirty="0" spc="5"/>
              <a:t>理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665766" y="2014899"/>
            <a:ext cx="5556885" cy="0"/>
          </a:xfrm>
          <a:custGeom>
            <a:avLst/>
            <a:gdLst/>
            <a:ahLst/>
            <a:cxnLst/>
            <a:rect l="l" t="t" r="r" b="b"/>
            <a:pathLst>
              <a:path w="5556884" h="0">
                <a:moveTo>
                  <a:pt x="0" y="0"/>
                </a:moveTo>
                <a:lnTo>
                  <a:pt x="5556796" y="0"/>
                </a:lnTo>
              </a:path>
            </a:pathLst>
          </a:custGeom>
          <a:ln w="36156">
            <a:solidFill>
              <a:srgbClr val="01431D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3102864" y="1744979"/>
            <a:ext cx="364490" cy="363220"/>
          </a:xfrm>
          <a:custGeom>
            <a:avLst/>
            <a:gdLst/>
            <a:ahLst/>
            <a:cxnLst/>
            <a:rect l="l" t="t" r="r" b="b"/>
            <a:pathLst>
              <a:path w="364489" h="363219">
                <a:moveTo>
                  <a:pt x="0" y="0"/>
                </a:moveTo>
                <a:lnTo>
                  <a:pt x="364236" y="0"/>
                </a:lnTo>
                <a:lnTo>
                  <a:pt x="364236" y="362712"/>
                </a:lnTo>
                <a:lnTo>
                  <a:pt x="0" y="362712"/>
                </a:lnTo>
                <a:lnTo>
                  <a:pt x="0" y="0"/>
                </a:lnTo>
                <a:close/>
              </a:path>
            </a:pathLst>
          </a:custGeom>
          <a:solidFill>
            <a:srgbClr val="01431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3302508" y="1967483"/>
            <a:ext cx="245745" cy="247015"/>
          </a:xfrm>
          <a:custGeom>
            <a:avLst/>
            <a:gdLst/>
            <a:ahLst/>
            <a:cxnLst/>
            <a:rect l="l" t="t" r="r" b="b"/>
            <a:pathLst>
              <a:path w="245745" h="247014">
                <a:moveTo>
                  <a:pt x="0" y="0"/>
                </a:moveTo>
                <a:lnTo>
                  <a:pt x="245363" y="0"/>
                </a:lnTo>
                <a:lnTo>
                  <a:pt x="245363" y="246888"/>
                </a:lnTo>
                <a:lnTo>
                  <a:pt x="0" y="246888"/>
                </a:lnTo>
                <a:lnTo>
                  <a:pt x="0" y="0"/>
                </a:lnTo>
                <a:close/>
              </a:path>
            </a:pathLst>
          </a:custGeom>
          <a:solidFill>
            <a:srgbClr val="01611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3011919" y="2354465"/>
            <a:ext cx="26924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latin typeface="Times New Roman"/>
                <a:cs typeface="Times New Roman"/>
              </a:rPr>
              <a:t>1.</a:t>
            </a:r>
            <a:r>
              <a:rPr dirty="0" sz="2400">
                <a:latin typeface="华文楷体"/>
                <a:cs typeface="华文楷体"/>
              </a:rPr>
              <a:t>麦克斯韦的解释：</a:t>
            </a:r>
            <a:endParaRPr sz="2400">
              <a:latin typeface="华文楷体"/>
              <a:cs typeface="华文楷体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3744531" y="1370444"/>
            <a:ext cx="2311400" cy="4826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00" b="0">
                <a:solidFill>
                  <a:srgbClr val="000000"/>
                </a:solidFill>
                <a:latin typeface="黑体"/>
                <a:cs typeface="黑体"/>
              </a:rPr>
              <a:t>一、感生电场</a:t>
            </a:r>
            <a:endParaRPr sz="3000">
              <a:latin typeface="黑体"/>
              <a:cs typeface="黑体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3715511" y="3349752"/>
            <a:ext cx="852169" cy="581025"/>
          </a:xfrm>
          <a:custGeom>
            <a:avLst/>
            <a:gdLst/>
            <a:ahLst/>
            <a:cxnLst/>
            <a:rect l="l" t="t" r="r" b="b"/>
            <a:pathLst>
              <a:path w="852170" h="581025">
                <a:moveTo>
                  <a:pt x="560832" y="580644"/>
                </a:moveTo>
                <a:lnTo>
                  <a:pt x="560832" y="435863"/>
                </a:lnTo>
                <a:lnTo>
                  <a:pt x="0" y="435863"/>
                </a:lnTo>
                <a:lnTo>
                  <a:pt x="0" y="144780"/>
                </a:lnTo>
                <a:lnTo>
                  <a:pt x="560832" y="144780"/>
                </a:lnTo>
                <a:lnTo>
                  <a:pt x="560832" y="0"/>
                </a:lnTo>
                <a:lnTo>
                  <a:pt x="851915" y="291084"/>
                </a:lnTo>
                <a:lnTo>
                  <a:pt x="560832" y="580644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3709327" y="3334639"/>
            <a:ext cx="866775" cy="611505"/>
          </a:xfrm>
          <a:custGeom>
            <a:avLst/>
            <a:gdLst/>
            <a:ahLst/>
            <a:cxnLst/>
            <a:rect l="l" t="t" r="r" b="b"/>
            <a:pathLst>
              <a:path w="866775" h="611504">
                <a:moveTo>
                  <a:pt x="561009" y="160400"/>
                </a:moveTo>
                <a:lnTo>
                  <a:pt x="561009" y="0"/>
                </a:lnTo>
                <a:lnTo>
                  <a:pt x="576339" y="15328"/>
                </a:lnTo>
                <a:lnTo>
                  <a:pt x="573709" y="15328"/>
                </a:lnTo>
                <a:lnTo>
                  <a:pt x="562863" y="19812"/>
                </a:lnTo>
                <a:lnTo>
                  <a:pt x="573709" y="30657"/>
                </a:lnTo>
                <a:lnTo>
                  <a:pt x="573709" y="154050"/>
                </a:lnTo>
                <a:lnTo>
                  <a:pt x="567359" y="154050"/>
                </a:lnTo>
                <a:lnTo>
                  <a:pt x="561009" y="160400"/>
                </a:lnTo>
                <a:close/>
              </a:path>
              <a:path w="866775" h="611504">
                <a:moveTo>
                  <a:pt x="573709" y="30657"/>
                </a:moveTo>
                <a:lnTo>
                  <a:pt x="562863" y="19812"/>
                </a:lnTo>
                <a:lnTo>
                  <a:pt x="573709" y="15328"/>
                </a:lnTo>
                <a:lnTo>
                  <a:pt x="573709" y="30657"/>
                </a:lnTo>
                <a:close/>
              </a:path>
              <a:path w="866775" h="611504">
                <a:moveTo>
                  <a:pt x="848544" y="305492"/>
                </a:moveTo>
                <a:lnTo>
                  <a:pt x="573709" y="30657"/>
                </a:lnTo>
                <a:lnTo>
                  <a:pt x="573709" y="15328"/>
                </a:lnTo>
                <a:lnTo>
                  <a:pt x="576339" y="15328"/>
                </a:lnTo>
                <a:lnTo>
                  <a:pt x="862025" y="301002"/>
                </a:lnTo>
                <a:lnTo>
                  <a:pt x="853033" y="301002"/>
                </a:lnTo>
                <a:lnTo>
                  <a:pt x="848544" y="305492"/>
                </a:lnTo>
                <a:close/>
              </a:path>
              <a:path w="866775" h="611504">
                <a:moveTo>
                  <a:pt x="561009" y="456920"/>
                </a:moveTo>
                <a:lnTo>
                  <a:pt x="0" y="456920"/>
                </a:lnTo>
                <a:lnTo>
                  <a:pt x="0" y="154050"/>
                </a:lnTo>
                <a:lnTo>
                  <a:pt x="561009" y="154050"/>
                </a:lnTo>
                <a:lnTo>
                  <a:pt x="561009" y="160400"/>
                </a:lnTo>
                <a:lnTo>
                  <a:pt x="12700" y="160400"/>
                </a:lnTo>
                <a:lnTo>
                  <a:pt x="6350" y="166750"/>
                </a:lnTo>
                <a:lnTo>
                  <a:pt x="12700" y="166750"/>
                </a:lnTo>
                <a:lnTo>
                  <a:pt x="12700" y="444220"/>
                </a:lnTo>
                <a:lnTo>
                  <a:pt x="6350" y="444220"/>
                </a:lnTo>
                <a:lnTo>
                  <a:pt x="12700" y="450570"/>
                </a:lnTo>
                <a:lnTo>
                  <a:pt x="561009" y="450570"/>
                </a:lnTo>
                <a:lnTo>
                  <a:pt x="561009" y="456920"/>
                </a:lnTo>
                <a:close/>
              </a:path>
              <a:path w="866775" h="611504">
                <a:moveTo>
                  <a:pt x="573709" y="166750"/>
                </a:moveTo>
                <a:lnTo>
                  <a:pt x="12700" y="166750"/>
                </a:lnTo>
                <a:lnTo>
                  <a:pt x="12700" y="160400"/>
                </a:lnTo>
                <a:lnTo>
                  <a:pt x="561009" y="160400"/>
                </a:lnTo>
                <a:lnTo>
                  <a:pt x="567359" y="154050"/>
                </a:lnTo>
                <a:lnTo>
                  <a:pt x="573709" y="154050"/>
                </a:lnTo>
                <a:lnTo>
                  <a:pt x="573709" y="166750"/>
                </a:lnTo>
                <a:close/>
              </a:path>
              <a:path w="866775" h="611504">
                <a:moveTo>
                  <a:pt x="12700" y="166750"/>
                </a:moveTo>
                <a:lnTo>
                  <a:pt x="6350" y="166750"/>
                </a:lnTo>
                <a:lnTo>
                  <a:pt x="12700" y="160400"/>
                </a:lnTo>
                <a:lnTo>
                  <a:pt x="12700" y="166750"/>
                </a:lnTo>
                <a:close/>
              </a:path>
              <a:path w="866775" h="611504">
                <a:moveTo>
                  <a:pt x="853033" y="309981"/>
                </a:moveTo>
                <a:lnTo>
                  <a:pt x="848550" y="305485"/>
                </a:lnTo>
                <a:lnTo>
                  <a:pt x="853033" y="301002"/>
                </a:lnTo>
                <a:lnTo>
                  <a:pt x="853033" y="309981"/>
                </a:lnTo>
                <a:close/>
              </a:path>
              <a:path w="866775" h="611504">
                <a:moveTo>
                  <a:pt x="862012" y="309981"/>
                </a:moveTo>
                <a:lnTo>
                  <a:pt x="853033" y="309981"/>
                </a:lnTo>
                <a:lnTo>
                  <a:pt x="853033" y="301002"/>
                </a:lnTo>
                <a:lnTo>
                  <a:pt x="862025" y="301002"/>
                </a:lnTo>
                <a:lnTo>
                  <a:pt x="866502" y="305492"/>
                </a:lnTo>
                <a:lnTo>
                  <a:pt x="862012" y="309981"/>
                </a:lnTo>
                <a:close/>
              </a:path>
              <a:path w="866775" h="611504">
                <a:moveTo>
                  <a:pt x="576338" y="595655"/>
                </a:moveTo>
                <a:lnTo>
                  <a:pt x="573709" y="595655"/>
                </a:lnTo>
                <a:lnTo>
                  <a:pt x="573709" y="580314"/>
                </a:lnTo>
                <a:lnTo>
                  <a:pt x="848544" y="305492"/>
                </a:lnTo>
                <a:lnTo>
                  <a:pt x="853033" y="309981"/>
                </a:lnTo>
                <a:lnTo>
                  <a:pt x="862012" y="309981"/>
                </a:lnTo>
                <a:lnTo>
                  <a:pt x="576338" y="595655"/>
                </a:lnTo>
                <a:close/>
              </a:path>
              <a:path w="866775" h="611504">
                <a:moveTo>
                  <a:pt x="12700" y="450570"/>
                </a:moveTo>
                <a:lnTo>
                  <a:pt x="6350" y="444220"/>
                </a:lnTo>
                <a:lnTo>
                  <a:pt x="12700" y="444220"/>
                </a:lnTo>
                <a:lnTo>
                  <a:pt x="12700" y="450570"/>
                </a:lnTo>
                <a:close/>
              </a:path>
              <a:path w="866775" h="611504">
                <a:moveTo>
                  <a:pt x="573709" y="456920"/>
                </a:moveTo>
                <a:lnTo>
                  <a:pt x="567359" y="456920"/>
                </a:lnTo>
                <a:lnTo>
                  <a:pt x="561009" y="450570"/>
                </a:lnTo>
                <a:lnTo>
                  <a:pt x="12700" y="450570"/>
                </a:lnTo>
                <a:lnTo>
                  <a:pt x="12700" y="444220"/>
                </a:lnTo>
                <a:lnTo>
                  <a:pt x="573709" y="444220"/>
                </a:lnTo>
                <a:lnTo>
                  <a:pt x="573709" y="456920"/>
                </a:lnTo>
                <a:close/>
              </a:path>
              <a:path w="866775" h="611504">
                <a:moveTo>
                  <a:pt x="561009" y="610984"/>
                </a:moveTo>
                <a:lnTo>
                  <a:pt x="561009" y="450570"/>
                </a:lnTo>
                <a:lnTo>
                  <a:pt x="567359" y="456920"/>
                </a:lnTo>
                <a:lnTo>
                  <a:pt x="573709" y="456920"/>
                </a:lnTo>
                <a:lnTo>
                  <a:pt x="573709" y="580314"/>
                </a:lnTo>
                <a:lnTo>
                  <a:pt x="562863" y="591159"/>
                </a:lnTo>
                <a:lnTo>
                  <a:pt x="573709" y="595655"/>
                </a:lnTo>
                <a:lnTo>
                  <a:pt x="576338" y="595655"/>
                </a:lnTo>
                <a:lnTo>
                  <a:pt x="561009" y="610984"/>
                </a:lnTo>
                <a:close/>
              </a:path>
              <a:path w="866775" h="611504">
                <a:moveTo>
                  <a:pt x="573709" y="595655"/>
                </a:moveTo>
                <a:lnTo>
                  <a:pt x="562863" y="591159"/>
                </a:lnTo>
                <a:lnTo>
                  <a:pt x="573709" y="580314"/>
                </a:lnTo>
                <a:lnTo>
                  <a:pt x="573709" y="595655"/>
                </a:lnTo>
                <a:close/>
              </a:path>
            </a:pathLst>
          </a:custGeom>
          <a:solidFill>
            <a:srgbClr val="41709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3826789" y="3477895"/>
            <a:ext cx="48260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FFFFFF"/>
                </a:solidFill>
                <a:latin typeface="楷体"/>
                <a:cs typeface="楷体"/>
              </a:rPr>
              <a:t>激发</a:t>
            </a:r>
            <a:endParaRPr sz="1800">
              <a:latin typeface="楷体"/>
              <a:cs typeface="楷体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618418" y="3215513"/>
            <a:ext cx="6350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latin typeface="华文楷体"/>
                <a:cs typeface="华文楷体"/>
              </a:rPr>
              <a:t>感生</a:t>
            </a:r>
            <a:endParaRPr sz="2400">
              <a:latin typeface="华文楷体"/>
              <a:cs typeface="华文楷体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5291328" y="3349752"/>
            <a:ext cx="1282065" cy="581025"/>
          </a:xfrm>
          <a:custGeom>
            <a:avLst/>
            <a:gdLst/>
            <a:ahLst/>
            <a:cxnLst/>
            <a:rect l="l" t="t" r="r" b="b"/>
            <a:pathLst>
              <a:path w="1282065" h="581025">
                <a:moveTo>
                  <a:pt x="992124" y="580644"/>
                </a:moveTo>
                <a:lnTo>
                  <a:pt x="992124" y="435863"/>
                </a:lnTo>
                <a:lnTo>
                  <a:pt x="0" y="435863"/>
                </a:lnTo>
                <a:lnTo>
                  <a:pt x="0" y="144780"/>
                </a:lnTo>
                <a:lnTo>
                  <a:pt x="992124" y="144780"/>
                </a:lnTo>
                <a:lnTo>
                  <a:pt x="992124" y="0"/>
                </a:lnTo>
                <a:lnTo>
                  <a:pt x="1281683" y="291084"/>
                </a:lnTo>
                <a:lnTo>
                  <a:pt x="992124" y="580644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5284685" y="3334639"/>
            <a:ext cx="1297940" cy="611505"/>
          </a:xfrm>
          <a:custGeom>
            <a:avLst/>
            <a:gdLst/>
            <a:ahLst/>
            <a:cxnLst/>
            <a:rect l="l" t="t" r="r" b="b"/>
            <a:pathLst>
              <a:path w="1297940" h="611504">
                <a:moveTo>
                  <a:pt x="992149" y="160400"/>
                </a:moveTo>
                <a:lnTo>
                  <a:pt x="992149" y="0"/>
                </a:lnTo>
                <a:lnTo>
                  <a:pt x="1007478" y="15328"/>
                </a:lnTo>
                <a:lnTo>
                  <a:pt x="1004849" y="15328"/>
                </a:lnTo>
                <a:lnTo>
                  <a:pt x="994016" y="19812"/>
                </a:lnTo>
                <a:lnTo>
                  <a:pt x="1004849" y="30645"/>
                </a:lnTo>
                <a:lnTo>
                  <a:pt x="1004849" y="154050"/>
                </a:lnTo>
                <a:lnTo>
                  <a:pt x="998499" y="154050"/>
                </a:lnTo>
                <a:lnTo>
                  <a:pt x="992149" y="160400"/>
                </a:lnTo>
                <a:close/>
              </a:path>
              <a:path w="1297940" h="611504">
                <a:moveTo>
                  <a:pt x="1004849" y="30645"/>
                </a:moveTo>
                <a:lnTo>
                  <a:pt x="994016" y="19812"/>
                </a:lnTo>
                <a:lnTo>
                  <a:pt x="1004849" y="15328"/>
                </a:lnTo>
                <a:lnTo>
                  <a:pt x="1004849" y="30645"/>
                </a:lnTo>
                <a:close/>
              </a:path>
              <a:path w="1297940" h="611504">
                <a:moveTo>
                  <a:pt x="1279683" y="305492"/>
                </a:moveTo>
                <a:lnTo>
                  <a:pt x="1004849" y="30645"/>
                </a:lnTo>
                <a:lnTo>
                  <a:pt x="1004849" y="15328"/>
                </a:lnTo>
                <a:lnTo>
                  <a:pt x="1007478" y="15328"/>
                </a:lnTo>
                <a:lnTo>
                  <a:pt x="1293164" y="301002"/>
                </a:lnTo>
                <a:lnTo>
                  <a:pt x="1284173" y="301002"/>
                </a:lnTo>
                <a:lnTo>
                  <a:pt x="1279683" y="305492"/>
                </a:lnTo>
                <a:close/>
              </a:path>
              <a:path w="1297940" h="611504">
                <a:moveTo>
                  <a:pt x="992149" y="456920"/>
                </a:moveTo>
                <a:lnTo>
                  <a:pt x="0" y="456920"/>
                </a:lnTo>
                <a:lnTo>
                  <a:pt x="0" y="154050"/>
                </a:lnTo>
                <a:lnTo>
                  <a:pt x="992149" y="154050"/>
                </a:lnTo>
                <a:lnTo>
                  <a:pt x="992149" y="160400"/>
                </a:lnTo>
                <a:lnTo>
                  <a:pt x="12700" y="160400"/>
                </a:lnTo>
                <a:lnTo>
                  <a:pt x="6350" y="166750"/>
                </a:lnTo>
                <a:lnTo>
                  <a:pt x="12700" y="166750"/>
                </a:lnTo>
                <a:lnTo>
                  <a:pt x="12700" y="444220"/>
                </a:lnTo>
                <a:lnTo>
                  <a:pt x="6350" y="444220"/>
                </a:lnTo>
                <a:lnTo>
                  <a:pt x="12700" y="450570"/>
                </a:lnTo>
                <a:lnTo>
                  <a:pt x="992149" y="450570"/>
                </a:lnTo>
                <a:lnTo>
                  <a:pt x="992149" y="456920"/>
                </a:lnTo>
                <a:close/>
              </a:path>
              <a:path w="1297940" h="611504">
                <a:moveTo>
                  <a:pt x="1004849" y="166750"/>
                </a:moveTo>
                <a:lnTo>
                  <a:pt x="12700" y="166750"/>
                </a:lnTo>
                <a:lnTo>
                  <a:pt x="12700" y="160400"/>
                </a:lnTo>
                <a:lnTo>
                  <a:pt x="992149" y="160400"/>
                </a:lnTo>
                <a:lnTo>
                  <a:pt x="998499" y="154050"/>
                </a:lnTo>
                <a:lnTo>
                  <a:pt x="1004849" y="154050"/>
                </a:lnTo>
                <a:lnTo>
                  <a:pt x="1004849" y="166750"/>
                </a:lnTo>
                <a:close/>
              </a:path>
              <a:path w="1297940" h="611504">
                <a:moveTo>
                  <a:pt x="12700" y="166750"/>
                </a:moveTo>
                <a:lnTo>
                  <a:pt x="6350" y="166750"/>
                </a:lnTo>
                <a:lnTo>
                  <a:pt x="12700" y="160400"/>
                </a:lnTo>
                <a:lnTo>
                  <a:pt x="12700" y="166750"/>
                </a:lnTo>
                <a:close/>
              </a:path>
              <a:path w="1297940" h="611504">
                <a:moveTo>
                  <a:pt x="1284173" y="309981"/>
                </a:moveTo>
                <a:lnTo>
                  <a:pt x="1279690" y="305485"/>
                </a:lnTo>
                <a:lnTo>
                  <a:pt x="1284173" y="301002"/>
                </a:lnTo>
                <a:lnTo>
                  <a:pt x="1284173" y="309981"/>
                </a:lnTo>
                <a:close/>
              </a:path>
              <a:path w="1297940" h="611504">
                <a:moveTo>
                  <a:pt x="1293152" y="309981"/>
                </a:moveTo>
                <a:lnTo>
                  <a:pt x="1284173" y="309981"/>
                </a:lnTo>
                <a:lnTo>
                  <a:pt x="1284173" y="301002"/>
                </a:lnTo>
                <a:lnTo>
                  <a:pt x="1293164" y="301002"/>
                </a:lnTo>
                <a:lnTo>
                  <a:pt x="1297641" y="305492"/>
                </a:lnTo>
                <a:lnTo>
                  <a:pt x="1293152" y="309981"/>
                </a:lnTo>
                <a:close/>
              </a:path>
              <a:path w="1297940" h="611504">
                <a:moveTo>
                  <a:pt x="1007478" y="595655"/>
                </a:moveTo>
                <a:lnTo>
                  <a:pt x="1004849" y="595655"/>
                </a:lnTo>
                <a:lnTo>
                  <a:pt x="1004849" y="580326"/>
                </a:lnTo>
                <a:lnTo>
                  <a:pt x="1279683" y="305492"/>
                </a:lnTo>
                <a:lnTo>
                  <a:pt x="1284173" y="309981"/>
                </a:lnTo>
                <a:lnTo>
                  <a:pt x="1293152" y="309981"/>
                </a:lnTo>
                <a:lnTo>
                  <a:pt x="1007478" y="595655"/>
                </a:lnTo>
                <a:close/>
              </a:path>
              <a:path w="1297940" h="611504">
                <a:moveTo>
                  <a:pt x="12700" y="450570"/>
                </a:moveTo>
                <a:lnTo>
                  <a:pt x="6350" y="444220"/>
                </a:lnTo>
                <a:lnTo>
                  <a:pt x="12700" y="444220"/>
                </a:lnTo>
                <a:lnTo>
                  <a:pt x="12700" y="450570"/>
                </a:lnTo>
                <a:close/>
              </a:path>
              <a:path w="1297940" h="611504">
                <a:moveTo>
                  <a:pt x="1004849" y="456920"/>
                </a:moveTo>
                <a:lnTo>
                  <a:pt x="998499" y="456920"/>
                </a:lnTo>
                <a:lnTo>
                  <a:pt x="992149" y="450570"/>
                </a:lnTo>
                <a:lnTo>
                  <a:pt x="12700" y="450570"/>
                </a:lnTo>
                <a:lnTo>
                  <a:pt x="12700" y="444220"/>
                </a:lnTo>
                <a:lnTo>
                  <a:pt x="1004849" y="444220"/>
                </a:lnTo>
                <a:lnTo>
                  <a:pt x="1004849" y="456920"/>
                </a:lnTo>
                <a:close/>
              </a:path>
              <a:path w="1297940" h="611504">
                <a:moveTo>
                  <a:pt x="992149" y="610984"/>
                </a:moveTo>
                <a:lnTo>
                  <a:pt x="992149" y="450570"/>
                </a:lnTo>
                <a:lnTo>
                  <a:pt x="998499" y="456920"/>
                </a:lnTo>
                <a:lnTo>
                  <a:pt x="1004849" y="456920"/>
                </a:lnTo>
                <a:lnTo>
                  <a:pt x="1004849" y="580326"/>
                </a:lnTo>
                <a:lnTo>
                  <a:pt x="994016" y="591159"/>
                </a:lnTo>
                <a:lnTo>
                  <a:pt x="1004849" y="595655"/>
                </a:lnTo>
                <a:lnTo>
                  <a:pt x="1007478" y="595655"/>
                </a:lnTo>
                <a:lnTo>
                  <a:pt x="992149" y="610984"/>
                </a:lnTo>
                <a:close/>
              </a:path>
              <a:path w="1297940" h="611504">
                <a:moveTo>
                  <a:pt x="1004849" y="595655"/>
                </a:moveTo>
                <a:lnTo>
                  <a:pt x="994016" y="591159"/>
                </a:lnTo>
                <a:lnTo>
                  <a:pt x="1004849" y="580326"/>
                </a:lnTo>
                <a:lnTo>
                  <a:pt x="1004849" y="595655"/>
                </a:lnTo>
                <a:close/>
              </a:path>
            </a:pathLst>
          </a:custGeom>
          <a:solidFill>
            <a:srgbClr val="41709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 txBox="1"/>
          <p:nvPr/>
        </p:nvSpPr>
        <p:spPr>
          <a:xfrm>
            <a:off x="5732360" y="3477895"/>
            <a:ext cx="25400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FFFFFF"/>
                </a:solidFill>
                <a:latin typeface="楷体"/>
                <a:cs typeface="楷体"/>
              </a:rPr>
              <a:t>力</a:t>
            </a:r>
            <a:endParaRPr sz="1800">
              <a:latin typeface="楷体"/>
              <a:cs typeface="楷体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664121" y="3213049"/>
            <a:ext cx="9398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latin typeface="华文楷体"/>
                <a:cs typeface="华文楷体"/>
              </a:rPr>
              <a:t>导体中</a:t>
            </a:r>
            <a:endParaRPr sz="2400">
              <a:latin typeface="华文楷体"/>
              <a:cs typeface="华文楷体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618418" y="3581272"/>
            <a:ext cx="313817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905635" algn="l"/>
              </a:tabLst>
            </a:pPr>
            <a:r>
              <a:rPr dirty="0" sz="2400">
                <a:latin typeface="华文楷体"/>
                <a:cs typeface="华文楷体"/>
              </a:rPr>
              <a:t>电场	自由电荷</a:t>
            </a:r>
            <a:endParaRPr sz="2400">
              <a:latin typeface="华文楷体"/>
              <a:cs typeface="华文楷体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7856219" y="3349752"/>
            <a:ext cx="832485" cy="581025"/>
          </a:xfrm>
          <a:custGeom>
            <a:avLst/>
            <a:gdLst/>
            <a:ahLst/>
            <a:cxnLst/>
            <a:rect l="l" t="t" r="r" b="b"/>
            <a:pathLst>
              <a:path w="832484" h="581025">
                <a:moveTo>
                  <a:pt x="542544" y="580644"/>
                </a:moveTo>
                <a:lnTo>
                  <a:pt x="542544" y="435863"/>
                </a:lnTo>
                <a:lnTo>
                  <a:pt x="0" y="435863"/>
                </a:lnTo>
                <a:lnTo>
                  <a:pt x="0" y="144780"/>
                </a:lnTo>
                <a:lnTo>
                  <a:pt x="542544" y="144780"/>
                </a:lnTo>
                <a:lnTo>
                  <a:pt x="542544" y="0"/>
                </a:lnTo>
                <a:lnTo>
                  <a:pt x="832103" y="291084"/>
                </a:lnTo>
                <a:lnTo>
                  <a:pt x="542544" y="580644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7850390" y="3334639"/>
            <a:ext cx="847090" cy="611505"/>
          </a:xfrm>
          <a:custGeom>
            <a:avLst/>
            <a:gdLst/>
            <a:ahLst/>
            <a:cxnLst/>
            <a:rect l="l" t="t" r="r" b="b"/>
            <a:pathLst>
              <a:path w="847090" h="611504">
                <a:moveTo>
                  <a:pt x="541261" y="160400"/>
                </a:moveTo>
                <a:lnTo>
                  <a:pt x="541261" y="0"/>
                </a:lnTo>
                <a:lnTo>
                  <a:pt x="556590" y="15328"/>
                </a:lnTo>
                <a:lnTo>
                  <a:pt x="553961" y="15328"/>
                </a:lnTo>
                <a:lnTo>
                  <a:pt x="543128" y="19812"/>
                </a:lnTo>
                <a:lnTo>
                  <a:pt x="553961" y="30645"/>
                </a:lnTo>
                <a:lnTo>
                  <a:pt x="553961" y="154050"/>
                </a:lnTo>
                <a:lnTo>
                  <a:pt x="547611" y="154050"/>
                </a:lnTo>
                <a:lnTo>
                  <a:pt x="541261" y="160400"/>
                </a:lnTo>
                <a:close/>
              </a:path>
              <a:path w="847090" h="611504">
                <a:moveTo>
                  <a:pt x="553961" y="30645"/>
                </a:moveTo>
                <a:lnTo>
                  <a:pt x="543128" y="19812"/>
                </a:lnTo>
                <a:lnTo>
                  <a:pt x="553961" y="15328"/>
                </a:lnTo>
                <a:lnTo>
                  <a:pt x="553961" y="30645"/>
                </a:lnTo>
                <a:close/>
              </a:path>
              <a:path w="847090" h="611504">
                <a:moveTo>
                  <a:pt x="828795" y="305492"/>
                </a:moveTo>
                <a:lnTo>
                  <a:pt x="553961" y="30645"/>
                </a:lnTo>
                <a:lnTo>
                  <a:pt x="553961" y="15328"/>
                </a:lnTo>
                <a:lnTo>
                  <a:pt x="556590" y="15328"/>
                </a:lnTo>
                <a:lnTo>
                  <a:pt x="842276" y="301002"/>
                </a:lnTo>
                <a:lnTo>
                  <a:pt x="833285" y="301002"/>
                </a:lnTo>
                <a:lnTo>
                  <a:pt x="828795" y="305492"/>
                </a:lnTo>
                <a:close/>
              </a:path>
              <a:path w="847090" h="611504">
                <a:moveTo>
                  <a:pt x="541261" y="456920"/>
                </a:moveTo>
                <a:lnTo>
                  <a:pt x="0" y="456920"/>
                </a:lnTo>
                <a:lnTo>
                  <a:pt x="0" y="154050"/>
                </a:lnTo>
                <a:lnTo>
                  <a:pt x="541261" y="154050"/>
                </a:lnTo>
                <a:lnTo>
                  <a:pt x="541261" y="160400"/>
                </a:lnTo>
                <a:lnTo>
                  <a:pt x="12700" y="160400"/>
                </a:lnTo>
                <a:lnTo>
                  <a:pt x="6350" y="166750"/>
                </a:lnTo>
                <a:lnTo>
                  <a:pt x="12700" y="166750"/>
                </a:lnTo>
                <a:lnTo>
                  <a:pt x="12700" y="444220"/>
                </a:lnTo>
                <a:lnTo>
                  <a:pt x="6350" y="444220"/>
                </a:lnTo>
                <a:lnTo>
                  <a:pt x="12700" y="450570"/>
                </a:lnTo>
                <a:lnTo>
                  <a:pt x="541261" y="450570"/>
                </a:lnTo>
                <a:lnTo>
                  <a:pt x="541261" y="456920"/>
                </a:lnTo>
                <a:close/>
              </a:path>
              <a:path w="847090" h="611504">
                <a:moveTo>
                  <a:pt x="553961" y="166750"/>
                </a:moveTo>
                <a:lnTo>
                  <a:pt x="12700" y="166750"/>
                </a:lnTo>
                <a:lnTo>
                  <a:pt x="12700" y="160400"/>
                </a:lnTo>
                <a:lnTo>
                  <a:pt x="541261" y="160400"/>
                </a:lnTo>
                <a:lnTo>
                  <a:pt x="547611" y="154050"/>
                </a:lnTo>
                <a:lnTo>
                  <a:pt x="553961" y="154050"/>
                </a:lnTo>
                <a:lnTo>
                  <a:pt x="553961" y="166750"/>
                </a:lnTo>
                <a:close/>
              </a:path>
              <a:path w="847090" h="611504">
                <a:moveTo>
                  <a:pt x="12700" y="166750"/>
                </a:moveTo>
                <a:lnTo>
                  <a:pt x="6350" y="166750"/>
                </a:lnTo>
                <a:lnTo>
                  <a:pt x="12700" y="160400"/>
                </a:lnTo>
                <a:lnTo>
                  <a:pt x="12700" y="166750"/>
                </a:lnTo>
                <a:close/>
              </a:path>
              <a:path w="847090" h="611504">
                <a:moveTo>
                  <a:pt x="833285" y="309981"/>
                </a:moveTo>
                <a:lnTo>
                  <a:pt x="828802" y="305485"/>
                </a:lnTo>
                <a:lnTo>
                  <a:pt x="833285" y="301002"/>
                </a:lnTo>
                <a:lnTo>
                  <a:pt x="833285" y="309981"/>
                </a:lnTo>
                <a:close/>
              </a:path>
              <a:path w="847090" h="611504">
                <a:moveTo>
                  <a:pt x="842264" y="309981"/>
                </a:moveTo>
                <a:lnTo>
                  <a:pt x="833285" y="309981"/>
                </a:lnTo>
                <a:lnTo>
                  <a:pt x="833285" y="301002"/>
                </a:lnTo>
                <a:lnTo>
                  <a:pt x="842276" y="301002"/>
                </a:lnTo>
                <a:lnTo>
                  <a:pt x="846753" y="305492"/>
                </a:lnTo>
                <a:lnTo>
                  <a:pt x="842264" y="309981"/>
                </a:lnTo>
                <a:close/>
              </a:path>
              <a:path w="847090" h="611504">
                <a:moveTo>
                  <a:pt x="556590" y="595655"/>
                </a:moveTo>
                <a:lnTo>
                  <a:pt x="553961" y="595655"/>
                </a:lnTo>
                <a:lnTo>
                  <a:pt x="553961" y="580326"/>
                </a:lnTo>
                <a:lnTo>
                  <a:pt x="828795" y="305492"/>
                </a:lnTo>
                <a:lnTo>
                  <a:pt x="833285" y="309981"/>
                </a:lnTo>
                <a:lnTo>
                  <a:pt x="842264" y="309981"/>
                </a:lnTo>
                <a:lnTo>
                  <a:pt x="556590" y="595655"/>
                </a:lnTo>
                <a:close/>
              </a:path>
              <a:path w="847090" h="611504">
                <a:moveTo>
                  <a:pt x="12700" y="450570"/>
                </a:moveTo>
                <a:lnTo>
                  <a:pt x="6350" y="444220"/>
                </a:lnTo>
                <a:lnTo>
                  <a:pt x="12700" y="444220"/>
                </a:lnTo>
                <a:lnTo>
                  <a:pt x="12700" y="450570"/>
                </a:lnTo>
                <a:close/>
              </a:path>
              <a:path w="847090" h="611504">
                <a:moveTo>
                  <a:pt x="553961" y="456920"/>
                </a:moveTo>
                <a:lnTo>
                  <a:pt x="547611" y="456920"/>
                </a:lnTo>
                <a:lnTo>
                  <a:pt x="541261" y="450570"/>
                </a:lnTo>
                <a:lnTo>
                  <a:pt x="12700" y="450570"/>
                </a:lnTo>
                <a:lnTo>
                  <a:pt x="12700" y="444220"/>
                </a:lnTo>
                <a:lnTo>
                  <a:pt x="553961" y="444220"/>
                </a:lnTo>
                <a:lnTo>
                  <a:pt x="553961" y="456920"/>
                </a:lnTo>
                <a:close/>
              </a:path>
              <a:path w="847090" h="611504">
                <a:moveTo>
                  <a:pt x="541261" y="610984"/>
                </a:moveTo>
                <a:lnTo>
                  <a:pt x="541261" y="450570"/>
                </a:lnTo>
                <a:lnTo>
                  <a:pt x="547611" y="456920"/>
                </a:lnTo>
                <a:lnTo>
                  <a:pt x="553961" y="456920"/>
                </a:lnTo>
                <a:lnTo>
                  <a:pt x="553961" y="580326"/>
                </a:lnTo>
                <a:lnTo>
                  <a:pt x="543128" y="591159"/>
                </a:lnTo>
                <a:lnTo>
                  <a:pt x="553961" y="595655"/>
                </a:lnTo>
                <a:lnTo>
                  <a:pt x="556590" y="595655"/>
                </a:lnTo>
                <a:lnTo>
                  <a:pt x="541261" y="610984"/>
                </a:lnTo>
                <a:close/>
              </a:path>
              <a:path w="847090" h="611504">
                <a:moveTo>
                  <a:pt x="553961" y="595655"/>
                </a:moveTo>
                <a:lnTo>
                  <a:pt x="543128" y="591159"/>
                </a:lnTo>
                <a:lnTo>
                  <a:pt x="553961" y="580326"/>
                </a:lnTo>
                <a:lnTo>
                  <a:pt x="553961" y="595655"/>
                </a:lnTo>
                <a:close/>
              </a:path>
            </a:pathLst>
          </a:custGeom>
          <a:solidFill>
            <a:srgbClr val="41709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 txBox="1"/>
          <p:nvPr/>
        </p:nvSpPr>
        <p:spPr>
          <a:xfrm>
            <a:off x="8766911" y="3208197"/>
            <a:ext cx="635000" cy="7569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latin typeface="华文楷体"/>
                <a:cs typeface="华文楷体"/>
              </a:rPr>
              <a:t>感应 电流</a:t>
            </a:r>
            <a:endParaRPr sz="2400">
              <a:latin typeface="华文楷体"/>
              <a:cs typeface="华文楷体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3022993" y="3215513"/>
            <a:ext cx="635000" cy="181991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latin typeface="华文楷体"/>
                <a:cs typeface="华文楷体"/>
              </a:rPr>
              <a:t>磁场 变化</a:t>
            </a:r>
            <a:endParaRPr sz="2400">
              <a:latin typeface="华文楷体"/>
              <a:cs typeface="华文楷体"/>
            </a:endParaRPr>
          </a:p>
          <a:p>
            <a:pPr marL="12700" marR="5080">
              <a:lnSpc>
                <a:spcPct val="100000"/>
              </a:lnSpc>
              <a:spcBef>
                <a:spcPts val="2610"/>
              </a:spcBef>
            </a:pPr>
            <a:r>
              <a:rPr dirty="0" sz="2400">
                <a:solidFill>
                  <a:srgbClr val="00AF50"/>
                </a:solidFill>
                <a:latin typeface="华文楷体"/>
                <a:cs typeface="华文楷体"/>
              </a:rPr>
              <a:t>静止 电荷</a:t>
            </a:r>
            <a:endParaRPr sz="2400">
              <a:latin typeface="华文楷体"/>
              <a:cs typeface="华文楷体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3715511" y="4407408"/>
            <a:ext cx="852169" cy="581025"/>
          </a:xfrm>
          <a:custGeom>
            <a:avLst/>
            <a:gdLst/>
            <a:ahLst/>
            <a:cxnLst/>
            <a:rect l="l" t="t" r="r" b="b"/>
            <a:pathLst>
              <a:path w="852170" h="581025">
                <a:moveTo>
                  <a:pt x="560832" y="580643"/>
                </a:moveTo>
                <a:lnTo>
                  <a:pt x="560832" y="434339"/>
                </a:lnTo>
                <a:lnTo>
                  <a:pt x="0" y="434339"/>
                </a:lnTo>
                <a:lnTo>
                  <a:pt x="0" y="144779"/>
                </a:lnTo>
                <a:lnTo>
                  <a:pt x="560832" y="144779"/>
                </a:lnTo>
                <a:lnTo>
                  <a:pt x="560832" y="0"/>
                </a:lnTo>
                <a:lnTo>
                  <a:pt x="851915" y="289559"/>
                </a:lnTo>
                <a:lnTo>
                  <a:pt x="560832" y="580643"/>
                </a:lnTo>
                <a:close/>
              </a:path>
            </a:pathLst>
          </a:custGeom>
          <a:solidFill>
            <a:srgbClr val="EC7C3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 txBox="1"/>
          <p:nvPr/>
        </p:nvSpPr>
        <p:spPr>
          <a:xfrm>
            <a:off x="3826789" y="4464532"/>
            <a:ext cx="1717039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789305" algn="l"/>
              </a:tabLst>
            </a:pPr>
            <a:r>
              <a:rPr dirty="0" baseline="1543" sz="2700">
                <a:solidFill>
                  <a:srgbClr val="FFFFFF"/>
                </a:solidFill>
                <a:latin typeface="楷体"/>
                <a:cs typeface="楷体"/>
              </a:rPr>
              <a:t>激发	</a:t>
            </a:r>
            <a:r>
              <a:rPr dirty="0" sz="2400">
                <a:solidFill>
                  <a:srgbClr val="00AF50"/>
                </a:solidFill>
                <a:latin typeface="华文楷体"/>
                <a:cs typeface="华文楷体"/>
              </a:rPr>
              <a:t>静电场</a:t>
            </a:r>
            <a:endParaRPr sz="2400">
              <a:latin typeface="华文楷体"/>
              <a:cs typeface="华文楷体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4518571" y="3034969"/>
            <a:ext cx="3344545" cy="1384300"/>
          </a:xfrm>
          <a:custGeom>
            <a:avLst/>
            <a:gdLst/>
            <a:ahLst/>
            <a:cxnLst/>
            <a:rect l="l" t="t" r="r" b="b"/>
            <a:pathLst>
              <a:path w="3344545" h="1384300">
                <a:moveTo>
                  <a:pt x="3190062" y="12700"/>
                </a:moveTo>
                <a:lnTo>
                  <a:pt x="154457" y="12700"/>
                </a:lnTo>
                <a:lnTo>
                  <a:pt x="165392" y="0"/>
                </a:lnTo>
                <a:lnTo>
                  <a:pt x="3179127" y="0"/>
                </a:lnTo>
                <a:lnTo>
                  <a:pt x="3190062" y="12700"/>
                </a:lnTo>
                <a:close/>
              </a:path>
              <a:path w="3344545" h="1384300">
                <a:moveTo>
                  <a:pt x="158673" y="25400"/>
                </a:moveTo>
                <a:lnTo>
                  <a:pt x="123189" y="25400"/>
                </a:lnTo>
                <a:lnTo>
                  <a:pt x="133337" y="12700"/>
                </a:lnTo>
                <a:lnTo>
                  <a:pt x="169316" y="12700"/>
                </a:lnTo>
                <a:lnTo>
                  <a:pt x="158673" y="25400"/>
                </a:lnTo>
                <a:close/>
              </a:path>
              <a:path w="3344545" h="1384300">
                <a:moveTo>
                  <a:pt x="3221329" y="25400"/>
                </a:moveTo>
                <a:lnTo>
                  <a:pt x="3185845" y="25400"/>
                </a:lnTo>
                <a:lnTo>
                  <a:pt x="3175203" y="12700"/>
                </a:lnTo>
                <a:lnTo>
                  <a:pt x="3211182" y="12700"/>
                </a:lnTo>
                <a:lnTo>
                  <a:pt x="3221329" y="25400"/>
                </a:lnTo>
                <a:close/>
              </a:path>
              <a:path w="3344545" h="1384300">
                <a:moveTo>
                  <a:pt x="129108" y="38100"/>
                </a:moveTo>
                <a:lnTo>
                  <a:pt x="103771" y="38100"/>
                </a:lnTo>
                <a:lnTo>
                  <a:pt x="113322" y="25400"/>
                </a:lnTo>
                <a:lnTo>
                  <a:pt x="138988" y="25400"/>
                </a:lnTo>
                <a:lnTo>
                  <a:pt x="129108" y="38100"/>
                </a:lnTo>
                <a:close/>
              </a:path>
              <a:path w="3344545" h="1384300">
                <a:moveTo>
                  <a:pt x="3240747" y="38100"/>
                </a:moveTo>
                <a:lnTo>
                  <a:pt x="3215411" y="38100"/>
                </a:lnTo>
                <a:lnTo>
                  <a:pt x="3205530" y="25400"/>
                </a:lnTo>
                <a:lnTo>
                  <a:pt x="3231197" y="25400"/>
                </a:lnTo>
                <a:lnTo>
                  <a:pt x="3240747" y="38100"/>
                </a:lnTo>
                <a:close/>
              </a:path>
              <a:path w="3344545" h="1384300">
                <a:moveTo>
                  <a:pt x="102031" y="50800"/>
                </a:moveTo>
                <a:lnTo>
                  <a:pt x="85661" y="50800"/>
                </a:lnTo>
                <a:lnTo>
                  <a:pt x="94551" y="38100"/>
                </a:lnTo>
                <a:lnTo>
                  <a:pt x="111010" y="38100"/>
                </a:lnTo>
                <a:lnTo>
                  <a:pt x="102031" y="50800"/>
                </a:lnTo>
                <a:close/>
              </a:path>
              <a:path w="3344545" h="1384300">
                <a:moveTo>
                  <a:pt x="110756" y="50800"/>
                </a:moveTo>
                <a:lnTo>
                  <a:pt x="111010" y="38100"/>
                </a:lnTo>
                <a:lnTo>
                  <a:pt x="120053" y="38100"/>
                </a:lnTo>
                <a:lnTo>
                  <a:pt x="110756" y="50800"/>
                </a:lnTo>
                <a:close/>
              </a:path>
              <a:path w="3344545" h="1384300">
                <a:moveTo>
                  <a:pt x="3233762" y="50800"/>
                </a:moveTo>
                <a:lnTo>
                  <a:pt x="3224466" y="38100"/>
                </a:lnTo>
                <a:lnTo>
                  <a:pt x="3233508" y="38100"/>
                </a:lnTo>
                <a:lnTo>
                  <a:pt x="3233762" y="50800"/>
                </a:lnTo>
                <a:close/>
              </a:path>
              <a:path w="3344545" h="1384300">
                <a:moveTo>
                  <a:pt x="3258858" y="50800"/>
                </a:moveTo>
                <a:lnTo>
                  <a:pt x="3242487" y="50800"/>
                </a:lnTo>
                <a:lnTo>
                  <a:pt x="3233508" y="38100"/>
                </a:lnTo>
                <a:lnTo>
                  <a:pt x="3249968" y="38100"/>
                </a:lnTo>
                <a:lnTo>
                  <a:pt x="3258858" y="50800"/>
                </a:lnTo>
                <a:close/>
              </a:path>
              <a:path w="3344545" h="1384300">
                <a:moveTo>
                  <a:pt x="77812" y="76200"/>
                </a:moveTo>
                <a:lnTo>
                  <a:pt x="61150" y="76200"/>
                </a:lnTo>
                <a:lnTo>
                  <a:pt x="68948" y="63500"/>
                </a:lnTo>
                <a:lnTo>
                  <a:pt x="77114" y="50800"/>
                </a:lnTo>
                <a:lnTo>
                  <a:pt x="93852" y="50800"/>
                </a:lnTo>
                <a:lnTo>
                  <a:pt x="85547" y="63500"/>
                </a:lnTo>
                <a:lnTo>
                  <a:pt x="85775" y="63500"/>
                </a:lnTo>
                <a:lnTo>
                  <a:pt x="77812" y="76200"/>
                </a:lnTo>
                <a:close/>
              </a:path>
              <a:path w="3344545" h="1384300">
                <a:moveTo>
                  <a:pt x="93624" y="63500"/>
                </a:moveTo>
                <a:lnTo>
                  <a:pt x="93852" y="50800"/>
                </a:lnTo>
                <a:lnTo>
                  <a:pt x="102273" y="50800"/>
                </a:lnTo>
                <a:lnTo>
                  <a:pt x="93624" y="63500"/>
                </a:lnTo>
                <a:close/>
              </a:path>
              <a:path w="3344545" h="1384300">
                <a:moveTo>
                  <a:pt x="3250895" y="63500"/>
                </a:moveTo>
                <a:lnTo>
                  <a:pt x="3242246" y="50800"/>
                </a:lnTo>
                <a:lnTo>
                  <a:pt x="3250666" y="50800"/>
                </a:lnTo>
                <a:lnTo>
                  <a:pt x="3250895" y="63500"/>
                </a:lnTo>
                <a:close/>
              </a:path>
              <a:path w="3344545" h="1384300">
                <a:moveTo>
                  <a:pt x="3283369" y="76200"/>
                </a:moveTo>
                <a:lnTo>
                  <a:pt x="3266706" y="76200"/>
                </a:lnTo>
                <a:lnTo>
                  <a:pt x="3258743" y="63500"/>
                </a:lnTo>
                <a:lnTo>
                  <a:pt x="3258972" y="63500"/>
                </a:lnTo>
                <a:lnTo>
                  <a:pt x="3250666" y="50800"/>
                </a:lnTo>
                <a:lnTo>
                  <a:pt x="3267405" y="50800"/>
                </a:lnTo>
                <a:lnTo>
                  <a:pt x="3275571" y="63500"/>
                </a:lnTo>
                <a:lnTo>
                  <a:pt x="3283369" y="76200"/>
                </a:lnTo>
                <a:close/>
              </a:path>
              <a:path w="3344545" h="1384300">
                <a:moveTo>
                  <a:pt x="56845" y="101600"/>
                </a:moveTo>
                <a:lnTo>
                  <a:pt x="40208" y="101600"/>
                </a:lnTo>
                <a:lnTo>
                  <a:pt x="46774" y="88900"/>
                </a:lnTo>
                <a:lnTo>
                  <a:pt x="53759" y="76200"/>
                </a:lnTo>
                <a:lnTo>
                  <a:pt x="70650" y="76200"/>
                </a:lnTo>
                <a:lnTo>
                  <a:pt x="63449" y="88900"/>
                </a:lnTo>
                <a:lnTo>
                  <a:pt x="63652" y="88900"/>
                </a:lnTo>
                <a:lnTo>
                  <a:pt x="56845" y="101600"/>
                </a:lnTo>
                <a:close/>
              </a:path>
              <a:path w="3344545" h="1384300">
                <a:moveTo>
                  <a:pt x="3304311" y="101600"/>
                </a:moveTo>
                <a:lnTo>
                  <a:pt x="3287674" y="101600"/>
                </a:lnTo>
                <a:lnTo>
                  <a:pt x="3280867" y="88900"/>
                </a:lnTo>
                <a:lnTo>
                  <a:pt x="3281070" y="88900"/>
                </a:lnTo>
                <a:lnTo>
                  <a:pt x="3273869" y="76200"/>
                </a:lnTo>
                <a:lnTo>
                  <a:pt x="3290760" y="76200"/>
                </a:lnTo>
                <a:lnTo>
                  <a:pt x="3297745" y="88900"/>
                </a:lnTo>
                <a:lnTo>
                  <a:pt x="3304311" y="101600"/>
                </a:lnTo>
                <a:close/>
              </a:path>
              <a:path w="3344545" h="1384300">
                <a:moveTo>
                  <a:pt x="22669" y="165100"/>
                </a:moveTo>
                <a:lnTo>
                  <a:pt x="10591" y="165100"/>
                </a:lnTo>
                <a:lnTo>
                  <a:pt x="14287" y="152400"/>
                </a:lnTo>
                <a:lnTo>
                  <a:pt x="18503" y="139700"/>
                </a:lnTo>
                <a:lnTo>
                  <a:pt x="23215" y="127000"/>
                </a:lnTo>
                <a:lnTo>
                  <a:pt x="28409" y="114300"/>
                </a:lnTo>
                <a:lnTo>
                  <a:pt x="34086" y="101600"/>
                </a:lnTo>
                <a:lnTo>
                  <a:pt x="50812" y="101600"/>
                </a:lnTo>
                <a:lnTo>
                  <a:pt x="44856" y="114300"/>
                </a:lnTo>
                <a:lnTo>
                  <a:pt x="45021" y="114300"/>
                </a:lnTo>
                <a:lnTo>
                  <a:pt x="39497" y="127000"/>
                </a:lnTo>
                <a:lnTo>
                  <a:pt x="34721" y="127000"/>
                </a:lnTo>
                <a:lnTo>
                  <a:pt x="30137" y="139700"/>
                </a:lnTo>
                <a:lnTo>
                  <a:pt x="26162" y="152400"/>
                </a:lnTo>
                <a:lnTo>
                  <a:pt x="22669" y="165100"/>
                </a:lnTo>
                <a:close/>
              </a:path>
              <a:path w="3344545" h="1384300">
                <a:moveTo>
                  <a:pt x="3333927" y="165100"/>
                </a:moveTo>
                <a:lnTo>
                  <a:pt x="3321850" y="165100"/>
                </a:lnTo>
                <a:lnTo>
                  <a:pt x="3318255" y="152400"/>
                </a:lnTo>
                <a:lnTo>
                  <a:pt x="3314255" y="139700"/>
                </a:lnTo>
                <a:lnTo>
                  <a:pt x="3309797" y="127000"/>
                </a:lnTo>
                <a:lnTo>
                  <a:pt x="3305022" y="127000"/>
                </a:lnTo>
                <a:lnTo>
                  <a:pt x="3299498" y="114300"/>
                </a:lnTo>
                <a:lnTo>
                  <a:pt x="3299663" y="114300"/>
                </a:lnTo>
                <a:lnTo>
                  <a:pt x="3293706" y="101600"/>
                </a:lnTo>
                <a:lnTo>
                  <a:pt x="3310432" y="101600"/>
                </a:lnTo>
                <a:lnTo>
                  <a:pt x="3316109" y="114300"/>
                </a:lnTo>
                <a:lnTo>
                  <a:pt x="3321304" y="127000"/>
                </a:lnTo>
                <a:lnTo>
                  <a:pt x="3326015" y="139700"/>
                </a:lnTo>
                <a:lnTo>
                  <a:pt x="3330232" y="152400"/>
                </a:lnTo>
                <a:lnTo>
                  <a:pt x="3333927" y="165100"/>
                </a:lnTo>
                <a:close/>
              </a:path>
              <a:path w="3344545" h="1384300">
                <a:moveTo>
                  <a:pt x="16167" y="190500"/>
                </a:moveTo>
                <a:lnTo>
                  <a:pt x="3683" y="190500"/>
                </a:lnTo>
                <a:lnTo>
                  <a:pt x="4787" y="177800"/>
                </a:lnTo>
                <a:lnTo>
                  <a:pt x="7416" y="165100"/>
                </a:lnTo>
                <a:lnTo>
                  <a:pt x="22758" y="165100"/>
                </a:lnTo>
                <a:lnTo>
                  <a:pt x="19672" y="177800"/>
                </a:lnTo>
                <a:lnTo>
                  <a:pt x="17246" y="177800"/>
                </a:lnTo>
                <a:lnTo>
                  <a:pt x="16167" y="190500"/>
                </a:lnTo>
                <a:close/>
              </a:path>
              <a:path w="3344545" h="1384300">
                <a:moveTo>
                  <a:pt x="3340836" y="190500"/>
                </a:moveTo>
                <a:lnTo>
                  <a:pt x="3328352" y="190500"/>
                </a:lnTo>
                <a:lnTo>
                  <a:pt x="3327273" y="177800"/>
                </a:lnTo>
                <a:lnTo>
                  <a:pt x="3324847" y="177800"/>
                </a:lnTo>
                <a:lnTo>
                  <a:pt x="3321761" y="165100"/>
                </a:lnTo>
                <a:lnTo>
                  <a:pt x="3337102" y="165100"/>
                </a:lnTo>
                <a:lnTo>
                  <a:pt x="3339731" y="177800"/>
                </a:lnTo>
                <a:lnTo>
                  <a:pt x="3340836" y="190500"/>
                </a:lnTo>
                <a:close/>
              </a:path>
              <a:path w="3344545" h="1384300">
                <a:moveTo>
                  <a:pt x="17195" y="190500"/>
                </a:moveTo>
                <a:lnTo>
                  <a:pt x="17246" y="177800"/>
                </a:lnTo>
                <a:lnTo>
                  <a:pt x="19748" y="177800"/>
                </a:lnTo>
                <a:lnTo>
                  <a:pt x="17195" y="190500"/>
                </a:lnTo>
                <a:close/>
              </a:path>
              <a:path w="3344545" h="1384300">
                <a:moveTo>
                  <a:pt x="3327323" y="190500"/>
                </a:moveTo>
                <a:lnTo>
                  <a:pt x="3324771" y="177800"/>
                </a:lnTo>
                <a:lnTo>
                  <a:pt x="3327273" y="177800"/>
                </a:lnTo>
                <a:lnTo>
                  <a:pt x="3327323" y="190500"/>
                </a:lnTo>
                <a:close/>
              </a:path>
              <a:path w="3344545" h="1384300">
                <a:moveTo>
                  <a:pt x="14477" y="203200"/>
                </a:moveTo>
                <a:lnTo>
                  <a:pt x="1892" y="203200"/>
                </a:lnTo>
                <a:lnTo>
                  <a:pt x="2717" y="190500"/>
                </a:lnTo>
                <a:lnTo>
                  <a:pt x="15278" y="190500"/>
                </a:lnTo>
                <a:lnTo>
                  <a:pt x="14477" y="203200"/>
                </a:lnTo>
                <a:close/>
              </a:path>
              <a:path w="3344545" h="1384300">
                <a:moveTo>
                  <a:pt x="3342627" y="203200"/>
                </a:moveTo>
                <a:lnTo>
                  <a:pt x="3330041" y="203200"/>
                </a:lnTo>
                <a:lnTo>
                  <a:pt x="3329241" y="190500"/>
                </a:lnTo>
                <a:lnTo>
                  <a:pt x="3341801" y="190500"/>
                </a:lnTo>
                <a:lnTo>
                  <a:pt x="3342627" y="203200"/>
                </a:lnTo>
                <a:close/>
              </a:path>
              <a:path w="3344545" h="1384300">
                <a:moveTo>
                  <a:pt x="13347" y="215900"/>
                </a:moveTo>
                <a:lnTo>
                  <a:pt x="685" y="215900"/>
                </a:lnTo>
                <a:lnTo>
                  <a:pt x="1219" y="203200"/>
                </a:lnTo>
                <a:lnTo>
                  <a:pt x="13868" y="203200"/>
                </a:lnTo>
                <a:lnTo>
                  <a:pt x="13347" y="215900"/>
                </a:lnTo>
                <a:close/>
              </a:path>
              <a:path w="3344545" h="1384300">
                <a:moveTo>
                  <a:pt x="3343833" y="215900"/>
                </a:moveTo>
                <a:lnTo>
                  <a:pt x="3331171" y="215900"/>
                </a:lnTo>
                <a:lnTo>
                  <a:pt x="3330663" y="203200"/>
                </a:lnTo>
                <a:lnTo>
                  <a:pt x="3343300" y="203200"/>
                </a:lnTo>
                <a:lnTo>
                  <a:pt x="3343833" y="215900"/>
                </a:lnTo>
                <a:close/>
              </a:path>
              <a:path w="3344545" h="1384300">
                <a:moveTo>
                  <a:pt x="12776" y="228600"/>
                </a:moveTo>
                <a:lnTo>
                  <a:pt x="76" y="228600"/>
                </a:lnTo>
                <a:lnTo>
                  <a:pt x="304" y="215900"/>
                </a:lnTo>
                <a:lnTo>
                  <a:pt x="12992" y="215900"/>
                </a:lnTo>
                <a:lnTo>
                  <a:pt x="12776" y="228600"/>
                </a:lnTo>
                <a:close/>
              </a:path>
              <a:path w="3344545" h="1384300">
                <a:moveTo>
                  <a:pt x="3344443" y="228600"/>
                </a:moveTo>
                <a:lnTo>
                  <a:pt x="3331743" y="228600"/>
                </a:lnTo>
                <a:lnTo>
                  <a:pt x="3331527" y="215900"/>
                </a:lnTo>
                <a:lnTo>
                  <a:pt x="3344214" y="215900"/>
                </a:lnTo>
                <a:lnTo>
                  <a:pt x="3344443" y="228600"/>
                </a:lnTo>
                <a:close/>
              </a:path>
              <a:path w="3344545" h="1384300">
                <a:moveTo>
                  <a:pt x="12776" y="1155700"/>
                </a:moveTo>
                <a:lnTo>
                  <a:pt x="76" y="1155700"/>
                </a:lnTo>
                <a:lnTo>
                  <a:pt x="0" y="228600"/>
                </a:lnTo>
                <a:lnTo>
                  <a:pt x="12700" y="228600"/>
                </a:lnTo>
                <a:lnTo>
                  <a:pt x="12776" y="1155700"/>
                </a:lnTo>
                <a:close/>
              </a:path>
              <a:path w="3344545" h="1384300">
                <a:moveTo>
                  <a:pt x="3344443" y="1155700"/>
                </a:moveTo>
                <a:lnTo>
                  <a:pt x="3331743" y="1155700"/>
                </a:lnTo>
                <a:lnTo>
                  <a:pt x="3331819" y="228600"/>
                </a:lnTo>
                <a:lnTo>
                  <a:pt x="3344519" y="228600"/>
                </a:lnTo>
                <a:lnTo>
                  <a:pt x="3344443" y="1155700"/>
                </a:lnTo>
                <a:close/>
              </a:path>
              <a:path w="3344545" h="1384300">
                <a:moveTo>
                  <a:pt x="13360" y="1168400"/>
                </a:moveTo>
                <a:lnTo>
                  <a:pt x="685" y="1168400"/>
                </a:lnTo>
                <a:lnTo>
                  <a:pt x="304" y="1155700"/>
                </a:lnTo>
                <a:lnTo>
                  <a:pt x="12992" y="1155700"/>
                </a:lnTo>
                <a:lnTo>
                  <a:pt x="13360" y="1168400"/>
                </a:lnTo>
                <a:close/>
              </a:path>
              <a:path w="3344545" h="1384300">
                <a:moveTo>
                  <a:pt x="3343833" y="1168400"/>
                </a:moveTo>
                <a:lnTo>
                  <a:pt x="3331159" y="1168400"/>
                </a:lnTo>
                <a:lnTo>
                  <a:pt x="3331527" y="1155700"/>
                </a:lnTo>
                <a:lnTo>
                  <a:pt x="3344214" y="1155700"/>
                </a:lnTo>
                <a:lnTo>
                  <a:pt x="3343833" y="1168400"/>
                </a:lnTo>
                <a:close/>
              </a:path>
              <a:path w="3344545" h="1384300">
                <a:moveTo>
                  <a:pt x="15278" y="1181100"/>
                </a:moveTo>
                <a:lnTo>
                  <a:pt x="1892" y="1181100"/>
                </a:lnTo>
                <a:lnTo>
                  <a:pt x="1219" y="1168400"/>
                </a:lnTo>
                <a:lnTo>
                  <a:pt x="14477" y="1168400"/>
                </a:lnTo>
                <a:lnTo>
                  <a:pt x="15278" y="1181100"/>
                </a:lnTo>
                <a:close/>
              </a:path>
              <a:path w="3344545" h="1384300">
                <a:moveTo>
                  <a:pt x="3342627" y="1181100"/>
                </a:moveTo>
                <a:lnTo>
                  <a:pt x="3329241" y="1181100"/>
                </a:lnTo>
                <a:lnTo>
                  <a:pt x="3330041" y="1168400"/>
                </a:lnTo>
                <a:lnTo>
                  <a:pt x="3343300" y="1168400"/>
                </a:lnTo>
                <a:lnTo>
                  <a:pt x="3342627" y="1181100"/>
                </a:lnTo>
                <a:close/>
              </a:path>
              <a:path w="3344545" h="1384300">
                <a:moveTo>
                  <a:pt x="30264" y="1231900"/>
                </a:moveTo>
                <a:lnTo>
                  <a:pt x="14287" y="1231900"/>
                </a:lnTo>
                <a:lnTo>
                  <a:pt x="10591" y="1219200"/>
                </a:lnTo>
                <a:lnTo>
                  <a:pt x="7416" y="1206500"/>
                </a:lnTo>
                <a:lnTo>
                  <a:pt x="4787" y="1193800"/>
                </a:lnTo>
                <a:lnTo>
                  <a:pt x="3683" y="1181100"/>
                </a:lnTo>
                <a:lnTo>
                  <a:pt x="16167" y="1181100"/>
                </a:lnTo>
                <a:lnTo>
                  <a:pt x="17246" y="1193800"/>
                </a:lnTo>
                <a:lnTo>
                  <a:pt x="19748" y="1206500"/>
                </a:lnTo>
                <a:lnTo>
                  <a:pt x="22669" y="1206500"/>
                </a:lnTo>
                <a:lnTo>
                  <a:pt x="26263" y="1219200"/>
                </a:lnTo>
                <a:lnTo>
                  <a:pt x="30264" y="1231900"/>
                </a:lnTo>
                <a:close/>
              </a:path>
              <a:path w="3344545" h="1384300">
                <a:moveTo>
                  <a:pt x="3330232" y="1231900"/>
                </a:moveTo>
                <a:lnTo>
                  <a:pt x="3314255" y="1231900"/>
                </a:lnTo>
                <a:lnTo>
                  <a:pt x="3318357" y="1219200"/>
                </a:lnTo>
                <a:lnTo>
                  <a:pt x="3321850" y="1206500"/>
                </a:lnTo>
                <a:lnTo>
                  <a:pt x="3324771" y="1206500"/>
                </a:lnTo>
                <a:lnTo>
                  <a:pt x="3327323" y="1193800"/>
                </a:lnTo>
                <a:lnTo>
                  <a:pt x="3328352" y="1181100"/>
                </a:lnTo>
                <a:lnTo>
                  <a:pt x="3340836" y="1181100"/>
                </a:lnTo>
                <a:lnTo>
                  <a:pt x="3339731" y="1193800"/>
                </a:lnTo>
                <a:lnTo>
                  <a:pt x="3337102" y="1206500"/>
                </a:lnTo>
                <a:lnTo>
                  <a:pt x="3333927" y="1219200"/>
                </a:lnTo>
                <a:lnTo>
                  <a:pt x="3330232" y="1231900"/>
                </a:lnTo>
                <a:close/>
              </a:path>
              <a:path w="3344545" h="1384300">
                <a:moveTo>
                  <a:pt x="57035" y="1282700"/>
                </a:moveTo>
                <a:lnTo>
                  <a:pt x="40208" y="1282700"/>
                </a:lnTo>
                <a:lnTo>
                  <a:pt x="34086" y="1270000"/>
                </a:lnTo>
                <a:lnTo>
                  <a:pt x="28409" y="1257300"/>
                </a:lnTo>
                <a:lnTo>
                  <a:pt x="23215" y="1244600"/>
                </a:lnTo>
                <a:lnTo>
                  <a:pt x="18503" y="1231900"/>
                </a:lnTo>
                <a:lnTo>
                  <a:pt x="30137" y="1231900"/>
                </a:lnTo>
                <a:lnTo>
                  <a:pt x="34721" y="1244600"/>
                </a:lnTo>
                <a:lnTo>
                  <a:pt x="39649" y="1257300"/>
                </a:lnTo>
                <a:lnTo>
                  <a:pt x="44856" y="1257300"/>
                </a:lnTo>
                <a:lnTo>
                  <a:pt x="50812" y="1270000"/>
                </a:lnTo>
                <a:lnTo>
                  <a:pt x="50647" y="1270000"/>
                </a:lnTo>
                <a:lnTo>
                  <a:pt x="57035" y="1282700"/>
                </a:lnTo>
                <a:close/>
              </a:path>
              <a:path w="3344545" h="1384300">
                <a:moveTo>
                  <a:pt x="3304311" y="1282700"/>
                </a:moveTo>
                <a:lnTo>
                  <a:pt x="3287483" y="1282700"/>
                </a:lnTo>
                <a:lnTo>
                  <a:pt x="3293872" y="1270000"/>
                </a:lnTo>
                <a:lnTo>
                  <a:pt x="3293706" y="1270000"/>
                </a:lnTo>
                <a:lnTo>
                  <a:pt x="3299663" y="1257300"/>
                </a:lnTo>
                <a:lnTo>
                  <a:pt x="3304870" y="1257300"/>
                </a:lnTo>
                <a:lnTo>
                  <a:pt x="3309924" y="1244600"/>
                </a:lnTo>
                <a:lnTo>
                  <a:pt x="3314382" y="1231900"/>
                </a:lnTo>
                <a:lnTo>
                  <a:pt x="3326015" y="1231900"/>
                </a:lnTo>
                <a:lnTo>
                  <a:pt x="3321304" y="1244600"/>
                </a:lnTo>
                <a:lnTo>
                  <a:pt x="3316109" y="1257300"/>
                </a:lnTo>
                <a:lnTo>
                  <a:pt x="3310432" y="1270000"/>
                </a:lnTo>
                <a:lnTo>
                  <a:pt x="3304311" y="1282700"/>
                </a:lnTo>
                <a:close/>
              </a:path>
              <a:path w="3344545" h="1384300">
                <a:moveTo>
                  <a:pt x="78028" y="1308100"/>
                </a:moveTo>
                <a:lnTo>
                  <a:pt x="61150" y="1308100"/>
                </a:lnTo>
                <a:lnTo>
                  <a:pt x="53759" y="1295400"/>
                </a:lnTo>
                <a:lnTo>
                  <a:pt x="46774" y="1282700"/>
                </a:lnTo>
                <a:lnTo>
                  <a:pt x="63449" y="1282700"/>
                </a:lnTo>
                <a:lnTo>
                  <a:pt x="70650" y="1295400"/>
                </a:lnTo>
                <a:lnTo>
                  <a:pt x="70446" y="1295400"/>
                </a:lnTo>
                <a:lnTo>
                  <a:pt x="78028" y="1308100"/>
                </a:lnTo>
                <a:close/>
              </a:path>
              <a:path w="3344545" h="1384300">
                <a:moveTo>
                  <a:pt x="3283369" y="1308100"/>
                </a:moveTo>
                <a:lnTo>
                  <a:pt x="3266490" y="1308100"/>
                </a:lnTo>
                <a:lnTo>
                  <a:pt x="3274072" y="1295400"/>
                </a:lnTo>
                <a:lnTo>
                  <a:pt x="3273869" y="1295400"/>
                </a:lnTo>
                <a:lnTo>
                  <a:pt x="3281070" y="1282700"/>
                </a:lnTo>
                <a:lnTo>
                  <a:pt x="3297745" y="1282700"/>
                </a:lnTo>
                <a:lnTo>
                  <a:pt x="3290760" y="1295400"/>
                </a:lnTo>
                <a:lnTo>
                  <a:pt x="3283369" y="1308100"/>
                </a:lnTo>
                <a:close/>
              </a:path>
              <a:path w="3344545" h="1384300">
                <a:moveTo>
                  <a:pt x="93852" y="1320800"/>
                </a:moveTo>
                <a:lnTo>
                  <a:pt x="77114" y="1320800"/>
                </a:lnTo>
                <a:lnTo>
                  <a:pt x="68948" y="1308100"/>
                </a:lnTo>
                <a:lnTo>
                  <a:pt x="85547" y="1308100"/>
                </a:lnTo>
                <a:lnTo>
                  <a:pt x="93852" y="1320800"/>
                </a:lnTo>
                <a:close/>
              </a:path>
              <a:path w="3344545" h="1384300">
                <a:moveTo>
                  <a:pt x="3267405" y="1320800"/>
                </a:moveTo>
                <a:lnTo>
                  <a:pt x="3250666" y="1320800"/>
                </a:lnTo>
                <a:lnTo>
                  <a:pt x="3258972" y="1308100"/>
                </a:lnTo>
                <a:lnTo>
                  <a:pt x="3275571" y="1308100"/>
                </a:lnTo>
                <a:lnTo>
                  <a:pt x="3267405" y="1320800"/>
                </a:lnTo>
                <a:close/>
              </a:path>
              <a:path w="3344545" h="1384300">
                <a:moveTo>
                  <a:pt x="129387" y="1346200"/>
                </a:moveTo>
                <a:lnTo>
                  <a:pt x="103771" y="1346200"/>
                </a:lnTo>
                <a:lnTo>
                  <a:pt x="94551" y="1333500"/>
                </a:lnTo>
                <a:lnTo>
                  <a:pt x="85661" y="1320800"/>
                </a:lnTo>
                <a:lnTo>
                  <a:pt x="102031" y="1320800"/>
                </a:lnTo>
                <a:lnTo>
                  <a:pt x="111010" y="1333500"/>
                </a:lnTo>
                <a:lnTo>
                  <a:pt x="119786" y="1333500"/>
                </a:lnTo>
                <a:lnTo>
                  <a:pt x="129387" y="1346200"/>
                </a:lnTo>
                <a:close/>
              </a:path>
              <a:path w="3344545" h="1384300">
                <a:moveTo>
                  <a:pt x="3240747" y="1346200"/>
                </a:moveTo>
                <a:lnTo>
                  <a:pt x="3215131" y="1346200"/>
                </a:lnTo>
                <a:lnTo>
                  <a:pt x="3224733" y="1333500"/>
                </a:lnTo>
                <a:lnTo>
                  <a:pt x="3233508" y="1333500"/>
                </a:lnTo>
                <a:lnTo>
                  <a:pt x="3242487" y="1320800"/>
                </a:lnTo>
                <a:lnTo>
                  <a:pt x="3258858" y="1320800"/>
                </a:lnTo>
                <a:lnTo>
                  <a:pt x="3249968" y="1333500"/>
                </a:lnTo>
                <a:lnTo>
                  <a:pt x="3240747" y="1346200"/>
                </a:lnTo>
                <a:close/>
              </a:path>
              <a:path w="3344545" h="1384300">
                <a:moveTo>
                  <a:pt x="158965" y="1358900"/>
                </a:moveTo>
                <a:lnTo>
                  <a:pt x="133337" y="1358900"/>
                </a:lnTo>
                <a:lnTo>
                  <a:pt x="123189" y="1346200"/>
                </a:lnTo>
                <a:lnTo>
                  <a:pt x="148564" y="1346200"/>
                </a:lnTo>
                <a:lnTo>
                  <a:pt x="158965" y="1358900"/>
                </a:lnTo>
                <a:close/>
              </a:path>
              <a:path w="3344545" h="1384300">
                <a:moveTo>
                  <a:pt x="3211182" y="1358900"/>
                </a:moveTo>
                <a:lnTo>
                  <a:pt x="3185553" y="1358900"/>
                </a:lnTo>
                <a:lnTo>
                  <a:pt x="3195954" y="1346200"/>
                </a:lnTo>
                <a:lnTo>
                  <a:pt x="3221329" y="1346200"/>
                </a:lnTo>
                <a:lnTo>
                  <a:pt x="3211182" y="1358900"/>
                </a:lnTo>
                <a:close/>
              </a:path>
              <a:path w="3344545" h="1384300">
                <a:moveTo>
                  <a:pt x="201549" y="1371600"/>
                </a:moveTo>
                <a:lnTo>
                  <a:pt x="154457" y="1371600"/>
                </a:lnTo>
                <a:lnTo>
                  <a:pt x="143763" y="1358900"/>
                </a:lnTo>
                <a:lnTo>
                  <a:pt x="195884" y="1358900"/>
                </a:lnTo>
                <a:lnTo>
                  <a:pt x="201549" y="1371600"/>
                </a:lnTo>
                <a:close/>
              </a:path>
              <a:path w="3344545" h="1384300">
                <a:moveTo>
                  <a:pt x="207098" y="1371600"/>
                </a:moveTo>
                <a:lnTo>
                  <a:pt x="201549" y="1371600"/>
                </a:lnTo>
                <a:lnTo>
                  <a:pt x="201383" y="1358900"/>
                </a:lnTo>
                <a:lnTo>
                  <a:pt x="207098" y="1371600"/>
                </a:lnTo>
                <a:close/>
              </a:path>
              <a:path w="3344545" h="1384300">
                <a:moveTo>
                  <a:pt x="3142970" y="1371600"/>
                </a:moveTo>
                <a:lnTo>
                  <a:pt x="3137420" y="1371600"/>
                </a:lnTo>
                <a:lnTo>
                  <a:pt x="3143135" y="1358900"/>
                </a:lnTo>
                <a:lnTo>
                  <a:pt x="3142970" y="1371600"/>
                </a:lnTo>
                <a:close/>
              </a:path>
              <a:path w="3344545" h="1384300">
                <a:moveTo>
                  <a:pt x="3190062" y="1371600"/>
                </a:moveTo>
                <a:lnTo>
                  <a:pt x="3142970" y="1371600"/>
                </a:lnTo>
                <a:lnTo>
                  <a:pt x="3148634" y="1358900"/>
                </a:lnTo>
                <a:lnTo>
                  <a:pt x="3200755" y="1358900"/>
                </a:lnTo>
                <a:lnTo>
                  <a:pt x="3190062" y="1371600"/>
                </a:lnTo>
                <a:close/>
              </a:path>
              <a:path w="3344545" h="1384300">
                <a:moveTo>
                  <a:pt x="3139109" y="1384300"/>
                </a:moveTo>
                <a:lnTo>
                  <a:pt x="205409" y="1384300"/>
                </a:lnTo>
                <a:lnTo>
                  <a:pt x="199542" y="1371600"/>
                </a:lnTo>
                <a:lnTo>
                  <a:pt x="3144977" y="1371600"/>
                </a:lnTo>
                <a:lnTo>
                  <a:pt x="3139109" y="138430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 txBox="1"/>
          <p:nvPr/>
        </p:nvSpPr>
        <p:spPr>
          <a:xfrm>
            <a:off x="5388178" y="5080228"/>
            <a:ext cx="155194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FF0000"/>
                </a:solidFill>
                <a:latin typeface="华文楷体"/>
                <a:cs typeface="华文楷体"/>
              </a:rPr>
              <a:t>感生电动</a:t>
            </a:r>
            <a:r>
              <a:rPr dirty="0" sz="2400" spc="-5" b="1">
                <a:solidFill>
                  <a:srgbClr val="FF0000"/>
                </a:solidFill>
                <a:latin typeface="华文楷体"/>
                <a:cs typeface="华文楷体"/>
              </a:rPr>
              <a:t>势</a:t>
            </a:r>
            <a:endParaRPr sz="2400">
              <a:latin typeface="华文楷体"/>
              <a:cs typeface="华文楷体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4994046" y="3879812"/>
            <a:ext cx="185737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FF0000"/>
                </a:solidFill>
                <a:latin typeface="华文楷体"/>
                <a:cs typeface="华文楷体"/>
              </a:rPr>
              <a:t>（非静电力</a:t>
            </a:r>
            <a:r>
              <a:rPr dirty="0" sz="2400" spc="-5" b="1">
                <a:solidFill>
                  <a:srgbClr val="FF0000"/>
                </a:solidFill>
                <a:latin typeface="华文楷体"/>
                <a:cs typeface="华文楷体"/>
              </a:rPr>
              <a:t>）</a:t>
            </a:r>
            <a:endParaRPr sz="2400">
              <a:latin typeface="华文楷体"/>
              <a:cs typeface="华文楷体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5856732" y="4355591"/>
            <a:ext cx="631190" cy="805180"/>
          </a:xfrm>
          <a:custGeom>
            <a:avLst/>
            <a:gdLst/>
            <a:ahLst/>
            <a:cxnLst/>
            <a:rect l="l" t="t" r="r" b="b"/>
            <a:pathLst>
              <a:path w="631189" h="805179">
                <a:moveTo>
                  <a:pt x="473963" y="490728"/>
                </a:moveTo>
                <a:lnTo>
                  <a:pt x="158495" y="490728"/>
                </a:lnTo>
                <a:lnTo>
                  <a:pt x="158495" y="0"/>
                </a:lnTo>
                <a:lnTo>
                  <a:pt x="473963" y="0"/>
                </a:lnTo>
                <a:lnTo>
                  <a:pt x="473963" y="490728"/>
                </a:lnTo>
                <a:close/>
              </a:path>
              <a:path w="631189" h="805179">
                <a:moveTo>
                  <a:pt x="315467" y="804672"/>
                </a:moveTo>
                <a:lnTo>
                  <a:pt x="0" y="490728"/>
                </a:lnTo>
                <a:lnTo>
                  <a:pt x="630935" y="490728"/>
                </a:lnTo>
                <a:lnTo>
                  <a:pt x="315467" y="804672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5842025" y="4348950"/>
            <a:ext cx="661035" cy="821055"/>
          </a:xfrm>
          <a:custGeom>
            <a:avLst/>
            <a:gdLst/>
            <a:ahLst/>
            <a:cxnLst/>
            <a:rect l="l" t="t" r="r" b="b"/>
            <a:pathLst>
              <a:path w="661034" h="821054">
                <a:moveTo>
                  <a:pt x="166547" y="496684"/>
                </a:moveTo>
                <a:lnTo>
                  <a:pt x="166547" y="0"/>
                </a:lnTo>
                <a:lnTo>
                  <a:pt x="494372" y="0"/>
                </a:lnTo>
                <a:lnTo>
                  <a:pt x="494372" y="6350"/>
                </a:lnTo>
                <a:lnTo>
                  <a:pt x="179247" y="6350"/>
                </a:lnTo>
                <a:lnTo>
                  <a:pt x="172897" y="12700"/>
                </a:lnTo>
                <a:lnTo>
                  <a:pt x="179247" y="12700"/>
                </a:lnTo>
                <a:lnTo>
                  <a:pt x="179247" y="490334"/>
                </a:lnTo>
                <a:lnTo>
                  <a:pt x="172897" y="490334"/>
                </a:lnTo>
                <a:lnTo>
                  <a:pt x="166547" y="496684"/>
                </a:lnTo>
                <a:close/>
              </a:path>
              <a:path w="661034" h="821054">
                <a:moveTo>
                  <a:pt x="179247" y="12700"/>
                </a:moveTo>
                <a:lnTo>
                  <a:pt x="172897" y="12700"/>
                </a:lnTo>
                <a:lnTo>
                  <a:pt x="179247" y="6350"/>
                </a:lnTo>
                <a:lnTo>
                  <a:pt x="179247" y="12700"/>
                </a:lnTo>
                <a:close/>
              </a:path>
              <a:path w="661034" h="821054">
                <a:moveTo>
                  <a:pt x="481672" y="12700"/>
                </a:moveTo>
                <a:lnTo>
                  <a:pt x="179247" y="12700"/>
                </a:lnTo>
                <a:lnTo>
                  <a:pt x="179247" y="6350"/>
                </a:lnTo>
                <a:lnTo>
                  <a:pt x="481672" y="6350"/>
                </a:lnTo>
                <a:lnTo>
                  <a:pt x="481672" y="12700"/>
                </a:lnTo>
                <a:close/>
              </a:path>
              <a:path w="661034" h="821054">
                <a:moveTo>
                  <a:pt x="630262" y="503034"/>
                </a:moveTo>
                <a:lnTo>
                  <a:pt x="481672" y="503034"/>
                </a:lnTo>
                <a:lnTo>
                  <a:pt x="481672" y="6350"/>
                </a:lnTo>
                <a:lnTo>
                  <a:pt x="488022" y="12700"/>
                </a:lnTo>
                <a:lnTo>
                  <a:pt x="494372" y="12700"/>
                </a:lnTo>
                <a:lnTo>
                  <a:pt x="494372" y="490334"/>
                </a:lnTo>
                <a:lnTo>
                  <a:pt x="488022" y="490334"/>
                </a:lnTo>
                <a:lnTo>
                  <a:pt x="494372" y="496684"/>
                </a:lnTo>
                <a:lnTo>
                  <a:pt x="636612" y="496684"/>
                </a:lnTo>
                <a:lnTo>
                  <a:pt x="630262" y="503034"/>
                </a:lnTo>
                <a:close/>
              </a:path>
              <a:path w="661034" h="821054">
                <a:moveTo>
                  <a:pt x="494372" y="12700"/>
                </a:moveTo>
                <a:lnTo>
                  <a:pt x="488022" y="12700"/>
                </a:lnTo>
                <a:lnTo>
                  <a:pt x="481672" y="6350"/>
                </a:lnTo>
                <a:lnTo>
                  <a:pt x="494372" y="6350"/>
                </a:lnTo>
                <a:lnTo>
                  <a:pt x="494372" y="12700"/>
                </a:lnTo>
                <a:close/>
              </a:path>
              <a:path w="661034" h="821054">
                <a:moveTo>
                  <a:pt x="330453" y="820788"/>
                </a:moveTo>
                <a:lnTo>
                  <a:pt x="0" y="490334"/>
                </a:lnTo>
                <a:lnTo>
                  <a:pt x="166547" y="490334"/>
                </a:lnTo>
                <a:lnTo>
                  <a:pt x="166547" y="492201"/>
                </a:lnTo>
                <a:lnTo>
                  <a:pt x="19824" y="492201"/>
                </a:lnTo>
                <a:lnTo>
                  <a:pt x="15328" y="503034"/>
                </a:lnTo>
                <a:lnTo>
                  <a:pt x="30657" y="503034"/>
                </a:lnTo>
                <a:lnTo>
                  <a:pt x="330460" y="802836"/>
                </a:lnTo>
                <a:lnTo>
                  <a:pt x="325970" y="807326"/>
                </a:lnTo>
                <a:lnTo>
                  <a:pt x="343915" y="807326"/>
                </a:lnTo>
                <a:lnTo>
                  <a:pt x="330453" y="820788"/>
                </a:lnTo>
                <a:close/>
              </a:path>
              <a:path w="661034" h="821054">
                <a:moveTo>
                  <a:pt x="179247" y="496684"/>
                </a:moveTo>
                <a:lnTo>
                  <a:pt x="166547" y="496684"/>
                </a:lnTo>
                <a:lnTo>
                  <a:pt x="172897" y="490334"/>
                </a:lnTo>
                <a:lnTo>
                  <a:pt x="179247" y="490334"/>
                </a:lnTo>
                <a:lnTo>
                  <a:pt x="179247" y="496684"/>
                </a:lnTo>
                <a:close/>
              </a:path>
              <a:path w="661034" h="821054">
                <a:moveTo>
                  <a:pt x="494372" y="496684"/>
                </a:moveTo>
                <a:lnTo>
                  <a:pt x="488022" y="490334"/>
                </a:lnTo>
                <a:lnTo>
                  <a:pt x="494372" y="490334"/>
                </a:lnTo>
                <a:lnTo>
                  <a:pt x="494372" y="496684"/>
                </a:lnTo>
                <a:close/>
              </a:path>
              <a:path w="661034" h="821054">
                <a:moveTo>
                  <a:pt x="636612" y="496684"/>
                </a:moveTo>
                <a:lnTo>
                  <a:pt x="494372" y="496684"/>
                </a:lnTo>
                <a:lnTo>
                  <a:pt x="494372" y="490334"/>
                </a:lnTo>
                <a:lnTo>
                  <a:pt x="660908" y="490334"/>
                </a:lnTo>
                <a:lnTo>
                  <a:pt x="659041" y="492201"/>
                </a:lnTo>
                <a:lnTo>
                  <a:pt x="641096" y="492201"/>
                </a:lnTo>
                <a:lnTo>
                  <a:pt x="636612" y="496684"/>
                </a:lnTo>
                <a:close/>
              </a:path>
              <a:path w="661034" h="821054">
                <a:moveTo>
                  <a:pt x="30657" y="503034"/>
                </a:moveTo>
                <a:lnTo>
                  <a:pt x="15328" y="503034"/>
                </a:lnTo>
                <a:lnTo>
                  <a:pt x="19824" y="492201"/>
                </a:lnTo>
                <a:lnTo>
                  <a:pt x="30657" y="503034"/>
                </a:lnTo>
                <a:close/>
              </a:path>
              <a:path w="661034" h="821054">
                <a:moveTo>
                  <a:pt x="179247" y="503034"/>
                </a:moveTo>
                <a:lnTo>
                  <a:pt x="30657" y="503034"/>
                </a:lnTo>
                <a:lnTo>
                  <a:pt x="19824" y="492201"/>
                </a:lnTo>
                <a:lnTo>
                  <a:pt x="166547" y="492201"/>
                </a:lnTo>
                <a:lnTo>
                  <a:pt x="166547" y="496684"/>
                </a:lnTo>
                <a:lnTo>
                  <a:pt x="179247" y="496684"/>
                </a:lnTo>
                <a:lnTo>
                  <a:pt x="179247" y="503034"/>
                </a:lnTo>
                <a:close/>
              </a:path>
              <a:path w="661034" h="821054">
                <a:moveTo>
                  <a:pt x="343915" y="807326"/>
                </a:moveTo>
                <a:lnTo>
                  <a:pt x="334949" y="807326"/>
                </a:lnTo>
                <a:lnTo>
                  <a:pt x="330460" y="802836"/>
                </a:lnTo>
                <a:lnTo>
                  <a:pt x="641096" y="492201"/>
                </a:lnTo>
                <a:lnTo>
                  <a:pt x="645579" y="503034"/>
                </a:lnTo>
                <a:lnTo>
                  <a:pt x="648208" y="503034"/>
                </a:lnTo>
                <a:lnTo>
                  <a:pt x="343915" y="807326"/>
                </a:lnTo>
                <a:close/>
              </a:path>
              <a:path w="661034" h="821054">
                <a:moveTo>
                  <a:pt x="648208" y="503034"/>
                </a:moveTo>
                <a:lnTo>
                  <a:pt x="645579" y="503034"/>
                </a:lnTo>
                <a:lnTo>
                  <a:pt x="641096" y="492201"/>
                </a:lnTo>
                <a:lnTo>
                  <a:pt x="659041" y="492201"/>
                </a:lnTo>
                <a:lnTo>
                  <a:pt x="648208" y="503034"/>
                </a:lnTo>
                <a:close/>
              </a:path>
              <a:path w="661034" h="821054">
                <a:moveTo>
                  <a:pt x="334949" y="807326"/>
                </a:moveTo>
                <a:lnTo>
                  <a:pt x="325970" y="807326"/>
                </a:lnTo>
                <a:lnTo>
                  <a:pt x="330460" y="802836"/>
                </a:lnTo>
                <a:lnTo>
                  <a:pt x="334949" y="807326"/>
                </a:lnTo>
                <a:close/>
              </a:path>
            </a:pathLst>
          </a:custGeom>
          <a:solidFill>
            <a:srgbClr val="41709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 txBox="1"/>
          <p:nvPr/>
        </p:nvSpPr>
        <p:spPr>
          <a:xfrm>
            <a:off x="6045403" y="4379429"/>
            <a:ext cx="254000" cy="574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FFFFFF"/>
                </a:solidFill>
                <a:latin typeface="楷体"/>
                <a:cs typeface="楷体"/>
              </a:rPr>
              <a:t>产 生</a:t>
            </a:r>
            <a:endParaRPr sz="1800">
              <a:latin typeface="楷体"/>
              <a:cs typeface="楷体"/>
            </a:endParaRPr>
          </a:p>
        </p:txBody>
      </p:sp>
      <p:sp>
        <p:nvSpPr>
          <p:cNvPr id="29" name="object 29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79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高中物</a:t>
            </a:r>
            <a:r>
              <a:rPr dirty="0" spc="5"/>
              <a:t>理</a:t>
            </a:r>
          </a:p>
        </p:txBody>
      </p:sp>
      <p:sp>
        <p:nvSpPr>
          <p:cNvPr id="28" name="object 28"/>
          <p:cNvSpPr txBox="1"/>
          <p:nvPr/>
        </p:nvSpPr>
        <p:spPr>
          <a:xfrm>
            <a:off x="7900187" y="2820580"/>
            <a:ext cx="541020" cy="9575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62865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华文楷体"/>
                <a:cs typeface="华文楷体"/>
              </a:rPr>
              <a:t>导体 闭合</a:t>
            </a:r>
            <a:endParaRPr sz="1800">
              <a:latin typeface="华文楷体"/>
              <a:cs typeface="华文楷体"/>
            </a:endParaRPr>
          </a:p>
          <a:p>
            <a:pPr marL="70485">
              <a:lnSpc>
                <a:spcPct val="100000"/>
              </a:lnSpc>
              <a:spcBef>
                <a:spcPts val="855"/>
              </a:spcBef>
            </a:pPr>
            <a:r>
              <a:rPr dirty="0" sz="1800">
                <a:solidFill>
                  <a:srgbClr val="FFFFFF"/>
                </a:solidFill>
                <a:latin typeface="楷体"/>
                <a:cs typeface="楷体"/>
              </a:rPr>
              <a:t>形成</a:t>
            </a:r>
            <a:endParaRPr sz="1800">
              <a:latin typeface="楷体"/>
              <a:cs typeface="楷体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657752" y="2012340"/>
            <a:ext cx="5556885" cy="0"/>
          </a:xfrm>
          <a:custGeom>
            <a:avLst/>
            <a:gdLst/>
            <a:ahLst/>
            <a:cxnLst/>
            <a:rect l="l" t="t" r="r" b="b"/>
            <a:pathLst>
              <a:path w="5556884" h="0">
                <a:moveTo>
                  <a:pt x="0" y="0"/>
                </a:moveTo>
                <a:lnTo>
                  <a:pt x="5556783" y="0"/>
                </a:lnTo>
              </a:path>
            </a:pathLst>
          </a:custGeom>
          <a:ln w="36144">
            <a:solidFill>
              <a:srgbClr val="01431D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3095244" y="1741932"/>
            <a:ext cx="363220" cy="364490"/>
          </a:xfrm>
          <a:custGeom>
            <a:avLst/>
            <a:gdLst/>
            <a:ahLst/>
            <a:cxnLst/>
            <a:rect l="l" t="t" r="r" b="b"/>
            <a:pathLst>
              <a:path w="363220" h="364489">
                <a:moveTo>
                  <a:pt x="0" y="0"/>
                </a:moveTo>
                <a:lnTo>
                  <a:pt x="362711" y="0"/>
                </a:lnTo>
                <a:lnTo>
                  <a:pt x="362711" y="364236"/>
                </a:lnTo>
                <a:lnTo>
                  <a:pt x="0" y="364236"/>
                </a:lnTo>
                <a:lnTo>
                  <a:pt x="0" y="0"/>
                </a:lnTo>
                <a:close/>
              </a:path>
            </a:pathLst>
          </a:custGeom>
          <a:solidFill>
            <a:srgbClr val="01431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3294888" y="1965960"/>
            <a:ext cx="245745" cy="245745"/>
          </a:xfrm>
          <a:custGeom>
            <a:avLst/>
            <a:gdLst/>
            <a:ahLst/>
            <a:cxnLst/>
            <a:rect l="l" t="t" r="r" b="b"/>
            <a:pathLst>
              <a:path w="245745" h="245744">
                <a:moveTo>
                  <a:pt x="0" y="0"/>
                </a:moveTo>
                <a:lnTo>
                  <a:pt x="245363" y="0"/>
                </a:lnTo>
                <a:lnTo>
                  <a:pt x="245363" y="245363"/>
                </a:lnTo>
                <a:lnTo>
                  <a:pt x="0" y="245363"/>
                </a:lnTo>
                <a:lnTo>
                  <a:pt x="0" y="0"/>
                </a:lnTo>
                <a:close/>
              </a:path>
            </a:pathLst>
          </a:custGeom>
          <a:solidFill>
            <a:srgbClr val="01611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3736517" y="1367878"/>
            <a:ext cx="2311400" cy="4826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00" b="0">
                <a:solidFill>
                  <a:srgbClr val="000000"/>
                </a:solidFill>
                <a:latin typeface="黑体"/>
                <a:cs typeface="黑体"/>
              </a:rPr>
              <a:t>一、感生电场</a:t>
            </a:r>
            <a:endParaRPr sz="3000">
              <a:latin typeface="黑体"/>
              <a:cs typeface="黑体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003892" y="2351913"/>
            <a:ext cx="23876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latin typeface="Times New Roman"/>
                <a:cs typeface="Times New Roman"/>
              </a:rPr>
              <a:t>2.</a:t>
            </a:r>
            <a:r>
              <a:rPr dirty="0" sz="2400">
                <a:latin typeface="华文楷体"/>
                <a:cs typeface="华文楷体"/>
              </a:rPr>
              <a:t>感生电场的特点</a:t>
            </a:r>
            <a:endParaRPr sz="2400">
              <a:latin typeface="华文楷体"/>
              <a:cs typeface="华文楷体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8837561" y="3479393"/>
            <a:ext cx="392430" cy="156845"/>
          </a:xfrm>
          <a:custGeom>
            <a:avLst/>
            <a:gdLst/>
            <a:ahLst/>
            <a:cxnLst/>
            <a:rect l="l" t="t" r="r" b="b"/>
            <a:pathLst>
              <a:path w="392429" h="156845">
                <a:moveTo>
                  <a:pt x="323607" y="36081"/>
                </a:moveTo>
                <a:lnTo>
                  <a:pt x="251294" y="0"/>
                </a:lnTo>
                <a:lnTo>
                  <a:pt x="391871" y="19951"/>
                </a:lnTo>
                <a:lnTo>
                  <a:pt x="382807" y="29032"/>
                </a:lnTo>
                <a:lnTo>
                  <a:pt x="344690" y="29032"/>
                </a:lnTo>
                <a:lnTo>
                  <a:pt x="323607" y="36081"/>
                </a:lnTo>
                <a:close/>
              </a:path>
              <a:path w="392429" h="156845">
                <a:moveTo>
                  <a:pt x="327645" y="48117"/>
                </a:moveTo>
                <a:lnTo>
                  <a:pt x="331647" y="40093"/>
                </a:lnTo>
                <a:lnTo>
                  <a:pt x="323607" y="36081"/>
                </a:lnTo>
                <a:lnTo>
                  <a:pt x="344690" y="29032"/>
                </a:lnTo>
                <a:lnTo>
                  <a:pt x="348716" y="41071"/>
                </a:lnTo>
                <a:lnTo>
                  <a:pt x="327645" y="48117"/>
                </a:lnTo>
                <a:close/>
              </a:path>
              <a:path w="392429" h="156845">
                <a:moveTo>
                  <a:pt x="291566" y="120446"/>
                </a:moveTo>
                <a:lnTo>
                  <a:pt x="327645" y="48117"/>
                </a:lnTo>
                <a:lnTo>
                  <a:pt x="348716" y="41071"/>
                </a:lnTo>
                <a:lnTo>
                  <a:pt x="344690" y="29032"/>
                </a:lnTo>
                <a:lnTo>
                  <a:pt x="382807" y="29032"/>
                </a:lnTo>
                <a:lnTo>
                  <a:pt x="291566" y="120446"/>
                </a:lnTo>
                <a:close/>
              </a:path>
              <a:path w="392429" h="156845">
                <a:moveTo>
                  <a:pt x="4025" y="156324"/>
                </a:moveTo>
                <a:lnTo>
                  <a:pt x="0" y="144284"/>
                </a:lnTo>
                <a:lnTo>
                  <a:pt x="323607" y="36081"/>
                </a:lnTo>
                <a:lnTo>
                  <a:pt x="331647" y="40093"/>
                </a:lnTo>
                <a:lnTo>
                  <a:pt x="327645" y="48117"/>
                </a:lnTo>
                <a:lnTo>
                  <a:pt x="4025" y="15632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6749974" y="3107588"/>
            <a:ext cx="294005" cy="128905"/>
          </a:xfrm>
          <a:custGeom>
            <a:avLst/>
            <a:gdLst/>
            <a:ahLst/>
            <a:cxnLst/>
            <a:rect l="l" t="t" r="r" b="b"/>
            <a:pathLst>
              <a:path w="294004" h="128905">
                <a:moveTo>
                  <a:pt x="67753" y="94967"/>
                </a:moveTo>
                <a:lnTo>
                  <a:pt x="59601" y="91198"/>
                </a:lnTo>
                <a:lnTo>
                  <a:pt x="63364" y="83057"/>
                </a:lnTo>
                <a:lnTo>
                  <a:pt x="289191" y="0"/>
                </a:lnTo>
                <a:lnTo>
                  <a:pt x="293573" y="11912"/>
                </a:lnTo>
                <a:lnTo>
                  <a:pt x="67753" y="94967"/>
                </a:lnTo>
                <a:close/>
              </a:path>
              <a:path w="294004" h="128905">
                <a:moveTo>
                  <a:pt x="141109" y="128879"/>
                </a:moveTo>
                <a:lnTo>
                  <a:pt x="0" y="113118"/>
                </a:lnTo>
                <a:lnTo>
                  <a:pt x="97281" y="9690"/>
                </a:lnTo>
                <a:lnTo>
                  <a:pt x="63364" y="83057"/>
                </a:lnTo>
                <a:lnTo>
                  <a:pt x="42506" y="90728"/>
                </a:lnTo>
                <a:lnTo>
                  <a:pt x="46888" y="102641"/>
                </a:lnTo>
                <a:lnTo>
                  <a:pt x="84353" y="102641"/>
                </a:lnTo>
                <a:lnTo>
                  <a:pt x="141109" y="128879"/>
                </a:lnTo>
                <a:close/>
              </a:path>
              <a:path w="294004" h="128905">
                <a:moveTo>
                  <a:pt x="46888" y="102641"/>
                </a:moveTo>
                <a:lnTo>
                  <a:pt x="42506" y="90728"/>
                </a:lnTo>
                <a:lnTo>
                  <a:pt x="63364" y="83057"/>
                </a:lnTo>
                <a:lnTo>
                  <a:pt x="59601" y="91198"/>
                </a:lnTo>
                <a:lnTo>
                  <a:pt x="67753" y="94967"/>
                </a:lnTo>
                <a:lnTo>
                  <a:pt x="46888" y="102641"/>
                </a:lnTo>
                <a:close/>
              </a:path>
              <a:path w="294004" h="128905">
                <a:moveTo>
                  <a:pt x="84353" y="102641"/>
                </a:moveTo>
                <a:lnTo>
                  <a:pt x="46888" y="102641"/>
                </a:lnTo>
                <a:lnTo>
                  <a:pt x="67753" y="94967"/>
                </a:lnTo>
                <a:lnTo>
                  <a:pt x="84353" y="10264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8757653" y="4310113"/>
            <a:ext cx="392430" cy="156845"/>
          </a:xfrm>
          <a:custGeom>
            <a:avLst/>
            <a:gdLst/>
            <a:ahLst/>
            <a:cxnLst/>
            <a:rect l="l" t="t" r="r" b="b"/>
            <a:pathLst>
              <a:path w="392429" h="156845">
                <a:moveTo>
                  <a:pt x="323626" y="36074"/>
                </a:moveTo>
                <a:lnTo>
                  <a:pt x="251294" y="0"/>
                </a:lnTo>
                <a:lnTo>
                  <a:pt x="391883" y="19951"/>
                </a:lnTo>
                <a:lnTo>
                  <a:pt x="382819" y="29032"/>
                </a:lnTo>
                <a:lnTo>
                  <a:pt x="344690" y="29032"/>
                </a:lnTo>
                <a:lnTo>
                  <a:pt x="323626" y="36074"/>
                </a:lnTo>
                <a:close/>
              </a:path>
              <a:path w="392429" h="156845">
                <a:moveTo>
                  <a:pt x="327650" y="48118"/>
                </a:moveTo>
                <a:lnTo>
                  <a:pt x="331660" y="40081"/>
                </a:lnTo>
                <a:lnTo>
                  <a:pt x="323626" y="36074"/>
                </a:lnTo>
                <a:lnTo>
                  <a:pt x="344690" y="29032"/>
                </a:lnTo>
                <a:lnTo>
                  <a:pt x="348729" y="41071"/>
                </a:lnTo>
                <a:lnTo>
                  <a:pt x="327650" y="48118"/>
                </a:lnTo>
                <a:close/>
              </a:path>
              <a:path w="392429" h="156845">
                <a:moveTo>
                  <a:pt x="291566" y="120446"/>
                </a:moveTo>
                <a:lnTo>
                  <a:pt x="327650" y="48118"/>
                </a:lnTo>
                <a:lnTo>
                  <a:pt x="348729" y="41071"/>
                </a:lnTo>
                <a:lnTo>
                  <a:pt x="344690" y="29032"/>
                </a:lnTo>
                <a:lnTo>
                  <a:pt x="382819" y="29032"/>
                </a:lnTo>
                <a:lnTo>
                  <a:pt x="291566" y="120446"/>
                </a:lnTo>
                <a:close/>
              </a:path>
              <a:path w="392429" h="156845">
                <a:moveTo>
                  <a:pt x="4025" y="156311"/>
                </a:moveTo>
                <a:lnTo>
                  <a:pt x="0" y="144271"/>
                </a:lnTo>
                <a:lnTo>
                  <a:pt x="323626" y="36074"/>
                </a:lnTo>
                <a:lnTo>
                  <a:pt x="331660" y="40081"/>
                </a:lnTo>
                <a:lnTo>
                  <a:pt x="327650" y="48118"/>
                </a:lnTo>
                <a:lnTo>
                  <a:pt x="4025" y="15631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6775005" y="4857102"/>
            <a:ext cx="294005" cy="123825"/>
          </a:xfrm>
          <a:custGeom>
            <a:avLst/>
            <a:gdLst/>
            <a:ahLst/>
            <a:cxnLst/>
            <a:rect l="l" t="t" r="r" b="b"/>
            <a:pathLst>
              <a:path w="294004" h="123825">
                <a:moveTo>
                  <a:pt x="68265" y="87324"/>
                </a:moveTo>
                <a:lnTo>
                  <a:pt x="60223" y="83312"/>
                </a:lnTo>
                <a:lnTo>
                  <a:pt x="64234" y="75273"/>
                </a:lnTo>
                <a:lnTo>
                  <a:pt x="289369" y="0"/>
                </a:lnTo>
                <a:lnTo>
                  <a:pt x="293408" y="12052"/>
                </a:lnTo>
                <a:lnTo>
                  <a:pt x="68265" y="87324"/>
                </a:lnTo>
                <a:close/>
              </a:path>
              <a:path w="294004" h="123825">
                <a:moveTo>
                  <a:pt x="140588" y="123405"/>
                </a:moveTo>
                <a:lnTo>
                  <a:pt x="0" y="103441"/>
                </a:lnTo>
                <a:lnTo>
                  <a:pt x="100317" y="2959"/>
                </a:lnTo>
                <a:lnTo>
                  <a:pt x="64234" y="75273"/>
                </a:lnTo>
                <a:lnTo>
                  <a:pt x="43154" y="82321"/>
                </a:lnTo>
                <a:lnTo>
                  <a:pt x="47180" y="94373"/>
                </a:lnTo>
                <a:lnTo>
                  <a:pt x="82395" y="94373"/>
                </a:lnTo>
                <a:lnTo>
                  <a:pt x="140588" y="123405"/>
                </a:lnTo>
                <a:close/>
              </a:path>
              <a:path w="294004" h="123825">
                <a:moveTo>
                  <a:pt x="47180" y="94373"/>
                </a:moveTo>
                <a:lnTo>
                  <a:pt x="43154" y="82321"/>
                </a:lnTo>
                <a:lnTo>
                  <a:pt x="64234" y="75273"/>
                </a:lnTo>
                <a:lnTo>
                  <a:pt x="60223" y="83312"/>
                </a:lnTo>
                <a:lnTo>
                  <a:pt x="68265" y="87324"/>
                </a:lnTo>
                <a:lnTo>
                  <a:pt x="47180" y="94373"/>
                </a:lnTo>
                <a:close/>
              </a:path>
              <a:path w="294004" h="123825">
                <a:moveTo>
                  <a:pt x="82395" y="94373"/>
                </a:moveTo>
                <a:lnTo>
                  <a:pt x="47180" y="94373"/>
                </a:lnTo>
                <a:lnTo>
                  <a:pt x="68265" y="87324"/>
                </a:lnTo>
                <a:lnTo>
                  <a:pt x="82395" y="9437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6745503" y="2775445"/>
            <a:ext cx="895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i="1">
                <a:latin typeface="Times New Roman"/>
                <a:cs typeface="Times New Roman"/>
              </a:rPr>
              <a:t>i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388404" y="3844785"/>
            <a:ext cx="1026160" cy="101409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012825" algn="l"/>
              </a:tabLst>
            </a:pPr>
            <a:r>
              <a:rPr dirty="0" sz="1800">
                <a:latin typeface="华文楷体"/>
                <a:cs typeface="华文楷体"/>
              </a:rPr>
              <a:t>真空室	</a:t>
            </a:r>
            <a:endParaRPr sz="1800">
              <a:latin typeface="华文楷体"/>
              <a:cs typeface="华文楷体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3000">
              <a:latin typeface="Times New Roman"/>
              <a:cs typeface="Times New Roman"/>
            </a:endParaRPr>
          </a:p>
          <a:p>
            <a:pPr marL="334645">
              <a:lnSpc>
                <a:spcPct val="100000"/>
              </a:lnSpc>
            </a:pPr>
            <a:r>
              <a:rPr dirty="0" sz="1800" i="1">
                <a:latin typeface="Times New Roman"/>
                <a:cs typeface="Times New Roman"/>
              </a:rPr>
              <a:t>i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7176465" y="4022356"/>
            <a:ext cx="1414386" cy="109033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7104036" y="4356341"/>
            <a:ext cx="1560283" cy="5660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7103161" y="4236656"/>
            <a:ext cx="1560283" cy="5660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8382939" y="4285208"/>
            <a:ext cx="843902" cy="32050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7106056" y="4475619"/>
            <a:ext cx="1560398" cy="5660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7104722" y="4116298"/>
            <a:ext cx="1357185" cy="565873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6459880" y="4729721"/>
            <a:ext cx="931278" cy="349072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6472351" y="4742192"/>
            <a:ext cx="910247" cy="299262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7118401" y="4251896"/>
            <a:ext cx="1529803" cy="535520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6795592" y="4145203"/>
            <a:ext cx="2173782" cy="727367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7118401" y="4251883"/>
            <a:ext cx="1529626" cy="511594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7191705" y="4037596"/>
            <a:ext cx="1383906" cy="1059853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7191705" y="4037596"/>
            <a:ext cx="1379575" cy="461403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7121296" y="4490859"/>
            <a:ext cx="1529918" cy="535520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6798488" y="4380014"/>
            <a:ext cx="2173782" cy="731519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7121296" y="4490846"/>
            <a:ext cx="1529740" cy="511594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7119277" y="4371581"/>
            <a:ext cx="1529803" cy="535520"/>
          </a:xfrm>
          <a:prstGeom prst="rect">
            <a:avLst/>
          </a:prstGeom>
          <a:blipFill>
            <a:blip r:embed="rId1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/>
          <p:nvPr/>
        </p:nvSpPr>
        <p:spPr>
          <a:xfrm>
            <a:off x="6800621" y="4264901"/>
            <a:ext cx="2169617" cy="727367"/>
          </a:xfrm>
          <a:prstGeom prst="rect">
            <a:avLst/>
          </a:prstGeom>
          <a:blipFill>
            <a:blip r:embed="rId1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/>
          <p:nvPr/>
        </p:nvSpPr>
        <p:spPr>
          <a:xfrm>
            <a:off x="7119277" y="4371568"/>
            <a:ext cx="1529626" cy="511594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/>
          <p:nvPr/>
        </p:nvSpPr>
        <p:spPr>
          <a:xfrm>
            <a:off x="7119963" y="4131538"/>
            <a:ext cx="1326705" cy="535393"/>
          </a:xfrm>
          <a:prstGeom prst="rect">
            <a:avLst/>
          </a:prstGeom>
          <a:blipFill>
            <a:blip r:embed="rId1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/>
          <p:nvPr/>
        </p:nvSpPr>
        <p:spPr>
          <a:xfrm>
            <a:off x="6801307" y="4045635"/>
            <a:ext cx="2107272" cy="706577"/>
          </a:xfrm>
          <a:prstGeom prst="rect">
            <a:avLst/>
          </a:prstGeom>
          <a:blipFill>
            <a:blip r:embed="rId1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/>
          <p:nvPr/>
        </p:nvSpPr>
        <p:spPr>
          <a:xfrm>
            <a:off x="7119963" y="4131525"/>
            <a:ext cx="1326527" cy="511467"/>
          </a:xfrm>
          <a:prstGeom prst="rect">
            <a:avLst/>
          </a:prstGeom>
          <a:blipFill>
            <a:blip r:embed="rId1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/>
          <p:nvPr/>
        </p:nvSpPr>
        <p:spPr>
          <a:xfrm>
            <a:off x="8391245" y="4297679"/>
            <a:ext cx="827112" cy="292785"/>
          </a:xfrm>
          <a:prstGeom prst="rect">
            <a:avLst/>
          </a:prstGeom>
          <a:blipFill>
            <a:blip r:embed="rId2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/>
          <p:nvPr/>
        </p:nvSpPr>
        <p:spPr>
          <a:xfrm>
            <a:off x="8398179" y="4300448"/>
            <a:ext cx="813244" cy="266090"/>
          </a:xfrm>
          <a:prstGeom prst="rect">
            <a:avLst/>
          </a:prstGeom>
          <a:blipFill>
            <a:blip r:embed="rId2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/>
          <p:nvPr/>
        </p:nvSpPr>
        <p:spPr>
          <a:xfrm>
            <a:off x="7278052" y="3716896"/>
            <a:ext cx="1251115" cy="677519"/>
          </a:xfrm>
          <a:prstGeom prst="rect">
            <a:avLst/>
          </a:prstGeom>
          <a:blipFill>
            <a:blip r:embed="rId2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/>
          <p:nvPr/>
        </p:nvSpPr>
        <p:spPr>
          <a:xfrm>
            <a:off x="7187628" y="2850819"/>
            <a:ext cx="1414386" cy="109033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/>
          <p:nvPr/>
        </p:nvSpPr>
        <p:spPr>
          <a:xfrm>
            <a:off x="7115200" y="3184804"/>
            <a:ext cx="1560283" cy="5660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0" name="object 40"/>
          <p:cNvSpPr/>
          <p:nvPr/>
        </p:nvSpPr>
        <p:spPr>
          <a:xfrm>
            <a:off x="7114337" y="3065119"/>
            <a:ext cx="1560283" cy="5660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1" name="object 41"/>
          <p:cNvSpPr/>
          <p:nvPr/>
        </p:nvSpPr>
        <p:spPr>
          <a:xfrm>
            <a:off x="7113473" y="2945422"/>
            <a:ext cx="1560283" cy="5660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2" name="object 42"/>
          <p:cNvSpPr/>
          <p:nvPr/>
        </p:nvSpPr>
        <p:spPr>
          <a:xfrm>
            <a:off x="6553034" y="2984080"/>
            <a:ext cx="843902" cy="32050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3" name="object 43"/>
          <p:cNvSpPr/>
          <p:nvPr/>
        </p:nvSpPr>
        <p:spPr>
          <a:xfrm>
            <a:off x="7116038" y="3304501"/>
            <a:ext cx="1330464" cy="566000"/>
          </a:xfrm>
          <a:prstGeom prst="rect">
            <a:avLst/>
          </a:prstGeom>
          <a:blipFill>
            <a:blip r:embed="rId2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4" name="object 44"/>
          <p:cNvSpPr/>
          <p:nvPr/>
        </p:nvSpPr>
        <p:spPr>
          <a:xfrm>
            <a:off x="8380386" y="3450856"/>
            <a:ext cx="931278" cy="349072"/>
          </a:xfrm>
          <a:prstGeom prst="rect">
            <a:avLst/>
          </a:prstGeom>
          <a:blipFill>
            <a:blip r:embed="rId2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5" name="object 45"/>
          <p:cNvSpPr/>
          <p:nvPr/>
        </p:nvSpPr>
        <p:spPr>
          <a:xfrm>
            <a:off x="7130440" y="3200044"/>
            <a:ext cx="1529803" cy="535520"/>
          </a:xfrm>
          <a:prstGeom prst="rect">
            <a:avLst/>
          </a:prstGeom>
          <a:blipFill>
            <a:blip r:embed="rId2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6" name="object 46"/>
          <p:cNvSpPr/>
          <p:nvPr/>
        </p:nvSpPr>
        <p:spPr>
          <a:xfrm>
            <a:off x="6811797" y="3093351"/>
            <a:ext cx="2169617" cy="727367"/>
          </a:xfrm>
          <a:prstGeom prst="rect">
            <a:avLst/>
          </a:prstGeom>
          <a:blipFill>
            <a:blip r:embed="rId2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7" name="object 47"/>
          <p:cNvSpPr/>
          <p:nvPr/>
        </p:nvSpPr>
        <p:spPr>
          <a:xfrm>
            <a:off x="7130440" y="3200031"/>
            <a:ext cx="1529626" cy="511594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8" name="object 48"/>
          <p:cNvSpPr/>
          <p:nvPr/>
        </p:nvSpPr>
        <p:spPr>
          <a:xfrm>
            <a:off x="7202868" y="2866059"/>
            <a:ext cx="1383906" cy="1059853"/>
          </a:xfrm>
          <a:prstGeom prst="rect">
            <a:avLst/>
          </a:prstGeom>
          <a:blipFill>
            <a:blip r:embed="rId2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9" name="object 49"/>
          <p:cNvSpPr/>
          <p:nvPr/>
        </p:nvSpPr>
        <p:spPr>
          <a:xfrm>
            <a:off x="7202868" y="2866059"/>
            <a:ext cx="1379575" cy="461403"/>
          </a:xfrm>
          <a:prstGeom prst="rect">
            <a:avLst/>
          </a:prstGeom>
          <a:blipFill>
            <a:blip r:embed="rId2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0" name="object 50"/>
          <p:cNvSpPr/>
          <p:nvPr/>
        </p:nvSpPr>
        <p:spPr>
          <a:xfrm>
            <a:off x="8392845" y="3463340"/>
            <a:ext cx="910247" cy="321348"/>
          </a:xfrm>
          <a:prstGeom prst="rect">
            <a:avLst/>
          </a:prstGeom>
          <a:blipFill>
            <a:blip r:embed="rId2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1" name="object 51"/>
          <p:cNvSpPr/>
          <p:nvPr/>
        </p:nvSpPr>
        <p:spPr>
          <a:xfrm>
            <a:off x="8395627" y="3466109"/>
            <a:ext cx="900620" cy="294652"/>
          </a:xfrm>
          <a:prstGeom prst="rect">
            <a:avLst/>
          </a:prstGeom>
          <a:blipFill>
            <a:blip r:embed="rId3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2" name="object 52"/>
          <p:cNvSpPr/>
          <p:nvPr/>
        </p:nvSpPr>
        <p:spPr>
          <a:xfrm>
            <a:off x="7131278" y="3319741"/>
            <a:ext cx="1299984" cy="535520"/>
          </a:xfrm>
          <a:prstGeom prst="rect">
            <a:avLst/>
          </a:prstGeom>
          <a:blipFill>
            <a:blip r:embed="rId3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3" name="object 53"/>
          <p:cNvSpPr/>
          <p:nvPr/>
        </p:nvSpPr>
        <p:spPr>
          <a:xfrm>
            <a:off x="6812635" y="3250476"/>
            <a:ext cx="2053247" cy="689952"/>
          </a:xfrm>
          <a:prstGeom prst="rect">
            <a:avLst/>
          </a:prstGeom>
          <a:blipFill>
            <a:blip r:embed="rId3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4" name="object 54"/>
          <p:cNvSpPr/>
          <p:nvPr/>
        </p:nvSpPr>
        <p:spPr>
          <a:xfrm>
            <a:off x="7131278" y="3319729"/>
            <a:ext cx="1299819" cy="511594"/>
          </a:xfrm>
          <a:prstGeom prst="rect">
            <a:avLst/>
          </a:prstGeom>
          <a:blipFill>
            <a:blip r:embed="rId3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5" name="object 55"/>
          <p:cNvSpPr/>
          <p:nvPr/>
        </p:nvSpPr>
        <p:spPr>
          <a:xfrm>
            <a:off x="7129576" y="3080359"/>
            <a:ext cx="1529803" cy="535520"/>
          </a:xfrm>
          <a:prstGeom prst="rect">
            <a:avLst/>
          </a:prstGeom>
          <a:blipFill>
            <a:blip r:embed="rId3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6" name="object 56"/>
          <p:cNvSpPr/>
          <p:nvPr/>
        </p:nvSpPr>
        <p:spPr>
          <a:xfrm>
            <a:off x="6806768" y="2973666"/>
            <a:ext cx="2173782" cy="727367"/>
          </a:xfrm>
          <a:prstGeom prst="rect">
            <a:avLst/>
          </a:prstGeom>
          <a:blipFill>
            <a:blip r:embed="rId3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7" name="object 57"/>
          <p:cNvSpPr/>
          <p:nvPr/>
        </p:nvSpPr>
        <p:spPr>
          <a:xfrm>
            <a:off x="7129576" y="3080346"/>
            <a:ext cx="1529626" cy="511594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8" name="object 58"/>
          <p:cNvSpPr/>
          <p:nvPr/>
        </p:nvSpPr>
        <p:spPr>
          <a:xfrm>
            <a:off x="6568275" y="2999320"/>
            <a:ext cx="813422" cy="290029"/>
          </a:xfrm>
          <a:prstGeom prst="rect">
            <a:avLst/>
          </a:prstGeom>
          <a:blipFill>
            <a:blip r:embed="rId3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9" name="object 59"/>
          <p:cNvSpPr/>
          <p:nvPr/>
        </p:nvSpPr>
        <p:spPr>
          <a:xfrm>
            <a:off x="6565506" y="2996539"/>
            <a:ext cx="818807" cy="270167"/>
          </a:xfrm>
          <a:prstGeom prst="rect">
            <a:avLst/>
          </a:prstGeom>
          <a:blipFill>
            <a:blip r:embed="rId3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0" name="object 60"/>
          <p:cNvSpPr/>
          <p:nvPr/>
        </p:nvSpPr>
        <p:spPr>
          <a:xfrm>
            <a:off x="7128712" y="2960662"/>
            <a:ext cx="1529803" cy="535520"/>
          </a:xfrm>
          <a:prstGeom prst="rect">
            <a:avLst/>
          </a:prstGeom>
          <a:blipFill>
            <a:blip r:embed="rId3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1" name="object 61"/>
          <p:cNvSpPr/>
          <p:nvPr/>
        </p:nvSpPr>
        <p:spPr>
          <a:xfrm>
            <a:off x="6810057" y="2849816"/>
            <a:ext cx="2173782" cy="731520"/>
          </a:xfrm>
          <a:prstGeom prst="rect">
            <a:avLst/>
          </a:prstGeom>
          <a:blipFill>
            <a:blip r:embed="rId3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2" name="object 62"/>
          <p:cNvSpPr/>
          <p:nvPr/>
        </p:nvSpPr>
        <p:spPr>
          <a:xfrm>
            <a:off x="7128712" y="2960649"/>
            <a:ext cx="1529626" cy="511594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3" name="object 63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79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高中物</a:t>
            </a:r>
            <a:r>
              <a:rPr dirty="0" spc="5"/>
              <a:t>理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712723" y="5140312"/>
            <a:ext cx="526910" cy="15758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7914246" y="5304370"/>
            <a:ext cx="71120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华文楷体"/>
                <a:cs typeface="华文楷体"/>
              </a:rPr>
              <a:t>电子枪</a:t>
            </a:r>
            <a:endParaRPr sz="1800">
              <a:latin typeface="华文楷体"/>
              <a:cs typeface="华文楷体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649726" y="2022919"/>
            <a:ext cx="5556885" cy="0"/>
          </a:xfrm>
          <a:custGeom>
            <a:avLst/>
            <a:gdLst/>
            <a:ahLst/>
            <a:cxnLst/>
            <a:rect l="l" t="t" r="r" b="b"/>
            <a:pathLst>
              <a:path w="5556884" h="0">
                <a:moveTo>
                  <a:pt x="0" y="0"/>
                </a:moveTo>
                <a:lnTo>
                  <a:pt x="5556796" y="0"/>
                </a:lnTo>
              </a:path>
            </a:pathLst>
          </a:custGeom>
          <a:ln w="36144">
            <a:solidFill>
              <a:srgbClr val="01431D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3087623" y="1752600"/>
            <a:ext cx="363220" cy="363220"/>
          </a:xfrm>
          <a:custGeom>
            <a:avLst/>
            <a:gdLst/>
            <a:ahLst/>
            <a:cxnLst/>
            <a:rect l="l" t="t" r="r" b="b"/>
            <a:pathLst>
              <a:path w="363220" h="363219">
                <a:moveTo>
                  <a:pt x="0" y="0"/>
                </a:moveTo>
                <a:lnTo>
                  <a:pt x="362712" y="0"/>
                </a:lnTo>
                <a:lnTo>
                  <a:pt x="362712" y="362712"/>
                </a:lnTo>
                <a:lnTo>
                  <a:pt x="0" y="362712"/>
                </a:lnTo>
                <a:lnTo>
                  <a:pt x="0" y="0"/>
                </a:lnTo>
                <a:close/>
              </a:path>
            </a:pathLst>
          </a:custGeom>
          <a:solidFill>
            <a:srgbClr val="01431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3285744" y="1976627"/>
            <a:ext cx="247015" cy="245745"/>
          </a:xfrm>
          <a:custGeom>
            <a:avLst/>
            <a:gdLst/>
            <a:ahLst/>
            <a:cxnLst/>
            <a:rect l="l" t="t" r="r" b="b"/>
            <a:pathLst>
              <a:path w="247014" h="245744">
                <a:moveTo>
                  <a:pt x="0" y="0"/>
                </a:moveTo>
                <a:lnTo>
                  <a:pt x="246887" y="0"/>
                </a:lnTo>
                <a:lnTo>
                  <a:pt x="246887" y="245363"/>
                </a:lnTo>
                <a:lnTo>
                  <a:pt x="0" y="245363"/>
                </a:lnTo>
                <a:lnTo>
                  <a:pt x="0" y="0"/>
                </a:lnTo>
                <a:close/>
              </a:path>
            </a:pathLst>
          </a:custGeom>
          <a:solidFill>
            <a:srgbClr val="01611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3728491" y="1378458"/>
            <a:ext cx="2311400" cy="4826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00" b="0">
                <a:solidFill>
                  <a:srgbClr val="000000"/>
                </a:solidFill>
                <a:latin typeface="黑体"/>
                <a:cs typeface="黑体"/>
              </a:rPr>
              <a:t>一、感生电场</a:t>
            </a:r>
            <a:endParaRPr sz="3000">
              <a:latin typeface="黑体"/>
              <a:cs typeface="黑体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6435762" y="2538933"/>
            <a:ext cx="2994126" cy="299412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8256422" y="5136883"/>
            <a:ext cx="164465" cy="163830"/>
          </a:xfrm>
          <a:custGeom>
            <a:avLst/>
            <a:gdLst/>
            <a:ahLst/>
            <a:cxnLst/>
            <a:rect l="l" t="t" r="r" b="b"/>
            <a:pathLst>
              <a:path w="164465" h="163829">
                <a:moveTo>
                  <a:pt x="102831" y="2539"/>
                </a:moveTo>
                <a:lnTo>
                  <a:pt x="61734" y="2539"/>
                </a:lnTo>
                <a:lnTo>
                  <a:pt x="69773" y="0"/>
                </a:lnTo>
                <a:lnTo>
                  <a:pt x="94805" y="0"/>
                </a:lnTo>
                <a:lnTo>
                  <a:pt x="102831" y="2539"/>
                </a:lnTo>
                <a:close/>
              </a:path>
              <a:path w="164465" h="163829">
                <a:moveTo>
                  <a:pt x="98539" y="162560"/>
                </a:moveTo>
                <a:lnTo>
                  <a:pt x="65404" y="162560"/>
                </a:lnTo>
                <a:lnTo>
                  <a:pt x="61734" y="161289"/>
                </a:lnTo>
                <a:lnTo>
                  <a:pt x="57531" y="160020"/>
                </a:lnTo>
                <a:lnTo>
                  <a:pt x="54000" y="158750"/>
                </a:lnTo>
                <a:lnTo>
                  <a:pt x="49974" y="157479"/>
                </a:lnTo>
                <a:lnTo>
                  <a:pt x="46329" y="156210"/>
                </a:lnTo>
                <a:lnTo>
                  <a:pt x="42799" y="153670"/>
                </a:lnTo>
                <a:lnTo>
                  <a:pt x="39611" y="152400"/>
                </a:lnTo>
                <a:lnTo>
                  <a:pt x="36017" y="149860"/>
                </a:lnTo>
                <a:lnTo>
                  <a:pt x="13855" y="127000"/>
                </a:lnTo>
                <a:lnTo>
                  <a:pt x="11722" y="124460"/>
                </a:lnTo>
                <a:lnTo>
                  <a:pt x="76" y="86360"/>
                </a:lnTo>
                <a:lnTo>
                  <a:pt x="0" y="77470"/>
                </a:lnTo>
                <a:lnTo>
                  <a:pt x="304" y="73660"/>
                </a:lnTo>
                <a:lnTo>
                  <a:pt x="4940" y="53339"/>
                </a:lnTo>
                <a:lnTo>
                  <a:pt x="6299" y="49529"/>
                </a:lnTo>
                <a:lnTo>
                  <a:pt x="8077" y="45720"/>
                </a:lnTo>
                <a:lnTo>
                  <a:pt x="9893" y="41910"/>
                </a:lnTo>
                <a:lnTo>
                  <a:pt x="11887" y="39370"/>
                </a:lnTo>
                <a:lnTo>
                  <a:pt x="14033" y="35560"/>
                </a:lnTo>
                <a:lnTo>
                  <a:pt x="16141" y="33020"/>
                </a:lnTo>
                <a:lnTo>
                  <a:pt x="18770" y="29210"/>
                </a:lnTo>
                <a:lnTo>
                  <a:pt x="21361" y="26670"/>
                </a:lnTo>
                <a:lnTo>
                  <a:pt x="39611" y="11429"/>
                </a:lnTo>
                <a:lnTo>
                  <a:pt x="43065" y="8889"/>
                </a:lnTo>
                <a:lnTo>
                  <a:pt x="46609" y="7620"/>
                </a:lnTo>
                <a:lnTo>
                  <a:pt x="50266" y="6350"/>
                </a:lnTo>
                <a:lnTo>
                  <a:pt x="54000" y="3810"/>
                </a:lnTo>
                <a:lnTo>
                  <a:pt x="57823" y="2539"/>
                </a:lnTo>
                <a:lnTo>
                  <a:pt x="106425" y="2539"/>
                </a:lnTo>
                <a:lnTo>
                  <a:pt x="110553" y="3810"/>
                </a:lnTo>
                <a:lnTo>
                  <a:pt x="113995" y="6350"/>
                </a:lnTo>
                <a:lnTo>
                  <a:pt x="117919" y="7620"/>
                </a:lnTo>
                <a:lnTo>
                  <a:pt x="121462" y="8889"/>
                </a:lnTo>
                <a:lnTo>
                  <a:pt x="124904" y="11429"/>
                </a:lnTo>
                <a:lnTo>
                  <a:pt x="81965" y="11429"/>
                </a:lnTo>
                <a:lnTo>
                  <a:pt x="82124" y="11481"/>
                </a:lnTo>
                <a:lnTo>
                  <a:pt x="78384" y="12700"/>
                </a:lnTo>
                <a:lnTo>
                  <a:pt x="71691" y="12700"/>
                </a:lnTo>
                <a:lnTo>
                  <a:pt x="67945" y="13970"/>
                </a:lnTo>
                <a:lnTo>
                  <a:pt x="64897" y="13970"/>
                </a:lnTo>
                <a:lnTo>
                  <a:pt x="61302" y="15239"/>
                </a:lnTo>
                <a:lnTo>
                  <a:pt x="61595" y="15239"/>
                </a:lnTo>
                <a:lnTo>
                  <a:pt x="58077" y="16510"/>
                </a:lnTo>
                <a:lnTo>
                  <a:pt x="58369" y="16510"/>
                </a:lnTo>
                <a:lnTo>
                  <a:pt x="54914" y="17779"/>
                </a:lnTo>
                <a:lnTo>
                  <a:pt x="55206" y="17779"/>
                </a:lnTo>
                <a:lnTo>
                  <a:pt x="51841" y="19050"/>
                </a:lnTo>
                <a:lnTo>
                  <a:pt x="52120" y="19050"/>
                </a:lnTo>
                <a:lnTo>
                  <a:pt x="48856" y="20320"/>
                </a:lnTo>
                <a:lnTo>
                  <a:pt x="49123" y="20320"/>
                </a:lnTo>
                <a:lnTo>
                  <a:pt x="45948" y="21589"/>
                </a:lnTo>
                <a:lnTo>
                  <a:pt x="46202" y="21589"/>
                </a:lnTo>
                <a:lnTo>
                  <a:pt x="43129" y="24129"/>
                </a:lnTo>
                <a:lnTo>
                  <a:pt x="43383" y="24129"/>
                </a:lnTo>
                <a:lnTo>
                  <a:pt x="40411" y="25400"/>
                </a:lnTo>
                <a:lnTo>
                  <a:pt x="40652" y="25400"/>
                </a:lnTo>
                <a:lnTo>
                  <a:pt x="37782" y="27939"/>
                </a:lnTo>
                <a:lnTo>
                  <a:pt x="38011" y="27939"/>
                </a:lnTo>
                <a:lnTo>
                  <a:pt x="35267" y="30479"/>
                </a:lnTo>
                <a:lnTo>
                  <a:pt x="35483" y="30479"/>
                </a:lnTo>
                <a:lnTo>
                  <a:pt x="34169" y="31750"/>
                </a:lnTo>
                <a:lnTo>
                  <a:pt x="33070" y="31750"/>
                </a:lnTo>
                <a:lnTo>
                  <a:pt x="31394" y="34289"/>
                </a:lnTo>
                <a:lnTo>
                  <a:pt x="30759" y="34289"/>
                </a:lnTo>
                <a:lnTo>
                  <a:pt x="29167" y="36829"/>
                </a:lnTo>
                <a:lnTo>
                  <a:pt x="28562" y="36829"/>
                </a:lnTo>
                <a:lnTo>
                  <a:pt x="27063" y="39370"/>
                </a:lnTo>
                <a:lnTo>
                  <a:pt x="26492" y="39370"/>
                </a:lnTo>
                <a:lnTo>
                  <a:pt x="24384" y="43179"/>
                </a:lnTo>
                <a:lnTo>
                  <a:pt x="24549" y="43179"/>
                </a:lnTo>
                <a:lnTo>
                  <a:pt x="22580" y="45720"/>
                </a:lnTo>
                <a:lnTo>
                  <a:pt x="22733" y="45720"/>
                </a:lnTo>
                <a:lnTo>
                  <a:pt x="20904" y="48260"/>
                </a:lnTo>
                <a:lnTo>
                  <a:pt x="21056" y="48260"/>
                </a:lnTo>
                <a:lnTo>
                  <a:pt x="19939" y="50800"/>
                </a:lnTo>
                <a:lnTo>
                  <a:pt x="19519" y="50800"/>
                </a:lnTo>
                <a:lnTo>
                  <a:pt x="17995" y="54610"/>
                </a:lnTo>
                <a:lnTo>
                  <a:pt x="17204" y="57150"/>
                </a:lnTo>
                <a:lnTo>
                  <a:pt x="16865" y="57150"/>
                </a:lnTo>
                <a:lnTo>
                  <a:pt x="15671" y="60960"/>
                </a:lnTo>
                <a:lnTo>
                  <a:pt x="15083" y="63500"/>
                </a:lnTo>
                <a:lnTo>
                  <a:pt x="14820" y="63500"/>
                </a:lnTo>
                <a:lnTo>
                  <a:pt x="13970" y="67310"/>
                </a:lnTo>
                <a:lnTo>
                  <a:pt x="13373" y="71120"/>
                </a:lnTo>
                <a:lnTo>
                  <a:pt x="12941" y="74929"/>
                </a:lnTo>
                <a:lnTo>
                  <a:pt x="12771" y="77470"/>
                </a:lnTo>
                <a:lnTo>
                  <a:pt x="12674" y="85089"/>
                </a:lnTo>
                <a:lnTo>
                  <a:pt x="12966" y="88900"/>
                </a:lnTo>
                <a:lnTo>
                  <a:pt x="13423" y="92710"/>
                </a:lnTo>
                <a:lnTo>
                  <a:pt x="13593" y="92710"/>
                </a:lnTo>
                <a:lnTo>
                  <a:pt x="14033" y="95250"/>
                </a:lnTo>
                <a:lnTo>
                  <a:pt x="14820" y="99060"/>
                </a:lnTo>
                <a:lnTo>
                  <a:pt x="15760" y="102870"/>
                </a:lnTo>
                <a:lnTo>
                  <a:pt x="16069" y="102870"/>
                </a:lnTo>
                <a:lnTo>
                  <a:pt x="16865" y="105410"/>
                </a:lnTo>
                <a:lnTo>
                  <a:pt x="18110" y="109220"/>
                </a:lnTo>
                <a:lnTo>
                  <a:pt x="18503" y="109220"/>
                </a:lnTo>
                <a:lnTo>
                  <a:pt x="19519" y="111760"/>
                </a:lnTo>
                <a:lnTo>
                  <a:pt x="19380" y="111760"/>
                </a:lnTo>
                <a:lnTo>
                  <a:pt x="21056" y="114300"/>
                </a:lnTo>
                <a:lnTo>
                  <a:pt x="20904" y="114300"/>
                </a:lnTo>
                <a:lnTo>
                  <a:pt x="22733" y="118110"/>
                </a:lnTo>
                <a:lnTo>
                  <a:pt x="22580" y="118110"/>
                </a:lnTo>
                <a:lnTo>
                  <a:pt x="24549" y="120650"/>
                </a:lnTo>
                <a:lnTo>
                  <a:pt x="24384" y="120650"/>
                </a:lnTo>
                <a:lnTo>
                  <a:pt x="26492" y="123189"/>
                </a:lnTo>
                <a:lnTo>
                  <a:pt x="26314" y="123189"/>
                </a:lnTo>
                <a:lnTo>
                  <a:pt x="28562" y="125729"/>
                </a:lnTo>
                <a:lnTo>
                  <a:pt x="28371" y="125729"/>
                </a:lnTo>
                <a:lnTo>
                  <a:pt x="30759" y="128270"/>
                </a:lnTo>
                <a:lnTo>
                  <a:pt x="30556" y="128270"/>
                </a:lnTo>
                <a:lnTo>
                  <a:pt x="33070" y="130810"/>
                </a:lnTo>
                <a:lnTo>
                  <a:pt x="32854" y="130810"/>
                </a:lnTo>
                <a:lnTo>
                  <a:pt x="35483" y="133350"/>
                </a:lnTo>
                <a:lnTo>
                  <a:pt x="35267" y="133350"/>
                </a:lnTo>
                <a:lnTo>
                  <a:pt x="38011" y="135889"/>
                </a:lnTo>
                <a:lnTo>
                  <a:pt x="39217" y="135889"/>
                </a:lnTo>
                <a:lnTo>
                  <a:pt x="40652" y="137160"/>
                </a:lnTo>
                <a:lnTo>
                  <a:pt x="40411" y="137160"/>
                </a:lnTo>
                <a:lnTo>
                  <a:pt x="43383" y="139700"/>
                </a:lnTo>
                <a:lnTo>
                  <a:pt x="43129" y="139700"/>
                </a:lnTo>
                <a:lnTo>
                  <a:pt x="46202" y="140970"/>
                </a:lnTo>
                <a:lnTo>
                  <a:pt x="45948" y="140970"/>
                </a:lnTo>
                <a:lnTo>
                  <a:pt x="49123" y="142239"/>
                </a:lnTo>
                <a:lnTo>
                  <a:pt x="48856" y="142239"/>
                </a:lnTo>
                <a:lnTo>
                  <a:pt x="52120" y="144779"/>
                </a:lnTo>
                <a:lnTo>
                  <a:pt x="51841" y="144779"/>
                </a:lnTo>
                <a:lnTo>
                  <a:pt x="55206" y="146050"/>
                </a:lnTo>
                <a:lnTo>
                  <a:pt x="54914" y="146050"/>
                </a:lnTo>
                <a:lnTo>
                  <a:pt x="58369" y="147320"/>
                </a:lnTo>
                <a:lnTo>
                  <a:pt x="58077" y="147320"/>
                </a:lnTo>
                <a:lnTo>
                  <a:pt x="61595" y="148589"/>
                </a:lnTo>
                <a:lnTo>
                  <a:pt x="64592" y="148589"/>
                </a:lnTo>
                <a:lnTo>
                  <a:pt x="68262" y="149860"/>
                </a:lnTo>
                <a:lnTo>
                  <a:pt x="71374" y="149860"/>
                </a:lnTo>
                <a:lnTo>
                  <a:pt x="75171" y="151129"/>
                </a:lnTo>
                <a:lnTo>
                  <a:pt x="126307" y="151129"/>
                </a:lnTo>
                <a:lnTo>
                  <a:pt x="124637" y="152400"/>
                </a:lnTo>
                <a:lnTo>
                  <a:pt x="121196" y="153670"/>
                </a:lnTo>
                <a:lnTo>
                  <a:pt x="117640" y="156210"/>
                </a:lnTo>
                <a:lnTo>
                  <a:pt x="113995" y="157479"/>
                </a:lnTo>
                <a:lnTo>
                  <a:pt x="106425" y="160020"/>
                </a:lnTo>
                <a:lnTo>
                  <a:pt x="98539" y="162560"/>
                </a:lnTo>
                <a:close/>
              </a:path>
              <a:path w="164465" h="163829">
                <a:moveTo>
                  <a:pt x="82124" y="11481"/>
                </a:moveTo>
                <a:lnTo>
                  <a:pt x="81965" y="11429"/>
                </a:lnTo>
                <a:lnTo>
                  <a:pt x="82283" y="11429"/>
                </a:lnTo>
                <a:lnTo>
                  <a:pt x="82124" y="11481"/>
                </a:lnTo>
                <a:close/>
              </a:path>
              <a:path w="164465" h="163829">
                <a:moveTo>
                  <a:pt x="131406" y="33020"/>
                </a:moveTo>
                <a:lnTo>
                  <a:pt x="128765" y="30479"/>
                </a:lnTo>
                <a:lnTo>
                  <a:pt x="128993" y="30479"/>
                </a:lnTo>
                <a:lnTo>
                  <a:pt x="126238" y="27939"/>
                </a:lnTo>
                <a:lnTo>
                  <a:pt x="126466" y="27939"/>
                </a:lnTo>
                <a:lnTo>
                  <a:pt x="123609" y="25400"/>
                </a:lnTo>
                <a:lnTo>
                  <a:pt x="123850" y="25400"/>
                </a:lnTo>
                <a:lnTo>
                  <a:pt x="120878" y="24129"/>
                </a:lnTo>
                <a:lnTo>
                  <a:pt x="121132" y="24129"/>
                </a:lnTo>
                <a:lnTo>
                  <a:pt x="118046" y="21589"/>
                </a:lnTo>
                <a:lnTo>
                  <a:pt x="118313" y="21589"/>
                </a:lnTo>
                <a:lnTo>
                  <a:pt x="115138" y="20320"/>
                </a:lnTo>
                <a:lnTo>
                  <a:pt x="115404" y="20320"/>
                </a:lnTo>
                <a:lnTo>
                  <a:pt x="112128" y="19050"/>
                </a:lnTo>
                <a:lnTo>
                  <a:pt x="112407" y="19050"/>
                </a:lnTo>
                <a:lnTo>
                  <a:pt x="109054" y="17779"/>
                </a:lnTo>
                <a:lnTo>
                  <a:pt x="109334" y="17779"/>
                </a:lnTo>
                <a:lnTo>
                  <a:pt x="105892" y="16510"/>
                </a:lnTo>
                <a:lnTo>
                  <a:pt x="106184" y="16510"/>
                </a:lnTo>
                <a:lnTo>
                  <a:pt x="102654" y="15239"/>
                </a:lnTo>
                <a:lnTo>
                  <a:pt x="102958" y="15239"/>
                </a:lnTo>
                <a:lnTo>
                  <a:pt x="99352" y="13970"/>
                </a:lnTo>
                <a:lnTo>
                  <a:pt x="96304" y="13970"/>
                </a:lnTo>
                <a:lnTo>
                  <a:pt x="92570" y="12700"/>
                </a:lnTo>
                <a:lnTo>
                  <a:pt x="85877" y="12700"/>
                </a:lnTo>
                <a:lnTo>
                  <a:pt x="82124" y="11481"/>
                </a:lnTo>
                <a:lnTo>
                  <a:pt x="82283" y="11429"/>
                </a:lnTo>
                <a:lnTo>
                  <a:pt x="124904" y="11429"/>
                </a:lnTo>
                <a:lnTo>
                  <a:pt x="128231" y="13970"/>
                </a:lnTo>
                <a:lnTo>
                  <a:pt x="131457" y="15239"/>
                </a:lnTo>
                <a:lnTo>
                  <a:pt x="134556" y="17779"/>
                </a:lnTo>
                <a:lnTo>
                  <a:pt x="137528" y="20320"/>
                </a:lnTo>
                <a:lnTo>
                  <a:pt x="140385" y="24129"/>
                </a:lnTo>
                <a:lnTo>
                  <a:pt x="143103" y="26670"/>
                </a:lnTo>
                <a:lnTo>
                  <a:pt x="145681" y="29210"/>
                </a:lnTo>
                <a:lnTo>
                  <a:pt x="147298" y="31750"/>
                </a:lnTo>
                <a:lnTo>
                  <a:pt x="131191" y="31750"/>
                </a:lnTo>
                <a:lnTo>
                  <a:pt x="131406" y="33020"/>
                </a:lnTo>
                <a:close/>
              </a:path>
              <a:path w="164465" h="163829">
                <a:moveTo>
                  <a:pt x="32854" y="33020"/>
                </a:moveTo>
                <a:lnTo>
                  <a:pt x="33070" y="31750"/>
                </a:lnTo>
                <a:lnTo>
                  <a:pt x="34169" y="31750"/>
                </a:lnTo>
                <a:lnTo>
                  <a:pt x="32854" y="33020"/>
                </a:lnTo>
                <a:close/>
              </a:path>
              <a:path w="164465" h="163829">
                <a:moveTo>
                  <a:pt x="133705" y="35560"/>
                </a:moveTo>
                <a:lnTo>
                  <a:pt x="131191" y="31750"/>
                </a:lnTo>
                <a:lnTo>
                  <a:pt x="147298" y="31750"/>
                </a:lnTo>
                <a:lnTo>
                  <a:pt x="148107" y="33020"/>
                </a:lnTo>
                <a:lnTo>
                  <a:pt x="149250" y="34289"/>
                </a:lnTo>
                <a:lnTo>
                  <a:pt x="133502" y="34289"/>
                </a:lnTo>
                <a:lnTo>
                  <a:pt x="133705" y="35560"/>
                </a:lnTo>
                <a:close/>
              </a:path>
              <a:path w="164465" h="163829">
                <a:moveTo>
                  <a:pt x="30556" y="35560"/>
                </a:moveTo>
                <a:lnTo>
                  <a:pt x="30759" y="34289"/>
                </a:lnTo>
                <a:lnTo>
                  <a:pt x="31394" y="34289"/>
                </a:lnTo>
                <a:lnTo>
                  <a:pt x="30556" y="35560"/>
                </a:lnTo>
                <a:close/>
              </a:path>
              <a:path w="164465" h="163829">
                <a:moveTo>
                  <a:pt x="135877" y="38100"/>
                </a:moveTo>
                <a:lnTo>
                  <a:pt x="133502" y="34289"/>
                </a:lnTo>
                <a:lnTo>
                  <a:pt x="149250" y="34289"/>
                </a:lnTo>
                <a:lnTo>
                  <a:pt x="150393" y="35560"/>
                </a:lnTo>
                <a:lnTo>
                  <a:pt x="151053" y="36829"/>
                </a:lnTo>
                <a:lnTo>
                  <a:pt x="135686" y="36829"/>
                </a:lnTo>
                <a:lnTo>
                  <a:pt x="135877" y="38100"/>
                </a:lnTo>
                <a:close/>
              </a:path>
              <a:path w="164465" h="163829">
                <a:moveTo>
                  <a:pt x="28371" y="38100"/>
                </a:moveTo>
                <a:lnTo>
                  <a:pt x="28562" y="36829"/>
                </a:lnTo>
                <a:lnTo>
                  <a:pt x="29167" y="36829"/>
                </a:lnTo>
                <a:lnTo>
                  <a:pt x="28371" y="38100"/>
                </a:lnTo>
                <a:close/>
              </a:path>
              <a:path w="164465" h="163829">
                <a:moveTo>
                  <a:pt x="137947" y="40639"/>
                </a:moveTo>
                <a:lnTo>
                  <a:pt x="135686" y="36829"/>
                </a:lnTo>
                <a:lnTo>
                  <a:pt x="151053" y="36829"/>
                </a:lnTo>
                <a:lnTo>
                  <a:pt x="152374" y="39370"/>
                </a:lnTo>
                <a:lnTo>
                  <a:pt x="137756" y="39370"/>
                </a:lnTo>
                <a:lnTo>
                  <a:pt x="137947" y="40639"/>
                </a:lnTo>
                <a:close/>
              </a:path>
              <a:path w="164465" h="163829">
                <a:moveTo>
                  <a:pt x="26314" y="40639"/>
                </a:moveTo>
                <a:lnTo>
                  <a:pt x="26492" y="39370"/>
                </a:lnTo>
                <a:lnTo>
                  <a:pt x="27063" y="39370"/>
                </a:lnTo>
                <a:lnTo>
                  <a:pt x="26314" y="40639"/>
                </a:lnTo>
                <a:close/>
              </a:path>
              <a:path w="164465" h="163829">
                <a:moveTo>
                  <a:pt x="144881" y="52070"/>
                </a:moveTo>
                <a:lnTo>
                  <a:pt x="143205" y="48260"/>
                </a:lnTo>
                <a:lnTo>
                  <a:pt x="143344" y="48260"/>
                </a:lnTo>
                <a:lnTo>
                  <a:pt x="141516" y="45720"/>
                </a:lnTo>
                <a:lnTo>
                  <a:pt x="141681" y="45720"/>
                </a:lnTo>
                <a:lnTo>
                  <a:pt x="139700" y="43179"/>
                </a:lnTo>
                <a:lnTo>
                  <a:pt x="139877" y="43179"/>
                </a:lnTo>
                <a:lnTo>
                  <a:pt x="137756" y="39370"/>
                </a:lnTo>
                <a:lnTo>
                  <a:pt x="152374" y="39370"/>
                </a:lnTo>
                <a:lnTo>
                  <a:pt x="154508" y="41910"/>
                </a:lnTo>
                <a:lnTo>
                  <a:pt x="156184" y="45720"/>
                </a:lnTo>
                <a:lnTo>
                  <a:pt x="157949" y="49529"/>
                </a:lnTo>
                <a:lnTo>
                  <a:pt x="158440" y="50800"/>
                </a:lnTo>
                <a:lnTo>
                  <a:pt x="144741" y="50800"/>
                </a:lnTo>
                <a:lnTo>
                  <a:pt x="144881" y="52070"/>
                </a:lnTo>
                <a:close/>
              </a:path>
              <a:path w="164465" h="163829">
                <a:moveTo>
                  <a:pt x="19380" y="52070"/>
                </a:moveTo>
                <a:lnTo>
                  <a:pt x="19519" y="50800"/>
                </a:lnTo>
                <a:lnTo>
                  <a:pt x="19939" y="50800"/>
                </a:lnTo>
                <a:lnTo>
                  <a:pt x="19380" y="52070"/>
                </a:lnTo>
                <a:close/>
              </a:path>
              <a:path w="164465" h="163829">
                <a:moveTo>
                  <a:pt x="147497" y="58420"/>
                </a:moveTo>
                <a:lnTo>
                  <a:pt x="146138" y="54610"/>
                </a:lnTo>
                <a:lnTo>
                  <a:pt x="144741" y="50800"/>
                </a:lnTo>
                <a:lnTo>
                  <a:pt x="158440" y="50800"/>
                </a:lnTo>
                <a:lnTo>
                  <a:pt x="159423" y="53339"/>
                </a:lnTo>
                <a:lnTo>
                  <a:pt x="160705" y="57150"/>
                </a:lnTo>
                <a:lnTo>
                  <a:pt x="147396" y="57150"/>
                </a:lnTo>
                <a:lnTo>
                  <a:pt x="147497" y="58420"/>
                </a:lnTo>
                <a:close/>
              </a:path>
              <a:path w="164465" h="163829">
                <a:moveTo>
                  <a:pt x="16751" y="58420"/>
                </a:moveTo>
                <a:lnTo>
                  <a:pt x="16865" y="57150"/>
                </a:lnTo>
                <a:lnTo>
                  <a:pt x="17204" y="57150"/>
                </a:lnTo>
                <a:lnTo>
                  <a:pt x="16751" y="58420"/>
                </a:lnTo>
                <a:close/>
              </a:path>
              <a:path w="164465" h="163829">
                <a:moveTo>
                  <a:pt x="149517" y="64770"/>
                </a:moveTo>
                <a:lnTo>
                  <a:pt x="148488" y="60960"/>
                </a:lnTo>
                <a:lnTo>
                  <a:pt x="147396" y="57150"/>
                </a:lnTo>
                <a:lnTo>
                  <a:pt x="160705" y="57150"/>
                </a:lnTo>
                <a:lnTo>
                  <a:pt x="161810" y="60960"/>
                </a:lnTo>
                <a:lnTo>
                  <a:pt x="162420" y="63500"/>
                </a:lnTo>
                <a:lnTo>
                  <a:pt x="149428" y="63500"/>
                </a:lnTo>
                <a:lnTo>
                  <a:pt x="149517" y="64770"/>
                </a:lnTo>
                <a:close/>
              </a:path>
              <a:path w="164465" h="163829">
                <a:moveTo>
                  <a:pt x="14744" y="64770"/>
                </a:moveTo>
                <a:lnTo>
                  <a:pt x="14820" y="63500"/>
                </a:lnTo>
                <a:lnTo>
                  <a:pt x="15083" y="63500"/>
                </a:lnTo>
                <a:lnTo>
                  <a:pt x="14744" y="64770"/>
                </a:lnTo>
                <a:close/>
              </a:path>
              <a:path w="164465" h="163829">
                <a:moveTo>
                  <a:pt x="163563" y="92710"/>
                </a:moveTo>
                <a:lnTo>
                  <a:pt x="150837" y="92710"/>
                </a:lnTo>
                <a:lnTo>
                  <a:pt x="151320" y="88900"/>
                </a:lnTo>
                <a:lnTo>
                  <a:pt x="151574" y="85089"/>
                </a:lnTo>
                <a:lnTo>
                  <a:pt x="151561" y="77470"/>
                </a:lnTo>
                <a:lnTo>
                  <a:pt x="151282" y="74929"/>
                </a:lnTo>
                <a:lnTo>
                  <a:pt x="150837" y="71120"/>
                </a:lnTo>
                <a:lnTo>
                  <a:pt x="150215" y="67310"/>
                </a:lnTo>
                <a:lnTo>
                  <a:pt x="149428" y="63500"/>
                </a:lnTo>
                <a:lnTo>
                  <a:pt x="162420" y="63500"/>
                </a:lnTo>
                <a:lnTo>
                  <a:pt x="162725" y="64770"/>
                </a:lnTo>
                <a:lnTo>
                  <a:pt x="163436" y="69850"/>
                </a:lnTo>
                <a:lnTo>
                  <a:pt x="163918" y="73660"/>
                </a:lnTo>
                <a:lnTo>
                  <a:pt x="164261" y="77470"/>
                </a:lnTo>
                <a:lnTo>
                  <a:pt x="164249" y="86360"/>
                </a:lnTo>
                <a:lnTo>
                  <a:pt x="163918" y="90170"/>
                </a:lnTo>
                <a:lnTo>
                  <a:pt x="163563" y="92710"/>
                </a:lnTo>
                <a:close/>
              </a:path>
              <a:path w="164465" h="163829">
                <a:moveTo>
                  <a:pt x="12674" y="78739"/>
                </a:moveTo>
                <a:lnTo>
                  <a:pt x="12687" y="77470"/>
                </a:lnTo>
                <a:lnTo>
                  <a:pt x="12674" y="78739"/>
                </a:lnTo>
                <a:close/>
              </a:path>
              <a:path w="164465" h="163829">
                <a:moveTo>
                  <a:pt x="151574" y="78739"/>
                </a:moveTo>
                <a:lnTo>
                  <a:pt x="151477" y="77470"/>
                </a:lnTo>
                <a:lnTo>
                  <a:pt x="151574" y="78739"/>
                </a:lnTo>
                <a:close/>
              </a:path>
              <a:path w="164465" h="163829">
                <a:moveTo>
                  <a:pt x="13593" y="92710"/>
                </a:moveTo>
                <a:lnTo>
                  <a:pt x="13423" y="92710"/>
                </a:lnTo>
                <a:lnTo>
                  <a:pt x="13373" y="91439"/>
                </a:lnTo>
                <a:lnTo>
                  <a:pt x="13593" y="92710"/>
                </a:lnTo>
                <a:close/>
              </a:path>
              <a:path w="164465" h="163829">
                <a:moveTo>
                  <a:pt x="161734" y="102870"/>
                </a:moveTo>
                <a:lnTo>
                  <a:pt x="148488" y="102870"/>
                </a:lnTo>
                <a:lnTo>
                  <a:pt x="149517" y="99060"/>
                </a:lnTo>
                <a:lnTo>
                  <a:pt x="150279" y="95250"/>
                </a:lnTo>
                <a:lnTo>
                  <a:pt x="150888" y="91439"/>
                </a:lnTo>
                <a:lnTo>
                  <a:pt x="150837" y="92710"/>
                </a:lnTo>
                <a:lnTo>
                  <a:pt x="163563" y="92710"/>
                </a:lnTo>
                <a:lnTo>
                  <a:pt x="163385" y="93979"/>
                </a:lnTo>
                <a:lnTo>
                  <a:pt x="162661" y="97789"/>
                </a:lnTo>
                <a:lnTo>
                  <a:pt x="161734" y="102870"/>
                </a:lnTo>
                <a:close/>
              </a:path>
              <a:path w="164465" h="163829">
                <a:moveTo>
                  <a:pt x="16069" y="102870"/>
                </a:moveTo>
                <a:lnTo>
                  <a:pt x="15760" y="102870"/>
                </a:lnTo>
                <a:lnTo>
                  <a:pt x="15671" y="101600"/>
                </a:lnTo>
                <a:lnTo>
                  <a:pt x="16069" y="102870"/>
                </a:lnTo>
                <a:close/>
              </a:path>
              <a:path w="164465" h="163829">
                <a:moveTo>
                  <a:pt x="159423" y="109220"/>
                </a:moveTo>
                <a:lnTo>
                  <a:pt x="146138" y="109220"/>
                </a:lnTo>
                <a:lnTo>
                  <a:pt x="147497" y="105410"/>
                </a:lnTo>
                <a:lnTo>
                  <a:pt x="148590" y="101600"/>
                </a:lnTo>
                <a:lnTo>
                  <a:pt x="148488" y="102870"/>
                </a:lnTo>
                <a:lnTo>
                  <a:pt x="161734" y="102870"/>
                </a:lnTo>
                <a:lnTo>
                  <a:pt x="160616" y="106679"/>
                </a:lnTo>
                <a:lnTo>
                  <a:pt x="159423" y="109220"/>
                </a:lnTo>
                <a:close/>
              </a:path>
              <a:path w="164465" h="163829">
                <a:moveTo>
                  <a:pt x="18503" y="109220"/>
                </a:moveTo>
                <a:lnTo>
                  <a:pt x="18110" y="109220"/>
                </a:lnTo>
                <a:lnTo>
                  <a:pt x="17995" y="107950"/>
                </a:lnTo>
                <a:lnTo>
                  <a:pt x="18503" y="109220"/>
                </a:lnTo>
                <a:close/>
              </a:path>
              <a:path w="164465" h="163829">
                <a:moveTo>
                  <a:pt x="144183" y="135889"/>
                </a:moveTo>
                <a:lnTo>
                  <a:pt x="126238" y="135889"/>
                </a:lnTo>
                <a:lnTo>
                  <a:pt x="128993" y="133350"/>
                </a:lnTo>
                <a:lnTo>
                  <a:pt x="128765" y="133350"/>
                </a:lnTo>
                <a:lnTo>
                  <a:pt x="131406" y="130810"/>
                </a:lnTo>
                <a:lnTo>
                  <a:pt x="131191" y="130810"/>
                </a:lnTo>
                <a:lnTo>
                  <a:pt x="133705" y="128270"/>
                </a:lnTo>
                <a:lnTo>
                  <a:pt x="133502" y="128270"/>
                </a:lnTo>
                <a:lnTo>
                  <a:pt x="135877" y="125729"/>
                </a:lnTo>
                <a:lnTo>
                  <a:pt x="135686" y="125729"/>
                </a:lnTo>
                <a:lnTo>
                  <a:pt x="137947" y="123189"/>
                </a:lnTo>
                <a:lnTo>
                  <a:pt x="137756" y="123189"/>
                </a:lnTo>
                <a:lnTo>
                  <a:pt x="139877" y="120650"/>
                </a:lnTo>
                <a:lnTo>
                  <a:pt x="139700" y="120650"/>
                </a:lnTo>
                <a:lnTo>
                  <a:pt x="141681" y="118110"/>
                </a:lnTo>
                <a:lnTo>
                  <a:pt x="141516" y="118110"/>
                </a:lnTo>
                <a:lnTo>
                  <a:pt x="143344" y="114300"/>
                </a:lnTo>
                <a:lnTo>
                  <a:pt x="143205" y="114300"/>
                </a:lnTo>
                <a:lnTo>
                  <a:pt x="144881" y="111760"/>
                </a:lnTo>
                <a:lnTo>
                  <a:pt x="144741" y="111760"/>
                </a:lnTo>
                <a:lnTo>
                  <a:pt x="146265" y="107950"/>
                </a:lnTo>
                <a:lnTo>
                  <a:pt x="146138" y="109220"/>
                </a:lnTo>
                <a:lnTo>
                  <a:pt x="159423" y="109220"/>
                </a:lnTo>
                <a:lnTo>
                  <a:pt x="157835" y="114300"/>
                </a:lnTo>
                <a:lnTo>
                  <a:pt x="156184" y="116839"/>
                </a:lnTo>
                <a:lnTo>
                  <a:pt x="154508" y="120650"/>
                </a:lnTo>
                <a:lnTo>
                  <a:pt x="150228" y="128270"/>
                </a:lnTo>
                <a:lnTo>
                  <a:pt x="147929" y="130810"/>
                </a:lnTo>
                <a:lnTo>
                  <a:pt x="145478" y="134620"/>
                </a:lnTo>
                <a:lnTo>
                  <a:pt x="144183" y="135889"/>
                </a:lnTo>
                <a:close/>
              </a:path>
              <a:path w="164465" h="163829">
                <a:moveTo>
                  <a:pt x="39217" y="135889"/>
                </a:moveTo>
                <a:lnTo>
                  <a:pt x="38011" y="135889"/>
                </a:lnTo>
                <a:lnTo>
                  <a:pt x="37782" y="134620"/>
                </a:lnTo>
                <a:lnTo>
                  <a:pt x="39217" y="135889"/>
                </a:lnTo>
                <a:close/>
              </a:path>
              <a:path w="164465" h="163829">
                <a:moveTo>
                  <a:pt x="126307" y="151129"/>
                </a:moveTo>
                <a:lnTo>
                  <a:pt x="89090" y="151129"/>
                </a:lnTo>
                <a:lnTo>
                  <a:pt x="92887" y="149860"/>
                </a:lnTo>
                <a:lnTo>
                  <a:pt x="95986" y="149860"/>
                </a:lnTo>
                <a:lnTo>
                  <a:pt x="99669" y="148589"/>
                </a:lnTo>
                <a:lnTo>
                  <a:pt x="102654" y="148589"/>
                </a:lnTo>
                <a:lnTo>
                  <a:pt x="106184" y="147320"/>
                </a:lnTo>
                <a:lnTo>
                  <a:pt x="105892" y="147320"/>
                </a:lnTo>
                <a:lnTo>
                  <a:pt x="109334" y="146050"/>
                </a:lnTo>
                <a:lnTo>
                  <a:pt x="109054" y="146050"/>
                </a:lnTo>
                <a:lnTo>
                  <a:pt x="112407" y="144779"/>
                </a:lnTo>
                <a:lnTo>
                  <a:pt x="112128" y="144779"/>
                </a:lnTo>
                <a:lnTo>
                  <a:pt x="115404" y="142239"/>
                </a:lnTo>
                <a:lnTo>
                  <a:pt x="115138" y="142239"/>
                </a:lnTo>
                <a:lnTo>
                  <a:pt x="118313" y="140970"/>
                </a:lnTo>
                <a:lnTo>
                  <a:pt x="118046" y="140970"/>
                </a:lnTo>
                <a:lnTo>
                  <a:pt x="121132" y="139700"/>
                </a:lnTo>
                <a:lnTo>
                  <a:pt x="120878" y="139700"/>
                </a:lnTo>
                <a:lnTo>
                  <a:pt x="123850" y="137160"/>
                </a:lnTo>
                <a:lnTo>
                  <a:pt x="123609" y="137160"/>
                </a:lnTo>
                <a:lnTo>
                  <a:pt x="126466" y="134620"/>
                </a:lnTo>
                <a:lnTo>
                  <a:pt x="126238" y="135889"/>
                </a:lnTo>
                <a:lnTo>
                  <a:pt x="144183" y="135889"/>
                </a:lnTo>
                <a:lnTo>
                  <a:pt x="142887" y="137160"/>
                </a:lnTo>
                <a:lnTo>
                  <a:pt x="140385" y="139700"/>
                </a:lnTo>
                <a:lnTo>
                  <a:pt x="137312" y="142239"/>
                </a:lnTo>
                <a:lnTo>
                  <a:pt x="134556" y="144779"/>
                </a:lnTo>
                <a:lnTo>
                  <a:pt x="131457" y="147320"/>
                </a:lnTo>
                <a:lnTo>
                  <a:pt x="127977" y="149860"/>
                </a:lnTo>
                <a:lnTo>
                  <a:pt x="126307" y="151129"/>
                </a:lnTo>
                <a:close/>
              </a:path>
              <a:path w="164465" h="163829">
                <a:moveTo>
                  <a:pt x="64897" y="148589"/>
                </a:moveTo>
                <a:lnTo>
                  <a:pt x="61595" y="148589"/>
                </a:lnTo>
                <a:lnTo>
                  <a:pt x="61302" y="147320"/>
                </a:lnTo>
                <a:lnTo>
                  <a:pt x="64897" y="148589"/>
                </a:lnTo>
                <a:close/>
              </a:path>
              <a:path w="164465" h="163829">
                <a:moveTo>
                  <a:pt x="102654" y="148589"/>
                </a:moveTo>
                <a:lnTo>
                  <a:pt x="99352" y="148589"/>
                </a:lnTo>
                <a:lnTo>
                  <a:pt x="102958" y="147320"/>
                </a:lnTo>
                <a:lnTo>
                  <a:pt x="102654" y="148589"/>
                </a:lnTo>
                <a:close/>
              </a:path>
              <a:path w="164465" h="163829">
                <a:moveTo>
                  <a:pt x="90690" y="163829"/>
                </a:moveTo>
                <a:lnTo>
                  <a:pt x="73571" y="163829"/>
                </a:lnTo>
                <a:lnTo>
                  <a:pt x="69456" y="162560"/>
                </a:lnTo>
                <a:lnTo>
                  <a:pt x="94488" y="162560"/>
                </a:lnTo>
                <a:lnTo>
                  <a:pt x="90690" y="163829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8282165" y="5219115"/>
            <a:ext cx="114935" cy="0"/>
          </a:xfrm>
          <a:custGeom>
            <a:avLst/>
            <a:gdLst/>
            <a:ahLst/>
            <a:cxnLst/>
            <a:rect l="l" t="t" r="r" b="b"/>
            <a:pathLst>
              <a:path w="114934" h="0">
                <a:moveTo>
                  <a:pt x="0" y="0"/>
                </a:moveTo>
                <a:lnTo>
                  <a:pt x="114566" y="0"/>
                </a:lnTo>
              </a:path>
            </a:pathLst>
          </a:custGeom>
          <a:ln w="12700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6876275" y="3496424"/>
            <a:ext cx="472935" cy="343293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7184937" y="4227664"/>
            <a:ext cx="75169" cy="73621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7658506" y="3304514"/>
            <a:ext cx="75170" cy="73621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7658507" y="3766096"/>
            <a:ext cx="75169" cy="73621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7658507" y="4227664"/>
            <a:ext cx="75169" cy="73621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7658510" y="4689233"/>
            <a:ext cx="75166" cy="73533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8132077" y="2937344"/>
            <a:ext cx="303110" cy="461797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8132078" y="3766096"/>
            <a:ext cx="75169" cy="73621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8132078" y="4227664"/>
            <a:ext cx="75169" cy="73621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8132081" y="4689233"/>
            <a:ext cx="75166" cy="73533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8605648" y="3766096"/>
            <a:ext cx="75169" cy="73621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8605648" y="4138904"/>
            <a:ext cx="465034" cy="162382"/>
          </a:xfrm>
          <a:prstGeom prst="rect">
            <a:avLst/>
          </a:prstGeom>
          <a:blipFill>
            <a:blip r:embed="rId1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 txBox="1"/>
          <p:nvPr/>
        </p:nvSpPr>
        <p:spPr>
          <a:xfrm>
            <a:off x="7630604" y="3461689"/>
            <a:ext cx="16510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i="1">
                <a:latin typeface="Times New Roman"/>
                <a:cs typeface="Times New Roman"/>
              </a:rPr>
              <a:t>B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8252231" y="5132539"/>
            <a:ext cx="164465" cy="163830"/>
          </a:xfrm>
          <a:custGeom>
            <a:avLst/>
            <a:gdLst/>
            <a:ahLst/>
            <a:cxnLst/>
            <a:rect l="l" t="t" r="r" b="b"/>
            <a:pathLst>
              <a:path w="164465" h="163829">
                <a:moveTo>
                  <a:pt x="102831" y="2539"/>
                </a:moveTo>
                <a:lnTo>
                  <a:pt x="61747" y="2539"/>
                </a:lnTo>
                <a:lnTo>
                  <a:pt x="69773" y="0"/>
                </a:lnTo>
                <a:lnTo>
                  <a:pt x="94805" y="0"/>
                </a:lnTo>
                <a:lnTo>
                  <a:pt x="102831" y="2539"/>
                </a:lnTo>
                <a:close/>
              </a:path>
              <a:path w="164465" h="163829">
                <a:moveTo>
                  <a:pt x="98539" y="162560"/>
                </a:moveTo>
                <a:lnTo>
                  <a:pt x="65417" y="162560"/>
                </a:lnTo>
                <a:lnTo>
                  <a:pt x="61747" y="161289"/>
                </a:lnTo>
                <a:lnTo>
                  <a:pt x="57530" y="160020"/>
                </a:lnTo>
                <a:lnTo>
                  <a:pt x="53708" y="158750"/>
                </a:lnTo>
                <a:lnTo>
                  <a:pt x="46342" y="156210"/>
                </a:lnTo>
                <a:lnTo>
                  <a:pt x="42799" y="153670"/>
                </a:lnTo>
                <a:lnTo>
                  <a:pt x="39357" y="152400"/>
                </a:lnTo>
                <a:lnTo>
                  <a:pt x="13868" y="127000"/>
                </a:lnTo>
                <a:lnTo>
                  <a:pt x="11887" y="124460"/>
                </a:lnTo>
                <a:lnTo>
                  <a:pt x="9753" y="120650"/>
                </a:lnTo>
                <a:lnTo>
                  <a:pt x="8077" y="116839"/>
                </a:lnTo>
                <a:lnTo>
                  <a:pt x="6311" y="113029"/>
                </a:lnTo>
                <a:lnTo>
                  <a:pt x="0" y="77470"/>
                </a:lnTo>
                <a:lnTo>
                  <a:pt x="342" y="73660"/>
                </a:lnTo>
                <a:lnTo>
                  <a:pt x="11887" y="39370"/>
                </a:lnTo>
                <a:lnTo>
                  <a:pt x="14033" y="35560"/>
                </a:lnTo>
                <a:lnTo>
                  <a:pt x="16332" y="31750"/>
                </a:lnTo>
                <a:lnTo>
                  <a:pt x="18783" y="29210"/>
                </a:lnTo>
                <a:lnTo>
                  <a:pt x="21374" y="26670"/>
                </a:lnTo>
                <a:lnTo>
                  <a:pt x="24091" y="22860"/>
                </a:lnTo>
                <a:lnTo>
                  <a:pt x="26949" y="20320"/>
                </a:lnTo>
                <a:lnTo>
                  <a:pt x="29705" y="17779"/>
                </a:lnTo>
                <a:lnTo>
                  <a:pt x="32804" y="15239"/>
                </a:lnTo>
                <a:lnTo>
                  <a:pt x="36283" y="12700"/>
                </a:lnTo>
                <a:lnTo>
                  <a:pt x="39624" y="11429"/>
                </a:lnTo>
                <a:lnTo>
                  <a:pt x="43065" y="8889"/>
                </a:lnTo>
                <a:lnTo>
                  <a:pt x="50266" y="6350"/>
                </a:lnTo>
                <a:lnTo>
                  <a:pt x="53708" y="3810"/>
                </a:lnTo>
                <a:lnTo>
                  <a:pt x="57835" y="2539"/>
                </a:lnTo>
                <a:lnTo>
                  <a:pt x="106438" y="2539"/>
                </a:lnTo>
                <a:lnTo>
                  <a:pt x="110553" y="3810"/>
                </a:lnTo>
                <a:lnTo>
                  <a:pt x="114287" y="6350"/>
                </a:lnTo>
                <a:lnTo>
                  <a:pt x="121475" y="8889"/>
                </a:lnTo>
                <a:lnTo>
                  <a:pt x="124650" y="11429"/>
                </a:lnTo>
                <a:lnTo>
                  <a:pt x="81978" y="11429"/>
                </a:lnTo>
                <a:lnTo>
                  <a:pt x="82136" y="11481"/>
                </a:lnTo>
                <a:lnTo>
                  <a:pt x="78384" y="12700"/>
                </a:lnTo>
                <a:lnTo>
                  <a:pt x="71691" y="12700"/>
                </a:lnTo>
                <a:lnTo>
                  <a:pt x="67957" y="13970"/>
                </a:lnTo>
                <a:lnTo>
                  <a:pt x="64909" y="13970"/>
                </a:lnTo>
                <a:lnTo>
                  <a:pt x="61302" y="15239"/>
                </a:lnTo>
                <a:lnTo>
                  <a:pt x="61607" y="15239"/>
                </a:lnTo>
                <a:lnTo>
                  <a:pt x="58077" y="16510"/>
                </a:lnTo>
                <a:lnTo>
                  <a:pt x="58369" y="16510"/>
                </a:lnTo>
                <a:lnTo>
                  <a:pt x="54927" y="17779"/>
                </a:lnTo>
                <a:lnTo>
                  <a:pt x="55219" y="17779"/>
                </a:lnTo>
                <a:lnTo>
                  <a:pt x="51854" y="19050"/>
                </a:lnTo>
                <a:lnTo>
                  <a:pt x="52133" y="19050"/>
                </a:lnTo>
                <a:lnTo>
                  <a:pt x="48856" y="20320"/>
                </a:lnTo>
                <a:lnTo>
                  <a:pt x="49136" y="20320"/>
                </a:lnTo>
                <a:lnTo>
                  <a:pt x="45948" y="21589"/>
                </a:lnTo>
                <a:lnTo>
                  <a:pt x="46215" y="21589"/>
                </a:lnTo>
                <a:lnTo>
                  <a:pt x="43129" y="24129"/>
                </a:lnTo>
                <a:lnTo>
                  <a:pt x="43383" y="24129"/>
                </a:lnTo>
                <a:lnTo>
                  <a:pt x="40411" y="25400"/>
                </a:lnTo>
                <a:lnTo>
                  <a:pt x="40652" y="25400"/>
                </a:lnTo>
                <a:lnTo>
                  <a:pt x="37795" y="27939"/>
                </a:lnTo>
                <a:lnTo>
                  <a:pt x="38023" y="27939"/>
                </a:lnTo>
                <a:lnTo>
                  <a:pt x="35267" y="30479"/>
                </a:lnTo>
                <a:lnTo>
                  <a:pt x="35496" y="30479"/>
                </a:lnTo>
                <a:lnTo>
                  <a:pt x="34175" y="31750"/>
                </a:lnTo>
                <a:lnTo>
                  <a:pt x="33070" y="31750"/>
                </a:lnTo>
                <a:lnTo>
                  <a:pt x="31394" y="34289"/>
                </a:lnTo>
                <a:lnTo>
                  <a:pt x="30759" y="34289"/>
                </a:lnTo>
                <a:lnTo>
                  <a:pt x="29176" y="36829"/>
                </a:lnTo>
                <a:lnTo>
                  <a:pt x="28575" y="36829"/>
                </a:lnTo>
                <a:lnTo>
                  <a:pt x="27067" y="39370"/>
                </a:lnTo>
                <a:lnTo>
                  <a:pt x="26504" y="39370"/>
                </a:lnTo>
                <a:lnTo>
                  <a:pt x="24383" y="43179"/>
                </a:lnTo>
                <a:lnTo>
                  <a:pt x="24561" y="43179"/>
                </a:lnTo>
                <a:lnTo>
                  <a:pt x="22580" y="45720"/>
                </a:lnTo>
                <a:lnTo>
                  <a:pt x="22745" y="45720"/>
                </a:lnTo>
                <a:lnTo>
                  <a:pt x="20916" y="48260"/>
                </a:lnTo>
                <a:lnTo>
                  <a:pt x="21056" y="48260"/>
                </a:lnTo>
                <a:lnTo>
                  <a:pt x="19947" y="50800"/>
                </a:lnTo>
                <a:lnTo>
                  <a:pt x="19519" y="50800"/>
                </a:lnTo>
                <a:lnTo>
                  <a:pt x="17995" y="54610"/>
                </a:lnTo>
                <a:lnTo>
                  <a:pt x="17216" y="57150"/>
                </a:lnTo>
                <a:lnTo>
                  <a:pt x="16865" y="57150"/>
                </a:lnTo>
                <a:lnTo>
                  <a:pt x="15684" y="60960"/>
                </a:lnTo>
                <a:lnTo>
                  <a:pt x="15087" y="63500"/>
                </a:lnTo>
                <a:lnTo>
                  <a:pt x="14833" y="63500"/>
                </a:lnTo>
                <a:lnTo>
                  <a:pt x="13982" y="67310"/>
                </a:lnTo>
                <a:lnTo>
                  <a:pt x="13373" y="71120"/>
                </a:lnTo>
                <a:lnTo>
                  <a:pt x="12941" y="74929"/>
                </a:lnTo>
                <a:lnTo>
                  <a:pt x="12784" y="77470"/>
                </a:lnTo>
                <a:lnTo>
                  <a:pt x="12687" y="85089"/>
                </a:lnTo>
                <a:lnTo>
                  <a:pt x="12979" y="88900"/>
                </a:lnTo>
                <a:lnTo>
                  <a:pt x="13423" y="92710"/>
                </a:lnTo>
                <a:lnTo>
                  <a:pt x="13597" y="92710"/>
                </a:lnTo>
                <a:lnTo>
                  <a:pt x="14046" y="95250"/>
                </a:lnTo>
                <a:lnTo>
                  <a:pt x="14833" y="99060"/>
                </a:lnTo>
                <a:lnTo>
                  <a:pt x="15773" y="102870"/>
                </a:lnTo>
                <a:lnTo>
                  <a:pt x="16078" y="102870"/>
                </a:lnTo>
                <a:lnTo>
                  <a:pt x="16865" y="105410"/>
                </a:lnTo>
                <a:lnTo>
                  <a:pt x="18122" y="109220"/>
                </a:lnTo>
                <a:lnTo>
                  <a:pt x="18503" y="109220"/>
                </a:lnTo>
                <a:lnTo>
                  <a:pt x="19519" y="111760"/>
                </a:lnTo>
                <a:lnTo>
                  <a:pt x="21056" y="114300"/>
                </a:lnTo>
                <a:lnTo>
                  <a:pt x="20916" y="114300"/>
                </a:lnTo>
                <a:lnTo>
                  <a:pt x="22745" y="118110"/>
                </a:lnTo>
                <a:lnTo>
                  <a:pt x="22580" y="118110"/>
                </a:lnTo>
                <a:lnTo>
                  <a:pt x="24561" y="120650"/>
                </a:lnTo>
                <a:lnTo>
                  <a:pt x="24383" y="120650"/>
                </a:lnTo>
                <a:lnTo>
                  <a:pt x="26504" y="123189"/>
                </a:lnTo>
                <a:lnTo>
                  <a:pt x="26314" y="123189"/>
                </a:lnTo>
                <a:lnTo>
                  <a:pt x="28575" y="125729"/>
                </a:lnTo>
                <a:lnTo>
                  <a:pt x="28384" y="125729"/>
                </a:lnTo>
                <a:lnTo>
                  <a:pt x="30759" y="128270"/>
                </a:lnTo>
                <a:lnTo>
                  <a:pt x="30556" y="128270"/>
                </a:lnTo>
                <a:lnTo>
                  <a:pt x="33070" y="130810"/>
                </a:lnTo>
                <a:lnTo>
                  <a:pt x="32854" y="130810"/>
                </a:lnTo>
                <a:lnTo>
                  <a:pt x="35496" y="133350"/>
                </a:lnTo>
                <a:lnTo>
                  <a:pt x="35267" y="133350"/>
                </a:lnTo>
                <a:lnTo>
                  <a:pt x="38023" y="135889"/>
                </a:lnTo>
                <a:lnTo>
                  <a:pt x="39223" y="135889"/>
                </a:lnTo>
                <a:lnTo>
                  <a:pt x="40652" y="137160"/>
                </a:lnTo>
                <a:lnTo>
                  <a:pt x="40411" y="137160"/>
                </a:lnTo>
                <a:lnTo>
                  <a:pt x="43383" y="139700"/>
                </a:lnTo>
                <a:lnTo>
                  <a:pt x="43129" y="139700"/>
                </a:lnTo>
                <a:lnTo>
                  <a:pt x="46215" y="140970"/>
                </a:lnTo>
                <a:lnTo>
                  <a:pt x="45948" y="140970"/>
                </a:lnTo>
                <a:lnTo>
                  <a:pt x="49136" y="142239"/>
                </a:lnTo>
                <a:lnTo>
                  <a:pt x="48856" y="142239"/>
                </a:lnTo>
                <a:lnTo>
                  <a:pt x="52133" y="144779"/>
                </a:lnTo>
                <a:lnTo>
                  <a:pt x="51854" y="144779"/>
                </a:lnTo>
                <a:lnTo>
                  <a:pt x="55219" y="146050"/>
                </a:lnTo>
                <a:lnTo>
                  <a:pt x="54927" y="146050"/>
                </a:lnTo>
                <a:lnTo>
                  <a:pt x="58369" y="147320"/>
                </a:lnTo>
                <a:lnTo>
                  <a:pt x="58077" y="147320"/>
                </a:lnTo>
                <a:lnTo>
                  <a:pt x="61607" y="148589"/>
                </a:lnTo>
                <a:lnTo>
                  <a:pt x="64592" y="148589"/>
                </a:lnTo>
                <a:lnTo>
                  <a:pt x="68275" y="149860"/>
                </a:lnTo>
                <a:lnTo>
                  <a:pt x="71374" y="149860"/>
                </a:lnTo>
                <a:lnTo>
                  <a:pt x="75171" y="151129"/>
                </a:lnTo>
                <a:lnTo>
                  <a:pt x="126320" y="151129"/>
                </a:lnTo>
                <a:lnTo>
                  <a:pt x="124650" y="152400"/>
                </a:lnTo>
                <a:lnTo>
                  <a:pt x="121475" y="153670"/>
                </a:lnTo>
                <a:lnTo>
                  <a:pt x="117652" y="156210"/>
                </a:lnTo>
                <a:lnTo>
                  <a:pt x="114287" y="157479"/>
                </a:lnTo>
                <a:lnTo>
                  <a:pt x="110261" y="158750"/>
                </a:lnTo>
                <a:lnTo>
                  <a:pt x="106438" y="160020"/>
                </a:lnTo>
                <a:lnTo>
                  <a:pt x="98539" y="162560"/>
                </a:lnTo>
                <a:close/>
              </a:path>
              <a:path w="164465" h="163829">
                <a:moveTo>
                  <a:pt x="82136" y="11481"/>
                </a:moveTo>
                <a:lnTo>
                  <a:pt x="81978" y="11429"/>
                </a:lnTo>
                <a:lnTo>
                  <a:pt x="82295" y="11429"/>
                </a:lnTo>
                <a:lnTo>
                  <a:pt x="82136" y="11481"/>
                </a:lnTo>
                <a:close/>
              </a:path>
              <a:path w="164465" h="163829">
                <a:moveTo>
                  <a:pt x="131406" y="33020"/>
                </a:moveTo>
                <a:lnTo>
                  <a:pt x="128777" y="30479"/>
                </a:lnTo>
                <a:lnTo>
                  <a:pt x="128993" y="30479"/>
                </a:lnTo>
                <a:lnTo>
                  <a:pt x="126250" y="27939"/>
                </a:lnTo>
                <a:lnTo>
                  <a:pt x="126479" y="27939"/>
                </a:lnTo>
                <a:lnTo>
                  <a:pt x="123609" y="25400"/>
                </a:lnTo>
                <a:lnTo>
                  <a:pt x="123850" y="25400"/>
                </a:lnTo>
                <a:lnTo>
                  <a:pt x="120878" y="24129"/>
                </a:lnTo>
                <a:lnTo>
                  <a:pt x="121132" y="24129"/>
                </a:lnTo>
                <a:lnTo>
                  <a:pt x="118059" y="21589"/>
                </a:lnTo>
                <a:lnTo>
                  <a:pt x="118313" y="21589"/>
                </a:lnTo>
                <a:lnTo>
                  <a:pt x="115138" y="20320"/>
                </a:lnTo>
                <a:lnTo>
                  <a:pt x="115404" y="20320"/>
                </a:lnTo>
                <a:lnTo>
                  <a:pt x="112140" y="19050"/>
                </a:lnTo>
                <a:lnTo>
                  <a:pt x="112420" y="19050"/>
                </a:lnTo>
                <a:lnTo>
                  <a:pt x="109054" y="17779"/>
                </a:lnTo>
                <a:lnTo>
                  <a:pt x="109347" y="17779"/>
                </a:lnTo>
                <a:lnTo>
                  <a:pt x="105892" y="16510"/>
                </a:lnTo>
                <a:lnTo>
                  <a:pt x="106184" y="16510"/>
                </a:lnTo>
                <a:lnTo>
                  <a:pt x="102666" y="15239"/>
                </a:lnTo>
                <a:lnTo>
                  <a:pt x="102958" y="15239"/>
                </a:lnTo>
                <a:lnTo>
                  <a:pt x="99364" y="13970"/>
                </a:lnTo>
                <a:lnTo>
                  <a:pt x="96316" y="13970"/>
                </a:lnTo>
                <a:lnTo>
                  <a:pt x="92570" y="12700"/>
                </a:lnTo>
                <a:lnTo>
                  <a:pt x="85877" y="12700"/>
                </a:lnTo>
                <a:lnTo>
                  <a:pt x="82136" y="11481"/>
                </a:lnTo>
                <a:lnTo>
                  <a:pt x="82295" y="11429"/>
                </a:lnTo>
                <a:lnTo>
                  <a:pt x="124650" y="11429"/>
                </a:lnTo>
                <a:lnTo>
                  <a:pt x="128244" y="13970"/>
                </a:lnTo>
                <a:lnTo>
                  <a:pt x="131457" y="15239"/>
                </a:lnTo>
                <a:lnTo>
                  <a:pt x="134556" y="17779"/>
                </a:lnTo>
                <a:lnTo>
                  <a:pt x="137540" y="20320"/>
                </a:lnTo>
                <a:lnTo>
                  <a:pt x="140385" y="24129"/>
                </a:lnTo>
                <a:lnTo>
                  <a:pt x="143103" y="26670"/>
                </a:lnTo>
                <a:lnTo>
                  <a:pt x="145681" y="29210"/>
                </a:lnTo>
                <a:lnTo>
                  <a:pt x="147307" y="31750"/>
                </a:lnTo>
                <a:lnTo>
                  <a:pt x="131190" y="31750"/>
                </a:lnTo>
                <a:lnTo>
                  <a:pt x="131406" y="33020"/>
                </a:lnTo>
                <a:close/>
              </a:path>
              <a:path w="164465" h="163829">
                <a:moveTo>
                  <a:pt x="32854" y="33020"/>
                </a:moveTo>
                <a:lnTo>
                  <a:pt x="33070" y="31750"/>
                </a:lnTo>
                <a:lnTo>
                  <a:pt x="34175" y="31750"/>
                </a:lnTo>
                <a:lnTo>
                  <a:pt x="32854" y="33020"/>
                </a:lnTo>
                <a:close/>
              </a:path>
              <a:path w="164465" h="163829">
                <a:moveTo>
                  <a:pt x="133705" y="35560"/>
                </a:moveTo>
                <a:lnTo>
                  <a:pt x="131190" y="31750"/>
                </a:lnTo>
                <a:lnTo>
                  <a:pt x="147307" y="31750"/>
                </a:lnTo>
                <a:lnTo>
                  <a:pt x="148120" y="33020"/>
                </a:lnTo>
                <a:lnTo>
                  <a:pt x="149263" y="34289"/>
                </a:lnTo>
                <a:lnTo>
                  <a:pt x="133502" y="34289"/>
                </a:lnTo>
                <a:lnTo>
                  <a:pt x="133705" y="35560"/>
                </a:lnTo>
                <a:close/>
              </a:path>
              <a:path w="164465" h="163829">
                <a:moveTo>
                  <a:pt x="30556" y="35560"/>
                </a:moveTo>
                <a:lnTo>
                  <a:pt x="30759" y="34289"/>
                </a:lnTo>
                <a:lnTo>
                  <a:pt x="31394" y="34289"/>
                </a:lnTo>
                <a:lnTo>
                  <a:pt x="30556" y="35560"/>
                </a:lnTo>
                <a:close/>
              </a:path>
              <a:path w="164465" h="163829">
                <a:moveTo>
                  <a:pt x="135889" y="38100"/>
                </a:moveTo>
                <a:lnTo>
                  <a:pt x="133502" y="34289"/>
                </a:lnTo>
                <a:lnTo>
                  <a:pt x="149263" y="34289"/>
                </a:lnTo>
                <a:lnTo>
                  <a:pt x="150406" y="35560"/>
                </a:lnTo>
                <a:lnTo>
                  <a:pt x="151117" y="36829"/>
                </a:lnTo>
                <a:lnTo>
                  <a:pt x="135699" y="36829"/>
                </a:lnTo>
                <a:lnTo>
                  <a:pt x="135889" y="38100"/>
                </a:lnTo>
                <a:close/>
              </a:path>
              <a:path w="164465" h="163829">
                <a:moveTo>
                  <a:pt x="28384" y="38100"/>
                </a:moveTo>
                <a:lnTo>
                  <a:pt x="28575" y="36829"/>
                </a:lnTo>
                <a:lnTo>
                  <a:pt x="29176" y="36829"/>
                </a:lnTo>
                <a:lnTo>
                  <a:pt x="28384" y="38100"/>
                </a:lnTo>
                <a:close/>
              </a:path>
              <a:path w="164465" h="163829">
                <a:moveTo>
                  <a:pt x="137947" y="40639"/>
                </a:moveTo>
                <a:lnTo>
                  <a:pt x="135699" y="36829"/>
                </a:lnTo>
                <a:lnTo>
                  <a:pt x="151117" y="36829"/>
                </a:lnTo>
                <a:lnTo>
                  <a:pt x="152539" y="39370"/>
                </a:lnTo>
                <a:lnTo>
                  <a:pt x="137769" y="39370"/>
                </a:lnTo>
                <a:lnTo>
                  <a:pt x="137947" y="40639"/>
                </a:lnTo>
                <a:close/>
              </a:path>
              <a:path w="164465" h="163829">
                <a:moveTo>
                  <a:pt x="26314" y="40639"/>
                </a:moveTo>
                <a:lnTo>
                  <a:pt x="26504" y="39370"/>
                </a:lnTo>
                <a:lnTo>
                  <a:pt x="27067" y="39370"/>
                </a:lnTo>
                <a:lnTo>
                  <a:pt x="26314" y="40639"/>
                </a:lnTo>
                <a:close/>
              </a:path>
              <a:path w="164465" h="163829">
                <a:moveTo>
                  <a:pt x="144881" y="52070"/>
                </a:moveTo>
                <a:lnTo>
                  <a:pt x="143205" y="48260"/>
                </a:lnTo>
                <a:lnTo>
                  <a:pt x="143357" y="48260"/>
                </a:lnTo>
                <a:lnTo>
                  <a:pt x="141528" y="45720"/>
                </a:lnTo>
                <a:lnTo>
                  <a:pt x="141681" y="45720"/>
                </a:lnTo>
                <a:lnTo>
                  <a:pt x="139712" y="43179"/>
                </a:lnTo>
                <a:lnTo>
                  <a:pt x="139877" y="43179"/>
                </a:lnTo>
                <a:lnTo>
                  <a:pt x="137769" y="39370"/>
                </a:lnTo>
                <a:lnTo>
                  <a:pt x="152539" y="39370"/>
                </a:lnTo>
                <a:lnTo>
                  <a:pt x="154368" y="41910"/>
                </a:lnTo>
                <a:lnTo>
                  <a:pt x="156324" y="45720"/>
                </a:lnTo>
                <a:lnTo>
                  <a:pt x="157962" y="49529"/>
                </a:lnTo>
                <a:lnTo>
                  <a:pt x="158449" y="50800"/>
                </a:lnTo>
                <a:lnTo>
                  <a:pt x="144754" y="50800"/>
                </a:lnTo>
                <a:lnTo>
                  <a:pt x="144881" y="52070"/>
                </a:lnTo>
                <a:close/>
              </a:path>
              <a:path w="164465" h="163829">
                <a:moveTo>
                  <a:pt x="19392" y="52070"/>
                </a:moveTo>
                <a:lnTo>
                  <a:pt x="19519" y="50800"/>
                </a:lnTo>
                <a:lnTo>
                  <a:pt x="19947" y="50800"/>
                </a:lnTo>
                <a:lnTo>
                  <a:pt x="19392" y="52070"/>
                </a:lnTo>
                <a:close/>
              </a:path>
              <a:path w="164465" h="163829">
                <a:moveTo>
                  <a:pt x="147510" y="58420"/>
                </a:moveTo>
                <a:lnTo>
                  <a:pt x="146151" y="54610"/>
                </a:lnTo>
                <a:lnTo>
                  <a:pt x="144754" y="50800"/>
                </a:lnTo>
                <a:lnTo>
                  <a:pt x="158449" y="50800"/>
                </a:lnTo>
                <a:lnTo>
                  <a:pt x="159423" y="53339"/>
                </a:lnTo>
                <a:lnTo>
                  <a:pt x="160718" y="57150"/>
                </a:lnTo>
                <a:lnTo>
                  <a:pt x="147396" y="57150"/>
                </a:lnTo>
                <a:lnTo>
                  <a:pt x="147510" y="58420"/>
                </a:lnTo>
                <a:close/>
              </a:path>
              <a:path w="164465" h="163829">
                <a:moveTo>
                  <a:pt x="16763" y="58420"/>
                </a:moveTo>
                <a:lnTo>
                  <a:pt x="16865" y="57150"/>
                </a:lnTo>
                <a:lnTo>
                  <a:pt x="17216" y="57150"/>
                </a:lnTo>
                <a:lnTo>
                  <a:pt x="16763" y="58420"/>
                </a:lnTo>
                <a:close/>
              </a:path>
              <a:path w="164465" h="163829">
                <a:moveTo>
                  <a:pt x="149517" y="64770"/>
                </a:moveTo>
                <a:lnTo>
                  <a:pt x="148501" y="60960"/>
                </a:lnTo>
                <a:lnTo>
                  <a:pt x="147396" y="57150"/>
                </a:lnTo>
                <a:lnTo>
                  <a:pt x="160718" y="57150"/>
                </a:lnTo>
                <a:lnTo>
                  <a:pt x="161810" y="60960"/>
                </a:lnTo>
                <a:lnTo>
                  <a:pt x="162420" y="63500"/>
                </a:lnTo>
                <a:lnTo>
                  <a:pt x="149440" y="63500"/>
                </a:lnTo>
                <a:lnTo>
                  <a:pt x="149517" y="64770"/>
                </a:lnTo>
                <a:close/>
              </a:path>
              <a:path w="164465" h="163829">
                <a:moveTo>
                  <a:pt x="14744" y="64770"/>
                </a:moveTo>
                <a:lnTo>
                  <a:pt x="14833" y="63500"/>
                </a:lnTo>
                <a:lnTo>
                  <a:pt x="15087" y="63500"/>
                </a:lnTo>
                <a:lnTo>
                  <a:pt x="14744" y="64770"/>
                </a:lnTo>
                <a:close/>
              </a:path>
              <a:path w="164465" h="163829">
                <a:moveTo>
                  <a:pt x="163571" y="92710"/>
                </a:moveTo>
                <a:lnTo>
                  <a:pt x="150837" y="92710"/>
                </a:lnTo>
                <a:lnTo>
                  <a:pt x="151320" y="88900"/>
                </a:lnTo>
                <a:lnTo>
                  <a:pt x="151587" y="85089"/>
                </a:lnTo>
                <a:lnTo>
                  <a:pt x="151574" y="77470"/>
                </a:lnTo>
                <a:lnTo>
                  <a:pt x="151295" y="74929"/>
                </a:lnTo>
                <a:lnTo>
                  <a:pt x="150837" y="71120"/>
                </a:lnTo>
                <a:lnTo>
                  <a:pt x="150228" y="67310"/>
                </a:lnTo>
                <a:lnTo>
                  <a:pt x="149440" y="63500"/>
                </a:lnTo>
                <a:lnTo>
                  <a:pt x="162420" y="63500"/>
                </a:lnTo>
                <a:lnTo>
                  <a:pt x="162725" y="64770"/>
                </a:lnTo>
                <a:lnTo>
                  <a:pt x="163398" y="68579"/>
                </a:lnTo>
                <a:lnTo>
                  <a:pt x="163956" y="73660"/>
                </a:lnTo>
                <a:lnTo>
                  <a:pt x="164261" y="77470"/>
                </a:lnTo>
                <a:lnTo>
                  <a:pt x="164249" y="86360"/>
                </a:lnTo>
                <a:lnTo>
                  <a:pt x="163918" y="90170"/>
                </a:lnTo>
                <a:lnTo>
                  <a:pt x="163571" y="92710"/>
                </a:lnTo>
                <a:close/>
              </a:path>
              <a:path w="164465" h="163829">
                <a:moveTo>
                  <a:pt x="12687" y="78739"/>
                </a:moveTo>
                <a:lnTo>
                  <a:pt x="12700" y="77470"/>
                </a:lnTo>
                <a:lnTo>
                  <a:pt x="12687" y="78739"/>
                </a:lnTo>
                <a:close/>
              </a:path>
              <a:path w="164465" h="163829">
                <a:moveTo>
                  <a:pt x="151587" y="78739"/>
                </a:moveTo>
                <a:lnTo>
                  <a:pt x="151489" y="77470"/>
                </a:lnTo>
                <a:lnTo>
                  <a:pt x="151587" y="78739"/>
                </a:lnTo>
                <a:close/>
              </a:path>
              <a:path w="164465" h="163829">
                <a:moveTo>
                  <a:pt x="13597" y="92710"/>
                </a:moveTo>
                <a:lnTo>
                  <a:pt x="13423" y="92710"/>
                </a:lnTo>
                <a:lnTo>
                  <a:pt x="13373" y="91439"/>
                </a:lnTo>
                <a:lnTo>
                  <a:pt x="13597" y="92710"/>
                </a:lnTo>
                <a:close/>
              </a:path>
              <a:path w="164465" h="163829">
                <a:moveTo>
                  <a:pt x="161734" y="102870"/>
                </a:moveTo>
                <a:lnTo>
                  <a:pt x="148501" y="102870"/>
                </a:lnTo>
                <a:lnTo>
                  <a:pt x="149517" y="99060"/>
                </a:lnTo>
                <a:lnTo>
                  <a:pt x="150291" y="95250"/>
                </a:lnTo>
                <a:lnTo>
                  <a:pt x="150888" y="91439"/>
                </a:lnTo>
                <a:lnTo>
                  <a:pt x="150837" y="92710"/>
                </a:lnTo>
                <a:lnTo>
                  <a:pt x="163571" y="92710"/>
                </a:lnTo>
                <a:lnTo>
                  <a:pt x="163398" y="93979"/>
                </a:lnTo>
                <a:lnTo>
                  <a:pt x="162661" y="97789"/>
                </a:lnTo>
                <a:lnTo>
                  <a:pt x="161734" y="102870"/>
                </a:lnTo>
                <a:close/>
              </a:path>
              <a:path w="164465" h="163829">
                <a:moveTo>
                  <a:pt x="16078" y="102870"/>
                </a:moveTo>
                <a:lnTo>
                  <a:pt x="15773" y="102870"/>
                </a:lnTo>
                <a:lnTo>
                  <a:pt x="15684" y="101600"/>
                </a:lnTo>
                <a:lnTo>
                  <a:pt x="16078" y="102870"/>
                </a:lnTo>
                <a:close/>
              </a:path>
              <a:path w="164465" h="163829">
                <a:moveTo>
                  <a:pt x="159670" y="109220"/>
                </a:moveTo>
                <a:lnTo>
                  <a:pt x="146151" y="109220"/>
                </a:lnTo>
                <a:lnTo>
                  <a:pt x="147510" y="105410"/>
                </a:lnTo>
                <a:lnTo>
                  <a:pt x="148589" y="101600"/>
                </a:lnTo>
                <a:lnTo>
                  <a:pt x="148501" y="102870"/>
                </a:lnTo>
                <a:lnTo>
                  <a:pt x="161734" y="102870"/>
                </a:lnTo>
                <a:lnTo>
                  <a:pt x="160718" y="105410"/>
                </a:lnTo>
                <a:lnTo>
                  <a:pt x="159670" y="109220"/>
                </a:lnTo>
                <a:close/>
              </a:path>
              <a:path w="164465" h="163829">
                <a:moveTo>
                  <a:pt x="18503" y="109220"/>
                </a:moveTo>
                <a:lnTo>
                  <a:pt x="18122" y="109220"/>
                </a:lnTo>
                <a:lnTo>
                  <a:pt x="17995" y="107950"/>
                </a:lnTo>
                <a:lnTo>
                  <a:pt x="18503" y="109220"/>
                </a:lnTo>
                <a:close/>
              </a:path>
              <a:path w="164465" h="163829">
                <a:moveTo>
                  <a:pt x="144195" y="135889"/>
                </a:moveTo>
                <a:lnTo>
                  <a:pt x="126250" y="135889"/>
                </a:lnTo>
                <a:lnTo>
                  <a:pt x="128993" y="133350"/>
                </a:lnTo>
                <a:lnTo>
                  <a:pt x="128777" y="133350"/>
                </a:lnTo>
                <a:lnTo>
                  <a:pt x="131406" y="130810"/>
                </a:lnTo>
                <a:lnTo>
                  <a:pt x="131190" y="130810"/>
                </a:lnTo>
                <a:lnTo>
                  <a:pt x="133705" y="128270"/>
                </a:lnTo>
                <a:lnTo>
                  <a:pt x="133502" y="128270"/>
                </a:lnTo>
                <a:lnTo>
                  <a:pt x="135889" y="125729"/>
                </a:lnTo>
                <a:lnTo>
                  <a:pt x="135699" y="125729"/>
                </a:lnTo>
                <a:lnTo>
                  <a:pt x="137947" y="123189"/>
                </a:lnTo>
                <a:lnTo>
                  <a:pt x="137769" y="123189"/>
                </a:lnTo>
                <a:lnTo>
                  <a:pt x="139877" y="120650"/>
                </a:lnTo>
                <a:lnTo>
                  <a:pt x="139712" y="120650"/>
                </a:lnTo>
                <a:lnTo>
                  <a:pt x="141681" y="118110"/>
                </a:lnTo>
                <a:lnTo>
                  <a:pt x="141528" y="118110"/>
                </a:lnTo>
                <a:lnTo>
                  <a:pt x="143357" y="114300"/>
                </a:lnTo>
                <a:lnTo>
                  <a:pt x="143205" y="114300"/>
                </a:lnTo>
                <a:lnTo>
                  <a:pt x="144881" y="111760"/>
                </a:lnTo>
                <a:lnTo>
                  <a:pt x="144754" y="111760"/>
                </a:lnTo>
                <a:lnTo>
                  <a:pt x="146265" y="107950"/>
                </a:lnTo>
                <a:lnTo>
                  <a:pt x="146151" y="109220"/>
                </a:lnTo>
                <a:lnTo>
                  <a:pt x="159670" y="109220"/>
                </a:lnTo>
                <a:lnTo>
                  <a:pt x="159321" y="110489"/>
                </a:lnTo>
                <a:lnTo>
                  <a:pt x="157962" y="113029"/>
                </a:lnTo>
                <a:lnTo>
                  <a:pt x="156184" y="116839"/>
                </a:lnTo>
                <a:lnTo>
                  <a:pt x="154368" y="120650"/>
                </a:lnTo>
                <a:lnTo>
                  <a:pt x="152374" y="124460"/>
                </a:lnTo>
                <a:lnTo>
                  <a:pt x="150228" y="128270"/>
                </a:lnTo>
                <a:lnTo>
                  <a:pt x="148120" y="130810"/>
                </a:lnTo>
                <a:lnTo>
                  <a:pt x="145491" y="134620"/>
                </a:lnTo>
                <a:lnTo>
                  <a:pt x="144195" y="135889"/>
                </a:lnTo>
                <a:close/>
              </a:path>
              <a:path w="164465" h="163829">
                <a:moveTo>
                  <a:pt x="39223" y="135889"/>
                </a:moveTo>
                <a:lnTo>
                  <a:pt x="38023" y="135889"/>
                </a:lnTo>
                <a:lnTo>
                  <a:pt x="37795" y="134620"/>
                </a:lnTo>
                <a:lnTo>
                  <a:pt x="39223" y="135889"/>
                </a:lnTo>
                <a:close/>
              </a:path>
              <a:path w="164465" h="163829">
                <a:moveTo>
                  <a:pt x="126320" y="151129"/>
                </a:moveTo>
                <a:lnTo>
                  <a:pt x="89090" y="151129"/>
                </a:lnTo>
                <a:lnTo>
                  <a:pt x="92887" y="149860"/>
                </a:lnTo>
                <a:lnTo>
                  <a:pt x="95999" y="149860"/>
                </a:lnTo>
                <a:lnTo>
                  <a:pt x="99669" y="148589"/>
                </a:lnTo>
                <a:lnTo>
                  <a:pt x="102666" y="148589"/>
                </a:lnTo>
                <a:lnTo>
                  <a:pt x="106184" y="147320"/>
                </a:lnTo>
                <a:lnTo>
                  <a:pt x="105892" y="147320"/>
                </a:lnTo>
                <a:lnTo>
                  <a:pt x="109347" y="146050"/>
                </a:lnTo>
                <a:lnTo>
                  <a:pt x="109054" y="146050"/>
                </a:lnTo>
                <a:lnTo>
                  <a:pt x="112420" y="144779"/>
                </a:lnTo>
                <a:lnTo>
                  <a:pt x="112140" y="144779"/>
                </a:lnTo>
                <a:lnTo>
                  <a:pt x="115404" y="142239"/>
                </a:lnTo>
                <a:lnTo>
                  <a:pt x="115138" y="142239"/>
                </a:lnTo>
                <a:lnTo>
                  <a:pt x="118313" y="140970"/>
                </a:lnTo>
                <a:lnTo>
                  <a:pt x="118059" y="140970"/>
                </a:lnTo>
                <a:lnTo>
                  <a:pt x="121132" y="139700"/>
                </a:lnTo>
                <a:lnTo>
                  <a:pt x="120878" y="139700"/>
                </a:lnTo>
                <a:lnTo>
                  <a:pt x="123850" y="137160"/>
                </a:lnTo>
                <a:lnTo>
                  <a:pt x="123609" y="137160"/>
                </a:lnTo>
                <a:lnTo>
                  <a:pt x="126479" y="134620"/>
                </a:lnTo>
                <a:lnTo>
                  <a:pt x="126250" y="135889"/>
                </a:lnTo>
                <a:lnTo>
                  <a:pt x="144195" y="135889"/>
                </a:lnTo>
                <a:lnTo>
                  <a:pt x="142900" y="137160"/>
                </a:lnTo>
                <a:lnTo>
                  <a:pt x="140385" y="139700"/>
                </a:lnTo>
                <a:lnTo>
                  <a:pt x="137312" y="142239"/>
                </a:lnTo>
                <a:lnTo>
                  <a:pt x="134327" y="144779"/>
                </a:lnTo>
                <a:lnTo>
                  <a:pt x="131216" y="147320"/>
                </a:lnTo>
                <a:lnTo>
                  <a:pt x="127990" y="149860"/>
                </a:lnTo>
                <a:lnTo>
                  <a:pt x="126320" y="151129"/>
                </a:lnTo>
                <a:close/>
              </a:path>
              <a:path w="164465" h="163829">
                <a:moveTo>
                  <a:pt x="64909" y="148589"/>
                </a:moveTo>
                <a:lnTo>
                  <a:pt x="61607" y="148589"/>
                </a:lnTo>
                <a:lnTo>
                  <a:pt x="61302" y="147320"/>
                </a:lnTo>
                <a:lnTo>
                  <a:pt x="64909" y="148589"/>
                </a:lnTo>
                <a:close/>
              </a:path>
              <a:path w="164465" h="163829">
                <a:moveTo>
                  <a:pt x="102666" y="148589"/>
                </a:moveTo>
                <a:lnTo>
                  <a:pt x="99364" y="148589"/>
                </a:lnTo>
                <a:lnTo>
                  <a:pt x="102958" y="147320"/>
                </a:lnTo>
                <a:lnTo>
                  <a:pt x="102666" y="148589"/>
                </a:lnTo>
                <a:close/>
              </a:path>
              <a:path w="164465" h="163829">
                <a:moveTo>
                  <a:pt x="90690" y="163829"/>
                </a:moveTo>
                <a:lnTo>
                  <a:pt x="73571" y="163829"/>
                </a:lnTo>
                <a:lnTo>
                  <a:pt x="69456" y="162560"/>
                </a:lnTo>
                <a:lnTo>
                  <a:pt x="94487" y="162560"/>
                </a:lnTo>
                <a:lnTo>
                  <a:pt x="90690" y="163829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8277986" y="5214772"/>
            <a:ext cx="114935" cy="0"/>
          </a:xfrm>
          <a:custGeom>
            <a:avLst/>
            <a:gdLst/>
            <a:ahLst/>
            <a:cxnLst/>
            <a:rect l="l" t="t" r="r" b="b"/>
            <a:pathLst>
              <a:path w="114934" h="0">
                <a:moveTo>
                  <a:pt x="0" y="0"/>
                </a:moveTo>
                <a:lnTo>
                  <a:pt x="114566" y="0"/>
                </a:lnTo>
              </a:path>
            </a:pathLst>
          </a:custGeom>
          <a:ln w="12700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8262289" y="5140045"/>
            <a:ext cx="164465" cy="163830"/>
          </a:xfrm>
          <a:custGeom>
            <a:avLst/>
            <a:gdLst/>
            <a:ahLst/>
            <a:cxnLst/>
            <a:rect l="l" t="t" r="r" b="b"/>
            <a:pathLst>
              <a:path w="164465" h="163829">
                <a:moveTo>
                  <a:pt x="102831" y="2539"/>
                </a:moveTo>
                <a:lnTo>
                  <a:pt x="61734" y="2539"/>
                </a:lnTo>
                <a:lnTo>
                  <a:pt x="69773" y="0"/>
                </a:lnTo>
                <a:lnTo>
                  <a:pt x="94805" y="0"/>
                </a:lnTo>
                <a:lnTo>
                  <a:pt x="102831" y="2539"/>
                </a:lnTo>
                <a:close/>
              </a:path>
              <a:path w="164465" h="163829">
                <a:moveTo>
                  <a:pt x="98539" y="162560"/>
                </a:moveTo>
                <a:lnTo>
                  <a:pt x="65405" y="162560"/>
                </a:lnTo>
                <a:lnTo>
                  <a:pt x="53708" y="158750"/>
                </a:lnTo>
                <a:lnTo>
                  <a:pt x="46329" y="156210"/>
                </a:lnTo>
                <a:lnTo>
                  <a:pt x="42786" y="153670"/>
                </a:lnTo>
                <a:lnTo>
                  <a:pt x="39357" y="152400"/>
                </a:lnTo>
                <a:lnTo>
                  <a:pt x="18580" y="133350"/>
                </a:lnTo>
                <a:lnTo>
                  <a:pt x="16141" y="130810"/>
                </a:lnTo>
                <a:lnTo>
                  <a:pt x="13855" y="127000"/>
                </a:lnTo>
                <a:lnTo>
                  <a:pt x="11722" y="124460"/>
                </a:lnTo>
                <a:lnTo>
                  <a:pt x="9753" y="120650"/>
                </a:lnTo>
                <a:lnTo>
                  <a:pt x="0" y="85089"/>
                </a:lnTo>
                <a:lnTo>
                  <a:pt x="0" y="77470"/>
                </a:lnTo>
                <a:lnTo>
                  <a:pt x="11722" y="39370"/>
                </a:lnTo>
                <a:lnTo>
                  <a:pt x="13855" y="35560"/>
                </a:lnTo>
                <a:lnTo>
                  <a:pt x="16141" y="33020"/>
                </a:lnTo>
                <a:lnTo>
                  <a:pt x="18770" y="29210"/>
                </a:lnTo>
                <a:lnTo>
                  <a:pt x="21361" y="26670"/>
                </a:lnTo>
                <a:lnTo>
                  <a:pt x="39611" y="11429"/>
                </a:lnTo>
                <a:lnTo>
                  <a:pt x="43065" y="8889"/>
                </a:lnTo>
                <a:lnTo>
                  <a:pt x="46329" y="7620"/>
                </a:lnTo>
                <a:lnTo>
                  <a:pt x="50266" y="6350"/>
                </a:lnTo>
                <a:lnTo>
                  <a:pt x="54000" y="3810"/>
                </a:lnTo>
                <a:lnTo>
                  <a:pt x="57823" y="2539"/>
                </a:lnTo>
                <a:lnTo>
                  <a:pt x="106730" y="2539"/>
                </a:lnTo>
                <a:lnTo>
                  <a:pt x="110553" y="3810"/>
                </a:lnTo>
                <a:lnTo>
                  <a:pt x="113995" y="6350"/>
                </a:lnTo>
                <a:lnTo>
                  <a:pt x="117919" y="7620"/>
                </a:lnTo>
                <a:lnTo>
                  <a:pt x="121196" y="8889"/>
                </a:lnTo>
                <a:lnTo>
                  <a:pt x="124904" y="11429"/>
                </a:lnTo>
                <a:lnTo>
                  <a:pt x="126568" y="12700"/>
                </a:lnTo>
                <a:lnTo>
                  <a:pt x="71691" y="12700"/>
                </a:lnTo>
                <a:lnTo>
                  <a:pt x="67945" y="13970"/>
                </a:lnTo>
                <a:lnTo>
                  <a:pt x="64897" y="13970"/>
                </a:lnTo>
                <a:lnTo>
                  <a:pt x="61290" y="15239"/>
                </a:lnTo>
                <a:lnTo>
                  <a:pt x="61595" y="15239"/>
                </a:lnTo>
                <a:lnTo>
                  <a:pt x="58077" y="16510"/>
                </a:lnTo>
                <a:lnTo>
                  <a:pt x="58369" y="16510"/>
                </a:lnTo>
                <a:lnTo>
                  <a:pt x="54914" y="17779"/>
                </a:lnTo>
                <a:lnTo>
                  <a:pt x="55206" y="17779"/>
                </a:lnTo>
                <a:lnTo>
                  <a:pt x="51841" y="19050"/>
                </a:lnTo>
                <a:lnTo>
                  <a:pt x="52120" y="19050"/>
                </a:lnTo>
                <a:lnTo>
                  <a:pt x="48856" y="20320"/>
                </a:lnTo>
                <a:lnTo>
                  <a:pt x="49123" y="20320"/>
                </a:lnTo>
                <a:lnTo>
                  <a:pt x="45948" y="21589"/>
                </a:lnTo>
                <a:lnTo>
                  <a:pt x="46202" y="21589"/>
                </a:lnTo>
                <a:lnTo>
                  <a:pt x="43129" y="24129"/>
                </a:lnTo>
                <a:lnTo>
                  <a:pt x="43383" y="24129"/>
                </a:lnTo>
                <a:lnTo>
                  <a:pt x="40398" y="25400"/>
                </a:lnTo>
                <a:lnTo>
                  <a:pt x="40652" y="25400"/>
                </a:lnTo>
                <a:lnTo>
                  <a:pt x="37782" y="27939"/>
                </a:lnTo>
                <a:lnTo>
                  <a:pt x="38011" y="27939"/>
                </a:lnTo>
                <a:lnTo>
                  <a:pt x="35267" y="30479"/>
                </a:lnTo>
                <a:lnTo>
                  <a:pt x="35483" y="30479"/>
                </a:lnTo>
                <a:lnTo>
                  <a:pt x="34169" y="31750"/>
                </a:lnTo>
                <a:lnTo>
                  <a:pt x="33070" y="31750"/>
                </a:lnTo>
                <a:lnTo>
                  <a:pt x="31394" y="34289"/>
                </a:lnTo>
                <a:lnTo>
                  <a:pt x="30759" y="34289"/>
                </a:lnTo>
                <a:lnTo>
                  <a:pt x="29167" y="36829"/>
                </a:lnTo>
                <a:lnTo>
                  <a:pt x="28562" y="36829"/>
                </a:lnTo>
                <a:lnTo>
                  <a:pt x="27063" y="39370"/>
                </a:lnTo>
                <a:lnTo>
                  <a:pt x="26492" y="39370"/>
                </a:lnTo>
                <a:lnTo>
                  <a:pt x="24384" y="43179"/>
                </a:lnTo>
                <a:lnTo>
                  <a:pt x="24549" y="43179"/>
                </a:lnTo>
                <a:lnTo>
                  <a:pt x="22580" y="45720"/>
                </a:lnTo>
                <a:lnTo>
                  <a:pt x="22733" y="45720"/>
                </a:lnTo>
                <a:lnTo>
                  <a:pt x="20904" y="48260"/>
                </a:lnTo>
                <a:lnTo>
                  <a:pt x="21056" y="48260"/>
                </a:lnTo>
                <a:lnTo>
                  <a:pt x="19939" y="50800"/>
                </a:lnTo>
                <a:lnTo>
                  <a:pt x="19507" y="50800"/>
                </a:lnTo>
                <a:lnTo>
                  <a:pt x="17995" y="54610"/>
                </a:lnTo>
                <a:lnTo>
                  <a:pt x="17204" y="57150"/>
                </a:lnTo>
                <a:lnTo>
                  <a:pt x="16865" y="57150"/>
                </a:lnTo>
                <a:lnTo>
                  <a:pt x="15671" y="60960"/>
                </a:lnTo>
                <a:lnTo>
                  <a:pt x="15083" y="63500"/>
                </a:lnTo>
                <a:lnTo>
                  <a:pt x="14820" y="63500"/>
                </a:lnTo>
                <a:lnTo>
                  <a:pt x="13970" y="67310"/>
                </a:lnTo>
                <a:lnTo>
                  <a:pt x="13373" y="71120"/>
                </a:lnTo>
                <a:lnTo>
                  <a:pt x="12941" y="74929"/>
                </a:lnTo>
                <a:lnTo>
                  <a:pt x="12771" y="77470"/>
                </a:lnTo>
                <a:lnTo>
                  <a:pt x="12674" y="85089"/>
                </a:lnTo>
                <a:lnTo>
                  <a:pt x="12966" y="88900"/>
                </a:lnTo>
                <a:lnTo>
                  <a:pt x="13423" y="92710"/>
                </a:lnTo>
                <a:lnTo>
                  <a:pt x="13593" y="92710"/>
                </a:lnTo>
                <a:lnTo>
                  <a:pt x="14033" y="95250"/>
                </a:lnTo>
                <a:lnTo>
                  <a:pt x="14820" y="99060"/>
                </a:lnTo>
                <a:lnTo>
                  <a:pt x="15760" y="102870"/>
                </a:lnTo>
                <a:lnTo>
                  <a:pt x="16069" y="102870"/>
                </a:lnTo>
                <a:lnTo>
                  <a:pt x="16865" y="105410"/>
                </a:lnTo>
                <a:lnTo>
                  <a:pt x="18110" y="109220"/>
                </a:lnTo>
                <a:lnTo>
                  <a:pt x="18499" y="109220"/>
                </a:lnTo>
                <a:lnTo>
                  <a:pt x="19507" y="111760"/>
                </a:lnTo>
                <a:lnTo>
                  <a:pt x="21056" y="114300"/>
                </a:lnTo>
                <a:lnTo>
                  <a:pt x="20904" y="114300"/>
                </a:lnTo>
                <a:lnTo>
                  <a:pt x="22733" y="118110"/>
                </a:lnTo>
                <a:lnTo>
                  <a:pt x="22580" y="118110"/>
                </a:lnTo>
                <a:lnTo>
                  <a:pt x="24549" y="120650"/>
                </a:lnTo>
                <a:lnTo>
                  <a:pt x="24384" y="120650"/>
                </a:lnTo>
                <a:lnTo>
                  <a:pt x="26492" y="123189"/>
                </a:lnTo>
                <a:lnTo>
                  <a:pt x="26314" y="123189"/>
                </a:lnTo>
                <a:lnTo>
                  <a:pt x="28562" y="125729"/>
                </a:lnTo>
                <a:lnTo>
                  <a:pt x="28371" y="125729"/>
                </a:lnTo>
                <a:lnTo>
                  <a:pt x="30759" y="128270"/>
                </a:lnTo>
                <a:lnTo>
                  <a:pt x="30556" y="128270"/>
                </a:lnTo>
                <a:lnTo>
                  <a:pt x="33070" y="130810"/>
                </a:lnTo>
                <a:lnTo>
                  <a:pt x="32854" y="130810"/>
                </a:lnTo>
                <a:lnTo>
                  <a:pt x="35483" y="133350"/>
                </a:lnTo>
                <a:lnTo>
                  <a:pt x="35267" y="133350"/>
                </a:lnTo>
                <a:lnTo>
                  <a:pt x="38011" y="135889"/>
                </a:lnTo>
                <a:lnTo>
                  <a:pt x="39217" y="135889"/>
                </a:lnTo>
                <a:lnTo>
                  <a:pt x="40652" y="137160"/>
                </a:lnTo>
                <a:lnTo>
                  <a:pt x="40398" y="137160"/>
                </a:lnTo>
                <a:lnTo>
                  <a:pt x="43383" y="139700"/>
                </a:lnTo>
                <a:lnTo>
                  <a:pt x="43129" y="139700"/>
                </a:lnTo>
                <a:lnTo>
                  <a:pt x="46202" y="140970"/>
                </a:lnTo>
                <a:lnTo>
                  <a:pt x="45948" y="140970"/>
                </a:lnTo>
                <a:lnTo>
                  <a:pt x="49123" y="142239"/>
                </a:lnTo>
                <a:lnTo>
                  <a:pt x="48856" y="142239"/>
                </a:lnTo>
                <a:lnTo>
                  <a:pt x="52120" y="144779"/>
                </a:lnTo>
                <a:lnTo>
                  <a:pt x="51841" y="144779"/>
                </a:lnTo>
                <a:lnTo>
                  <a:pt x="55206" y="146050"/>
                </a:lnTo>
                <a:lnTo>
                  <a:pt x="54914" y="146050"/>
                </a:lnTo>
                <a:lnTo>
                  <a:pt x="58369" y="147320"/>
                </a:lnTo>
                <a:lnTo>
                  <a:pt x="58077" y="147320"/>
                </a:lnTo>
                <a:lnTo>
                  <a:pt x="61595" y="148589"/>
                </a:lnTo>
                <a:lnTo>
                  <a:pt x="64592" y="148589"/>
                </a:lnTo>
                <a:lnTo>
                  <a:pt x="68262" y="149860"/>
                </a:lnTo>
                <a:lnTo>
                  <a:pt x="71374" y="149860"/>
                </a:lnTo>
                <a:lnTo>
                  <a:pt x="75171" y="151129"/>
                </a:lnTo>
                <a:lnTo>
                  <a:pt x="126441" y="151129"/>
                </a:lnTo>
                <a:lnTo>
                  <a:pt x="124904" y="152400"/>
                </a:lnTo>
                <a:lnTo>
                  <a:pt x="121196" y="153670"/>
                </a:lnTo>
                <a:lnTo>
                  <a:pt x="117919" y="156210"/>
                </a:lnTo>
                <a:lnTo>
                  <a:pt x="113995" y="157479"/>
                </a:lnTo>
                <a:lnTo>
                  <a:pt x="110553" y="158750"/>
                </a:lnTo>
                <a:lnTo>
                  <a:pt x="106425" y="160020"/>
                </a:lnTo>
                <a:lnTo>
                  <a:pt x="102831" y="161289"/>
                </a:lnTo>
                <a:lnTo>
                  <a:pt x="98539" y="162560"/>
                </a:lnTo>
                <a:close/>
              </a:path>
              <a:path w="164465" h="163829">
                <a:moveTo>
                  <a:pt x="131406" y="33020"/>
                </a:moveTo>
                <a:lnTo>
                  <a:pt x="128765" y="30479"/>
                </a:lnTo>
                <a:lnTo>
                  <a:pt x="128993" y="30479"/>
                </a:lnTo>
                <a:lnTo>
                  <a:pt x="126238" y="27939"/>
                </a:lnTo>
                <a:lnTo>
                  <a:pt x="126466" y="27939"/>
                </a:lnTo>
                <a:lnTo>
                  <a:pt x="123609" y="25400"/>
                </a:lnTo>
                <a:lnTo>
                  <a:pt x="123850" y="25400"/>
                </a:lnTo>
                <a:lnTo>
                  <a:pt x="120878" y="24129"/>
                </a:lnTo>
                <a:lnTo>
                  <a:pt x="121132" y="24129"/>
                </a:lnTo>
                <a:lnTo>
                  <a:pt x="118046" y="21589"/>
                </a:lnTo>
                <a:lnTo>
                  <a:pt x="118313" y="21589"/>
                </a:lnTo>
                <a:lnTo>
                  <a:pt x="115125" y="20320"/>
                </a:lnTo>
                <a:lnTo>
                  <a:pt x="115404" y="20320"/>
                </a:lnTo>
                <a:lnTo>
                  <a:pt x="112128" y="19050"/>
                </a:lnTo>
                <a:lnTo>
                  <a:pt x="112407" y="19050"/>
                </a:lnTo>
                <a:lnTo>
                  <a:pt x="109042" y="17779"/>
                </a:lnTo>
                <a:lnTo>
                  <a:pt x="109334" y="17779"/>
                </a:lnTo>
                <a:lnTo>
                  <a:pt x="105892" y="16510"/>
                </a:lnTo>
                <a:lnTo>
                  <a:pt x="106184" y="16510"/>
                </a:lnTo>
                <a:lnTo>
                  <a:pt x="102654" y="15239"/>
                </a:lnTo>
                <a:lnTo>
                  <a:pt x="102958" y="15239"/>
                </a:lnTo>
                <a:lnTo>
                  <a:pt x="99352" y="13970"/>
                </a:lnTo>
                <a:lnTo>
                  <a:pt x="96304" y="13970"/>
                </a:lnTo>
                <a:lnTo>
                  <a:pt x="92570" y="12700"/>
                </a:lnTo>
                <a:lnTo>
                  <a:pt x="126568" y="12700"/>
                </a:lnTo>
                <a:lnTo>
                  <a:pt x="128231" y="13970"/>
                </a:lnTo>
                <a:lnTo>
                  <a:pt x="131457" y="15239"/>
                </a:lnTo>
                <a:lnTo>
                  <a:pt x="134556" y="17779"/>
                </a:lnTo>
                <a:lnTo>
                  <a:pt x="137528" y="20320"/>
                </a:lnTo>
                <a:lnTo>
                  <a:pt x="140385" y="24129"/>
                </a:lnTo>
                <a:lnTo>
                  <a:pt x="143090" y="26670"/>
                </a:lnTo>
                <a:lnTo>
                  <a:pt x="145669" y="29210"/>
                </a:lnTo>
                <a:lnTo>
                  <a:pt x="147294" y="31750"/>
                </a:lnTo>
                <a:lnTo>
                  <a:pt x="131191" y="31750"/>
                </a:lnTo>
                <a:lnTo>
                  <a:pt x="131406" y="33020"/>
                </a:lnTo>
                <a:close/>
              </a:path>
              <a:path w="164465" h="163829">
                <a:moveTo>
                  <a:pt x="32854" y="33020"/>
                </a:moveTo>
                <a:lnTo>
                  <a:pt x="33070" y="31750"/>
                </a:lnTo>
                <a:lnTo>
                  <a:pt x="34169" y="31750"/>
                </a:lnTo>
                <a:lnTo>
                  <a:pt x="32854" y="33020"/>
                </a:lnTo>
                <a:close/>
              </a:path>
              <a:path w="164465" h="163829">
                <a:moveTo>
                  <a:pt x="133705" y="35560"/>
                </a:moveTo>
                <a:lnTo>
                  <a:pt x="131191" y="31750"/>
                </a:lnTo>
                <a:lnTo>
                  <a:pt x="147294" y="31750"/>
                </a:lnTo>
                <a:lnTo>
                  <a:pt x="148107" y="33020"/>
                </a:lnTo>
                <a:lnTo>
                  <a:pt x="149250" y="34289"/>
                </a:lnTo>
                <a:lnTo>
                  <a:pt x="133502" y="34289"/>
                </a:lnTo>
                <a:lnTo>
                  <a:pt x="133705" y="35560"/>
                </a:lnTo>
                <a:close/>
              </a:path>
              <a:path w="164465" h="163829">
                <a:moveTo>
                  <a:pt x="30556" y="35560"/>
                </a:moveTo>
                <a:lnTo>
                  <a:pt x="30759" y="34289"/>
                </a:lnTo>
                <a:lnTo>
                  <a:pt x="31394" y="34289"/>
                </a:lnTo>
                <a:lnTo>
                  <a:pt x="30556" y="35560"/>
                </a:lnTo>
                <a:close/>
              </a:path>
              <a:path w="164465" h="163829">
                <a:moveTo>
                  <a:pt x="135877" y="38100"/>
                </a:moveTo>
                <a:lnTo>
                  <a:pt x="133502" y="34289"/>
                </a:lnTo>
                <a:lnTo>
                  <a:pt x="149250" y="34289"/>
                </a:lnTo>
                <a:lnTo>
                  <a:pt x="150393" y="35560"/>
                </a:lnTo>
                <a:lnTo>
                  <a:pt x="151104" y="36829"/>
                </a:lnTo>
                <a:lnTo>
                  <a:pt x="135686" y="36829"/>
                </a:lnTo>
                <a:lnTo>
                  <a:pt x="135877" y="38100"/>
                </a:lnTo>
                <a:close/>
              </a:path>
              <a:path w="164465" h="163829">
                <a:moveTo>
                  <a:pt x="28371" y="38100"/>
                </a:moveTo>
                <a:lnTo>
                  <a:pt x="28562" y="36829"/>
                </a:lnTo>
                <a:lnTo>
                  <a:pt x="29167" y="36829"/>
                </a:lnTo>
                <a:lnTo>
                  <a:pt x="28371" y="38100"/>
                </a:lnTo>
                <a:close/>
              </a:path>
              <a:path w="164465" h="163829">
                <a:moveTo>
                  <a:pt x="137947" y="40639"/>
                </a:moveTo>
                <a:lnTo>
                  <a:pt x="135686" y="36829"/>
                </a:lnTo>
                <a:lnTo>
                  <a:pt x="151104" y="36829"/>
                </a:lnTo>
                <a:lnTo>
                  <a:pt x="152526" y="39370"/>
                </a:lnTo>
                <a:lnTo>
                  <a:pt x="137756" y="39370"/>
                </a:lnTo>
                <a:lnTo>
                  <a:pt x="137947" y="40639"/>
                </a:lnTo>
                <a:close/>
              </a:path>
              <a:path w="164465" h="163829">
                <a:moveTo>
                  <a:pt x="26314" y="40639"/>
                </a:moveTo>
                <a:lnTo>
                  <a:pt x="26492" y="39370"/>
                </a:lnTo>
                <a:lnTo>
                  <a:pt x="27063" y="39370"/>
                </a:lnTo>
                <a:lnTo>
                  <a:pt x="26314" y="40639"/>
                </a:lnTo>
                <a:close/>
              </a:path>
              <a:path w="164465" h="163829">
                <a:moveTo>
                  <a:pt x="144868" y="52070"/>
                </a:moveTo>
                <a:lnTo>
                  <a:pt x="143192" y="48260"/>
                </a:lnTo>
                <a:lnTo>
                  <a:pt x="143344" y="48260"/>
                </a:lnTo>
                <a:lnTo>
                  <a:pt x="141516" y="45720"/>
                </a:lnTo>
                <a:lnTo>
                  <a:pt x="141681" y="45720"/>
                </a:lnTo>
                <a:lnTo>
                  <a:pt x="139700" y="43179"/>
                </a:lnTo>
                <a:lnTo>
                  <a:pt x="139877" y="43179"/>
                </a:lnTo>
                <a:lnTo>
                  <a:pt x="137756" y="39370"/>
                </a:lnTo>
                <a:lnTo>
                  <a:pt x="152526" y="39370"/>
                </a:lnTo>
                <a:lnTo>
                  <a:pt x="154508" y="41910"/>
                </a:lnTo>
                <a:lnTo>
                  <a:pt x="157835" y="49529"/>
                </a:lnTo>
                <a:lnTo>
                  <a:pt x="158364" y="50800"/>
                </a:lnTo>
                <a:lnTo>
                  <a:pt x="144741" y="50800"/>
                </a:lnTo>
                <a:lnTo>
                  <a:pt x="144868" y="52070"/>
                </a:lnTo>
                <a:close/>
              </a:path>
              <a:path w="164465" h="163829">
                <a:moveTo>
                  <a:pt x="19380" y="52070"/>
                </a:moveTo>
                <a:lnTo>
                  <a:pt x="19507" y="50800"/>
                </a:lnTo>
                <a:lnTo>
                  <a:pt x="19939" y="50800"/>
                </a:lnTo>
                <a:lnTo>
                  <a:pt x="19380" y="52070"/>
                </a:lnTo>
                <a:close/>
              </a:path>
              <a:path w="164465" h="163829">
                <a:moveTo>
                  <a:pt x="147497" y="58420"/>
                </a:moveTo>
                <a:lnTo>
                  <a:pt x="146138" y="54610"/>
                </a:lnTo>
                <a:lnTo>
                  <a:pt x="144741" y="50800"/>
                </a:lnTo>
                <a:lnTo>
                  <a:pt x="158364" y="50800"/>
                </a:lnTo>
                <a:lnTo>
                  <a:pt x="159423" y="53339"/>
                </a:lnTo>
                <a:lnTo>
                  <a:pt x="160705" y="57150"/>
                </a:lnTo>
                <a:lnTo>
                  <a:pt x="147396" y="57150"/>
                </a:lnTo>
                <a:lnTo>
                  <a:pt x="147497" y="58420"/>
                </a:lnTo>
                <a:close/>
              </a:path>
              <a:path w="164465" h="163829">
                <a:moveTo>
                  <a:pt x="16751" y="58420"/>
                </a:moveTo>
                <a:lnTo>
                  <a:pt x="16865" y="57150"/>
                </a:lnTo>
                <a:lnTo>
                  <a:pt x="17204" y="57150"/>
                </a:lnTo>
                <a:lnTo>
                  <a:pt x="16751" y="58420"/>
                </a:lnTo>
                <a:close/>
              </a:path>
              <a:path w="164465" h="163829">
                <a:moveTo>
                  <a:pt x="149517" y="64770"/>
                </a:moveTo>
                <a:lnTo>
                  <a:pt x="148488" y="60960"/>
                </a:lnTo>
                <a:lnTo>
                  <a:pt x="147396" y="57150"/>
                </a:lnTo>
                <a:lnTo>
                  <a:pt x="160705" y="57150"/>
                </a:lnTo>
                <a:lnTo>
                  <a:pt x="161810" y="60960"/>
                </a:lnTo>
                <a:lnTo>
                  <a:pt x="162411" y="63500"/>
                </a:lnTo>
                <a:lnTo>
                  <a:pt x="149428" y="63500"/>
                </a:lnTo>
                <a:lnTo>
                  <a:pt x="149517" y="64770"/>
                </a:lnTo>
                <a:close/>
              </a:path>
              <a:path w="164465" h="163829">
                <a:moveTo>
                  <a:pt x="14744" y="64770"/>
                </a:moveTo>
                <a:lnTo>
                  <a:pt x="14820" y="63500"/>
                </a:lnTo>
                <a:lnTo>
                  <a:pt x="15083" y="63500"/>
                </a:lnTo>
                <a:lnTo>
                  <a:pt x="14744" y="64770"/>
                </a:lnTo>
                <a:close/>
              </a:path>
              <a:path w="164465" h="163829">
                <a:moveTo>
                  <a:pt x="163563" y="92710"/>
                </a:moveTo>
                <a:lnTo>
                  <a:pt x="150837" y="92710"/>
                </a:lnTo>
                <a:lnTo>
                  <a:pt x="151320" y="88900"/>
                </a:lnTo>
                <a:lnTo>
                  <a:pt x="151574" y="85089"/>
                </a:lnTo>
                <a:lnTo>
                  <a:pt x="151561" y="77470"/>
                </a:lnTo>
                <a:lnTo>
                  <a:pt x="151282" y="74929"/>
                </a:lnTo>
                <a:lnTo>
                  <a:pt x="150837" y="71120"/>
                </a:lnTo>
                <a:lnTo>
                  <a:pt x="150215" y="67310"/>
                </a:lnTo>
                <a:lnTo>
                  <a:pt x="149428" y="63500"/>
                </a:lnTo>
                <a:lnTo>
                  <a:pt x="162411" y="63500"/>
                </a:lnTo>
                <a:lnTo>
                  <a:pt x="162712" y="64770"/>
                </a:lnTo>
                <a:lnTo>
                  <a:pt x="163436" y="69850"/>
                </a:lnTo>
                <a:lnTo>
                  <a:pt x="163918" y="73660"/>
                </a:lnTo>
                <a:lnTo>
                  <a:pt x="164261" y="77470"/>
                </a:lnTo>
                <a:lnTo>
                  <a:pt x="164261" y="85089"/>
                </a:lnTo>
                <a:lnTo>
                  <a:pt x="163918" y="90170"/>
                </a:lnTo>
                <a:lnTo>
                  <a:pt x="163563" y="92710"/>
                </a:lnTo>
                <a:close/>
              </a:path>
              <a:path w="164465" h="163829">
                <a:moveTo>
                  <a:pt x="12674" y="78739"/>
                </a:moveTo>
                <a:lnTo>
                  <a:pt x="12687" y="77470"/>
                </a:lnTo>
                <a:lnTo>
                  <a:pt x="12674" y="78739"/>
                </a:lnTo>
                <a:close/>
              </a:path>
              <a:path w="164465" h="163829">
                <a:moveTo>
                  <a:pt x="151574" y="78739"/>
                </a:moveTo>
                <a:lnTo>
                  <a:pt x="151477" y="77470"/>
                </a:lnTo>
                <a:lnTo>
                  <a:pt x="151574" y="78739"/>
                </a:lnTo>
                <a:close/>
              </a:path>
              <a:path w="164465" h="163829">
                <a:moveTo>
                  <a:pt x="13593" y="92710"/>
                </a:moveTo>
                <a:lnTo>
                  <a:pt x="13423" y="92710"/>
                </a:lnTo>
                <a:lnTo>
                  <a:pt x="13373" y="91439"/>
                </a:lnTo>
                <a:lnTo>
                  <a:pt x="13593" y="92710"/>
                </a:lnTo>
                <a:close/>
              </a:path>
              <a:path w="164465" h="163829">
                <a:moveTo>
                  <a:pt x="161734" y="102870"/>
                </a:moveTo>
                <a:lnTo>
                  <a:pt x="148488" y="102870"/>
                </a:lnTo>
                <a:lnTo>
                  <a:pt x="149517" y="99060"/>
                </a:lnTo>
                <a:lnTo>
                  <a:pt x="150279" y="95250"/>
                </a:lnTo>
                <a:lnTo>
                  <a:pt x="150888" y="91439"/>
                </a:lnTo>
                <a:lnTo>
                  <a:pt x="150837" y="92710"/>
                </a:lnTo>
                <a:lnTo>
                  <a:pt x="163563" y="92710"/>
                </a:lnTo>
                <a:lnTo>
                  <a:pt x="163385" y="93979"/>
                </a:lnTo>
                <a:lnTo>
                  <a:pt x="162648" y="97789"/>
                </a:lnTo>
                <a:lnTo>
                  <a:pt x="161734" y="102870"/>
                </a:lnTo>
                <a:close/>
              </a:path>
              <a:path w="164465" h="163829">
                <a:moveTo>
                  <a:pt x="16069" y="102870"/>
                </a:moveTo>
                <a:lnTo>
                  <a:pt x="15760" y="102870"/>
                </a:lnTo>
                <a:lnTo>
                  <a:pt x="15671" y="101600"/>
                </a:lnTo>
                <a:lnTo>
                  <a:pt x="16069" y="102870"/>
                </a:lnTo>
                <a:close/>
              </a:path>
              <a:path w="164465" h="163829">
                <a:moveTo>
                  <a:pt x="159423" y="109220"/>
                </a:moveTo>
                <a:lnTo>
                  <a:pt x="146138" y="109220"/>
                </a:lnTo>
                <a:lnTo>
                  <a:pt x="147497" y="105410"/>
                </a:lnTo>
                <a:lnTo>
                  <a:pt x="148577" y="101600"/>
                </a:lnTo>
                <a:lnTo>
                  <a:pt x="148488" y="102870"/>
                </a:lnTo>
                <a:lnTo>
                  <a:pt x="161734" y="102870"/>
                </a:lnTo>
                <a:lnTo>
                  <a:pt x="160616" y="106679"/>
                </a:lnTo>
                <a:lnTo>
                  <a:pt x="159423" y="109220"/>
                </a:lnTo>
                <a:close/>
              </a:path>
              <a:path w="164465" h="163829">
                <a:moveTo>
                  <a:pt x="18499" y="109220"/>
                </a:moveTo>
                <a:lnTo>
                  <a:pt x="18110" y="109220"/>
                </a:lnTo>
                <a:lnTo>
                  <a:pt x="17995" y="107950"/>
                </a:lnTo>
                <a:lnTo>
                  <a:pt x="18499" y="109220"/>
                </a:lnTo>
                <a:close/>
              </a:path>
              <a:path w="164465" h="163829">
                <a:moveTo>
                  <a:pt x="144183" y="135889"/>
                </a:moveTo>
                <a:lnTo>
                  <a:pt x="126238" y="135889"/>
                </a:lnTo>
                <a:lnTo>
                  <a:pt x="128993" y="133350"/>
                </a:lnTo>
                <a:lnTo>
                  <a:pt x="128765" y="133350"/>
                </a:lnTo>
                <a:lnTo>
                  <a:pt x="131406" y="130810"/>
                </a:lnTo>
                <a:lnTo>
                  <a:pt x="131191" y="130810"/>
                </a:lnTo>
                <a:lnTo>
                  <a:pt x="133705" y="128270"/>
                </a:lnTo>
                <a:lnTo>
                  <a:pt x="133502" y="128270"/>
                </a:lnTo>
                <a:lnTo>
                  <a:pt x="135877" y="125729"/>
                </a:lnTo>
                <a:lnTo>
                  <a:pt x="135686" y="125729"/>
                </a:lnTo>
                <a:lnTo>
                  <a:pt x="137947" y="123189"/>
                </a:lnTo>
                <a:lnTo>
                  <a:pt x="137756" y="123189"/>
                </a:lnTo>
                <a:lnTo>
                  <a:pt x="139877" y="120650"/>
                </a:lnTo>
                <a:lnTo>
                  <a:pt x="139700" y="120650"/>
                </a:lnTo>
                <a:lnTo>
                  <a:pt x="141681" y="118110"/>
                </a:lnTo>
                <a:lnTo>
                  <a:pt x="141516" y="118110"/>
                </a:lnTo>
                <a:lnTo>
                  <a:pt x="143344" y="114300"/>
                </a:lnTo>
                <a:lnTo>
                  <a:pt x="143192" y="114300"/>
                </a:lnTo>
                <a:lnTo>
                  <a:pt x="144868" y="111760"/>
                </a:lnTo>
                <a:lnTo>
                  <a:pt x="146265" y="107950"/>
                </a:lnTo>
                <a:lnTo>
                  <a:pt x="146138" y="109220"/>
                </a:lnTo>
                <a:lnTo>
                  <a:pt x="159423" y="109220"/>
                </a:lnTo>
                <a:lnTo>
                  <a:pt x="157835" y="114300"/>
                </a:lnTo>
                <a:lnTo>
                  <a:pt x="156184" y="116839"/>
                </a:lnTo>
                <a:lnTo>
                  <a:pt x="154508" y="120650"/>
                </a:lnTo>
                <a:lnTo>
                  <a:pt x="150228" y="128270"/>
                </a:lnTo>
                <a:lnTo>
                  <a:pt x="147929" y="130810"/>
                </a:lnTo>
                <a:lnTo>
                  <a:pt x="145478" y="134620"/>
                </a:lnTo>
                <a:lnTo>
                  <a:pt x="144183" y="135889"/>
                </a:lnTo>
                <a:close/>
              </a:path>
              <a:path w="164465" h="163829">
                <a:moveTo>
                  <a:pt x="39217" y="135889"/>
                </a:moveTo>
                <a:lnTo>
                  <a:pt x="38011" y="135889"/>
                </a:lnTo>
                <a:lnTo>
                  <a:pt x="37782" y="134620"/>
                </a:lnTo>
                <a:lnTo>
                  <a:pt x="39217" y="135889"/>
                </a:lnTo>
                <a:close/>
              </a:path>
              <a:path w="164465" h="163829">
                <a:moveTo>
                  <a:pt x="126441" y="151129"/>
                </a:moveTo>
                <a:lnTo>
                  <a:pt x="89090" y="151129"/>
                </a:lnTo>
                <a:lnTo>
                  <a:pt x="92887" y="149860"/>
                </a:lnTo>
                <a:lnTo>
                  <a:pt x="95986" y="149860"/>
                </a:lnTo>
                <a:lnTo>
                  <a:pt x="99656" y="148589"/>
                </a:lnTo>
                <a:lnTo>
                  <a:pt x="102654" y="148589"/>
                </a:lnTo>
                <a:lnTo>
                  <a:pt x="106184" y="147320"/>
                </a:lnTo>
                <a:lnTo>
                  <a:pt x="105892" y="147320"/>
                </a:lnTo>
                <a:lnTo>
                  <a:pt x="109334" y="146050"/>
                </a:lnTo>
                <a:lnTo>
                  <a:pt x="109042" y="146050"/>
                </a:lnTo>
                <a:lnTo>
                  <a:pt x="112407" y="144779"/>
                </a:lnTo>
                <a:lnTo>
                  <a:pt x="112128" y="144779"/>
                </a:lnTo>
                <a:lnTo>
                  <a:pt x="115404" y="142239"/>
                </a:lnTo>
                <a:lnTo>
                  <a:pt x="115125" y="142239"/>
                </a:lnTo>
                <a:lnTo>
                  <a:pt x="118313" y="140970"/>
                </a:lnTo>
                <a:lnTo>
                  <a:pt x="118046" y="140970"/>
                </a:lnTo>
                <a:lnTo>
                  <a:pt x="121132" y="139700"/>
                </a:lnTo>
                <a:lnTo>
                  <a:pt x="120878" y="139700"/>
                </a:lnTo>
                <a:lnTo>
                  <a:pt x="123850" y="137160"/>
                </a:lnTo>
                <a:lnTo>
                  <a:pt x="123609" y="137160"/>
                </a:lnTo>
                <a:lnTo>
                  <a:pt x="126466" y="134620"/>
                </a:lnTo>
                <a:lnTo>
                  <a:pt x="126238" y="135889"/>
                </a:lnTo>
                <a:lnTo>
                  <a:pt x="144183" y="135889"/>
                </a:lnTo>
                <a:lnTo>
                  <a:pt x="142887" y="137160"/>
                </a:lnTo>
                <a:lnTo>
                  <a:pt x="140169" y="139700"/>
                </a:lnTo>
                <a:lnTo>
                  <a:pt x="137299" y="142239"/>
                </a:lnTo>
                <a:lnTo>
                  <a:pt x="134556" y="144779"/>
                </a:lnTo>
                <a:lnTo>
                  <a:pt x="131457" y="147320"/>
                </a:lnTo>
                <a:lnTo>
                  <a:pt x="127977" y="149860"/>
                </a:lnTo>
                <a:lnTo>
                  <a:pt x="126441" y="151129"/>
                </a:lnTo>
                <a:close/>
              </a:path>
              <a:path w="164465" h="163829">
                <a:moveTo>
                  <a:pt x="64897" y="148589"/>
                </a:moveTo>
                <a:lnTo>
                  <a:pt x="61595" y="148589"/>
                </a:lnTo>
                <a:lnTo>
                  <a:pt x="61290" y="147320"/>
                </a:lnTo>
                <a:lnTo>
                  <a:pt x="64897" y="148589"/>
                </a:lnTo>
                <a:close/>
              </a:path>
              <a:path w="164465" h="163829">
                <a:moveTo>
                  <a:pt x="102654" y="148589"/>
                </a:moveTo>
                <a:lnTo>
                  <a:pt x="99352" y="148589"/>
                </a:lnTo>
                <a:lnTo>
                  <a:pt x="102958" y="147320"/>
                </a:lnTo>
                <a:lnTo>
                  <a:pt x="102654" y="148589"/>
                </a:lnTo>
                <a:close/>
              </a:path>
              <a:path w="164465" h="163829">
                <a:moveTo>
                  <a:pt x="90373" y="163829"/>
                </a:moveTo>
                <a:lnTo>
                  <a:pt x="73888" y="163829"/>
                </a:lnTo>
                <a:lnTo>
                  <a:pt x="69456" y="162560"/>
                </a:lnTo>
                <a:lnTo>
                  <a:pt x="94488" y="162560"/>
                </a:lnTo>
                <a:lnTo>
                  <a:pt x="90373" y="163829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8288032" y="5222278"/>
            <a:ext cx="114935" cy="0"/>
          </a:xfrm>
          <a:custGeom>
            <a:avLst/>
            <a:gdLst/>
            <a:ahLst/>
            <a:cxnLst/>
            <a:rect l="l" t="t" r="r" b="b"/>
            <a:pathLst>
              <a:path w="114934" h="0">
                <a:moveTo>
                  <a:pt x="0" y="0"/>
                </a:moveTo>
                <a:lnTo>
                  <a:pt x="114566" y="0"/>
                </a:lnTo>
              </a:path>
            </a:pathLst>
          </a:custGeom>
          <a:ln w="12700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8263178" y="5136883"/>
            <a:ext cx="164465" cy="163830"/>
          </a:xfrm>
          <a:custGeom>
            <a:avLst/>
            <a:gdLst/>
            <a:ahLst/>
            <a:cxnLst/>
            <a:rect l="l" t="t" r="r" b="b"/>
            <a:pathLst>
              <a:path w="164465" h="163829">
                <a:moveTo>
                  <a:pt x="102831" y="2539"/>
                </a:moveTo>
                <a:lnTo>
                  <a:pt x="61734" y="2539"/>
                </a:lnTo>
                <a:lnTo>
                  <a:pt x="69773" y="0"/>
                </a:lnTo>
                <a:lnTo>
                  <a:pt x="94805" y="0"/>
                </a:lnTo>
                <a:lnTo>
                  <a:pt x="102831" y="2539"/>
                </a:lnTo>
                <a:close/>
              </a:path>
              <a:path w="164465" h="163829">
                <a:moveTo>
                  <a:pt x="98539" y="162560"/>
                </a:moveTo>
                <a:lnTo>
                  <a:pt x="65404" y="162560"/>
                </a:lnTo>
                <a:lnTo>
                  <a:pt x="61734" y="161289"/>
                </a:lnTo>
                <a:lnTo>
                  <a:pt x="57530" y="160020"/>
                </a:lnTo>
                <a:lnTo>
                  <a:pt x="54000" y="158750"/>
                </a:lnTo>
                <a:lnTo>
                  <a:pt x="49974" y="157479"/>
                </a:lnTo>
                <a:lnTo>
                  <a:pt x="46342" y="156210"/>
                </a:lnTo>
                <a:lnTo>
                  <a:pt x="42799" y="153670"/>
                </a:lnTo>
                <a:lnTo>
                  <a:pt x="39357" y="152400"/>
                </a:lnTo>
                <a:lnTo>
                  <a:pt x="36029" y="149860"/>
                </a:lnTo>
                <a:lnTo>
                  <a:pt x="18580" y="133350"/>
                </a:lnTo>
                <a:lnTo>
                  <a:pt x="16154" y="130810"/>
                </a:lnTo>
                <a:lnTo>
                  <a:pt x="13868" y="127000"/>
                </a:lnTo>
                <a:lnTo>
                  <a:pt x="11887" y="124460"/>
                </a:lnTo>
                <a:lnTo>
                  <a:pt x="9753" y="120650"/>
                </a:lnTo>
                <a:lnTo>
                  <a:pt x="8077" y="116839"/>
                </a:lnTo>
                <a:lnTo>
                  <a:pt x="6311" y="113029"/>
                </a:lnTo>
                <a:lnTo>
                  <a:pt x="4838" y="109220"/>
                </a:lnTo>
                <a:lnTo>
                  <a:pt x="0" y="77470"/>
                </a:lnTo>
                <a:lnTo>
                  <a:pt x="304" y="73660"/>
                </a:lnTo>
                <a:lnTo>
                  <a:pt x="11887" y="39370"/>
                </a:lnTo>
                <a:lnTo>
                  <a:pt x="14033" y="35560"/>
                </a:lnTo>
                <a:lnTo>
                  <a:pt x="16332" y="31750"/>
                </a:lnTo>
                <a:lnTo>
                  <a:pt x="18580" y="29210"/>
                </a:lnTo>
                <a:lnTo>
                  <a:pt x="21361" y="26670"/>
                </a:lnTo>
                <a:lnTo>
                  <a:pt x="24091" y="22860"/>
                </a:lnTo>
                <a:lnTo>
                  <a:pt x="26949" y="20320"/>
                </a:lnTo>
                <a:lnTo>
                  <a:pt x="29705" y="17779"/>
                </a:lnTo>
                <a:lnTo>
                  <a:pt x="33045" y="15239"/>
                </a:lnTo>
                <a:lnTo>
                  <a:pt x="36283" y="12700"/>
                </a:lnTo>
                <a:lnTo>
                  <a:pt x="39624" y="11429"/>
                </a:lnTo>
                <a:lnTo>
                  <a:pt x="43065" y="8889"/>
                </a:lnTo>
                <a:lnTo>
                  <a:pt x="50266" y="6350"/>
                </a:lnTo>
                <a:lnTo>
                  <a:pt x="54000" y="3810"/>
                </a:lnTo>
                <a:lnTo>
                  <a:pt x="57835" y="2539"/>
                </a:lnTo>
                <a:lnTo>
                  <a:pt x="106425" y="2539"/>
                </a:lnTo>
                <a:lnTo>
                  <a:pt x="110553" y="3810"/>
                </a:lnTo>
                <a:lnTo>
                  <a:pt x="114287" y="6350"/>
                </a:lnTo>
                <a:lnTo>
                  <a:pt x="121462" y="8889"/>
                </a:lnTo>
                <a:lnTo>
                  <a:pt x="124650" y="11429"/>
                </a:lnTo>
                <a:lnTo>
                  <a:pt x="81965" y="11429"/>
                </a:lnTo>
                <a:lnTo>
                  <a:pt x="82130" y="11483"/>
                </a:lnTo>
                <a:lnTo>
                  <a:pt x="78384" y="12700"/>
                </a:lnTo>
                <a:lnTo>
                  <a:pt x="71691" y="12700"/>
                </a:lnTo>
                <a:lnTo>
                  <a:pt x="67957" y="13970"/>
                </a:lnTo>
                <a:lnTo>
                  <a:pt x="64897" y="13970"/>
                </a:lnTo>
                <a:lnTo>
                  <a:pt x="61302" y="15239"/>
                </a:lnTo>
                <a:lnTo>
                  <a:pt x="61607" y="15239"/>
                </a:lnTo>
                <a:lnTo>
                  <a:pt x="58077" y="16510"/>
                </a:lnTo>
                <a:lnTo>
                  <a:pt x="58369" y="16510"/>
                </a:lnTo>
                <a:lnTo>
                  <a:pt x="54927" y="17779"/>
                </a:lnTo>
                <a:lnTo>
                  <a:pt x="55206" y="17779"/>
                </a:lnTo>
                <a:lnTo>
                  <a:pt x="51854" y="19050"/>
                </a:lnTo>
                <a:lnTo>
                  <a:pt x="52133" y="19050"/>
                </a:lnTo>
                <a:lnTo>
                  <a:pt x="48856" y="20320"/>
                </a:lnTo>
                <a:lnTo>
                  <a:pt x="49123" y="20320"/>
                </a:lnTo>
                <a:lnTo>
                  <a:pt x="45948" y="21589"/>
                </a:lnTo>
                <a:lnTo>
                  <a:pt x="46215" y="21589"/>
                </a:lnTo>
                <a:lnTo>
                  <a:pt x="43129" y="24129"/>
                </a:lnTo>
                <a:lnTo>
                  <a:pt x="43383" y="24129"/>
                </a:lnTo>
                <a:lnTo>
                  <a:pt x="40411" y="25400"/>
                </a:lnTo>
                <a:lnTo>
                  <a:pt x="40652" y="25400"/>
                </a:lnTo>
                <a:lnTo>
                  <a:pt x="37782" y="27939"/>
                </a:lnTo>
                <a:lnTo>
                  <a:pt x="38023" y="27939"/>
                </a:lnTo>
                <a:lnTo>
                  <a:pt x="35267" y="30479"/>
                </a:lnTo>
                <a:lnTo>
                  <a:pt x="35496" y="30479"/>
                </a:lnTo>
                <a:lnTo>
                  <a:pt x="34175" y="31750"/>
                </a:lnTo>
                <a:lnTo>
                  <a:pt x="33070" y="31750"/>
                </a:lnTo>
                <a:lnTo>
                  <a:pt x="31394" y="34289"/>
                </a:lnTo>
                <a:lnTo>
                  <a:pt x="30759" y="34289"/>
                </a:lnTo>
                <a:lnTo>
                  <a:pt x="29167" y="36829"/>
                </a:lnTo>
                <a:lnTo>
                  <a:pt x="28575" y="36829"/>
                </a:lnTo>
                <a:lnTo>
                  <a:pt x="27067" y="39370"/>
                </a:lnTo>
                <a:lnTo>
                  <a:pt x="26504" y="39370"/>
                </a:lnTo>
                <a:lnTo>
                  <a:pt x="24383" y="43179"/>
                </a:lnTo>
                <a:lnTo>
                  <a:pt x="24549" y="43179"/>
                </a:lnTo>
                <a:lnTo>
                  <a:pt x="22580" y="45720"/>
                </a:lnTo>
                <a:lnTo>
                  <a:pt x="22745" y="45720"/>
                </a:lnTo>
                <a:lnTo>
                  <a:pt x="20916" y="48260"/>
                </a:lnTo>
                <a:lnTo>
                  <a:pt x="21056" y="48260"/>
                </a:lnTo>
                <a:lnTo>
                  <a:pt x="19938" y="50800"/>
                </a:lnTo>
                <a:lnTo>
                  <a:pt x="19519" y="50800"/>
                </a:lnTo>
                <a:lnTo>
                  <a:pt x="17995" y="54610"/>
                </a:lnTo>
                <a:lnTo>
                  <a:pt x="17216" y="57150"/>
                </a:lnTo>
                <a:lnTo>
                  <a:pt x="16865" y="57150"/>
                </a:lnTo>
                <a:lnTo>
                  <a:pt x="15671" y="60960"/>
                </a:lnTo>
                <a:lnTo>
                  <a:pt x="15087" y="63500"/>
                </a:lnTo>
                <a:lnTo>
                  <a:pt x="14820" y="63500"/>
                </a:lnTo>
                <a:lnTo>
                  <a:pt x="13982" y="67310"/>
                </a:lnTo>
                <a:lnTo>
                  <a:pt x="13373" y="71120"/>
                </a:lnTo>
                <a:lnTo>
                  <a:pt x="12941" y="74929"/>
                </a:lnTo>
                <a:lnTo>
                  <a:pt x="12776" y="77470"/>
                </a:lnTo>
                <a:lnTo>
                  <a:pt x="12674" y="85089"/>
                </a:lnTo>
                <a:lnTo>
                  <a:pt x="12979" y="88900"/>
                </a:lnTo>
                <a:lnTo>
                  <a:pt x="13423" y="92710"/>
                </a:lnTo>
                <a:lnTo>
                  <a:pt x="13597" y="92710"/>
                </a:lnTo>
                <a:lnTo>
                  <a:pt x="14046" y="95250"/>
                </a:lnTo>
                <a:lnTo>
                  <a:pt x="14820" y="99060"/>
                </a:lnTo>
                <a:lnTo>
                  <a:pt x="15773" y="102870"/>
                </a:lnTo>
                <a:lnTo>
                  <a:pt x="16069" y="102870"/>
                </a:lnTo>
                <a:lnTo>
                  <a:pt x="16865" y="105410"/>
                </a:lnTo>
                <a:lnTo>
                  <a:pt x="18122" y="109220"/>
                </a:lnTo>
                <a:lnTo>
                  <a:pt x="18503" y="109220"/>
                </a:lnTo>
                <a:lnTo>
                  <a:pt x="19519" y="111760"/>
                </a:lnTo>
                <a:lnTo>
                  <a:pt x="19380" y="111760"/>
                </a:lnTo>
                <a:lnTo>
                  <a:pt x="21056" y="114300"/>
                </a:lnTo>
                <a:lnTo>
                  <a:pt x="20916" y="114300"/>
                </a:lnTo>
                <a:lnTo>
                  <a:pt x="22745" y="118110"/>
                </a:lnTo>
                <a:lnTo>
                  <a:pt x="22580" y="118110"/>
                </a:lnTo>
                <a:lnTo>
                  <a:pt x="24549" y="120650"/>
                </a:lnTo>
                <a:lnTo>
                  <a:pt x="24383" y="120650"/>
                </a:lnTo>
                <a:lnTo>
                  <a:pt x="26504" y="123189"/>
                </a:lnTo>
                <a:lnTo>
                  <a:pt x="26314" y="123189"/>
                </a:lnTo>
                <a:lnTo>
                  <a:pt x="28575" y="125729"/>
                </a:lnTo>
                <a:lnTo>
                  <a:pt x="28371" y="125729"/>
                </a:lnTo>
                <a:lnTo>
                  <a:pt x="30759" y="128270"/>
                </a:lnTo>
                <a:lnTo>
                  <a:pt x="30556" y="128270"/>
                </a:lnTo>
                <a:lnTo>
                  <a:pt x="33070" y="130810"/>
                </a:lnTo>
                <a:lnTo>
                  <a:pt x="32854" y="130810"/>
                </a:lnTo>
                <a:lnTo>
                  <a:pt x="35496" y="133350"/>
                </a:lnTo>
                <a:lnTo>
                  <a:pt x="35267" y="133350"/>
                </a:lnTo>
                <a:lnTo>
                  <a:pt x="38023" y="135889"/>
                </a:lnTo>
                <a:lnTo>
                  <a:pt x="39217" y="135889"/>
                </a:lnTo>
                <a:lnTo>
                  <a:pt x="40652" y="137160"/>
                </a:lnTo>
                <a:lnTo>
                  <a:pt x="40411" y="137160"/>
                </a:lnTo>
                <a:lnTo>
                  <a:pt x="43383" y="139700"/>
                </a:lnTo>
                <a:lnTo>
                  <a:pt x="43129" y="139700"/>
                </a:lnTo>
                <a:lnTo>
                  <a:pt x="46215" y="140970"/>
                </a:lnTo>
                <a:lnTo>
                  <a:pt x="45948" y="140970"/>
                </a:lnTo>
                <a:lnTo>
                  <a:pt x="49123" y="142239"/>
                </a:lnTo>
                <a:lnTo>
                  <a:pt x="48856" y="142239"/>
                </a:lnTo>
                <a:lnTo>
                  <a:pt x="52133" y="144779"/>
                </a:lnTo>
                <a:lnTo>
                  <a:pt x="51854" y="144779"/>
                </a:lnTo>
                <a:lnTo>
                  <a:pt x="55206" y="146050"/>
                </a:lnTo>
                <a:lnTo>
                  <a:pt x="54927" y="146050"/>
                </a:lnTo>
                <a:lnTo>
                  <a:pt x="58369" y="147320"/>
                </a:lnTo>
                <a:lnTo>
                  <a:pt x="58077" y="147320"/>
                </a:lnTo>
                <a:lnTo>
                  <a:pt x="61607" y="148589"/>
                </a:lnTo>
                <a:lnTo>
                  <a:pt x="64592" y="148589"/>
                </a:lnTo>
                <a:lnTo>
                  <a:pt x="68262" y="149860"/>
                </a:lnTo>
                <a:lnTo>
                  <a:pt x="71374" y="149860"/>
                </a:lnTo>
                <a:lnTo>
                  <a:pt x="75171" y="151129"/>
                </a:lnTo>
                <a:lnTo>
                  <a:pt x="126320" y="151129"/>
                </a:lnTo>
                <a:lnTo>
                  <a:pt x="124650" y="152400"/>
                </a:lnTo>
                <a:lnTo>
                  <a:pt x="121196" y="153670"/>
                </a:lnTo>
                <a:lnTo>
                  <a:pt x="117640" y="156210"/>
                </a:lnTo>
                <a:lnTo>
                  <a:pt x="114287" y="157479"/>
                </a:lnTo>
                <a:lnTo>
                  <a:pt x="110261" y="158750"/>
                </a:lnTo>
                <a:lnTo>
                  <a:pt x="98539" y="162560"/>
                </a:lnTo>
                <a:close/>
              </a:path>
              <a:path w="164465" h="163829">
                <a:moveTo>
                  <a:pt x="82130" y="11483"/>
                </a:moveTo>
                <a:lnTo>
                  <a:pt x="81965" y="11429"/>
                </a:lnTo>
                <a:lnTo>
                  <a:pt x="82296" y="11429"/>
                </a:lnTo>
                <a:lnTo>
                  <a:pt x="82130" y="11483"/>
                </a:lnTo>
                <a:close/>
              </a:path>
              <a:path w="164465" h="163829">
                <a:moveTo>
                  <a:pt x="131406" y="33020"/>
                </a:moveTo>
                <a:lnTo>
                  <a:pt x="128777" y="30479"/>
                </a:lnTo>
                <a:lnTo>
                  <a:pt x="128993" y="30479"/>
                </a:lnTo>
                <a:lnTo>
                  <a:pt x="126237" y="27939"/>
                </a:lnTo>
                <a:lnTo>
                  <a:pt x="126479" y="27939"/>
                </a:lnTo>
                <a:lnTo>
                  <a:pt x="123609" y="25400"/>
                </a:lnTo>
                <a:lnTo>
                  <a:pt x="123850" y="25400"/>
                </a:lnTo>
                <a:lnTo>
                  <a:pt x="120878" y="24129"/>
                </a:lnTo>
                <a:lnTo>
                  <a:pt x="121132" y="24129"/>
                </a:lnTo>
                <a:lnTo>
                  <a:pt x="118059" y="21589"/>
                </a:lnTo>
                <a:lnTo>
                  <a:pt x="118313" y="21589"/>
                </a:lnTo>
                <a:lnTo>
                  <a:pt x="115138" y="20320"/>
                </a:lnTo>
                <a:lnTo>
                  <a:pt x="115404" y="20320"/>
                </a:lnTo>
                <a:lnTo>
                  <a:pt x="112141" y="19050"/>
                </a:lnTo>
                <a:lnTo>
                  <a:pt x="112420" y="19050"/>
                </a:lnTo>
                <a:lnTo>
                  <a:pt x="109054" y="17779"/>
                </a:lnTo>
                <a:lnTo>
                  <a:pt x="109334" y="17779"/>
                </a:lnTo>
                <a:lnTo>
                  <a:pt x="105892" y="16510"/>
                </a:lnTo>
                <a:lnTo>
                  <a:pt x="106184" y="16510"/>
                </a:lnTo>
                <a:lnTo>
                  <a:pt x="102666" y="15239"/>
                </a:lnTo>
                <a:lnTo>
                  <a:pt x="102958" y="15239"/>
                </a:lnTo>
                <a:lnTo>
                  <a:pt x="99364" y="13970"/>
                </a:lnTo>
                <a:lnTo>
                  <a:pt x="96304" y="13970"/>
                </a:lnTo>
                <a:lnTo>
                  <a:pt x="92570" y="12700"/>
                </a:lnTo>
                <a:lnTo>
                  <a:pt x="85877" y="12700"/>
                </a:lnTo>
                <a:lnTo>
                  <a:pt x="82130" y="11483"/>
                </a:lnTo>
                <a:lnTo>
                  <a:pt x="82296" y="11429"/>
                </a:lnTo>
                <a:lnTo>
                  <a:pt x="124650" y="11429"/>
                </a:lnTo>
                <a:lnTo>
                  <a:pt x="128244" y="13970"/>
                </a:lnTo>
                <a:lnTo>
                  <a:pt x="131457" y="15239"/>
                </a:lnTo>
                <a:lnTo>
                  <a:pt x="134556" y="17779"/>
                </a:lnTo>
                <a:lnTo>
                  <a:pt x="137541" y="20320"/>
                </a:lnTo>
                <a:lnTo>
                  <a:pt x="140385" y="24129"/>
                </a:lnTo>
                <a:lnTo>
                  <a:pt x="143103" y="26670"/>
                </a:lnTo>
                <a:lnTo>
                  <a:pt x="145681" y="29210"/>
                </a:lnTo>
                <a:lnTo>
                  <a:pt x="147307" y="31750"/>
                </a:lnTo>
                <a:lnTo>
                  <a:pt x="131191" y="31750"/>
                </a:lnTo>
                <a:lnTo>
                  <a:pt x="131406" y="33020"/>
                </a:lnTo>
                <a:close/>
              </a:path>
              <a:path w="164465" h="163829">
                <a:moveTo>
                  <a:pt x="32854" y="33020"/>
                </a:moveTo>
                <a:lnTo>
                  <a:pt x="33070" y="31750"/>
                </a:lnTo>
                <a:lnTo>
                  <a:pt x="34175" y="31750"/>
                </a:lnTo>
                <a:lnTo>
                  <a:pt x="32854" y="33020"/>
                </a:lnTo>
                <a:close/>
              </a:path>
              <a:path w="164465" h="163829">
                <a:moveTo>
                  <a:pt x="133705" y="35560"/>
                </a:moveTo>
                <a:lnTo>
                  <a:pt x="131191" y="31750"/>
                </a:lnTo>
                <a:lnTo>
                  <a:pt x="147307" y="31750"/>
                </a:lnTo>
                <a:lnTo>
                  <a:pt x="148120" y="33020"/>
                </a:lnTo>
                <a:lnTo>
                  <a:pt x="149263" y="34289"/>
                </a:lnTo>
                <a:lnTo>
                  <a:pt x="133502" y="34289"/>
                </a:lnTo>
                <a:lnTo>
                  <a:pt x="133705" y="35560"/>
                </a:lnTo>
                <a:close/>
              </a:path>
              <a:path w="164465" h="163829">
                <a:moveTo>
                  <a:pt x="30556" y="35560"/>
                </a:moveTo>
                <a:lnTo>
                  <a:pt x="30759" y="34289"/>
                </a:lnTo>
                <a:lnTo>
                  <a:pt x="31394" y="34289"/>
                </a:lnTo>
                <a:lnTo>
                  <a:pt x="30556" y="35560"/>
                </a:lnTo>
                <a:close/>
              </a:path>
              <a:path w="164465" h="163829">
                <a:moveTo>
                  <a:pt x="135890" y="38100"/>
                </a:moveTo>
                <a:lnTo>
                  <a:pt x="133502" y="34289"/>
                </a:lnTo>
                <a:lnTo>
                  <a:pt x="149263" y="34289"/>
                </a:lnTo>
                <a:lnTo>
                  <a:pt x="150406" y="35560"/>
                </a:lnTo>
                <a:lnTo>
                  <a:pt x="151117" y="36829"/>
                </a:lnTo>
                <a:lnTo>
                  <a:pt x="135699" y="36829"/>
                </a:lnTo>
                <a:lnTo>
                  <a:pt x="135890" y="38100"/>
                </a:lnTo>
                <a:close/>
              </a:path>
              <a:path w="164465" h="163829">
                <a:moveTo>
                  <a:pt x="28371" y="38100"/>
                </a:moveTo>
                <a:lnTo>
                  <a:pt x="28575" y="36829"/>
                </a:lnTo>
                <a:lnTo>
                  <a:pt x="29167" y="36829"/>
                </a:lnTo>
                <a:lnTo>
                  <a:pt x="28371" y="38100"/>
                </a:lnTo>
                <a:close/>
              </a:path>
              <a:path w="164465" h="163829">
                <a:moveTo>
                  <a:pt x="137947" y="40639"/>
                </a:moveTo>
                <a:lnTo>
                  <a:pt x="135699" y="36829"/>
                </a:lnTo>
                <a:lnTo>
                  <a:pt x="151117" y="36829"/>
                </a:lnTo>
                <a:lnTo>
                  <a:pt x="152539" y="39370"/>
                </a:lnTo>
                <a:lnTo>
                  <a:pt x="137769" y="39370"/>
                </a:lnTo>
                <a:lnTo>
                  <a:pt x="137947" y="40639"/>
                </a:lnTo>
                <a:close/>
              </a:path>
              <a:path w="164465" h="163829">
                <a:moveTo>
                  <a:pt x="26314" y="40639"/>
                </a:moveTo>
                <a:lnTo>
                  <a:pt x="26504" y="39370"/>
                </a:lnTo>
                <a:lnTo>
                  <a:pt x="27067" y="39370"/>
                </a:lnTo>
                <a:lnTo>
                  <a:pt x="26314" y="40639"/>
                </a:lnTo>
                <a:close/>
              </a:path>
              <a:path w="164465" h="163829">
                <a:moveTo>
                  <a:pt x="144881" y="52070"/>
                </a:moveTo>
                <a:lnTo>
                  <a:pt x="143205" y="48260"/>
                </a:lnTo>
                <a:lnTo>
                  <a:pt x="143357" y="48260"/>
                </a:lnTo>
                <a:lnTo>
                  <a:pt x="141528" y="45720"/>
                </a:lnTo>
                <a:lnTo>
                  <a:pt x="141681" y="45720"/>
                </a:lnTo>
                <a:lnTo>
                  <a:pt x="139712" y="43179"/>
                </a:lnTo>
                <a:lnTo>
                  <a:pt x="139877" y="43179"/>
                </a:lnTo>
                <a:lnTo>
                  <a:pt x="137769" y="39370"/>
                </a:lnTo>
                <a:lnTo>
                  <a:pt x="152539" y="39370"/>
                </a:lnTo>
                <a:lnTo>
                  <a:pt x="154508" y="41910"/>
                </a:lnTo>
                <a:lnTo>
                  <a:pt x="156324" y="45720"/>
                </a:lnTo>
                <a:lnTo>
                  <a:pt x="157962" y="49529"/>
                </a:lnTo>
                <a:lnTo>
                  <a:pt x="158449" y="50800"/>
                </a:lnTo>
                <a:lnTo>
                  <a:pt x="144741" y="50800"/>
                </a:lnTo>
                <a:lnTo>
                  <a:pt x="144881" y="52070"/>
                </a:lnTo>
                <a:close/>
              </a:path>
              <a:path w="164465" h="163829">
                <a:moveTo>
                  <a:pt x="19380" y="52070"/>
                </a:moveTo>
                <a:lnTo>
                  <a:pt x="19519" y="50800"/>
                </a:lnTo>
                <a:lnTo>
                  <a:pt x="19938" y="50800"/>
                </a:lnTo>
                <a:lnTo>
                  <a:pt x="19380" y="52070"/>
                </a:lnTo>
                <a:close/>
              </a:path>
              <a:path w="164465" h="163829">
                <a:moveTo>
                  <a:pt x="147497" y="58420"/>
                </a:moveTo>
                <a:lnTo>
                  <a:pt x="146138" y="54610"/>
                </a:lnTo>
                <a:lnTo>
                  <a:pt x="144741" y="50800"/>
                </a:lnTo>
                <a:lnTo>
                  <a:pt x="158449" y="50800"/>
                </a:lnTo>
                <a:lnTo>
                  <a:pt x="159423" y="53339"/>
                </a:lnTo>
                <a:lnTo>
                  <a:pt x="160705" y="57150"/>
                </a:lnTo>
                <a:lnTo>
                  <a:pt x="147396" y="57150"/>
                </a:lnTo>
                <a:lnTo>
                  <a:pt x="147497" y="58420"/>
                </a:lnTo>
                <a:close/>
              </a:path>
              <a:path w="164465" h="163829">
                <a:moveTo>
                  <a:pt x="16764" y="58420"/>
                </a:moveTo>
                <a:lnTo>
                  <a:pt x="16865" y="57150"/>
                </a:lnTo>
                <a:lnTo>
                  <a:pt x="17216" y="57150"/>
                </a:lnTo>
                <a:lnTo>
                  <a:pt x="16764" y="58420"/>
                </a:lnTo>
                <a:close/>
              </a:path>
              <a:path w="164465" h="163829">
                <a:moveTo>
                  <a:pt x="149517" y="64770"/>
                </a:moveTo>
                <a:lnTo>
                  <a:pt x="148488" y="60960"/>
                </a:lnTo>
                <a:lnTo>
                  <a:pt x="147396" y="57150"/>
                </a:lnTo>
                <a:lnTo>
                  <a:pt x="160705" y="57150"/>
                </a:lnTo>
                <a:lnTo>
                  <a:pt x="161810" y="60960"/>
                </a:lnTo>
                <a:lnTo>
                  <a:pt x="162420" y="63500"/>
                </a:lnTo>
                <a:lnTo>
                  <a:pt x="149440" y="63500"/>
                </a:lnTo>
                <a:lnTo>
                  <a:pt x="149517" y="64770"/>
                </a:lnTo>
                <a:close/>
              </a:path>
              <a:path w="164465" h="163829">
                <a:moveTo>
                  <a:pt x="14744" y="64770"/>
                </a:moveTo>
                <a:lnTo>
                  <a:pt x="14820" y="63500"/>
                </a:lnTo>
                <a:lnTo>
                  <a:pt x="15087" y="63500"/>
                </a:lnTo>
                <a:lnTo>
                  <a:pt x="14744" y="64770"/>
                </a:lnTo>
                <a:close/>
              </a:path>
              <a:path w="164465" h="163829">
                <a:moveTo>
                  <a:pt x="163563" y="92710"/>
                </a:moveTo>
                <a:lnTo>
                  <a:pt x="150837" y="92710"/>
                </a:lnTo>
                <a:lnTo>
                  <a:pt x="151320" y="88900"/>
                </a:lnTo>
                <a:lnTo>
                  <a:pt x="151587" y="85089"/>
                </a:lnTo>
                <a:lnTo>
                  <a:pt x="151561" y="77470"/>
                </a:lnTo>
                <a:lnTo>
                  <a:pt x="151295" y="74929"/>
                </a:lnTo>
                <a:lnTo>
                  <a:pt x="150837" y="71120"/>
                </a:lnTo>
                <a:lnTo>
                  <a:pt x="150228" y="67310"/>
                </a:lnTo>
                <a:lnTo>
                  <a:pt x="149440" y="63500"/>
                </a:lnTo>
                <a:lnTo>
                  <a:pt x="162420" y="63500"/>
                </a:lnTo>
                <a:lnTo>
                  <a:pt x="162725" y="64770"/>
                </a:lnTo>
                <a:lnTo>
                  <a:pt x="163956" y="73660"/>
                </a:lnTo>
                <a:lnTo>
                  <a:pt x="164261" y="77470"/>
                </a:lnTo>
                <a:lnTo>
                  <a:pt x="164249" y="86360"/>
                </a:lnTo>
                <a:lnTo>
                  <a:pt x="163918" y="90170"/>
                </a:lnTo>
                <a:lnTo>
                  <a:pt x="163563" y="92710"/>
                </a:lnTo>
                <a:close/>
              </a:path>
              <a:path w="164465" h="163829">
                <a:moveTo>
                  <a:pt x="12674" y="78739"/>
                </a:moveTo>
                <a:lnTo>
                  <a:pt x="12700" y="77470"/>
                </a:lnTo>
                <a:lnTo>
                  <a:pt x="12674" y="78739"/>
                </a:lnTo>
                <a:close/>
              </a:path>
              <a:path w="164465" h="163829">
                <a:moveTo>
                  <a:pt x="151587" y="78739"/>
                </a:moveTo>
                <a:lnTo>
                  <a:pt x="151489" y="77470"/>
                </a:lnTo>
                <a:lnTo>
                  <a:pt x="151587" y="78739"/>
                </a:lnTo>
                <a:close/>
              </a:path>
              <a:path w="164465" h="163829">
                <a:moveTo>
                  <a:pt x="13597" y="92710"/>
                </a:moveTo>
                <a:lnTo>
                  <a:pt x="13423" y="92710"/>
                </a:lnTo>
                <a:lnTo>
                  <a:pt x="13373" y="91439"/>
                </a:lnTo>
                <a:lnTo>
                  <a:pt x="13597" y="92710"/>
                </a:lnTo>
                <a:close/>
              </a:path>
              <a:path w="164465" h="163829">
                <a:moveTo>
                  <a:pt x="161734" y="102870"/>
                </a:moveTo>
                <a:lnTo>
                  <a:pt x="148488" y="102870"/>
                </a:lnTo>
                <a:lnTo>
                  <a:pt x="149517" y="99060"/>
                </a:lnTo>
                <a:lnTo>
                  <a:pt x="150291" y="95250"/>
                </a:lnTo>
                <a:lnTo>
                  <a:pt x="150888" y="91439"/>
                </a:lnTo>
                <a:lnTo>
                  <a:pt x="150837" y="92710"/>
                </a:lnTo>
                <a:lnTo>
                  <a:pt x="163563" y="92710"/>
                </a:lnTo>
                <a:lnTo>
                  <a:pt x="163385" y="93979"/>
                </a:lnTo>
                <a:lnTo>
                  <a:pt x="162661" y="97789"/>
                </a:lnTo>
                <a:lnTo>
                  <a:pt x="161734" y="102870"/>
                </a:lnTo>
                <a:close/>
              </a:path>
              <a:path w="164465" h="163829">
                <a:moveTo>
                  <a:pt x="16069" y="102870"/>
                </a:moveTo>
                <a:lnTo>
                  <a:pt x="15773" y="102870"/>
                </a:lnTo>
                <a:lnTo>
                  <a:pt x="15671" y="101600"/>
                </a:lnTo>
                <a:lnTo>
                  <a:pt x="16069" y="102870"/>
                </a:lnTo>
                <a:close/>
              </a:path>
              <a:path w="164465" h="163829">
                <a:moveTo>
                  <a:pt x="159753" y="109220"/>
                </a:moveTo>
                <a:lnTo>
                  <a:pt x="146138" y="109220"/>
                </a:lnTo>
                <a:lnTo>
                  <a:pt x="147497" y="105410"/>
                </a:lnTo>
                <a:lnTo>
                  <a:pt x="148590" y="101600"/>
                </a:lnTo>
                <a:lnTo>
                  <a:pt x="148488" y="102870"/>
                </a:lnTo>
                <a:lnTo>
                  <a:pt x="161734" y="102870"/>
                </a:lnTo>
                <a:lnTo>
                  <a:pt x="160616" y="106679"/>
                </a:lnTo>
                <a:lnTo>
                  <a:pt x="159753" y="109220"/>
                </a:lnTo>
                <a:close/>
              </a:path>
              <a:path w="164465" h="163829">
                <a:moveTo>
                  <a:pt x="18503" y="109220"/>
                </a:moveTo>
                <a:lnTo>
                  <a:pt x="18122" y="109220"/>
                </a:lnTo>
                <a:lnTo>
                  <a:pt x="17995" y="107950"/>
                </a:lnTo>
                <a:lnTo>
                  <a:pt x="18503" y="109220"/>
                </a:lnTo>
                <a:close/>
              </a:path>
              <a:path w="164465" h="163829">
                <a:moveTo>
                  <a:pt x="144195" y="135889"/>
                </a:moveTo>
                <a:lnTo>
                  <a:pt x="126237" y="135889"/>
                </a:lnTo>
                <a:lnTo>
                  <a:pt x="128993" y="133350"/>
                </a:lnTo>
                <a:lnTo>
                  <a:pt x="128777" y="133350"/>
                </a:lnTo>
                <a:lnTo>
                  <a:pt x="131406" y="130810"/>
                </a:lnTo>
                <a:lnTo>
                  <a:pt x="131191" y="130810"/>
                </a:lnTo>
                <a:lnTo>
                  <a:pt x="133705" y="128270"/>
                </a:lnTo>
                <a:lnTo>
                  <a:pt x="133502" y="128270"/>
                </a:lnTo>
                <a:lnTo>
                  <a:pt x="135890" y="125729"/>
                </a:lnTo>
                <a:lnTo>
                  <a:pt x="135699" y="125729"/>
                </a:lnTo>
                <a:lnTo>
                  <a:pt x="137947" y="123189"/>
                </a:lnTo>
                <a:lnTo>
                  <a:pt x="137769" y="123189"/>
                </a:lnTo>
                <a:lnTo>
                  <a:pt x="139877" y="120650"/>
                </a:lnTo>
                <a:lnTo>
                  <a:pt x="139712" y="120650"/>
                </a:lnTo>
                <a:lnTo>
                  <a:pt x="141681" y="118110"/>
                </a:lnTo>
                <a:lnTo>
                  <a:pt x="141528" y="118110"/>
                </a:lnTo>
                <a:lnTo>
                  <a:pt x="143357" y="114300"/>
                </a:lnTo>
                <a:lnTo>
                  <a:pt x="143205" y="114300"/>
                </a:lnTo>
                <a:lnTo>
                  <a:pt x="144881" y="111760"/>
                </a:lnTo>
                <a:lnTo>
                  <a:pt x="144741" y="111760"/>
                </a:lnTo>
                <a:lnTo>
                  <a:pt x="146265" y="107950"/>
                </a:lnTo>
                <a:lnTo>
                  <a:pt x="146138" y="109220"/>
                </a:lnTo>
                <a:lnTo>
                  <a:pt x="159753" y="109220"/>
                </a:lnTo>
                <a:lnTo>
                  <a:pt x="159321" y="110489"/>
                </a:lnTo>
                <a:lnTo>
                  <a:pt x="157962" y="113029"/>
                </a:lnTo>
                <a:lnTo>
                  <a:pt x="156184" y="116839"/>
                </a:lnTo>
                <a:lnTo>
                  <a:pt x="154508" y="120650"/>
                </a:lnTo>
                <a:lnTo>
                  <a:pt x="150228" y="128270"/>
                </a:lnTo>
                <a:lnTo>
                  <a:pt x="148120" y="130810"/>
                </a:lnTo>
                <a:lnTo>
                  <a:pt x="145491" y="134620"/>
                </a:lnTo>
                <a:lnTo>
                  <a:pt x="144195" y="135889"/>
                </a:lnTo>
                <a:close/>
              </a:path>
              <a:path w="164465" h="163829">
                <a:moveTo>
                  <a:pt x="39217" y="135889"/>
                </a:moveTo>
                <a:lnTo>
                  <a:pt x="38023" y="135889"/>
                </a:lnTo>
                <a:lnTo>
                  <a:pt x="37782" y="134620"/>
                </a:lnTo>
                <a:lnTo>
                  <a:pt x="39217" y="135889"/>
                </a:lnTo>
                <a:close/>
              </a:path>
              <a:path w="164465" h="163829">
                <a:moveTo>
                  <a:pt x="126320" y="151129"/>
                </a:moveTo>
                <a:lnTo>
                  <a:pt x="89090" y="151129"/>
                </a:lnTo>
                <a:lnTo>
                  <a:pt x="92887" y="149860"/>
                </a:lnTo>
                <a:lnTo>
                  <a:pt x="95999" y="149860"/>
                </a:lnTo>
                <a:lnTo>
                  <a:pt x="99669" y="148589"/>
                </a:lnTo>
                <a:lnTo>
                  <a:pt x="102666" y="148589"/>
                </a:lnTo>
                <a:lnTo>
                  <a:pt x="106184" y="147320"/>
                </a:lnTo>
                <a:lnTo>
                  <a:pt x="105892" y="147320"/>
                </a:lnTo>
                <a:lnTo>
                  <a:pt x="109334" y="146050"/>
                </a:lnTo>
                <a:lnTo>
                  <a:pt x="109054" y="146050"/>
                </a:lnTo>
                <a:lnTo>
                  <a:pt x="112420" y="144779"/>
                </a:lnTo>
                <a:lnTo>
                  <a:pt x="112141" y="144779"/>
                </a:lnTo>
                <a:lnTo>
                  <a:pt x="115404" y="142239"/>
                </a:lnTo>
                <a:lnTo>
                  <a:pt x="115138" y="142239"/>
                </a:lnTo>
                <a:lnTo>
                  <a:pt x="118313" y="140970"/>
                </a:lnTo>
                <a:lnTo>
                  <a:pt x="118059" y="140970"/>
                </a:lnTo>
                <a:lnTo>
                  <a:pt x="121132" y="139700"/>
                </a:lnTo>
                <a:lnTo>
                  <a:pt x="120878" y="139700"/>
                </a:lnTo>
                <a:lnTo>
                  <a:pt x="123850" y="137160"/>
                </a:lnTo>
                <a:lnTo>
                  <a:pt x="123609" y="137160"/>
                </a:lnTo>
                <a:lnTo>
                  <a:pt x="126479" y="134620"/>
                </a:lnTo>
                <a:lnTo>
                  <a:pt x="126237" y="135889"/>
                </a:lnTo>
                <a:lnTo>
                  <a:pt x="144195" y="135889"/>
                </a:lnTo>
                <a:lnTo>
                  <a:pt x="142900" y="137160"/>
                </a:lnTo>
                <a:lnTo>
                  <a:pt x="140385" y="139700"/>
                </a:lnTo>
                <a:lnTo>
                  <a:pt x="137312" y="142239"/>
                </a:lnTo>
                <a:lnTo>
                  <a:pt x="134327" y="144779"/>
                </a:lnTo>
                <a:lnTo>
                  <a:pt x="131216" y="147320"/>
                </a:lnTo>
                <a:lnTo>
                  <a:pt x="127990" y="149860"/>
                </a:lnTo>
                <a:lnTo>
                  <a:pt x="126320" y="151129"/>
                </a:lnTo>
                <a:close/>
              </a:path>
              <a:path w="164465" h="163829">
                <a:moveTo>
                  <a:pt x="64897" y="148589"/>
                </a:moveTo>
                <a:lnTo>
                  <a:pt x="61607" y="148589"/>
                </a:lnTo>
                <a:lnTo>
                  <a:pt x="61302" y="147320"/>
                </a:lnTo>
                <a:lnTo>
                  <a:pt x="64897" y="148589"/>
                </a:lnTo>
                <a:close/>
              </a:path>
              <a:path w="164465" h="163829">
                <a:moveTo>
                  <a:pt x="102666" y="148589"/>
                </a:moveTo>
                <a:lnTo>
                  <a:pt x="99364" y="148589"/>
                </a:lnTo>
                <a:lnTo>
                  <a:pt x="102958" y="147320"/>
                </a:lnTo>
                <a:lnTo>
                  <a:pt x="102666" y="148589"/>
                </a:lnTo>
                <a:close/>
              </a:path>
              <a:path w="164465" h="163829">
                <a:moveTo>
                  <a:pt x="90690" y="163829"/>
                </a:moveTo>
                <a:lnTo>
                  <a:pt x="73571" y="163829"/>
                </a:lnTo>
                <a:lnTo>
                  <a:pt x="69456" y="162560"/>
                </a:lnTo>
                <a:lnTo>
                  <a:pt x="94487" y="162560"/>
                </a:lnTo>
                <a:lnTo>
                  <a:pt x="90690" y="163829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8288921" y="5219115"/>
            <a:ext cx="114935" cy="0"/>
          </a:xfrm>
          <a:custGeom>
            <a:avLst/>
            <a:gdLst/>
            <a:ahLst/>
            <a:cxnLst/>
            <a:rect l="l" t="t" r="r" b="b"/>
            <a:pathLst>
              <a:path w="114934" h="0">
                <a:moveTo>
                  <a:pt x="0" y="0"/>
                </a:moveTo>
                <a:lnTo>
                  <a:pt x="114566" y="0"/>
                </a:lnTo>
              </a:path>
            </a:pathLst>
          </a:custGeom>
          <a:ln w="12700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/>
          <p:nvPr/>
        </p:nvSpPr>
        <p:spPr>
          <a:xfrm>
            <a:off x="8716936" y="2568765"/>
            <a:ext cx="685800" cy="685800"/>
          </a:xfrm>
          <a:custGeom>
            <a:avLst/>
            <a:gdLst/>
            <a:ahLst/>
            <a:cxnLst/>
            <a:rect l="l" t="t" r="r" b="b"/>
            <a:pathLst>
              <a:path w="685800" h="685800">
                <a:moveTo>
                  <a:pt x="112163" y="57886"/>
                </a:moveTo>
                <a:lnTo>
                  <a:pt x="52222" y="57886"/>
                </a:lnTo>
                <a:lnTo>
                  <a:pt x="26136" y="42456"/>
                </a:lnTo>
                <a:lnTo>
                  <a:pt x="0" y="27609"/>
                </a:lnTo>
                <a:lnTo>
                  <a:pt x="15684" y="0"/>
                </a:lnTo>
                <a:lnTo>
                  <a:pt x="42176" y="15062"/>
                </a:lnTo>
                <a:lnTo>
                  <a:pt x="68503" y="30619"/>
                </a:lnTo>
                <a:lnTo>
                  <a:pt x="94526" y="46621"/>
                </a:lnTo>
                <a:lnTo>
                  <a:pt x="112163" y="57886"/>
                </a:lnTo>
                <a:close/>
              </a:path>
              <a:path w="685800" h="685800">
                <a:moveTo>
                  <a:pt x="136159" y="73596"/>
                </a:moveTo>
                <a:lnTo>
                  <a:pt x="77787" y="73596"/>
                </a:lnTo>
                <a:lnTo>
                  <a:pt x="52188" y="57866"/>
                </a:lnTo>
                <a:lnTo>
                  <a:pt x="112163" y="57886"/>
                </a:lnTo>
                <a:lnTo>
                  <a:pt x="120256" y="63055"/>
                </a:lnTo>
                <a:lnTo>
                  <a:pt x="136159" y="73596"/>
                </a:lnTo>
                <a:close/>
              </a:path>
              <a:path w="685800" h="685800">
                <a:moveTo>
                  <a:pt x="159978" y="89738"/>
                </a:moveTo>
                <a:lnTo>
                  <a:pt x="103060" y="89738"/>
                </a:lnTo>
                <a:lnTo>
                  <a:pt x="77558" y="73456"/>
                </a:lnTo>
                <a:lnTo>
                  <a:pt x="77787" y="73596"/>
                </a:lnTo>
                <a:lnTo>
                  <a:pt x="136159" y="73596"/>
                </a:lnTo>
                <a:lnTo>
                  <a:pt x="145681" y="79908"/>
                </a:lnTo>
                <a:lnTo>
                  <a:pt x="159978" y="89738"/>
                </a:lnTo>
                <a:close/>
              </a:path>
              <a:path w="685800" h="685800">
                <a:moveTo>
                  <a:pt x="206958" y="123266"/>
                </a:moveTo>
                <a:lnTo>
                  <a:pt x="152704" y="123266"/>
                </a:lnTo>
                <a:lnTo>
                  <a:pt x="127812" y="106146"/>
                </a:lnTo>
                <a:lnTo>
                  <a:pt x="102831" y="89598"/>
                </a:lnTo>
                <a:lnTo>
                  <a:pt x="103060" y="89738"/>
                </a:lnTo>
                <a:lnTo>
                  <a:pt x="159978" y="89738"/>
                </a:lnTo>
                <a:lnTo>
                  <a:pt x="170802" y="97180"/>
                </a:lnTo>
                <a:lnTo>
                  <a:pt x="195618" y="114884"/>
                </a:lnTo>
                <a:lnTo>
                  <a:pt x="206958" y="123266"/>
                </a:lnTo>
                <a:close/>
              </a:path>
              <a:path w="685800" h="685800">
                <a:moveTo>
                  <a:pt x="253016" y="158432"/>
                </a:moveTo>
                <a:lnTo>
                  <a:pt x="201109" y="158426"/>
                </a:lnTo>
                <a:lnTo>
                  <a:pt x="176847" y="140487"/>
                </a:lnTo>
                <a:lnTo>
                  <a:pt x="152476" y="123113"/>
                </a:lnTo>
                <a:lnTo>
                  <a:pt x="152704" y="123266"/>
                </a:lnTo>
                <a:lnTo>
                  <a:pt x="206958" y="123266"/>
                </a:lnTo>
                <a:lnTo>
                  <a:pt x="220103" y="132981"/>
                </a:lnTo>
                <a:lnTo>
                  <a:pt x="244259" y="151485"/>
                </a:lnTo>
                <a:lnTo>
                  <a:pt x="253016" y="158432"/>
                </a:lnTo>
                <a:close/>
              </a:path>
              <a:path w="685800" h="685800">
                <a:moveTo>
                  <a:pt x="275655" y="176606"/>
                </a:moveTo>
                <a:lnTo>
                  <a:pt x="224853" y="176606"/>
                </a:lnTo>
                <a:lnTo>
                  <a:pt x="201109" y="158426"/>
                </a:lnTo>
                <a:lnTo>
                  <a:pt x="253016" y="158432"/>
                </a:lnTo>
                <a:lnTo>
                  <a:pt x="268096" y="170395"/>
                </a:lnTo>
                <a:lnTo>
                  <a:pt x="275655" y="176606"/>
                </a:lnTo>
                <a:close/>
              </a:path>
              <a:path w="685800" h="685800">
                <a:moveTo>
                  <a:pt x="298044" y="195186"/>
                </a:moveTo>
                <a:lnTo>
                  <a:pt x="248259" y="195186"/>
                </a:lnTo>
                <a:lnTo>
                  <a:pt x="224637" y="176441"/>
                </a:lnTo>
                <a:lnTo>
                  <a:pt x="224853" y="176606"/>
                </a:lnTo>
                <a:lnTo>
                  <a:pt x="275655" y="176606"/>
                </a:lnTo>
                <a:lnTo>
                  <a:pt x="291591" y="189699"/>
                </a:lnTo>
                <a:lnTo>
                  <a:pt x="298044" y="195186"/>
                </a:lnTo>
                <a:close/>
              </a:path>
              <a:path w="685800" h="685800">
                <a:moveTo>
                  <a:pt x="320155" y="214147"/>
                </a:moveTo>
                <a:lnTo>
                  <a:pt x="271335" y="214147"/>
                </a:lnTo>
                <a:lnTo>
                  <a:pt x="248043" y="195021"/>
                </a:lnTo>
                <a:lnTo>
                  <a:pt x="248259" y="195186"/>
                </a:lnTo>
                <a:lnTo>
                  <a:pt x="298044" y="195186"/>
                </a:lnTo>
                <a:lnTo>
                  <a:pt x="314756" y="209397"/>
                </a:lnTo>
                <a:lnTo>
                  <a:pt x="320155" y="214147"/>
                </a:lnTo>
                <a:close/>
              </a:path>
              <a:path w="685800" h="685800">
                <a:moveTo>
                  <a:pt x="341999" y="233502"/>
                </a:moveTo>
                <a:lnTo>
                  <a:pt x="294093" y="233502"/>
                </a:lnTo>
                <a:lnTo>
                  <a:pt x="271132" y="213982"/>
                </a:lnTo>
                <a:lnTo>
                  <a:pt x="271335" y="214147"/>
                </a:lnTo>
                <a:lnTo>
                  <a:pt x="320155" y="214147"/>
                </a:lnTo>
                <a:lnTo>
                  <a:pt x="337578" y="229476"/>
                </a:lnTo>
                <a:lnTo>
                  <a:pt x="341999" y="233502"/>
                </a:lnTo>
                <a:close/>
              </a:path>
              <a:path w="685800" h="685800">
                <a:moveTo>
                  <a:pt x="363536" y="253225"/>
                </a:moveTo>
                <a:lnTo>
                  <a:pt x="316509" y="253225"/>
                </a:lnTo>
                <a:lnTo>
                  <a:pt x="294060" y="233474"/>
                </a:lnTo>
                <a:lnTo>
                  <a:pt x="341999" y="233502"/>
                </a:lnTo>
                <a:lnTo>
                  <a:pt x="360044" y="249936"/>
                </a:lnTo>
                <a:lnTo>
                  <a:pt x="363536" y="253225"/>
                </a:lnTo>
                <a:close/>
              </a:path>
              <a:path w="685800" h="685800">
                <a:moveTo>
                  <a:pt x="384775" y="273316"/>
                </a:moveTo>
                <a:lnTo>
                  <a:pt x="338569" y="273316"/>
                </a:lnTo>
                <a:lnTo>
                  <a:pt x="316306" y="253047"/>
                </a:lnTo>
                <a:lnTo>
                  <a:pt x="316509" y="253225"/>
                </a:lnTo>
                <a:lnTo>
                  <a:pt x="363536" y="253225"/>
                </a:lnTo>
                <a:lnTo>
                  <a:pt x="382168" y="270776"/>
                </a:lnTo>
                <a:lnTo>
                  <a:pt x="384775" y="273316"/>
                </a:lnTo>
                <a:close/>
              </a:path>
              <a:path w="685800" h="685800">
                <a:moveTo>
                  <a:pt x="426345" y="314617"/>
                </a:moveTo>
                <a:lnTo>
                  <a:pt x="381673" y="314617"/>
                </a:lnTo>
                <a:lnTo>
                  <a:pt x="360108" y="293598"/>
                </a:lnTo>
                <a:lnTo>
                  <a:pt x="338516" y="273268"/>
                </a:lnTo>
                <a:lnTo>
                  <a:pt x="384775" y="273316"/>
                </a:lnTo>
                <a:lnTo>
                  <a:pt x="403923" y="291973"/>
                </a:lnTo>
                <a:lnTo>
                  <a:pt x="425323" y="313550"/>
                </a:lnTo>
                <a:lnTo>
                  <a:pt x="426345" y="314617"/>
                </a:lnTo>
                <a:close/>
              </a:path>
              <a:path w="685800" h="685800">
                <a:moveTo>
                  <a:pt x="446647" y="335813"/>
                </a:moveTo>
                <a:lnTo>
                  <a:pt x="402678" y="335813"/>
                </a:lnTo>
                <a:lnTo>
                  <a:pt x="381469" y="314426"/>
                </a:lnTo>
                <a:lnTo>
                  <a:pt x="381673" y="314617"/>
                </a:lnTo>
                <a:lnTo>
                  <a:pt x="426345" y="314617"/>
                </a:lnTo>
                <a:lnTo>
                  <a:pt x="446647" y="335813"/>
                </a:lnTo>
                <a:close/>
              </a:path>
              <a:path w="685800" h="685800">
                <a:moveTo>
                  <a:pt x="466603" y="357352"/>
                </a:moveTo>
                <a:lnTo>
                  <a:pt x="423329" y="357352"/>
                </a:lnTo>
                <a:lnTo>
                  <a:pt x="402488" y="335622"/>
                </a:lnTo>
                <a:lnTo>
                  <a:pt x="402678" y="335813"/>
                </a:lnTo>
                <a:lnTo>
                  <a:pt x="446647" y="335813"/>
                </a:lnTo>
                <a:lnTo>
                  <a:pt x="466603" y="357352"/>
                </a:lnTo>
                <a:close/>
              </a:path>
              <a:path w="685800" h="685800">
                <a:moveTo>
                  <a:pt x="505513" y="401485"/>
                </a:moveTo>
                <a:lnTo>
                  <a:pt x="463524" y="401485"/>
                </a:lnTo>
                <a:lnTo>
                  <a:pt x="443433" y="379044"/>
                </a:lnTo>
                <a:lnTo>
                  <a:pt x="423290" y="357312"/>
                </a:lnTo>
                <a:lnTo>
                  <a:pt x="466603" y="357352"/>
                </a:lnTo>
                <a:lnTo>
                  <a:pt x="487273" y="380403"/>
                </a:lnTo>
                <a:lnTo>
                  <a:pt x="505513" y="401485"/>
                </a:lnTo>
                <a:close/>
              </a:path>
              <a:path w="685800" h="685800">
                <a:moveTo>
                  <a:pt x="561238" y="470204"/>
                </a:moveTo>
                <a:lnTo>
                  <a:pt x="520979" y="470204"/>
                </a:lnTo>
                <a:lnTo>
                  <a:pt x="502043" y="446760"/>
                </a:lnTo>
                <a:lnTo>
                  <a:pt x="482892" y="423862"/>
                </a:lnTo>
                <a:lnTo>
                  <a:pt x="463464" y="401418"/>
                </a:lnTo>
                <a:lnTo>
                  <a:pt x="505513" y="401485"/>
                </a:lnTo>
                <a:lnTo>
                  <a:pt x="507161" y="403390"/>
                </a:lnTo>
                <a:lnTo>
                  <a:pt x="526656" y="426707"/>
                </a:lnTo>
                <a:lnTo>
                  <a:pt x="545769" y="450367"/>
                </a:lnTo>
                <a:lnTo>
                  <a:pt x="561238" y="470204"/>
                </a:lnTo>
                <a:close/>
              </a:path>
              <a:path w="685800" h="685800">
                <a:moveTo>
                  <a:pt x="579096" y="493776"/>
                </a:moveTo>
                <a:lnTo>
                  <a:pt x="539356" y="493776"/>
                </a:lnTo>
                <a:lnTo>
                  <a:pt x="520814" y="470001"/>
                </a:lnTo>
                <a:lnTo>
                  <a:pt x="520979" y="470204"/>
                </a:lnTo>
                <a:lnTo>
                  <a:pt x="561238" y="470204"/>
                </a:lnTo>
                <a:lnTo>
                  <a:pt x="564476" y="474357"/>
                </a:lnTo>
                <a:lnTo>
                  <a:pt x="579096" y="493776"/>
                </a:lnTo>
                <a:close/>
              </a:path>
              <a:path w="685800" h="685800">
                <a:moveTo>
                  <a:pt x="613672" y="541845"/>
                </a:moveTo>
                <a:lnTo>
                  <a:pt x="574903" y="541845"/>
                </a:lnTo>
                <a:lnTo>
                  <a:pt x="557174" y="517436"/>
                </a:lnTo>
                <a:lnTo>
                  <a:pt x="539282" y="493681"/>
                </a:lnTo>
                <a:lnTo>
                  <a:pt x="579096" y="493776"/>
                </a:lnTo>
                <a:lnTo>
                  <a:pt x="582777" y="498665"/>
                </a:lnTo>
                <a:lnTo>
                  <a:pt x="600671" y="523303"/>
                </a:lnTo>
                <a:lnTo>
                  <a:pt x="613672" y="541845"/>
                </a:lnTo>
                <a:close/>
              </a:path>
              <a:path w="685800" h="685800">
                <a:moveTo>
                  <a:pt x="682097" y="642581"/>
                </a:moveTo>
                <a:lnTo>
                  <a:pt x="641197" y="642581"/>
                </a:lnTo>
                <a:lnTo>
                  <a:pt x="668312" y="626059"/>
                </a:lnTo>
                <a:lnTo>
                  <a:pt x="651903" y="599147"/>
                </a:lnTo>
                <a:lnTo>
                  <a:pt x="649875" y="596031"/>
                </a:lnTo>
                <a:lnTo>
                  <a:pt x="671804" y="508406"/>
                </a:lnTo>
                <a:lnTo>
                  <a:pt x="682097" y="642581"/>
                </a:lnTo>
                <a:close/>
              </a:path>
              <a:path w="685800" h="685800">
                <a:moveTo>
                  <a:pt x="644550" y="617308"/>
                </a:moveTo>
                <a:lnTo>
                  <a:pt x="622207" y="611716"/>
                </a:lnTo>
                <a:lnTo>
                  <a:pt x="608685" y="590943"/>
                </a:lnTo>
                <a:lnTo>
                  <a:pt x="591921" y="566127"/>
                </a:lnTo>
                <a:lnTo>
                  <a:pt x="574871" y="541800"/>
                </a:lnTo>
                <a:lnTo>
                  <a:pt x="613672" y="541845"/>
                </a:lnTo>
                <a:lnTo>
                  <a:pt x="618159" y="548246"/>
                </a:lnTo>
                <a:lnTo>
                  <a:pt x="635215" y="573506"/>
                </a:lnTo>
                <a:lnTo>
                  <a:pt x="649875" y="596031"/>
                </a:lnTo>
                <a:lnTo>
                  <a:pt x="644550" y="617308"/>
                </a:lnTo>
                <a:close/>
              </a:path>
              <a:path w="685800" h="685800">
                <a:moveTo>
                  <a:pt x="685380" y="685380"/>
                </a:moveTo>
                <a:lnTo>
                  <a:pt x="535660" y="590054"/>
                </a:lnTo>
                <a:lnTo>
                  <a:pt x="622207" y="611716"/>
                </a:lnTo>
                <a:lnTo>
                  <a:pt x="624949" y="615928"/>
                </a:lnTo>
                <a:lnTo>
                  <a:pt x="641197" y="642581"/>
                </a:lnTo>
                <a:lnTo>
                  <a:pt x="682097" y="642581"/>
                </a:lnTo>
                <a:lnTo>
                  <a:pt x="685380" y="685380"/>
                </a:lnTo>
                <a:close/>
              </a:path>
              <a:path w="685800" h="685800">
                <a:moveTo>
                  <a:pt x="662976" y="617308"/>
                </a:moveTo>
                <a:lnTo>
                  <a:pt x="644550" y="617308"/>
                </a:lnTo>
                <a:lnTo>
                  <a:pt x="649875" y="596031"/>
                </a:lnTo>
                <a:lnTo>
                  <a:pt x="651903" y="599147"/>
                </a:lnTo>
                <a:lnTo>
                  <a:pt x="662976" y="617308"/>
                </a:lnTo>
                <a:close/>
              </a:path>
              <a:path w="685800" h="685800">
                <a:moveTo>
                  <a:pt x="640389" y="616267"/>
                </a:moveTo>
                <a:lnTo>
                  <a:pt x="625170" y="616267"/>
                </a:lnTo>
                <a:lnTo>
                  <a:pt x="622207" y="611716"/>
                </a:lnTo>
                <a:lnTo>
                  <a:pt x="640389" y="616267"/>
                </a:lnTo>
                <a:close/>
              </a:path>
              <a:path w="685800" h="685800">
                <a:moveTo>
                  <a:pt x="641197" y="642581"/>
                </a:moveTo>
                <a:lnTo>
                  <a:pt x="624949" y="615928"/>
                </a:lnTo>
                <a:lnTo>
                  <a:pt x="625170" y="616267"/>
                </a:lnTo>
                <a:lnTo>
                  <a:pt x="640389" y="616267"/>
                </a:lnTo>
                <a:lnTo>
                  <a:pt x="644550" y="617308"/>
                </a:lnTo>
                <a:lnTo>
                  <a:pt x="662976" y="617308"/>
                </a:lnTo>
                <a:lnTo>
                  <a:pt x="668312" y="626059"/>
                </a:lnTo>
                <a:lnTo>
                  <a:pt x="641197" y="64258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/>
          <p:nvPr/>
        </p:nvSpPr>
        <p:spPr>
          <a:xfrm>
            <a:off x="7141946" y="4498085"/>
            <a:ext cx="331470" cy="424180"/>
          </a:xfrm>
          <a:custGeom>
            <a:avLst/>
            <a:gdLst/>
            <a:ahLst/>
            <a:cxnLst/>
            <a:rect l="l" t="t" r="r" b="b"/>
            <a:pathLst>
              <a:path w="331470" h="424179">
                <a:moveTo>
                  <a:pt x="260800" y="65795"/>
                </a:moveTo>
                <a:lnTo>
                  <a:pt x="235635" y="46431"/>
                </a:lnTo>
                <a:lnTo>
                  <a:pt x="331470" y="0"/>
                </a:lnTo>
                <a:lnTo>
                  <a:pt x="322335" y="46926"/>
                </a:lnTo>
                <a:lnTo>
                  <a:pt x="275323" y="46926"/>
                </a:lnTo>
                <a:lnTo>
                  <a:pt x="260800" y="65795"/>
                </a:lnTo>
                <a:close/>
              </a:path>
              <a:path w="331470" h="424179">
                <a:moveTo>
                  <a:pt x="285956" y="85153"/>
                </a:moveTo>
                <a:lnTo>
                  <a:pt x="260800" y="65795"/>
                </a:lnTo>
                <a:lnTo>
                  <a:pt x="275323" y="46926"/>
                </a:lnTo>
                <a:lnTo>
                  <a:pt x="300482" y="66281"/>
                </a:lnTo>
                <a:lnTo>
                  <a:pt x="285956" y="85153"/>
                </a:lnTo>
                <a:close/>
              </a:path>
              <a:path w="331470" h="424179">
                <a:moveTo>
                  <a:pt x="311124" y="104521"/>
                </a:moveTo>
                <a:lnTo>
                  <a:pt x="285956" y="85153"/>
                </a:lnTo>
                <a:lnTo>
                  <a:pt x="300482" y="66281"/>
                </a:lnTo>
                <a:lnTo>
                  <a:pt x="275323" y="46926"/>
                </a:lnTo>
                <a:lnTo>
                  <a:pt x="322335" y="46926"/>
                </a:lnTo>
                <a:lnTo>
                  <a:pt x="311124" y="104521"/>
                </a:lnTo>
                <a:close/>
              </a:path>
              <a:path w="331470" h="424179">
                <a:moveTo>
                  <a:pt x="25158" y="424002"/>
                </a:moveTo>
                <a:lnTo>
                  <a:pt x="0" y="404634"/>
                </a:lnTo>
                <a:lnTo>
                  <a:pt x="260800" y="65795"/>
                </a:lnTo>
                <a:lnTo>
                  <a:pt x="285956" y="85153"/>
                </a:lnTo>
                <a:lnTo>
                  <a:pt x="25158" y="424002"/>
                </a:lnTo>
                <a:close/>
              </a:path>
            </a:pathLst>
          </a:custGeom>
          <a:solidFill>
            <a:srgbClr val="00AF5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 txBox="1"/>
          <p:nvPr/>
        </p:nvSpPr>
        <p:spPr>
          <a:xfrm>
            <a:off x="7953438" y="2951683"/>
            <a:ext cx="31432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i="1">
                <a:solidFill>
                  <a:srgbClr val="00AF50"/>
                </a:solidFill>
                <a:latin typeface="Times New Roman"/>
                <a:cs typeface="Times New Roman"/>
              </a:rPr>
              <a:t>F</a:t>
            </a:r>
            <a:r>
              <a:rPr dirty="0" baseline="-16908" sz="1725" spc="37">
                <a:solidFill>
                  <a:srgbClr val="00AF50"/>
                </a:solidFill>
                <a:latin typeface="华文楷体"/>
                <a:cs typeface="华文楷体"/>
              </a:rPr>
              <a:t>洛</a:t>
            </a:r>
            <a:endParaRPr baseline="-16908" sz="1725">
              <a:latin typeface="华文楷体"/>
              <a:cs typeface="华文楷体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7129983" y="3314344"/>
            <a:ext cx="31432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i="1">
                <a:solidFill>
                  <a:srgbClr val="00AF50"/>
                </a:solidFill>
                <a:latin typeface="Times New Roman"/>
                <a:cs typeface="Times New Roman"/>
              </a:rPr>
              <a:t>F</a:t>
            </a:r>
            <a:r>
              <a:rPr dirty="0" baseline="-16908" sz="1725" spc="37">
                <a:solidFill>
                  <a:srgbClr val="00AF50"/>
                </a:solidFill>
                <a:latin typeface="华文楷体"/>
                <a:cs typeface="华文楷体"/>
              </a:rPr>
              <a:t>洛</a:t>
            </a:r>
            <a:endParaRPr baseline="-16908" sz="1725">
              <a:latin typeface="华文楷体"/>
              <a:cs typeface="华文楷体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7504214" y="4349318"/>
            <a:ext cx="31432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i="1">
                <a:solidFill>
                  <a:srgbClr val="00AF50"/>
                </a:solidFill>
                <a:latin typeface="Times New Roman"/>
                <a:cs typeface="Times New Roman"/>
              </a:rPr>
              <a:t>F</a:t>
            </a:r>
            <a:r>
              <a:rPr dirty="0" baseline="-16908" sz="1725" spc="37">
                <a:solidFill>
                  <a:srgbClr val="00AF50"/>
                </a:solidFill>
                <a:latin typeface="华文楷体"/>
                <a:cs typeface="华文楷体"/>
              </a:rPr>
              <a:t>洛</a:t>
            </a:r>
            <a:endParaRPr baseline="-16908" sz="1725">
              <a:latin typeface="华文楷体"/>
              <a:cs typeface="华文楷体"/>
            </a:endParaRPr>
          </a:p>
        </p:txBody>
      </p:sp>
      <p:sp>
        <p:nvSpPr>
          <p:cNvPr id="35" name="object 35"/>
          <p:cNvSpPr/>
          <p:nvPr/>
        </p:nvSpPr>
        <p:spPr>
          <a:xfrm>
            <a:off x="6559257" y="3538880"/>
            <a:ext cx="228600" cy="391795"/>
          </a:xfrm>
          <a:custGeom>
            <a:avLst/>
            <a:gdLst/>
            <a:ahLst/>
            <a:cxnLst/>
            <a:rect l="l" t="t" r="r" b="b"/>
            <a:pathLst>
              <a:path w="228600" h="391795">
                <a:moveTo>
                  <a:pt x="60279" y="316241"/>
                </a:moveTo>
                <a:lnTo>
                  <a:pt x="32548" y="300764"/>
                </a:lnTo>
                <a:lnTo>
                  <a:pt x="200380" y="0"/>
                </a:lnTo>
                <a:lnTo>
                  <a:pt x="228104" y="15468"/>
                </a:lnTo>
                <a:lnTo>
                  <a:pt x="60279" y="316241"/>
                </a:lnTo>
                <a:close/>
              </a:path>
              <a:path w="228600" h="391795">
                <a:moveTo>
                  <a:pt x="0" y="391680"/>
                </a:moveTo>
                <a:lnTo>
                  <a:pt x="4825" y="285292"/>
                </a:lnTo>
                <a:lnTo>
                  <a:pt x="32548" y="300764"/>
                </a:lnTo>
                <a:lnTo>
                  <a:pt x="20942" y="321563"/>
                </a:lnTo>
                <a:lnTo>
                  <a:pt x="48679" y="337032"/>
                </a:lnTo>
                <a:lnTo>
                  <a:pt x="80189" y="337032"/>
                </a:lnTo>
                <a:lnTo>
                  <a:pt x="0" y="391680"/>
                </a:lnTo>
                <a:close/>
              </a:path>
              <a:path w="228600" h="391795">
                <a:moveTo>
                  <a:pt x="48679" y="337032"/>
                </a:moveTo>
                <a:lnTo>
                  <a:pt x="20942" y="321563"/>
                </a:lnTo>
                <a:lnTo>
                  <a:pt x="32548" y="300764"/>
                </a:lnTo>
                <a:lnTo>
                  <a:pt x="60279" y="316241"/>
                </a:lnTo>
                <a:lnTo>
                  <a:pt x="48679" y="337032"/>
                </a:lnTo>
                <a:close/>
              </a:path>
              <a:path w="228600" h="391795">
                <a:moveTo>
                  <a:pt x="80189" y="337032"/>
                </a:moveTo>
                <a:lnTo>
                  <a:pt x="48679" y="337032"/>
                </a:lnTo>
                <a:lnTo>
                  <a:pt x="60279" y="316241"/>
                </a:lnTo>
                <a:lnTo>
                  <a:pt x="87998" y="331711"/>
                </a:lnTo>
                <a:lnTo>
                  <a:pt x="80189" y="337032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/>
          <p:nvPr/>
        </p:nvSpPr>
        <p:spPr>
          <a:xfrm>
            <a:off x="9147771" y="3729621"/>
            <a:ext cx="147320" cy="494665"/>
          </a:xfrm>
          <a:custGeom>
            <a:avLst/>
            <a:gdLst/>
            <a:ahLst/>
            <a:cxnLst/>
            <a:rect l="l" t="t" r="r" b="b"/>
            <a:pathLst>
              <a:path w="147320" h="494664">
                <a:moveTo>
                  <a:pt x="85182" y="89809"/>
                </a:moveTo>
                <a:lnTo>
                  <a:pt x="54140" y="83159"/>
                </a:lnTo>
                <a:lnTo>
                  <a:pt x="120662" y="0"/>
                </a:lnTo>
                <a:lnTo>
                  <a:pt x="137836" y="66522"/>
                </a:lnTo>
                <a:lnTo>
                  <a:pt x="90170" y="66522"/>
                </a:lnTo>
                <a:lnTo>
                  <a:pt x="85182" y="89809"/>
                </a:lnTo>
                <a:close/>
              </a:path>
              <a:path w="147320" h="494664">
                <a:moveTo>
                  <a:pt x="116234" y="96460"/>
                </a:moveTo>
                <a:lnTo>
                  <a:pt x="85182" y="89809"/>
                </a:lnTo>
                <a:lnTo>
                  <a:pt x="90170" y="66522"/>
                </a:lnTo>
                <a:lnTo>
                  <a:pt x="121221" y="73177"/>
                </a:lnTo>
                <a:lnTo>
                  <a:pt x="116234" y="96460"/>
                </a:lnTo>
                <a:close/>
              </a:path>
              <a:path w="147320" h="494664">
                <a:moveTo>
                  <a:pt x="147281" y="103111"/>
                </a:moveTo>
                <a:lnTo>
                  <a:pt x="116234" y="96460"/>
                </a:lnTo>
                <a:lnTo>
                  <a:pt x="121221" y="73177"/>
                </a:lnTo>
                <a:lnTo>
                  <a:pt x="90170" y="66522"/>
                </a:lnTo>
                <a:lnTo>
                  <a:pt x="137836" y="66522"/>
                </a:lnTo>
                <a:lnTo>
                  <a:pt x="147281" y="103111"/>
                </a:lnTo>
                <a:close/>
              </a:path>
              <a:path w="147320" h="494664">
                <a:moveTo>
                  <a:pt x="31051" y="494169"/>
                </a:moveTo>
                <a:lnTo>
                  <a:pt x="0" y="487527"/>
                </a:lnTo>
                <a:lnTo>
                  <a:pt x="85182" y="89809"/>
                </a:lnTo>
                <a:lnTo>
                  <a:pt x="116234" y="96460"/>
                </a:lnTo>
                <a:lnTo>
                  <a:pt x="31051" y="494169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/>
          <p:nvPr/>
        </p:nvSpPr>
        <p:spPr>
          <a:xfrm>
            <a:off x="7829029" y="2599334"/>
            <a:ext cx="556260" cy="262255"/>
          </a:xfrm>
          <a:custGeom>
            <a:avLst/>
            <a:gdLst/>
            <a:ahLst/>
            <a:cxnLst/>
            <a:rect l="l" t="t" r="r" b="b"/>
            <a:pathLst>
              <a:path w="556259" h="262255">
                <a:moveTo>
                  <a:pt x="67919" y="87147"/>
                </a:moveTo>
                <a:lnTo>
                  <a:pt x="0" y="5118"/>
                </a:lnTo>
                <a:lnTo>
                  <a:pt x="106375" y="0"/>
                </a:lnTo>
                <a:lnTo>
                  <a:pt x="97800" y="19430"/>
                </a:lnTo>
                <a:lnTo>
                  <a:pt x="71767" y="19430"/>
                </a:lnTo>
                <a:lnTo>
                  <a:pt x="58953" y="48475"/>
                </a:lnTo>
                <a:lnTo>
                  <a:pt x="80741" y="58090"/>
                </a:lnTo>
                <a:lnTo>
                  <a:pt x="67919" y="87147"/>
                </a:lnTo>
                <a:close/>
              </a:path>
              <a:path w="556259" h="262255">
                <a:moveTo>
                  <a:pt x="80741" y="58090"/>
                </a:moveTo>
                <a:lnTo>
                  <a:pt x="58953" y="48475"/>
                </a:lnTo>
                <a:lnTo>
                  <a:pt x="71767" y="19430"/>
                </a:lnTo>
                <a:lnTo>
                  <a:pt x="93558" y="29045"/>
                </a:lnTo>
                <a:lnTo>
                  <a:pt x="80741" y="58090"/>
                </a:lnTo>
                <a:close/>
              </a:path>
              <a:path w="556259" h="262255">
                <a:moveTo>
                  <a:pt x="93558" y="29045"/>
                </a:moveTo>
                <a:lnTo>
                  <a:pt x="71767" y="19430"/>
                </a:lnTo>
                <a:lnTo>
                  <a:pt x="97800" y="19430"/>
                </a:lnTo>
                <a:lnTo>
                  <a:pt x="93558" y="29045"/>
                </a:lnTo>
                <a:close/>
              </a:path>
              <a:path w="556259" h="262255">
                <a:moveTo>
                  <a:pt x="542925" y="262039"/>
                </a:moveTo>
                <a:lnTo>
                  <a:pt x="80741" y="58090"/>
                </a:lnTo>
                <a:lnTo>
                  <a:pt x="93558" y="29045"/>
                </a:lnTo>
                <a:lnTo>
                  <a:pt x="555752" y="232981"/>
                </a:lnTo>
                <a:lnTo>
                  <a:pt x="542925" y="262039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/>
          <p:nvPr/>
        </p:nvSpPr>
        <p:spPr>
          <a:xfrm>
            <a:off x="7152322" y="5007406"/>
            <a:ext cx="374015" cy="299720"/>
          </a:xfrm>
          <a:custGeom>
            <a:avLst/>
            <a:gdLst/>
            <a:ahLst/>
            <a:cxnLst/>
            <a:rect l="l" t="t" r="r" b="b"/>
            <a:pathLst>
              <a:path w="374015" h="299720">
                <a:moveTo>
                  <a:pt x="289042" y="253124"/>
                </a:moveTo>
                <a:lnTo>
                  <a:pt x="0" y="24930"/>
                </a:lnTo>
                <a:lnTo>
                  <a:pt x="19672" y="0"/>
                </a:lnTo>
                <a:lnTo>
                  <a:pt x="308717" y="228208"/>
                </a:lnTo>
                <a:lnTo>
                  <a:pt x="289042" y="253124"/>
                </a:lnTo>
                <a:close/>
              </a:path>
              <a:path w="374015" h="299720">
                <a:moveTo>
                  <a:pt x="358718" y="267881"/>
                </a:moveTo>
                <a:lnTo>
                  <a:pt x="307733" y="267881"/>
                </a:lnTo>
                <a:lnTo>
                  <a:pt x="327406" y="242963"/>
                </a:lnTo>
                <a:lnTo>
                  <a:pt x="308717" y="228208"/>
                </a:lnTo>
                <a:lnTo>
                  <a:pt x="328396" y="203288"/>
                </a:lnTo>
                <a:lnTo>
                  <a:pt x="358718" y="267881"/>
                </a:lnTo>
                <a:close/>
              </a:path>
              <a:path w="374015" h="299720">
                <a:moveTo>
                  <a:pt x="307733" y="267881"/>
                </a:moveTo>
                <a:lnTo>
                  <a:pt x="289042" y="253124"/>
                </a:lnTo>
                <a:lnTo>
                  <a:pt x="308717" y="228208"/>
                </a:lnTo>
                <a:lnTo>
                  <a:pt x="327406" y="242963"/>
                </a:lnTo>
                <a:lnTo>
                  <a:pt x="307733" y="267881"/>
                </a:lnTo>
                <a:close/>
              </a:path>
              <a:path w="374015" h="299720">
                <a:moveTo>
                  <a:pt x="373646" y="299681"/>
                </a:moveTo>
                <a:lnTo>
                  <a:pt x="269367" y="278041"/>
                </a:lnTo>
                <a:lnTo>
                  <a:pt x="289042" y="253124"/>
                </a:lnTo>
                <a:lnTo>
                  <a:pt x="307733" y="267881"/>
                </a:lnTo>
                <a:lnTo>
                  <a:pt x="358718" y="267881"/>
                </a:lnTo>
                <a:lnTo>
                  <a:pt x="373646" y="299681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 txBox="1"/>
          <p:nvPr/>
        </p:nvSpPr>
        <p:spPr>
          <a:xfrm>
            <a:off x="7645018" y="2575814"/>
            <a:ext cx="1530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b="1" i="1">
                <a:solidFill>
                  <a:srgbClr val="FF0000"/>
                </a:solidFill>
                <a:latin typeface="Book Antiqua"/>
                <a:cs typeface="Book Antiqua"/>
              </a:rPr>
              <a:t>v</a:t>
            </a:r>
            <a:endParaRPr sz="1800">
              <a:latin typeface="Book Antiqua"/>
              <a:cs typeface="Book Antiqua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7521447" y="5263045"/>
            <a:ext cx="1530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b="1" i="1">
                <a:solidFill>
                  <a:srgbClr val="FF0000"/>
                </a:solidFill>
                <a:latin typeface="Book Antiqua"/>
                <a:cs typeface="Book Antiqua"/>
              </a:rPr>
              <a:t>v</a:t>
            </a:r>
            <a:endParaRPr sz="1800">
              <a:latin typeface="Book Antiqua"/>
              <a:cs typeface="Book Antiqua"/>
            </a:endParaRPr>
          </a:p>
        </p:txBody>
      </p:sp>
      <p:sp>
        <p:nvSpPr>
          <p:cNvPr id="41" name="object 41"/>
          <p:cNvSpPr/>
          <p:nvPr/>
        </p:nvSpPr>
        <p:spPr>
          <a:xfrm>
            <a:off x="6621018" y="3530028"/>
            <a:ext cx="164465" cy="309880"/>
          </a:xfrm>
          <a:custGeom>
            <a:avLst/>
            <a:gdLst/>
            <a:ahLst/>
            <a:cxnLst/>
            <a:rect l="l" t="t" r="r" b="b"/>
            <a:pathLst>
              <a:path w="164465" h="309879">
                <a:moveTo>
                  <a:pt x="56926" y="231442"/>
                </a:moveTo>
                <a:lnTo>
                  <a:pt x="28463" y="217385"/>
                </a:lnTo>
                <a:lnTo>
                  <a:pt x="135826" y="0"/>
                </a:lnTo>
                <a:lnTo>
                  <a:pt x="164299" y="14058"/>
                </a:lnTo>
                <a:lnTo>
                  <a:pt x="56926" y="231442"/>
                </a:lnTo>
                <a:close/>
              </a:path>
              <a:path w="164465" h="309879">
                <a:moveTo>
                  <a:pt x="520" y="309816"/>
                </a:moveTo>
                <a:lnTo>
                  <a:pt x="0" y="203326"/>
                </a:lnTo>
                <a:lnTo>
                  <a:pt x="28463" y="217385"/>
                </a:lnTo>
                <a:lnTo>
                  <a:pt x="17919" y="238734"/>
                </a:lnTo>
                <a:lnTo>
                  <a:pt x="46380" y="252793"/>
                </a:lnTo>
                <a:lnTo>
                  <a:pt x="75774" y="252793"/>
                </a:lnTo>
                <a:lnTo>
                  <a:pt x="520" y="309816"/>
                </a:lnTo>
                <a:close/>
              </a:path>
              <a:path w="164465" h="309879">
                <a:moveTo>
                  <a:pt x="46380" y="252793"/>
                </a:moveTo>
                <a:lnTo>
                  <a:pt x="17919" y="238734"/>
                </a:lnTo>
                <a:lnTo>
                  <a:pt x="28463" y="217385"/>
                </a:lnTo>
                <a:lnTo>
                  <a:pt x="56926" y="231442"/>
                </a:lnTo>
                <a:lnTo>
                  <a:pt x="46380" y="252793"/>
                </a:lnTo>
                <a:close/>
              </a:path>
              <a:path w="164465" h="309879">
                <a:moveTo>
                  <a:pt x="75774" y="252793"/>
                </a:moveTo>
                <a:lnTo>
                  <a:pt x="46380" y="252793"/>
                </a:lnTo>
                <a:lnTo>
                  <a:pt x="56926" y="231442"/>
                </a:lnTo>
                <a:lnTo>
                  <a:pt x="85394" y="245503"/>
                </a:lnTo>
                <a:lnTo>
                  <a:pt x="75774" y="252793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2" name="object 42"/>
          <p:cNvSpPr/>
          <p:nvPr/>
        </p:nvSpPr>
        <p:spPr>
          <a:xfrm>
            <a:off x="9145752" y="3885031"/>
            <a:ext cx="116205" cy="333375"/>
          </a:xfrm>
          <a:custGeom>
            <a:avLst/>
            <a:gdLst/>
            <a:ahLst/>
            <a:cxnLst/>
            <a:rect l="l" t="t" r="r" b="b"/>
            <a:pathLst>
              <a:path w="116204" h="333375">
                <a:moveTo>
                  <a:pt x="53878" y="89335"/>
                </a:moveTo>
                <a:lnTo>
                  <a:pt x="22923" y="82283"/>
                </a:lnTo>
                <a:lnTo>
                  <a:pt x="90525" y="0"/>
                </a:lnTo>
                <a:lnTo>
                  <a:pt x="106679" y="66116"/>
                </a:lnTo>
                <a:lnTo>
                  <a:pt x="59169" y="66116"/>
                </a:lnTo>
                <a:lnTo>
                  <a:pt x="53878" y="89335"/>
                </a:lnTo>
                <a:close/>
              </a:path>
              <a:path w="116204" h="333375">
                <a:moveTo>
                  <a:pt x="84842" y="96389"/>
                </a:moveTo>
                <a:lnTo>
                  <a:pt x="53878" y="89335"/>
                </a:lnTo>
                <a:lnTo>
                  <a:pt x="59169" y="66116"/>
                </a:lnTo>
                <a:lnTo>
                  <a:pt x="90131" y="73177"/>
                </a:lnTo>
                <a:lnTo>
                  <a:pt x="84842" y="96389"/>
                </a:lnTo>
                <a:close/>
              </a:path>
              <a:path w="116204" h="333375">
                <a:moveTo>
                  <a:pt x="115798" y="103441"/>
                </a:moveTo>
                <a:lnTo>
                  <a:pt x="84842" y="96389"/>
                </a:lnTo>
                <a:lnTo>
                  <a:pt x="90131" y="73177"/>
                </a:lnTo>
                <a:lnTo>
                  <a:pt x="59169" y="66116"/>
                </a:lnTo>
                <a:lnTo>
                  <a:pt x="106679" y="66116"/>
                </a:lnTo>
                <a:lnTo>
                  <a:pt x="115798" y="103441"/>
                </a:lnTo>
                <a:close/>
              </a:path>
              <a:path w="116204" h="333375">
                <a:moveTo>
                  <a:pt x="30962" y="332828"/>
                </a:moveTo>
                <a:lnTo>
                  <a:pt x="0" y="325780"/>
                </a:lnTo>
                <a:lnTo>
                  <a:pt x="53878" y="89335"/>
                </a:lnTo>
                <a:lnTo>
                  <a:pt x="84842" y="96389"/>
                </a:lnTo>
                <a:lnTo>
                  <a:pt x="30962" y="332828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3" name="object 43"/>
          <p:cNvSpPr/>
          <p:nvPr/>
        </p:nvSpPr>
        <p:spPr>
          <a:xfrm>
            <a:off x="7976171" y="2658046"/>
            <a:ext cx="410845" cy="205104"/>
          </a:xfrm>
          <a:custGeom>
            <a:avLst/>
            <a:gdLst/>
            <a:ahLst/>
            <a:cxnLst/>
            <a:rect l="l" t="t" r="r" b="b"/>
            <a:pathLst>
              <a:path w="410845" h="205105">
                <a:moveTo>
                  <a:pt x="66433" y="86436"/>
                </a:moveTo>
                <a:lnTo>
                  <a:pt x="0" y="3213"/>
                </a:lnTo>
                <a:lnTo>
                  <a:pt x="106451" y="0"/>
                </a:lnTo>
                <a:lnTo>
                  <a:pt x="97743" y="18808"/>
                </a:lnTo>
                <a:lnTo>
                  <a:pt x="71500" y="18808"/>
                </a:lnTo>
                <a:lnTo>
                  <a:pt x="58166" y="47625"/>
                </a:lnTo>
                <a:lnTo>
                  <a:pt x="79771" y="57626"/>
                </a:lnTo>
                <a:lnTo>
                  <a:pt x="66433" y="86436"/>
                </a:lnTo>
                <a:close/>
              </a:path>
              <a:path w="410845" h="205105">
                <a:moveTo>
                  <a:pt x="79771" y="57626"/>
                </a:moveTo>
                <a:lnTo>
                  <a:pt x="58166" y="47625"/>
                </a:lnTo>
                <a:lnTo>
                  <a:pt x="71500" y="18808"/>
                </a:lnTo>
                <a:lnTo>
                  <a:pt x="93111" y="28812"/>
                </a:lnTo>
                <a:lnTo>
                  <a:pt x="79771" y="57626"/>
                </a:lnTo>
                <a:close/>
              </a:path>
              <a:path w="410845" h="205105">
                <a:moveTo>
                  <a:pt x="93111" y="28812"/>
                </a:moveTo>
                <a:lnTo>
                  <a:pt x="71500" y="18808"/>
                </a:lnTo>
                <a:lnTo>
                  <a:pt x="97743" y="18808"/>
                </a:lnTo>
                <a:lnTo>
                  <a:pt x="93111" y="28812"/>
                </a:lnTo>
                <a:close/>
              </a:path>
              <a:path w="410845" h="205105">
                <a:moveTo>
                  <a:pt x="397446" y="204685"/>
                </a:moveTo>
                <a:lnTo>
                  <a:pt x="79771" y="57626"/>
                </a:lnTo>
                <a:lnTo>
                  <a:pt x="93111" y="28812"/>
                </a:lnTo>
                <a:lnTo>
                  <a:pt x="410781" y="175869"/>
                </a:lnTo>
                <a:lnTo>
                  <a:pt x="397446" y="204685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4" name="object 44"/>
          <p:cNvSpPr/>
          <p:nvPr/>
        </p:nvSpPr>
        <p:spPr>
          <a:xfrm>
            <a:off x="7151814" y="5002403"/>
            <a:ext cx="245059" cy="205066"/>
          </a:xfrm>
          <a:prstGeom prst="rect">
            <a:avLst/>
          </a:prstGeom>
          <a:blipFill>
            <a:blip r:embed="rId1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5" name="object 45"/>
          <p:cNvSpPr txBox="1"/>
          <p:nvPr/>
        </p:nvSpPr>
        <p:spPr>
          <a:xfrm>
            <a:off x="8065896" y="2362568"/>
            <a:ext cx="1784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b="1" i="1">
                <a:solidFill>
                  <a:srgbClr val="FF0000"/>
                </a:solidFill>
                <a:latin typeface="Times New Roman"/>
                <a:cs typeface="Times New Roman"/>
              </a:rPr>
              <a:t>F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8510003" y="3528872"/>
            <a:ext cx="723265" cy="5778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r" marR="5080">
              <a:lnSpc>
                <a:spcPct val="100000"/>
              </a:lnSpc>
              <a:spcBef>
                <a:spcPts val="100"/>
              </a:spcBef>
            </a:pPr>
            <a:r>
              <a:rPr dirty="0" sz="1800" b="1" i="1">
                <a:solidFill>
                  <a:srgbClr val="FF0000"/>
                </a:solidFill>
                <a:latin typeface="Book Antiqua"/>
                <a:cs typeface="Book Antiqua"/>
              </a:rPr>
              <a:t>v</a:t>
            </a:r>
            <a:endParaRPr sz="1800">
              <a:latin typeface="Book Antiqua"/>
              <a:cs typeface="Book Antiqua"/>
            </a:endParaRPr>
          </a:p>
          <a:p>
            <a:pPr marL="12700">
              <a:lnSpc>
                <a:spcPct val="100000"/>
              </a:lnSpc>
              <a:spcBef>
                <a:spcPts val="25"/>
              </a:spcBef>
              <a:tabLst>
                <a:tab pos="469900" algn="l"/>
              </a:tabLst>
            </a:pPr>
            <a:r>
              <a:rPr dirty="0" sz="1800" i="1">
                <a:solidFill>
                  <a:srgbClr val="00AF50"/>
                </a:solidFill>
                <a:latin typeface="Times New Roman"/>
                <a:cs typeface="Times New Roman"/>
              </a:rPr>
              <a:t>F</a:t>
            </a:r>
            <a:r>
              <a:rPr dirty="0" baseline="-16908" sz="1725" spc="37">
                <a:solidFill>
                  <a:srgbClr val="00AF50"/>
                </a:solidFill>
                <a:latin typeface="华文楷体"/>
                <a:cs typeface="华文楷体"/>
              </a:rPr>
              <a:t>洛	</a:t>
            </a:r>
            <a:r>
              <a:rPr dirty="0" baseline="1543" sz="2700" b="1" i="1">
                <a:solidFill>
                  <a:srgbClr val="FF0000"/>
                </a:solidFill>
                <a:latin typeface="Times New Roman"/>
                <a:cs typeface="Times New Roman"/>
              </a:rPr>
              <a:t>F</a:t>
            </a:r>
            <a:endParaRPr baseline="1543" sz="2700">
              <a:latin typeface="Times New Roman"/>
              <a:cs typeface="Times New Roman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7143394" y="5186921"/>
            <a:ext cx="1784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b="1" i="1">
                <a:solidFill>
                  <a:srgbClr val="FF0000"/>
                </a:solidFill>
                <a:latin typeface="Times New Roman"/>
                <a:cs typeface="Times New Roman"/>
              </a:rPr>
              <a:t>F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48" name="object 48"/>
          <p:cNvSpPr/>
          <p:nvPr/>
        </p:nvSpPr>
        <p:spPr>
          <a:xfrm>
            <a:off x="6847040" y="2955696"/>
            <a:ext cx="252729" cy="426084"/>
          </a:xfrm>
          <a:custGeom>
            <a:avLst/>
            <a:gdLst/>
            <a:ahLst/>
            <a:cxnLst/>
            <a:rect l="l" t="t" r="r" b="b"/>
            <a:pathLst>
              <a:path w="252729" h="426085">
                <a:moveTo>
                  <a:pt x="191155" y="74860"/>
                </a:moveTo>
                <a:lnTo>
                  <a:pt x="163576" y="59118"/>
                </a:lnTo>
                <a:lnTo>
                  <a:pt x="252158" y="0"/>
                </a:lnTo>
                <a:lnTo>
                  <a:pt x="249175" y="54178"/>
                </a:lnTo>
                <a:lnTo>
                  <a:pt x="202958" y="54178"/>
                </a:lnTo>
                <a:lnTo>
                  <a:pt x="191155" y="74860"/>
                </a:lnTo>
                <a:close/>
              </a:path>
              <a:path w="252729" h="426085">
                <a:moveTo>
                  <a:pt x="218727" y="90597"/>
                </a:moveTo>
                <a:lnTo>
                  <a:pt x="191155" y="74860"/>
                </a:lnTo>
                <a:lnTo>
                  <a:pt x="202958" y="54178"/>
                </a:lnTo>
                <a:lnTo>
                  <a:pt x="230530" y="69913"/>
                </a:lnTo>
                <a:lnTo>
                  <a:pt x="218727" y="90597"/>
                </a:lnTo>
                <a:close/>
              </a:path>
              <a:path w="252729" h="426085">
                <a:moveTo>
                  <a:pt x="246303" y="106337"/>
                </a:moveTo>
                <a:lnTo>
                  <a:pt x="218727" y="90597"/>
                </a:lnTo>
                <a:lnTo>
                  <a:pt x="230530" y="69913"/>
                </a:lnTo>
                <a:lnTo>
                  <a:pt x="202958" y="54178"/>
                </a:lnTo>
                <a:lnTo>
                  <a:pt x="249175" y="54178"/>
                </a:lnTo>
                <a:lnTo>
                  <a:pt x="246303" y="106337"/>
                </a:lnTo>
                <a:close/>
              </a:path>
              <a:path w="252729" h="426085">
                <a:moveTo>
                  <a:pt x="27584" y="425551"/>
                </a:moveTo>
                <a:lnTo>
                  <a:pt x="0" y="409816"/>
                </a:lnTo>
                <a:lnTo>
                  <a:pt x="191155" y="74860"/>
                </a:lnTo>
                <a:lnTo>
                  <a:pt x="218727" y="90597"/>
                </a:lnTo>
                <a:lnTo>
                  <a:pt x="27584" y="425551"/>
                </a:lnTo>
                <a:close/>
              </a:path>
            </a:pathLst>
          </a:custGeom>
          <a:solidFill>
            <a:srgbClr val="006FC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9" name="object 49"/>
          <p:cNvSpPr/>
          <p:nvPr/>
        </p:nvSpPr>
        <p:spPr>
          <a:xfrm>
            <a:off x="8999855" y="4363084"/>
            <a:ext cx="144145" cy="471805"/>
          </a:xfrm>
          <a:custGeom>
            <a:avLst/>
            <a:gdLst/>
            <a:ahLst/>
            <a:cxnLst/>
            <a:rect l="l" t="t" r="r" b="b"/>
            <a:pathLst>
              <a:path w="144145" h="471804">
                <a:moveTo>
                  <a:pt x="62043" y="381706"/>
                </a:moveTo>
                <a:lnTo>
                  <a:pt x="31017" y="374958"/>
                </a:lnTo>
                <a:lnTo>
                  <a:pt x="112560" y="0"/>
                </a:lnTo>
                <a:lnTo>
                  <a:pt x="143586" y="6756"/>
                </a:lnTo>
                <a:lnTo>
                  <a:pt x="62043" y="381706"/>
                </a:lnTo>
                <a:close/>
              </a:path>
              <a:path w="144145" h="471804">
                <a:moveTo>
                  <a:pt x="26289" y="471398"/>
                </a:moveTo>
                <a:lnTo>
                  <a:pt x="0" y="368211"/>
                </a:lnTo>
                <a:lnTo>
                  <a:pt x="31017" y="374958"/>
                </a:lnTo>
                <a:lnTo>
                  <a:pt x="25958" y="398221"/>
                </a:lnTo>
                <a:lnTo>
                  <a:pt x="56984" y="404964"/>
                </a:lnTo>
                <a:lnTo>
                  <a:pt x="79773" y="404964"/>
                </a:lnTo>
                <a:lnTo>
                  <a:pt x="26289" y="471398"/>
                </a:lnTo>
                <a:close/>
              </a:path>
              <a:path w="144145" h="471804">
                <a:moveTo>
                  <a:pt x="56984" y="404964"/>
                </a:moveTo>
                <a:lnTo>
                  <a:pt x="25958" y="398221"/>
                </a:lnTo>
                <a:lnTo>
                  <a:pt x="31017" y="374958"/>
                </a:lnTo>
                <a:lnTo>
                  <a:pt x="62043" y="381706"/>
                </a:lnTo>
                <a:lnTo>
                  <a:pt x="56984" y="404964"/>
                </a:lnTo>
                <a:close/>
              </a:path>
              <a:path w="144145" h="471804">
                <a:moveTo>
                  <a:pt x="79773" y="404964"/>
                </a:moveTo>
                <a:lnTo>
                  <a:pt x="56984" y="404964"/>
                </a:lnTo>
                <a:lnTo>
                  <a:pt x="62043" y="381706"/>
                </a:lnTo>
                <a:lnTo>
                  <a:pt x="93065" y="388454"/>
                </a:lnTo>
                <a:lnTo>
                  <a:pt x="79773" y="404964"/>
                </a:lnTo>
                <a:close/>
              </a:path>
            </a:pathLst>
          </a:custGeom>
          <a:solidFill>
            <a:srgbClr val="006FC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0" name="object 50"/>
          <p:cNvSpPr/>
          <p:nvPr/>
        </p:nvSpPr>
        <p:spPr>
          <a:xfrm>
            <a:off x="8511654" y="2900210"/>
            <a:ext cx="473075" cy="253365"/>
          </a:xfrm>
          <a:custGeom>
            <a:avLst/>
            <a:gdLst/>
            <a:ahLst/>
            <a:cxnLst/>
            <a:rect l="l" t="t" r="r" b="b"/>
            <a:pathLst>
              <a:path w="473075" h="253364">
                <a:moveTo>
                  <a:pt x="380757" y="223898"/>
                </a:moveTo>
                <a:lnTo>
                  <a:pt x="0" y="28232"/>
                </a:lnTo>
                <a:lnTo>
                  <a:pt x="14516" y="0"/>
                </a:lnTo>
                <a:lnTo>
                  <a:pt x="395264" y="195667"/>
                </a:lnTo>
                <a:lnTo>
                  <a:pt x="380757" y="223898"/>
                </a:lnTo>
                <a:close/>
              </a:path>
              <a:path w="473075" h="253364">
                <a:moveTo>
                  <a:pt x="459150" y="234784"/>
                </a:moveTo>
                <a:lnTo>
                  <a:pt x="401942" y="234784"/>
                </a:lnTo>
                <a:lnTo>
                  <a:pt x="416445" y="206552"/>
                </a:lnTo>
                <a:lnTo>
                  <a:pt x="395264" y="195667"/>
                </a:lnTo>
                <a:lnTo>
                  <a:pt x="409778" y="167424"/>
                </a:lnTo>
                <a:lnTo>
                  <a:pt x="459150" y="234784"/>
                </a:lnTo>
                <a:close/>
              </a:path>
              <a:path w="473075" h="253364">
                <a:moveTo>
                  <a:pt x="401942" y="234784"/>
                </a:moveTo>
                <a:lnTo>
                  <a:pt x="380757" y="223898"/>
                </a:lnTo>
                <a:lnTo>
                  <a:pt x="395264" y="195667"/>
                </a:lnTo>
                <a:lnTo>
                  <a:pt x="416445" y="206552"/>
                </a:lnTo>
                <a:lnTo>
                  <a:pt x="401942" y="234784"/>
                </a:lnTo>
                <a:close/>
              </a:path>
              <a:path w="473075" h="253364">
                <a:moveTo>
                  <a:pt x="472732" y="253314"/>
                </a:moveTo>
                <a:lnTo>
                  <a:pt x="366242" y="252145"/>
                </a:lnTo>
                <a:lnTo>
                  <a:pt x="380757" y="223898"/>
                </a:lnTo>
                <a:lnTo>
                  <a:pt x="401942" y="234784"/>
                </a:lnTo>
                <a:lnTo>
                  <a:pt x="459150" y="234784"/>
                </a:lnTo>
                <a:lnTo>
                  <a:pt x="472732" y="253314"/>
                </a:lnTo>
                <a:close/>
              </a:path>
            </a:pathLst>
          </a:custGeom>
          <a:solidFill>
            <a:srgbClr val="006FC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1" name="object 51"/>
          <p:cNvSpPr/>
          <p:nvPr/>
        </p:nvSpPr>
        <p:spPr>
          <a:xfrm>
            <a:off x="6678396" y="4632998"/>
            <a:ext cx="382905" cy="303530"/>
          </a:xfrm>
          <a:custGeom>
            <a:avLst/>
            <a:gdLst/>
            <a:ahLst/>
            <a:cxnLst/>
            <a:rect l="l" t="t" r="r" b="b"/>
            <a:pathLst>
              <a:path w="382904" h="303529">
                <a:moveTo>
                  <a:pt x="45859" y="96100"/>
                </a:moveTo>
                <a:lnTo>
                  <a:pt x="0" y="0"/>
                </a:lnTo>
                <a:lnTo>
                  <a:pt x="104406" y="20967"/>
                </a:lnTo>
                <a:lnTo>
                  <a:pt x="96291" y="31381"/>
                </a:lnTo>
                <a:lnTo>
                  <a:pt x="66103" y="31381"/>
                </a:lnTo>
                <a:lnTo>
                  <a:pt x="46583" y="56426"/>
                </a:lnTo>
                <a:lnTo>
                  <a:pt x="65369" y="71063"/>
                </a:lnTo>
                <a:lnTo>
                  <a:pt x="45859" y="96100"/>
                </a:lnTo>
                <a:close/>
              </a:path>
              <a:path w="382904" h="303529">
                <a:moveTo>
                  <a:pt x="65369" y="71063"/>
                </a:moveTo>
                <a:lnTo>
                  <a:pt x="46583" y="56426"/>
                </a:lnTo>
                <a:lnTo>
                  <a:pt x="66103" y="31381"/>
                </a:lnTo>
                <a:lnTo>
                  <a:pt x="84887" y="46017"/>
                </a:lnTo>
                <a:lnTo>
                  <a:pt x="65369" y="71063"/>
                </a:lnTo>
                <a:close/>
              </a:path>
              <a:path w="382904" h="303529">
                <a:moveTo>
                  <a:pt x="84887" y="46017"/>
                </a:moveTo>
                <a:lnTo>
                  <a:pt x="66103" y="31381"/>
                </a:lnTo>
                <a:lnTo>
                  <a:pt x="96291" y="31381"/>
                </a:lnTo>
                <a:lnTo>
                  <a:pt x="84887" y="46017"/>
                </a:lnTo>
                <a:close/>
              </a:path>
              <a:path w="382904" h="303529">
                <a:moveTo>
                  <a:pt x="363093" y="303034"/>
                </a:moveTo>
                <a:lnTo>
                  <a:pt x="65369" y="71063"/>
                </a:lnTo>
                <a:lnTo>
                  <a:pt x="84887" y="46017"/>
                </a:lnTo>
                <a:lnTo>
                  <a:pt x="382612" y="277990"/>
                </a:lnTo>
                <a:lnTo>
                  <a:pt x="363093" y="303034"/>
                </a:lnTo>
                <a:close/>
              </a:path>
            </a:pathLst>
          </a:custGeom>
          <a:solidFill>
            <a:srgbClr val="006FC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2" name="object 52"/>
          <p:cNvSpPr txBox="1"/>
          <p:nvPr/>
        </p:nvSpPr>
        <p:spPr>
          <a:xfrm>
            <a:off x="8708313" y="2493886"/>
            <a:ext cx="635000" cy="46418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408940">
              <a:lnSpc>
                <a:spcPts val="1725"/>
              </a:lnSpc>
              <a:spcBef>
                <a:spcPts val="100"/>
              </a:spcBef>
            </a:pPr>
            <a:r>
              <a:rPr dirty="0" sz="1800" spc="-5" i="1">
                <a:latin typeface="Times New Roman"/>
                <a:cs typeface="Times New Roman"/>
              </a:rPr>
              <a:t>i</a:t>
            </a:r>
            <a:r>
              <a:rPr dirty="0" baseline="-16908" sz="1725" spc="37">
                <a:latin typeface="华文楷体"/>
                <a:cs typeface="华文楷体"/>
              </a:rPr>
              <a:t>感</a:t>
            </a:r>
            <a:endParaRPr baseline="-16908" sz="1725">
              <a:latin typeface="华文楷体"/>
              <a:cs typeface="华文楷体"/>
            </a:endParaRPr>
          </a:p>
          <a:p>
            <a:pPr marL="12700">
              <a:lnSpc>
                <a:spcPts val="1725"/>
              </a:lnSpc>
            </a:pPr>
            <a:r>
              <a:rPr dirty="0" sz="1800" spc="-5" b="1" i="1">
                <a:solidFill>
                  <a:srgbClr val="006FC0"/>
                </a:solidFill>
                <a:latin typeface="Times New Roman"/>
                <a:cs typeface="Times New Roman"/>
              </a:rPr>
              <a:t>E</a:t>
            </a:r>
            <a:r>
              <a:rPr dirty="0" baseline="-16908" sz="1725" spc="30" b="1">
                <a:solidFill>
                  <a:srgbClr val="006FC0"/>
                </a:solidFill>
                <a:latin typeface="华文楷体"/>
                <a:cs typeface="华文楷体"/>
              </a:rPr>
              <a:t>感</a:t>
            </a:r>
            <a:endParaRPr baseline="-16908" sz="1725">
              <a:latin typeface="华文楷体"/>
              <a:cs typeface="华文楷体"/>
            </a:endParaRPr>
          </a:p>
        </p:txBody>
      </p:sp>
      <p:sp>
        <p:nvSpPr>
          <p:cNvPr id="57" name="object 5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79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高中物</a:t>
            </a:r>
            <a:r>
              <a:rPr dirty="0" spc="5"/>
              <a:t>理</a:t>
            </a:r>
          </a:p>
        </p:txBody>
      </p:sp>
      <p:sp>
        <p:nvSpPr>
          <p:cNvPr id="53" name="object 53"/>
          <p:cNvSpPr txBox="1"/>
          <p:nvPr/>
        </p:nvSpPr>
        <p:spPr>
          <a:xfrm>
            <a:off x="9208668" y="4375454"/>
            <a:ext cx="32702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" b="1" i="1">
                <a:solidFill>
                  <a:srgbClr val="006FC0"/>
                </a:solidFill>
                <a:latin typeface="Times New Roman"/>
                <a:cs typeface="Times New Roman"/>
              </a:rPr>
              <a:t>E</a:t>
            </a:r>
            <a:r>
              <a:rPr dirty="0" baseline="-16908" sz="1725" spc="30" b="1">
                <a:solidFill>
                  <a:srgbClr val="006FC0"/>
                </a:solidFill>
                <a:latin typeface="华文楷体"/>
                <a:cs typeface="华文楷体"/>
              </a:rPr>
              <a:t>感</a:t>
            </a:r>
            <a:endParaRPr baseline="-16908" sz="1725">
              <a:latin typeface="华文楷体"/>
              <a:cs typeface="华文楷体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6376682" y="2966516"/>
            <a:ext cx="448309" cy="120332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33350">
              <a:lnSpc>
                <a:spcPct val="100000"/>
              </a:lnSpc>
              <a:spcBef>
                <a:spcPts val="100"/>
              </a:spcBef>
            </a:pPr>
            <a:r>
              <a:rPr dirty="0" sz="1800" spc="-5" b="1" i="1">
                <a:solidFill>
                  <a:srgbClr val="006FC0"/>
                </a:solidFill>
                <a:latin typeface="Times New Roman"/>
                <a:cs typeface="Times New Roman"/>
              </a:rPr>
              <a:t>E</a:t>
            </a:r>
            <a:r>
              <a:rPr dirty="0" baseline="-16908" sz="1725" spc="30" b="1">
                <a:solidFill>
                  <a:srgbClr val="006FC0"/>
                </a:solidFill>
                <a:latin typeface="华文楷体"/>
                <a:cs typeface="华文楷体"/>
              </a:rPr>
              <a:t>感</a:t>
            </a:r>
            <a:endParaRPr baseline="-16908" sz="1725">
              <a:latin typeface="华文楷体"/>
              <a:cs typeface="华文楷体"/>
            </a:endParaRPr>
          </a:p>
          <a:p>
            <a:pPr marL="52705">
              <a:lnSpc>
                <a:spcPct val="100000"/>
              </a:lnSpc>
              <a:spcBef>
                <a:spcPts val="1935"/>
              </a:spcBef>
            </a:pPr>
            <a:r>
              <a:rPr dirty="0" sz="1800" b="1" i="1">
                <a:solidFill>
                  <a:srgbClr val="FF0000"/>
                </a:solidFill>
                <a:latin typeface="Times New Roman"/>
                <a:cs typeface="Times New Roman"/>
              </a:rPr>
              <a:t>F</a:t>
            </a: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860"/>
              </a:spcBef>
            </a:pPr>
            <a:r>
              <a:rPr dirty="0" sz="1800" b="1" i="1">
                <a:solidFill>
                  <a:srgbClr val="FF0000"/>
                </a:solidFill>
                <a:latin typeface="Book Antiqua"/>
                <a:cs typeface="Book Antiqua"/>
              </a:rPr>
              <a:t>v</a:t>
            </a:r>
            <a:endParaRPr sz="1800">
              <a:latin typeface="Book Antiqua"/>
              <a:cs typeface="Book Antiqua"/>
            </a:endParaRPr>
          </a:p>
        </p:txBody>
      </p:sp>
      <p:sp>
        <p:nvSpPr>
          <p:cNvPr id="55" name="object 55"/>
          <p:cNvSpPr txBox="1"/>
          <p:nvPr/>
        </p:nvSpPr>
        <p:spPr>
          <a:xfrm>
            <a:off x="6255626" y="4885080"/>
            <a:ext cx="735965" cy="612140"/>
          </a:xfrm>
          <a:prstGeom prst="rect">
            <a:avLst/>
          </a:prstGeom>
        </p:spPr>
        <p:txBody>
          <a:bodyPr wrap="square" lIns="0" tIns="31115" rIns="0" bIns="0" rtlCol="0" vert="horz">
            <a:spAutoFit/>
          </a:bodyPr>
          <a:lstStyle/>
          <a:p>
            <a:pPr marL="421005">
              <a:lnSpc>
                <a:spcPct val="100000"/>
              </a:lnSpc>
              <a:spcBef>
                <a:spcPts val="245"/>
              </a:spcBef>
            </a:pPr>
            <a:r>
              <a:rPr dirty="0" sz="1800" spc="-5" b="1" i="1">
                <a:solidFill>
                  <a:srgbClr val="006FC0"/>
                </a:solidFill>
                <a:latin typeface="Times New Roman"/>
                <a:cs typeface="Times New Roman"/>
              </a:rPr>
              <a:t>E</a:t>
            </a:r>
            <a:r>
              <a:rPr dirty="0" baseline="-16908" sz="1725" spc="30" b="1">
                <a:solidFill>
                  <a:srgbClr val="006FC0"/>
                </a:solidFill>
                <a:latin typeface="华文楷体"/>
                <a:cs typeface="华文楷体"/>
              </a:rPr>
              <a:t>感</a:t>
            </a:r>
            <a:endParaRPr baseline="-16908" sz="1725">
              <a:latin typeface="华文楷体"/>
              <a:cs typeface="华文楷体"/>
            </a:endParaRPr>
          </a:p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dirty="0" sz="1800">
                <a:latin typeface="华文楷体"/>
                <a:cs typeface="华文楷体"/>
              </a:rPr>
              <a:t>真空室</a:t>
            </a:r>
            <a:endParaRPr sz="1800">
              <a:latin typeface="华文楷体"/>
              <a:cs typeface="华文楷体"/>
            </a:endParaRPr>
          </a:p>
        </p:txBody>
      </p:sp>
      <p:sp>
        <p:nvSpPr>
          <p:cNvPr id="56" name="object 56"/>
          <p:cNvSpPr txBox="1"/>
          <p:nvPr/>
        </p:nvSpPr>
        <p:spPr>
          <a:xfrm>
            <a:off x="2995879" y="2362492"/>
            <a:ext cx="23876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latin typeface="Times New Roman"/>
                <a:cs typeface="Times New Roman"/>
              </a:rPr>
              <a:t>2.</a:t>
            </a:r>
            <a:r>
              <a:rPr dirty="0" sz="2400">
                <a:latin typeface="华文楷体"/>
                <a:cs typeface="华文楷体"/>
              </a:rPr>
              <a:t>感生电场的特点</a:t>
            </a:r>
            <a:endParaRPr sz="2400">
              <a:latin typeface="华文楷体"/>
              <a:cs typeface="华文楷体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737965" y="2030945"/>
            <a:ext cx="5556885" cy="0"/>
          </a:xfrm>
          <a:custGeom>
            <a:avLst/>
            <a:gdLst/>
            <a:ahLst/>
            <a:cxnLst/>
            <a:rect l="l" t="t" r="r" b="b"/>
            <a:pathLst>
              <a:path w="5556884" h="0">
                <a:moveTo>
                  <a:pt x="0" y="0"/>
                </a:moveTo>
                <a:lnTo>
                  <a:pt x="5556783" y="0"/>
                </a:lnTo>
              </a:path>
            </a:pathLst>
          </a:custGeom>
          <a:ln w="36144">
            <a:solidFill>
              <a:srgbClr val="01431D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3176016" y="1760220"/>
            <a:ext cx="363220" cy="364490"/>
          </a:xfrm>
          <a:custGeom>
            <a:avLst/>
            <a:gdLst/>
            <a:ahLst/>
            <a:cxnLst/>
            <a:rect l="l" t="t" r="r" b="b"/>
            <a:pathLst>
              <a:path w="363220" h="364489">
                <a:moveTo>
                  <a:pt x="0" y="0"/>
                </a:moveTo>
                <a:lnTo>
                  <a:pt x="362711" y="0"/>
                </a:lnTo>
                <a:lnTo>
                  <a:pt x="362711" y="364235"/>
                </a:lnTo>
                <a:lnTo>
                  <a:pt x="0" y="364235"/>
                </a:lnTo>
                <a:lnTo>
                  <a:pt x="0" y="0"/>
                </a:lnTo>
                <a:close/>
              </a:path>
            </a:pathLst>
          </a:custGeom>
          <a:solidFill>
            <a:srgbClr val="01431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3374135" y="1984248"/>
            <a:ext cx="247015" cy="245745"/>
          </a:xfrm>
          <a:custGeom>
            <a:avLst/>
            <a:gdLst/>
            <a:ahLst/>
            <a:cxnLst/>
            <a:rect l="l" t="t" r="r" b="b"/>
            <a:pathLst>
              <a:path w="247014" h="245744">
                <a:moveTo>
                  <a:pt x="0" y="0"/>
                </a:moveTo>
                <a:lnTo>
                  <a:pt x="246887" y="0"/>
                </a:lnTo>
                <a:lnTo>
                  <a:pt x="246887" y="245363"/>
                </a:lnTo>
                <a:lnTo>
                  <a:pt x="0" y="245363"/>
                </a:lnTo>
                <a:lnTo>
                  <a:pt x="0" y="0"/>
                </a:lnTo>
                <a:close/>
              </a:path>
            </a:pathLst>
          </a:custGeom>
          <a:solidFill>
            <a:srgbClr val="01611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3816730" y="1386484"/>
            <a:ext cx="2311400" cy="4826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00" b="0">
                <a:solidFill>
                  <a:srgbClr val="000000"/>
                </a:solidFill>
                <a:latin typeface="黑体"/>
                <a:cs typeface="黑体"/>
              </a:rPr>
              <a:t>一、感生电场</a:t>
            </a:r>
            <a:endParaRPr sz="3000">
              <a:latin typeface="黑体"/>
              <a:cs typeface="黑体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6523990" y="2546946"/>
            <a:ext cx="2994126" cy="299412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6760184" y="2576791"/>
            <a:ext cx="2730360" cy="270383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7718844" y="3469716"/>
            <a:ext cx="16510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i="1">
                <a:latin typeface="Times New Roman"/>
                <a:cs typeface="Times New Roman"/>
              </a:rPr>
              <a:t>B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9193123" y="2501912"/>
            <a:ext cx="23812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" i="1">
                <a:latin typeface="Times New Roman"/>
                <a:cs typeface="Times New Roman"/>
              </a:rPr>
              <a:t>i</a:t>
            </a:r>
            <a:r>
              <a:rPr dirty="0" baseline="-16908" sz="1725" spc="37">
                <a:latin typeface="华文楷体"/>
                <a:cs typeface="华文楷体"/>
              </a:rPr>
              <a:t>感</a:t>
            </a:r>
            <a:endParaRPr baseline="-16908" sz="1725">
              <a:latin typeface="华文楷体"/>
              <a:cs typeface="华文楷体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8796553" y="2665857"/>
            <a:ext cx="32702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" b="1" i="1">
                <a:solidFill>
                  <a:srgbClr val="006FC0"/>
                </a:solidFill>
                <a:latin typeface="Times New Roman"/>
                <a:cs typeface="Times New Roman"/>
              </a:rPr>
              <a:t>E</a:t>
            </a:r>
            <a:r>
              <a:rPr dirty="0" baseline="-16908" sz="1725" spc="30" b="1">
                <a:solidFill>
                  <a:srgbClr val="006FC0"/>
                </a:solidFill>
                <a:latin typeface="华文楷体"/>
                <a:cs typeface="华文楷体"/>
              </a:rPr>
              <a:t>感</a:t>
            </a:r>
            <a:endParaRPr baseline="-16908" sz="1725">
              <a:latin typeface="华文楷体"/>
              <a:cs typeface="华文楷体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9296907" y="4383468"/>
            <a:ext cx="32702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" b="1" i="1">
                <a:solidFill>
                  <a:srgbClr val="006FC0"/>
                </a:solidFill>
                <a:latin typeface="Times New Roman"/>
                <a:cs typeface="Times New Roman"/>
              </a:rPr>
              <a:t>E</a:t>
            </a:r>
            <a:r>
              <a:rPr dirty="0" baseline="-16908" sz="1725" spc="30" b="1">
                <a:solidFill>
                  <a:srgbClr val="006FC0"/>
                </a:solidFill>
                <a:latin typeface="华文楷体"/>
                <a:cs typeface="华文楷体"/>
              </a:rPr>
              <a:t>感</a:t>
            </a:r>
            <a:endParaRPr baseline="-16908" sz="1725">
              <a:latin typeface="华文楷体"/>
              <a:cs typeface="华文楷体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343865" y="4893081"/>
            <a:ext cx="735965" cy="612140"/>
          </a:xfrm>
          <a:prstGeom prst="rect">
            <a:avLst/>
          </a:prstGeom>
        </p:spPr>
        <p:txBody>
          <a:bodyPr wrap="square" lIns="0" tIns="31115" rIns="0" bIns="0" rtlCol="0" vert="horz">
            <a:spAutoFit/>
          </a:bodyPr>
          <a:lstStyle/>
          <a:p>
            <a:pPr marL="421005">
              <a:lnSpc>
                <a:spcPct val="100000"/>
              </a:lnSpc>
              <a:spcBef>
                <a:spcPts val="245"/>
              </a:spcBef>
            </a:pPr>
            <a:r>
              <a:rPr dirty="0" sz="1800" spc="-5" b="1" i="1">
                <a:solidFill>
                  <a:srgbClr val="006FC0"/>
                </a:solidFill>
                <a:latin typeface="Times New Roman"/>
                <a:cs typeface="Times New Roman"/>
              </a:rPr>
              <a:t>E</a:t>
            </a:r>
            <a:r>
              <a:rPr dirty="0" baseline="-16908" sz="1725" spc="30" b="1">
                <a:solidFill>
                  <a:srgbClr val="006FC0"/>
                </a:solidFill>
                <a:latin typeface="华文楷体"/>
                <a:cs typeface="华文楷体"/>
              </a:rPr>
              <a:t>感</a:t>
            </a:r>
            <a:endParaRPr baseline="-16908" sz="1725">
              <a:latin typeface="华文楷体"/>
              <a:cs typeface="华文楷体"/>
            </a:endParaRPr>
          </a:p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dirty="0" sz="1800">
                <a:latin typeface="华文楷体"/>
                <a:cs typeface="华文楷体"/>
              </a:rPr>
              <a:t>真空室</a:t>
            </a:r>
            <a:endParaRPr sz="1800">
              <a:latin typeface="华文楷体"/>
              <a:cs typeface="华文楷体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7887068" y="2354834"/>
            <a:ext cx="32702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" b="1" i="1">
                <a:solidFill>
                  <a:srgbClr val="006FC0"/>
                </a:solidFill>
                <a:latin typeface="Times New Roman"/>
                <a:cs typeface="Times New Roman"/>
              </a:rPr>
              <a:t>E</a:t>
            </a:r>
            <a:r>
              <a:rPr dirty="0" baseline="-16908" sz="1725" spc="30" b="1">
                <a:solidFill>
                  <a:srgbClr val="006FC0"/>
                </a:solidFill>
                <a:latin typeface="华文楷体"/>
                <a:cs typeface="华文楷体"/>
              </a:rPr>
              <a:t>感</a:t>
            </a:r>
            <a:endParaRPr baseline="-16908" sz="1725">
              <a:latin typeface="华文楷体"/>
              <a:cs typeface="华文楷体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7639977" y="3655123"/>
            <a:ext cx="819746" cy="819746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7188212" y="3204019"/>
            <a:ext cx="1715465" cy="1715465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7290675" y="3222193"/>
            <a:ext cx="1498574" cy="1562100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 txBox="1"/>
          <p:nvPr/>
        </p:nvSpPr>
        <p:spPr>
          <a:xfrm>
            <a:off x="2977070" y="2201798"/>
            <a:ext cx="3936365" cy="2268855"/>
          </a:xfrm>
          <a:prstGeom prst="rect">
            <a:avLst/>
          </a:prstGeom>
        </p:spPr>
        <p:txBody>
          <a:bodyPr wrap="square" lIns="0" tIns="180975" rIns="0" bIns="0" rtlCol="0" vert="horz">
            <a:spAutoFit/>
          </a:bodyPr>
          <a:lstStyle/>
          <a:p>
            <a:pPr marL="119380">
              <a:lnSpc>
                <a:spcPct val="100000"/>
              </a:lnSpc>
              <a:spcBef>
                <a:spcPts val="1425"/>
              </a:spcBef>
            </a:pPr>
            <a:r>
              <a:rPr dirty="0" sz="2400">
                <a:latin typeface="Times New Roman"/>
                <a:cs typeface="Times New Roman"/>
              </a:rPr>
              <a:t>2.</a:t>
            </a:r>
            <a:r>
              <a:rPr dirty="0" sz="2400">
                <a:latin typeface="华文楷体"/>
                <a:cs typeface="华文楷体"/>
              </a:rPr>
              <a:t>感生电场的特点</a:t>
            </a:r>
            <a:endParaRPr sz="2400">
              <a:latin typeface="华文楷体"/>
              <a:cs typeface="华文楷体"/>
            </a:endParaRPr>
          </a:p>
          <a:p>
            <a:pPr marL="377190" indent="-356235">
              <a:lnSpc>
                <a:spcPts val="2860"/>
              </a:lnSpc>
              <a:spcBef>
                <a:spcPts val="1330"/>
              </a:spcBef>
              <a:buSzPct val="95833"/>
              <a:buFont typeface="Times New Roman"/>
              <a:buAutoNum type="arabicParenBoth"/>
              <a:tabLst>
                <a:tab pos="377825" algn="l"/>
                <a:tab pos="3620770" algn="l"/>
              </a:tabLst>
            </a:pPr>
            <a:r>
              <a:rPr dirty="0" sz="2400">
                <a:latin typeface="华文楷体"/>
                <a:cs typeface="华文楷体"/>
              </a:rPr>
              <a:t>感生电场位于与磁场	</a:t>
            </a:r>
            <a:r>
              <a:rPr dirty="0" baseline="1543" sz="2700" spc="-7" b="1" i="1">
                <a:solidFill>
                  <a:srgbClr val="006FC0"/>
                </a:solidFill>
                <a:latin typeface="Times New Roman"/>
                <a:cs typeface="Times New Roman"/>
              </a:rPr>
              <a:t>E</a:t>
            </a:r>
            <a:r>
              <a:rPr dirty="0" baseline="-14492" sz="1725" spc="30" b="1">
                <a:solidFill>
                  <a:srgbClr val="006FC0"/>
                </a:solidFill>
                <a:latin typeface="华文楷体"/>
                <a:cs typeface="华文楷体"/>
              </a:rPr>
              <a:t>感</a:t>
            </a:r>
            <a:endParaRPr baseline="-14492" sz="1725">
              <a:latin typeface="华文楷体"/>
              <a:cs typeface="华文楷体"/>
            </a:endParaRPr>
          </a:p>
          <a:p>
            <a:pPr marL="20955">
              <a:lnSpc>
                <a:spcPts val="2860"/>
              </a:lnSpc>
            </a:pPr>
            <a:r>
              <a:rPr dirty="0" sz="2400">
                <a:latin typeface="华文楷体"/>
                <a:cs typeface="华文楷体"/>
              </a:rPr>
              <a:t>垂直的平面上</a:t>
            </a:r>
            <a:endParaRPr sz="2400">
              <a:latin typeface="华文楷体"/>
              <a:cs typeface="华文楷体"/>
            </a:endParaRPr>
          </a:p>
          <a:p>
            <a:pPr marL="12700" marR="511809">
              <a:lnSpc>
                <a:spcPts val="2840"/>
              </a:lnSpc>
              <a:spcBef>
                <a:spcPts val="815"/>
              </a:spcBef>
              <a:buSzPct val="95833"/>
              <a:buFont typeface="Times New Roman"/>
              <a:buAutoNum type="arabicParenBoth" startAt="2"/>
              <a:tabLst>
                <a:tab pos="368935" algn="l"/>
              </a:tabLst>
            </a:pPr>
            <a:r>
              <a:rPr dirty="0" sz="2400">
                <a:latin typeface="华文楷体"/>
                <a:cs typeface="华文楷体"/>
              </a:rPr>
              <a:t>感生电场的电场线是闭 合的</a:t>
            </a:r>
            <a:endParaRPr sz="2400">
              <a:latin typeface="华文楷体"/>
              <a:cs typeface="华文楷体"/>
            </a:endParaRPr>
          </a:p>
        </p:txBody>
      </p:sp>
      <p:sp>
        <p:nvSpPr>
          <p:cNvPr id="18" name="object 18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79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高中物</a:t>
            </a:r>
            <a:r>
              <a:rPr dirty="0" spc="5"/>
              <a:t>理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026781" y="4760709"/>
            <a:ext cx="0" cy="535940"/>
          </a:xfrm>
          <a:custGeom>
            <a:avLst/>
            <a:gdLst/>
            <a:ahLst/>
            <a:cxnLst/>
            <a:rect l="l" t="t" r="r" b="b"/>
            <a:pathLst>
              <a:path w="0" h="535939">
                <a:moveTo>
                  <a:pt x="0" y="0"/>
                </a:moveTo>
                <a:lnTo>
                  <a:pt x="0" y="535863"/>
                </a:lnTo>
              </a:path>
            </a:pathLst>
          </a:custGeom>
          <a:ln w="635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7485595" y="4593488"/>
            <a:ext cx="1050467" cy="39864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7696809" y="4663960"/>
            <a:ext cx="646112" cy="25863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7852727" y="4735779"/>
            <a:ext cx="327482" cy="142036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8026781" y="4143121"/>
            <a:ext cx="0" cy="617855"/>
          </a:xfrm>
          <a:custGeom>
            <a:avLst/>
            <a:gdLst/>
            <a:ahLst/>
            <a:cxnLst/>
            <a:rect l="l" t="t" r="r" b="b"/>
            <a:pathLst>
              <a:path w="0" h="617854">
                <a:moveTo>
                  <a:pt x="0" y="0"/>
                </a:moveTo>
                <a:lnTo>
                  <a:pt x="0" y="617588"/>
                </a:lnTo>
              </a:path>
            </a:pathLst>
          </a:custGeom>
          <a:ln w="635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7688453" y="3997159"/>
            <a:ext cx="646112" cy="258635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7844370" y="4068991"/>
            <a:ext cx="327482" cy="142036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8699754" y="3864978"/>
            <a:ext cx="32702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" b="1" i="1">
                <a:solidFill>
                  <a:srgbClr val="006FC0"/>
                </a:solidFill>
                <a:latin typeface="Times New Roman"/>
                <a:cs typeface="Times New Roman"/>
              </a:rPr>
              <a:t>E</a:t>
            </a:r>
            <a:r>
              <a:rPr dirty="0" baseline="-16908" sz="1725" spc="30" b="1">
                <a:solidFill>
                  <a:srgbClr val="006FC0"/>
                </a:solidFill>
                <a:latin typeface="华文楷体"/>
                <a:cs typeface="华文楷体"/>
              </a:rPr>
              <a:t>感</a:t>
            </a:r>
            <a:endParaRPr baseline="-16908" sz="1725">
              <a:latin typeface="华文楷体"/>
              <a:cs typeface="华文楷体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7477252" y="3926700"/>
            <a:ext cx="1050467" cy="398640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3731196" y="2028380"/>
            <a:ext cx="5556885" cy="0"/>
          </a:xfrm>
          <a:custGeom>
            <a:avLst/>
            <a:gdLst/>
            <a:ahLst/>
            <a:cxnLst/>
            <a:rect l="l" t="t" r="r" b="b"/>
            <a:pathLst>
              <a:path w="5556884" h="0">
                <a:moveTo>
                  <a:pt x="0" y="0"/>
                </a:moveTo>
                <a:lnTo>
                  <a:pt x="5556796" y="0"/>
                </a:lnTo>
              </a:path>
            </a:pathLst>
          </a:custGeom>
          <a:ln w="36144">
            <a:solidFill>
              <a:srgbClr val="01431D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3168395" y="1758695"/>
            <a:ext cx="364490" cy="363220"/>
          </a:xfrm>
          <a:custGeom>
            <a:avLst/>
            <a:gdLst/>
            <a:ahLst/>
            <a:cxnLst/>
            <a:rect l="l" t="t" r="r" b="b"/>
            <a:pathLst>
              <a:path w="364489" h="363219">
                <a:moveTo>
                  <a:pt x="0" y="0"/>
                </a:moveTo>
                <a:lnTo>
                  <a:pt x="364235" y="0"/>
                </a:lnTo>
                <a:lnTo>
                  <a:pt x="364235" y="362711"/>
                </a:lnTo>
                <a:lnTo>
                  <a:pt x="0" y="362711"/>
                </a:lnTo>
                <a:lnTo>
                  <a:pt x="0" y="0"/>
                </a:lnTo>
                <a:close/>
              </a:path>
            </a:pathLst>
          </a:custGeom>
          <a:solidFill>
            <a:srgbClr val="01431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3368040" y="1981200"/>
            <a:ext cx="245745" cy="247015"/>
          </a:xfrm>
          <a:custGeom>
            <a:avLst/>
            <a:gdLst/>
            <a:ahLst/>
            <a:cxnLst/>
            <a:rect l="l" t="t" r="r" b="b"/>
            <a:pathLst>
              <a:path w="245745" h="247014">
                <a:moveTo>
                  <a:pt x="0" y="0"/>
                </a:moveTo>
                <a:lnTo>
                  <a:pt x="245363" y="0"/>
                </a:lnTo>
                <a:lnTo>
                  <a:pt x="245363" y="246887"/>
                </a:lnTo>
                <a:lnTo>
                  <a:pt x="0" y="246887"/>
                </a:lnTo>
                <a:lnTo>
                  <a:pt x="0" y="0"/>
                </a:lnTo>
                <a:close/>
              </a:path>
            </a:pathLst>
          </a:custGeom>
          <a:solidFill>
            <a:srgbClr val="01611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 txBox="1">
            <a:spLocks noGrp="1"/>
          </p:cNvSpPr>
          <p:nvPr>
            <p:ph type="title"/>
          </p:nvPr>
        </p:nvSpPr>
        <p:spPr>
          <a:xfrm>
            <a:off x="3809962" y="1383919"/>
            <a:ext cx="2311400" cy="4826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00" b="0">
                <a:solidFill>
                  <a:srgbClr val="000000"/>
                </a:solidFill>
                <a:latin typeface="黑体"/>
                <a:cs typeface="黑体"/>
              </a:rPr>
              <a:t>一、感生电场</a:t>
            </a:r>
            <a:endParaRPr sz="3000">
              <a:latin typeface="黑体"/>
              <a:cs typeface="黑体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970314" y="2199258"/>
            <a:ext cx="3429000" cy="2268855"/>
          </a:xfrm>
          <a:prstGeom prst="rect">
            <a:avLst/>
          </a:prstGeom>
        </p:spPr>
        <p:txBody>
          <a:bodyPr wrap="square" lIns="0" tIns="180975" rIns="0" bIns="0" rtlCol="0" vert="horz">
            <a:spAutoFit/>
          </a:bodyPr>
          <a:lstStyle/>
          <a:p>
            <a:pPr marL="119380">
              <a:lnSpc>
                <a:spcPct val="100000"/>
              </a:lnSpc>
              <a:spcBef>
                <a:spcPts val="1425"/>
              </a:spcBef>
            </a:pPr>
            <a:r>
              <a:rPr dirty="0" sz="2400">
                <a:latin typeface="Times New Roman"/>
                <a:cs typeface="Times New Roman"/>
              </a:rPr>
              <a:t>2.</a:t>
            </a:r>
            <a:r>
              <a:rPr dirty="0" sz="2400">
                <a:latin typeface="华文楷体"/>
                <a:cs typeface="华文楷体"/>
              </a:rPr>
              <a:t>感生电场的特点</a:t>
            </a:r>
            <a:endParaRPr sz="2400">
              <a:latin typeface="华文楷体"/>
              <a:cs typeface="华文楷体"/>
            </a:endParaRPr>
          </a:p>
          <a:p>
            <a:pPr marL="20955" marR="300990">
              <a:lnSpc>
                <a:spcPts val="2840"/>
              </a:lnSpc>
              <a:spcBef>
                <a:spcPts val="1460"/>
              </a:spcBef>
              <a:buSzPct val="95833"/>
              <a:buFont typeface="Times New Roman"/>
              <a:buAutoNum type="arabicParenBoth"/>
              <a:tabLst>
                <a:tab pos="377825" algn="l"/>
              </a:tabLst>
            </a:pPr>
            <a:r>
              <a:rPr dirty="0" sz="2400">
                <a:latin typeface="华文楷体"/>
                <a:cs typeface="华文楷体"/>
              </a:rPr>
              <a:t>感生电场位于与磁场 垂直的平面上</a:t>
            </a:r>
            <a:endParaRPr sz="2400">
              <a:latin typeface="华文楷体"/>
              <a:cs typeface="华文楷体"/>
            </a:endParaRPr>
          </a:p>
          <a:p>
            <a:pPr marL="12700" marR="5080">
              <a:lnSpc>
                <a:spcPts val="2840"/>
              </a:lnSpc>
              <a:spcBef>
                <a:spcPts val="725"/>
              </a:spcBef>
              <a:buSzPct val="95833"/>
              <a:buFont typeface="Times New Roman"/>
              <a:buAutoNum type="arabicParenBoth"/>
              <a:tabLst>
                <a:tab pos="368935" algn="l"/>
              </a:tabLst>
            </a:pPr>
            <a:r>
              <a:rPr dirty="0" sz="2400">
                <a:latin typeface="华文楷体"/>
                <a:cs typeface="华文楷体"/>
              </a:rPr>
              <a:t>感生电场的电场线是闭 合的</a:t>
            </a:r>
            <a:endParaRPr sz="2400">
              <a:latin typeface="华文楷体"/>
              <a:cs typeface="华文楷体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7401941" y="3767277"/>
            <a:ext cx="1249679" cy="662279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8026781" y="3519957"/>
            <a:ext cx="0" cy="617855"/>
          </a:xfrm>
          <a:custGeom>
            <a:avLst/>
            <a:gdLst/>
            <a:ahLst/>
            <a:cxnLst/>
            <a:rect l="l" t="t" r="r" b="b"/>
            <a:pathLst>
              <a:path w="0" h="617854">
                <a:moveTo>
                  <a:pt x="0" y="0"/>
                </a:moveTo>
                <a:lnTo>
                  <a:pt x="0" y="617588"/>
                </a:lnTo>
              </a:path>
            </a:pathLst>
          </a:custGeom>
          <a:ln w="635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7494371" y="3312921"/>
            <a:ext cx="1050467" cy="398640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7705585" y="3383394"/>
            <a:ext cx="646112" cy="258635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7861503" y="3455212"/>
            <a:ext cx="327482" cy="142036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7932394" y="2986493"/>
            <a:ext cx="190500" cy="534670"/>
          </a:xfrm>
          <a:custGeom>
            <a:avLst/>
            <a:gdLst/>
            <a:ahLst/>
            <a:cxnLst/>
            <a:rect l="l" t="t" r="r" b="b"/>
            <a:pathLst>
              <a:path w="190500" h="534670">
                <a:moveTo>
                  <a:pt x="63500" y="190499"/>
                </a:moveTo>
                <a:lnTo>
                  <a:pt x="0" y="190499"/>
                </a:lnTo>
                <a:lnTo>
                  <a:pt x="95250" y="0"/>
                </a:lnTo>
                <a:lnTo>
                  <a:pt x="166687" y="142874"/>
                </a:lnTo>
                <a:lnTo>
                  <a:pt x="63500" y="142874"/>
                </a:lnTo>
                <a:lnTo>
                  <a:pt x="63500" y="190499"/>
                </a:lnTo>
                <a:close/>
              </a:path>
              <a:path w="190500" h="534670">
                <a:moveTo>
                  <a:pt x="127000" y="534479"/>
                </a:moveTo>
                <a:lnTo>
                  <a:pt x="63500" y="534479"/>
                </a:lnTo>
                <a:lnTo>
                  <a:pt x="63500" y="142874"/>
                </a:lnTo>
                <a:lnTo>
                  <a:pt x="127000" y="142874"/>
                </a:lnTo>
                <a:lnTo>
                  <a:pt x="127000" y="534479"/>
                </a:lnTo>
                <a:close/>
              </a:path>
              <a:path w="190500" h="534670">
                <a:moveTo>
                  <a:pt x="190500" y="190499"/>
                </a:moveTo>
                <a:lnTo>
                  <a:pt x="127000" y="190499"/>
                </a:lnTo>
                <a:lnTo>
                  <a:pt x="127000" y="142874"/>
                </a:lnTo>
                <a:lnTo>
                  <a:pt x="166687" y="142874"/>
                </a:lnTo>
                <a:lnTo>
                  <a:pt x="190500" y="19049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 txBox="1"/>
          <p:nvPr/>
        </p:nvSpPr>
        <p:spPr>
          <a:xfrm>
            <a:off x="8124431" y="2785313"/>
            <a:ext cx="1784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b="1" i="1">
                <a:latin typeface="Times New Roman"/>
                <a:cs typeface="Times New Roman"/>
              </a:rPr>
              <a:t>B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23" name="object 23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79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高中物</a:t>
            </a:r>
            <a:r>
              <a:rPr dirty="0" spc="5"/>
              <a:t>理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344799" y="3383533"/>
            <a:ext cx="32702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" b="1" i="1">
                <a:solidFill>
                  <a:srgbClr val="006FC0"/>
                </a:solidFill>
                <a:latin typeface="Times New Roman"/>
                <a:cs typeface="Times New Roman"/>
              </a:rPr>
              <a:t>E</a:t>
            </a:r>
            <a:r>
              <a:rPr dirty="0" baseline="-16908" sz="1725" spc="30" b="1">
                <a:solidFill>
                  <a:srgbClr val="006FC0"/>
                </a:solidFill>
                <a:latin typeface="华文楷体"/>
                <a:cs typeface="华文楷体"/>
              </a:rPr>
              <a:t>感</a:t>
            </a:r>
            <a:endParaRPr baseline="-16908" sz="1725">
              <a:latin typeface="华文楷体"/>
              <a:cs typeface="华文楷体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3779329" y="2012340"/>
            <a:ext cx="5556885" cy="0"/>
          </a:xfrm>
          <a:custGeom>
            <a:avLst/>
            <a:gdLst/>
            <a:ahLst/>
            <a:cxnLst/>
            <a:rect l="l" t="t" r="r" b="b"/>
            <a:pathLst>
              <a:path w="5556884" h="0">
                <a:moveTo>
                  <a:pt x="0" y="0"/>
                </a:moveTo>
                <a:lnTo>
                  <a:pt x="5556783" y="0"/>
                </a:lnTo>
              </a:path>
            </a:pathLst>
          </a:custGeom>
          <a:ln w="36144">
            <a:solidFill>
              <a:srgbClr val="01431D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3217164" y="1741932"/>
            <a:ext cx="363220" cy="364490"/>
          </a:xfrm>
          <a:custGeom>
            <a:avLst/>
            <a:gdLst/>
            <a:ahLst/>
            <a:cxnLst/>
            <a:rect l="l" t="t" r="r" b="b"/>
            <a:pathLst>
              <a:path w="363220" h="364489">
                <a:moveTo>
                  <a:pt x="0" y="0"/>
                </a:moveTo>
                <a:lnTo>
                  <a:pt x="362712" y="0"/>
                </a:lnTo>
                <a:lnTo>
                  <a:pt x="362712" y="364236"/>
                </a:lnTo>
                <a:lnTo>
                  <a:pt x="0" y="364236"/>
                </a:lnTo>
                <a:lnTo>
                  <a:pt x="0" y="0"/>
                </a:lnTo>
                <a:close/>
              </a:path>
            </a:pathLst>
          </a:custGeom>
          <a:solidFill>
            <a:srgbClr val="01431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3415284" y="1965960"/>
            <a:ext cx="247015" cy="245745"/>
          </a:xfrm>
          <a:custGeom>
            <a:avLst/>
            <a:gdLst/>
            <a:ahLst/>
            <a:cxnLst/>
            <a:rect l="l" t="t" r="r" b="b"/>
            <a:pathLst>
              <a:path w="247014" h="245744">
                <a:moveTo>
                  <a:pt x="0" y="0"/>
                </a:moveTo>
                <a:lnTo>
                  <a:pt x="246887" y="0"/>
                </a:lnTo>
                <a:lnTo>
                  <a:pt x="246887" y="245363"/>
                </a:lnTo>
                <a:lnTo>
                  <a:pt x="0" y="245363"/>
                </a:lnTo>
                <a:lnTo>
                  <a:pt x="0" y="0"/>
                </a:lnTo>
                <a:close/>
              </a:path>
            </a:pathLst>
          </a:custGeom>
          <a:solidFill>
            <a:srgbClr val="01611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3858094" y="1367878"/>
            <a:ext cx="2311400" cy="4826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00" b="0">
                <a:solidFill>
                  <a:srgbClr val="000000"/>
                </a:solidFill>
                <a:latin typeface="黑体"/>
                <a:cs typeface="黑体"/>
              </a:rPr>
              <a:t>一、感生电场</a:t>
            </a:r>
            <a:endParaRPr sz="3000">
              <a:latin typeface="黑体"/>
              <a:cs typeface="黑体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6565353" y="2528354"/>
            <a:ext cx="2994126" cy="299412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6801548" y="2558186"/>
            <a:ext cx="2730360" cy="270382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9234487" y="2483307"/>
            <a:ext cx="23812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" i="1">
                <a:latin typeface="Times New Roman"/>
                <a:cs typeface="Times New Roman"/>
              </a:rPr>
              <a:t>i</a:t>
            </a:r>
            <a:r>
              <a:rPr dirty="0" baseline="-16908" sz="1725" spc="37">
                <a:latin typeface="华文楷体"/>
                <a:cs typeface="华文楷体"/>
              </a:rPr>
              <a:t>感</a:t>
            </a:r>
            <a:endParaRPr baseline="-16908" sz="1725">
              <a:latin typeface="华文楷体"/>
              <a:cs typeface="华文楷体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79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高中物</a:t>
            </a:r>
            <a:r>
              <a:rPr dirty="0" spc="5"/>
              <a:t>理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7760207" y="3384003"/>
            <a:ext cx="65405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i="1">
                <a:latin typeface="Times New Roman"/>
                <a:cs typeface="Times New Roman"/>
              </a:rPr>
              <a:t>B</a:t>
            </a:r>
            <a:r>
              <a:rPr dirty="0" sz="1800" spc="-275" i="1">
                <a:latin typeface="Times New Roman"/>
                <a:cs typeface="Times New Roman"/>
              </a:rPr>
              <a:t> </a:t>
            </a:r>
            <a:r>
              <a:rPr dirty="0" baseline="1543" sz="2700">
                <a:latin typeface="华文楷体"/>
                <a:cs typeface="华文楷体"/>
              </a:rPr>
              <a:t>增加</a:t>
            </a:r>
            <a:endParaRPr baseline="1543" sz="2700">
              <a:latin typeface="华文楷体"/>
              <a:cs typeface="华文楷体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8440445" y="3880611"/>
            <a:ext cx="1784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b="1" i="1">
                <a:solidFill>
                  <a:srgbClr val="006FC0"/>
                </a:solidFill>
                <a:latin typeface="Times New Roman"/>
                <a:cs typeface="Times New Roman"/>
              </a:rPr>
              <a:t>B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8592845" y="4005071"/>
            <a:ext cx="174625" cy="20447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150" spc="20" b="1">
                <a:solidFill>
                  <a:srgbClr val="006FC0"/>
                </a:solidFill>
                <a:latin typeface="华文楷体"/>
                <a:cs typeface="华文楷体"/>
              </a:rPr>
              <a:t>感</a:t>
            </a:r>
            <a:endParaRPr sz="1150">
              <a:latin typeface="华文楷体"/>
              <a:cs typeface="华文楷体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015348" y="2183218"/>
            <a:ext cx="4081145" cy="3303270"/>
          </a:xfrm>
          <a:prstGeom prst="rect">
            <a:avLst/>
          </a:prstGeom>
        </p:spPr>
        <p:txBody>
          <a:bodyPr wrap="square" lIns="0" tIns="180975" rIns="0" bIns="0" rtlCol="0" vert="horz">
            <a:spAutoFit/>
          </a:bodyPr>
          <a:lstStyle/>
          <a:p>
            <a:pPr marL="122555">
              <a:lnSpc>
                <a:spcPct val="100000"/>
              </a:lnSpc>
              <a:spcBef>
                <a:spcPts val="1425"/>
              </a:spcBef>
            </a:pPr>
            <a:r>
              <a:rPr dirty="0" sz="2400">
                <a:latin typeface="Times New Roman"/>
                <a:cs typeface="Times New Roman"/>
              </a:rPr>
              <a:t>2.</a:t>
            </a:r>
            <a:r>
              <a:rPr dirty="0" sz="2400">
                <a:latin typeface="华文楷体"/>
                <a:cs typeface="华文楷体"/>
              </a:rPr>
              <a:t>感生电场的特点</a:t>
            </a:r>
            <a:endParaRPr sz="2400">
              <a:latin typeface="华文楷体"/>
              <a:cs typeface="华文楷体"/>
            </a:endParaRPr>
          </a:p>
          <a:p>
            <a:pPr marL="24130" marR="949960">
              <a:lnSpc>
                <a:spcPts val="2840"/>
              </a:lnSpc>
              <a:spcBef>
                <a:spcPts val="1460"/>
              </a:spcBef>
              <a:buSzPct val="95833"/>
              <a:buFont typeface="Times New Roman"/>
              <a:buAutoNum type="arabicParenBoth"/>
              <a:tabLst>
                <a:tab pos="381000" algn="l"/>
              </a:tabLst>
            </a:pPr>
            <a:r>
              <a:rPr dirty="0" sz="2400">
                <a:latin typeface="华文楷体"/>
                <a:cs typeface="华文楷体"/>
              </a:rPr>
              <a:t>感生电场位于与磁场 垂直的平面上</a:t>
            </a:r>
            <a:endParaRPr sz="2400">
              <a:latin typeface="华文楷体"/>
              <a:cs typeface="华文楷体"/>
            </a:endParaRPr>
          </a:p>
          <a:p>
            <a:pPr marL="15240" marR="654050">
              <a:lnSpc>
                <a:spcPts val="2840"/>
              </a:lnSpc>
              <a:spcBef>
                <a:spcPts val="725"/>
              </a:spcBef>
              <a:buSzPct val="95833"/>
              <a:buFont typeface="Times New Roman"/>
              <a:buAutoNum type="arabicParenBoth"/>
              <a:tabLst>
                <a:tab pos="372110" algn="l"/>
              </a:tabLst>
            </a:pPr>
            <a:r>
              <a:rPr dirty="0" sz="2400">
                <a:latin typeface="华文楷体"/>
                <a:cs typeface="华文楷体"/>
              </a:rPr>
              <a:t>感生电场的电场线是闭 合的</a:t>
            </a:r>
            <a:endParaRPr sz="2400">
              <a:latin typeface="华文楷体"/>
              <a:cs typeface="华文楷体"/>
            </a:endParaRPr>
          </a:p>
          <a:p>
            <a:pPr marL="12700" marR="656590">
              <a:lnSpc>
                <a:spcPts val="2840"/>
              </a:lnSpc>
              <a:spcBef>
                <a:spcPts val="690"/>
              </a:spcBef>
              <a:buSzPct val="95833"/>
              <a:buFont typeface="Times New Roman"/>
              <a:buAutoNum type="arabicParenBoth"/>
              <a:tabLst>
                <a:tab pos="368935" algn="l"/>
              </a:tabLst>
            </a:pPr>
            <a:r>
              <a:rPr dirty="0" sz="2400">
                <a:latin typeface="华文楷体"/>
                <a:cs typeface="华文楷体"/>
              </a:rPr>
              <a:t>可根据楞次定律判断感 生电场的方向</a:t>
            </a:r>
            <a:endParaRPr sz="2400">
              <a:latin typeface="华文楷体"/>
              <a:cs typeface="华文楷体"/>
            </a:endParaRPr>
          </a:p>
          <a:p>
            <a:pPr algn="r" marR="5080">
              <a:lnSpc>
                <a:spcPts val="1689"/>
              </a:lnSpc>
            </a:pPr>
            <a:r>
              <a:rPr dirty="0" sz="1800">
                <a:latin typeface="华文楷体"/>
                <a:cs typeface="华文楷体"/>
              </a:rPr>
              <a:t>真空室</a:t>
            </a:r>
            <a:endParaRPr sz="1800">
              <a:latin typeface="华文楷体"/>
              <a:cs typeface="华文楷体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316482" y="4070286"/>
            <a:ext cx="1414386" cy="109033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7244054" y="4404271"/>
            <a:ext cx="1560283" cy="5660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7243191" y="4284573"/>
            <a:ext cx="1560283" cy="5660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8522957" y="4333125"/>
            <a:ext cx="843902" cy="32050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7246073" y="4523549"/>
            <a:ext cx="1560398" cy="5660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7244740" y="4164215"/>
            <a:ext cx="1357185" cy="565873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6599897" y="4777651"/>
            <a:ext cx="931278" cy="349072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6608216" y="4790122"/>
            <a:ext cx="910247" cy="303415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7258431" y="4299813"/>
            <a:ext cx="1529803" cy="535520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6935622" y="4188980"/>
            <a:ext cx="2173782" cy="731519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7258431" y="4299800"/>
            <a:ext cx="1529626" cy="511594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7331723" y="4085526"/>
            <a:ext cx="1383906" cy="1059853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7331723" y="4085526"/>
            <a:ext cx="1379575" cy="461403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7261326" y="4538789"/>
            <a:ext cx="1529918" cy="535520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6938505" y="4432096"/>
            <a:ext cx="2177935" cy="727367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7261326" y="4538776"/>
            <a:ext cx="1529740" cy="511594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7259294" y="4419511"/>
            <a:ext cx="1529803" cy="535520"/>
          </a:xfrm>
          <a:prstGeom prst="rect">
            <a:avLst/>
          </a:prstGeom>
          <a:blipFill>
            <a:blip r:embed="rId1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6936485" y="4308665"/>
            <a:ext cx="2173782" cy="731519"/>
          </a:xfrm>
          <a:prstGeom prst="rect">
            <a:avLst/>
          </a:prstGeom>
          <a:blipFill>
            <a:blip r:embed="rId1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7259294" y="4419498"/>
            <a:ext cx="1529626" cy="511594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7259980" y="4179455"/>
            <a:ext cx="1326705" cy="535393"/>
          </a:xfrm>
          <a:prstGeom prst="rect">
            <a:avLst/>
          </a:prstGeom>
          <a:blipFill>
            <a:blip r:embed="rId1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6937171" y="4089387"/>
            <a:ext cx="2111438" cy="710742"/>
          </a:xfrm>
          <a:prstGeom prst="rect">
            <a:avLst/>
          </a:prstGeom>
          <a:blipFill>
            <a:blip r:embed="rId1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7259980" y="4179442"/>
            <a:ext cx="1326527" cy="511467"/>
          </a:xfrm>
          <a:prstGeom prst="rect">
            <a:avLst/>
          </a:prstGeom>
          <a:blipFill>
            <a:blip r:embed="rId1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8538197" y="4348365"/>
            <a:ext cx="813422" cy="290029"/>
          </a:xfrm>
          <a:prstGeom prst="rect">
            <a:avLst/>
          </a:prstGeom>
          <a:blipFill>
            <a:blip r:embed="rId2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8531276" y="4341444"/>
            <a:ext cx="822959" cy="274319"/>
          </a:xfrm>
          <a:prstGeom prst="rect">
            <a:avLst/>
          </a:prstGeom>
          <a:blipFill>
            <a:blip r:embed="rId2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3705872" y="2012340"/>
            <a:ext cx="5556885" cy="0"/>
          </a:xfrm>
          <a:custGeom>
            <a:avLst/>
            <a:gdLst/>
            <a:ahLst/>
            <a:cxnLst/>
            <a:rect l="l" t="t" r="r" b="b"/>
            <a:pathLst>
              <a:path w="5556884" h="0">
                <a:moveTo>
                  <a:pt x="0" y="0"/>
                </a:moveTo>
                <a:lnTo>
                  <a:pt x="5556796" y="0"/>
                </a:lnTo>
              </a:path>
            </a:pathLst>
          </a:custGeom>
          <a:ln w="36144">
            <a:solidFill>
              <a:srgbClr val="01431D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3142488" y="1741932"/>
            <a:ext cx="364490" cy="364490"/>
          </a:xfrm>
          <a:custGeom>
            <a:avLst/>
            <a:gdLst/>
            <a:ahLst/>
            <a:cxnLst/>
            <a:rect l="l" t="t" r="r" b="b"/>
            <a:pathLst>
              <a:path w="364489" h="364489">
                <a:moveTo>
                  <a:pt x="0" y="0"/>
                </a:moveTo>
                <a:lnTo>
                  <a:pt x="364236" y="0"/>
                </a:lnTo>
                <a:lnTo>
                  <a:pt x="364236" y="364236"/>
                </a:lnTo>
                <a:lnTo>
                  <a:pt x="0" y="364236"/>
                </a:lnTo>
                <a:lnTo>
                  <a:pt x="0" y="0"/>
                </a:lnTo>
                <a:close/>
              </a:path>
            </a:pathLst>
          </a:custGeom>
          <a:solidFill>
            <a:srgbClr val="01431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3342132" y="1965960"/>
            <a:ext cx="247015" cy="245745"/>
          </a:xfrm>
          <a:custGeom>
            <a:avLst/>
            <a:gdLst/>
            <a:ahLst/>
            <a:cxnLst/>
            <a:rect l="l" t="t" r="r" b="b"/>
            <a:pathLst>
              <a:path w="247014" h="245744">
                <a:moveTo>
                  <a:pt x="0" y="0"/>
                </a:moveTo>
                <a:lnTo>
                  <a:pt x="246887" y="0"/>
                </a:lnTo>
                <a:lnTo>
                  <a:pt x="246887" y="245363"/>
                </a:lnTo>
                <a:lnTo>
                  <a:pt x="0" y="245363"/>
                </a:lnTo>
                <a:lnTo>
                  <a:pt x="0" y="0"/>
                </a:lnTo>
                <a:close/>
              </a:path>
            </a:pathLst>
          </a:custGeom>
          <a:solidFill>
            <a:srgbClr val="01611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 txBox="1">
            <a:spLocks noGrp="1"/>
          </p:cNvSpPr>
          <p:nvPr>
            <p:ph type="title"/>
          </p:nvPr>
        </p:nvSpPr>
        <p:spPr>
          <a:xfrm>
            <a:off x="3784637" y="1367878"/>
            <a:ext cx="2311400" cy="4826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00" b="0">
                <a:solidFill>
                  <a:srgbClr val="000000"/>
                </a:solidFill>
                <a:latin typeface="黑体"/>
                <a:cs typeface="黑体"/>
              </a:rPr>
              <a:t>一、感生电场</a:t>
            </a:r>
            <a:endParaRPr sz="3000">
              <a:latin typeface="黑体"/>
              <a:cs typeface="黑体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8849271" y="3517811"/>
            <a:ext cx="392430" cy="156845"/>
          </a:xfrm>
          <a:custGeom>
            <a:avLst/>
            <a:gdLst/>
            <a:ahLst/>
            <a:cxnLst/>
            <a:rect l="l" t="t" r="r" b="b"/>
            <a:pathLst>
              <a:path w="392429" h="156845">
                <a:moveTo>
                  <a:pt x="323618" y="36081"/>
                </a:moveTo>
                <a:lnTo>
                  <a:pt x="251294" y="0"/>
                </a:lnTo>
                <a:lnTo>
                  <a:pt x="391883" y="19951"/>
                </a:lnTo>
                <a:lnTo>
                  <a:pt x="382819" y="29032"/>
                </a:lnTo>
                <a:lnTo>
                  <a:pt x="344703" y="29032"/>
                </a:lnTo>
                <a:lnTo>
                  <a:pt x="323618" y="36081"/>
                </a:lnTo>
                <a:close/>
              </a:path>
              <a:path w="392429" h="156845">
                <a:moveTo>
                  <a:pt x="327649" y="48131"/>
                </a:moveTo>
                <a:lnTo>
                  <a:pt x="331660" y="40093"/>
                </a:lnTo>
                <a:lnTo>
                  <a:pt x="323618" y="36081"/>
                </a:lnTo>
                <a:lnTo>
                  <a:pt x="344703" y="29032"/>
                </a:lnTo>
                <a:lnTo>
                  <a:pt x="348729" y="41084"/>
                </a:lnTo>
                <a:lnTo>
                  <a:pt x="327649" y="48131"/>
                </a:lnTo>
                <a:close/>
              </a:path>
              <a:path w="392429" h="156845">
                <a:moveTo>
                  <a:pt x="291566" y="120446"/>
                </a:moveTo>
                <a:lnTo>
                  <a:pt x="327649" y="48131"/>
                </a:lnTo>
                <a:lnTo>
                  <a:pt x="348729" y="41084"/>
                </a:lnTo>
                <a:lnTo>
                  <a:pt x="344703" y="29032"/>
                </a:lnTo>
                <a:lnTo>
                  <a:pt x="382819" y="29032"/>
                </a:lnTo>
                <a:lnTo>
                  <a:pt x="291566" y="120446"/>
                </a:lnTo>
                <a:close/>
              </a:path>
              <a:path w="392429" h="156845">
                <a:moveTo>
                  <a:pt x="4025" y="156324"/>
                </a:moveTo>
                <a:lnTo>
                  <a:pt x="0" y="144284"/>
                </a:lnTo>
                <a:lnTo>
                  <a:pt x="323618" y="36081"/>
                </a:lnTo>
                <a:lnTo>
                  <a:pt x="331660" y="40093"/>
                </a:lnTo>
                <a:lnTo>
                  <a:pt x="327649" y="48131"/>
                </a:lnTo>
                <a:lnTo>
                  <a:pt x="4025" y="15632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/>
          <p:nvPr/>
        </p:nvSpPr>
        <p:spPr>
          <a:xfrm>
            <a:off x="6775132" y="3141992"/>
            <a:ext cx="294005" cy="123825"/>
          </a:xfrm>
          <a:custGeom>
            <a:avLst/>
            <a:gdLst/>
            <a:ahLst/>
            <a:cxnLst/>
            <a:rect l="l" t="t" r="r" b="b"/>
            <a:pathLst>
              <a:path w="294004" h="123825">
                <a:moveTo>
                  <a:pt x="68253" y="87316"/>
                </a:moveTo>
                <a:lnTo>
                  <a:pt x="60223" y="83312"/>
                </a:lnTo>
                <a:lnTo>
                  <a:pt x="64233" y="75274"/>
                </a:lnTo>
                <a:lnTo>
                  <a:pt x="289382" y="0"/>
                </a:lnTo>
                <a:lnTo>
                  <a:pt x="293408" y="12052"/>
                </a:lnTo>
                <a:lnTo>
                  <a:pt x="68253" y="87316"/>
                </a:lnTo>
                <a:close/>
              </a:path>
              <a:path w="294004" h="123825">
                <a:moveTo>
                  <a:pt x="140588" y="123393"/>
                </a:moveTo>
                <a:lnTo>
                  <a:pt x="0" y="103441"/>
                </a:lnTo>
                <a:lnTo>
                  <a:pt x="100317" y="2946"/>
                </a:lnTo>
                <a:lnTo>
                  <a:pt x="64233" y="75274"/>
                </a:lnTo>
                <a:lnTo>
                  <a:pt x="43154" y="82321"/>
                </a:lnTo>
                <a:lnTo>
                  <a:pt x="47180" y="94360"/>
                </a:lnTo>
                <a:lnTo>
                  <a:pt x="82377" y="94360"/>
                </a:lnTo>
                <a:lnTo>
                  <a:pt x="140588" y="123393"/>
                </a:lnTo>
                <a:close/>
              </a:path>
              <a:path w="294004" h="123825">
                <a:moveTo>
                  <a:pt x="47180" y="94360"/>
                </a:moveTo>
                <a:lnTo>
                  <a:pt x="43154" y="82321"/>
                </a:lnTo>
                <a:lnTo>
                  <a:pt x="64233" y="75274"/>
                </a:lnTo>
                <a:lnTo>
                  <a:pt x="60223" y="83312"/>
                </a:lnTo>
                <a:lnTo>
                  <a:pt x="68253" y="87316"/>
                </a:lnTo>
                <a:lnTo>
                  <a:pt x="47180" y="94360"/>
                </a:lnTo>
                <a:close/>
              </a:path>
              <a:path w="294004" h="123825">
                <a:moveTo>
                  <a:pt x="82377" y="94360"/>
                </a:moveTo>
                <a:lnTo>
                  <a:pt x="47180" y="94360"/>
                </a:lnTo>
                <a:lnTo>
                  <a:pt x="68253" y="87316"/>
                </a:lnTo>
                <a:lnTo>
                  <a:pt x="82377" y="9436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/>
          <p:nvPr/>
        </p:nvSpPr>
        <p:spPr>
          <a:xfrm>
            <a:off x="8805773" y="4375353"/>
            <a:ext cx="392430" cy="156845"/>
          </a:xfrm>
          <a:custGeom>
            <a:avLst/>
            <a:gdLst/>
            <a:ahLst/>
            <a:cxnLst/>
            <a:rect l="l" t="t" r="r" b="b"/>
            <a:pathLst>
              <a:path w="392429" h="156845">
                <a:moveTo>
                  <a:pt x="323632" y="36076"/>
                </a:moveTo>
                <a:lnTo>
                  <a:pt x="251307" y="0"/>
                </a:lnTo>
                <a:lnTo>
                  <a:pt x="391883" y="19951"/>
                </a:lnTo>
                <a:lnTo>
                  <a:pt x="382819" y="29032"/>
                </a:lnTo>
                <a:lnTo>
                  <a:pt x="344703" y="29032"/>
                </a:lnTo>
                <a:lnTo>
                  <a:pt x="323632" y="36076"/>
                </a:lnTo>
                <a:close/>
              </a:path>
              <a:path w="392429" h="156845">
                <a:moveTo>
                  <a:pt x="327650" y="48118"/>
                </a:moveTo>
                <a:lnTo>
                  <a:pt x="331660" y="40081"/>
                </a:lnTo>
                <a:lnTo>
                  <a:pt x="323632" y="36076"/>
                </a:lnTo>
                <a:lnTo>
                  <a:pt x="344703" y="29032"/>
                </a:lnTo>
                <a:lnTo>
                  <a:pt x="348729" y="41071"/>
                </a:lnTo>
                <a:lnTo>
                  <a:pt x="327650" y="48118"/>
                </a:lnTo>
                <a:close/>
              </a:path>
              <a:path w="392429" h="156845">
                <a:moveTo>
                  <a:pt x="291566" y="120446"/>
                </a:moveTo>
                <a:lnTo>
                  <a:pt x="327650" y="48118"/>
                </a:lnTo>
                <a:lnTo>
                  <a:pt x="348729" y="41071"/>
                </a:lnTo>
                <a:lnTo>
                  <a:pt x="344703" y="29032"/>
                </a:lnTo>
                <a:lnTo>
                  <a:pt x="382819" y="29032"/>
                </a:lnTo>
                <a:lnTo>
                  <a:pt x="291566" y="120446"/>
                </a:lnTo>
                <a:close/>
              </a:path>
              <a:path w="392429" h="156845">
                <a:moveTo>
                  <a:pt x="4025" y="156311"/>
                </a:moveTo>
                <a:lnTo>
                  <a:pt x="0" y="144271"/>
                </a:lnTo>
                <a:lnTo>
                  <a:pt x="323632" y="36076"/>
                </a:lnTo>
                <a:lnTo>
                  <a:pt x="331660" y="40081"/>
                </a:lnTo>
                <a:lnTo>
                  <a:pt x="327650" y="48118"/>
                </a:lnTo>
                <a:lnTo>
                  <a:pt x="4025" y="15631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/>
          <p:nvPr/>
        </p:nvSpPr>
        <p:spPr>
          <a:xfrm>
            <a:off x="6823138" y="4930292"/>
            <a:ext cx="294005" cy="123825"/>
          </a:xfrm>
          <a:custGeom>
            <a:avLst/>
            <a:gdLst/>
            <a:ahLst/>
            <a:cxnLst/>
            <a:rect l="l" t="t" r="r" b="b"/>
            <a:pathLst>
              <a:path w="294004" h="123825">
                <a:moveTo>
                  <a:pt x="68252" y="87316"/>
                </a:moveTo>
                <a:lnTo>
                  <a:pt x="60223" y="83312"/>
                </a:lnTo>
                <a:lnTo>
                  <a:pt x="64232" y="75274"/>
                </a:lnTo>
                <a:lnTo>
                  <a:pt x="289369" y="0"/>
                </a:lnTo>
                <a:lnTo>
                  <a:pt x="293395" y="12052"/>
                </a:lnTo>
                <a:lnTo>
                  <a:pt x="68252" y="87316"/>
                </a:lnTo>
                <a:close/>
              </a:path>
              <a:path w="294004" h="123825">
                <a:moveTo>
                  <a:pt x="140576" y="123393"/>
                </a:moveTo>
                <a:lnTo>
                  <a:pt x="0" y="103441"/>
                </a:lnTo>
                <a:lnTo>
                  <a:pt x="100304" y="2946"/>
                </a:lnTo>
                <a:lnTo>
                  <a:pt x="64232" y="75274"/>
                </a:lnTo>
                <a:lnTo>
                  <a:pt x="43154" y="82321"/>
                </a:lnTo>
                <a:lnTo>
                  <a:pt x="47180" y="94361"/>
                </a:lnTo>
                <a:lnTo>
                  <a:pt x="82373" y="94361"/>
                </a:lnTo>
                <a:lnTo>
                  <a:pt x="140576" y="123393"/>
                </a:lnTo>
                <a:close/>
              </a:path>
              <a:path w="294004" h="123825">
                <a:moveTo>
                  <a:pt x="47180" y="94361"/>
                </a:moveTo>
                <a:lnTo>
                  <a:pt x="43154" y="82321"/>
                </a:lnTo>
                <a:lnTo>
                  <a:pt x="64232" y="75274"/>
                </a:lnTo>
                <a:lnTo>
                  <a:pt x="60223" y="83312"/>
                </a:lnTo>
                <a:lnTo>
                  <a:pt x="68252" y="87316"/>
                </a:lnTo>
                <a:lnTo>
                  <a:pt x="47180" y="94361"/>
                </a:lnTo>
                <a:close/>
              </a:path>
              <a:path w="294004" h="123825">
                <a:moveTo>
                  <a:pt x="82373" y="94361"/>
                </a:moveTo>
                <a:lnTo>
                  <a:pt x="47180" y="94361"/>
                </a:lnTo>
                <a:lnTo>
                  <a:pt x="68252" y="87316"/>
                </a:lnTo>
                <a:lnTo>
                  <a:pt x="82373" y="9436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/>
          <p:nvPr/>
        </p:nvSpPr>
        <p:spPr>
          <a:xfrm>
            <a:off x="7376617" y="3751236"/>
            <a:ext cx="1249679" cy="662279"/>
          </a:xfrm>
          <a:prstGeom prst="rect">
            <a:avLst/>
          </a:prstGeom>
          <a:blipFill>
            <a:blip r:embed="rId2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 txBox="1"/>
          <p:nvPr/>
        </p:nvSpPr>
        <p:spPr>
          <a:xfrm>
            <a:off x="6740296" y="2717825"/>
            <a:ext cx="59563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baseline="-3086" sz="2700" i="1">
                <a:latin typeface="Times New Roman"/>
                <a:cs typeface="Times New Roman"/>
              </a:rPr>
              <a:t>i</a:t>
            </a:r>
            <a:r>
              <a:rPr dirty="0" baseline="-3086" sz="2700" spc="-217" i="1">
                <a:latin typeface="Times New Roman"/>
                <a:cs typeface="Times New Roman"/>
              </a:rPr>
              <a:t> </a:t>
            </a:r>
            <a:r>
              <a:rPr dirty="0" sz="1800">
                <a:latin typeface="华文楷体"/>
                <a:cs typeface="华文楷体"/>
              </a:rPr>
              <a:t>增大</a:t>
            </a:r>
            <a:endParaRPr sz="1800">
              <a:latin typeface="华文楷体"/>
              <a:cs typeface="华文楷体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6646621" y="4522723"/>
            <a:ext cx="59880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baseline="-3086" sz="2700" i="1">
                <a:latin typeface="Times New Roman"/>
                <a:cs typeface="Times New Roman"/>
              </a:rPr>
              <a:t>i</a:t>
            </a:r>
            <a:r>
              <a:rPr dirty="0" baseline="-3086" sz="2700" spc="-179" i="1">
                <a:latin typeface="Times New Roman"/>
                <a:cs typeface="Times New Roman"/>
              </a:rPr>
              <a:t> </a:t>
            </a:r>
            <a:r>
              <a:rPr dirty="0" sz="1800">
                <a:latin typeface="华文楷体"/>
                <a:cs typeface="华文楷体"/>
              </a:rPr>
              <a:t>增大</a:t>
            </a:r>
            <a:endParaRPr sz="1800">
              <a:latin typeface="华文楷体"/>
              <a:cs typeface="华文楷体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2944990" y="2183218"/>
            <a:ext cx="3429000" cy="3096260"/>
          </a:xfrm>
          <a:prstGeom prst="rect">
            <a:avLst/>
          </a:prstGeom>
        </p:spPr>
        <p:txBody>
          <a:bodyPr wrap="square" lIns="0" tIns="180975" rIns="0" bIns="0" rtlCol="0" vert="horz">
            <a:spAutoFit/>
          </a:bodyPr>
          <a:lstStyle/>
          <a:p>
            <a:pPr marL="119380">
              <a:lnSpc>
                <a:spcPct val="100000"/>
              </a:lnSpc>
              <a:spcBef>
                <a:spcPts val="1425"/>
              </a:spcBef>
            </a:pPr>
            <a:r>
              <a:rPr dirty="0" sz="2400">
                <a:latin typeface="Times New Roman"/>
                <a:cs typeface="Times New Roman"/>
              </a:rPr>
              <a:t>2.</a:t>
            </a:r>
            <a:r>
              <a:rPr dirty="0" sz="2400">
                <a:latin typeface="华文楷体"/>
                <a:cs typeface="华文楷体"/>
              </a:rPr>
              <a:t>感生电场的特点</a:t>
            </a:r>
            <a:endParaRPr sz="2400">
              <a:latin typeface="华文楷体"/>
              <a:cs typeface="华文楷体"/>
            </a:endParaRPr>
          </a:p>
          <a:p>
            <a:pPr marL="20955" marR="300990">
              <a:lnSpc>
                <a:spcPts val="2840"/>
              </a:lnSpc>
              <a:spcBef>
                <a:spcPts val="1460"/>
              </a:spcBef>
              <a:buSzPct val="95833"/>
              <a:buFont typeface="Times New Roman"/>
              <a:buAutoNum type="arabicParenBoth"/>
              <a:tabLst>
                <a:tab pos="377825" algn="l"/>
              </a:tabLst>
            </a:pPr>
            <a:r>
              <a:rPr dirty="0" sz="2400">
                <a:latin typeface="华文楷体"/>
                <a:cs typeface="华文楷体"/>
              </a:rPr>
              <a:t>感生电场位于与磁场 垂直的平面上</a:t>
            </a:r>
            <a:endParaRPr sz="2400">
              <a:latin typeface="华文楷体"/>
              <a:cs typeface="华文楷体"/>
            </a:endParaRPr>
          </a:p>
          <a:p>
            <a:pPr marL="12700" marR="5080">
              <a:lnSpc>
                <a:spcPts val="2840"/>
              </a:lnSpc>
              <a:spcBef>
                <a:spcPts val="725"/>
              </a:spcBef>
              <a:buSzPct val="95833"/>
              <a:buFont typeface="Times New Roman"/>
              <a:buAutoNum type="arabicParenBoth"/>
              <a:tabLst>
                <a:tab pos="368935" algn="l"/>
              </a:tabLst>
            </a:pPr>
            <a:r>
              <a:rPr dirty="0" sz="2400">
                <a:latin typeface="华文楷体"/>
                <a:cs typeface="华文楷体"/>
              </a:rPr>
              <a:t>感生电场的电场线是闭 合的</a:t>
            </a:r>
            <a:endParaRPr sz="2400">
              <a:latin typeface="华文楷体"/>
              <a:cs typeface="华文楷体"/>
            </a:endParaRPr>
          </a:p>
          <a:p>
            <a:pPr marL="12700" marR="5080">
              <a:lnSpc>
                <a:spcPts val="2840"/>
              </a:lnSpc>
              <a:spcBef>
                <a:spcPts val="835"/>
              </a:spcBef>
              <a:buSzPct val="95833"/>
              <a:buFont typeface="Times New Roman"/>
              <a:buAutoNum type="arabicParenBoth"/>
              <a:tabLst>
                <a:tab pos="368935" algn="l"/>
              </a:tabLst>
            </a:pPr>
            <a:r>
              <a:rPr dirty="0" sz="2400">
                <a:latin typeface="华文楷体"/>
                <a:cs typeface="华文楷体"/>
              </a:rPr>
              <a:t>可根据楞次定律判断感 生电场的方向</a:t>
            </a:r>
            <a:endParaRPr sz="2400">
              <a:latin typeface="华文楷体"/>
              <a:cs typeface="华文楷体"/>
            </a:endParaRPr>
          </a:p>
        </p:txBody>
      </p:sp>
      <p:sp>
        <p:nvSpPr>
          <p:cNvPr id="38" name="object 38"/>
          <p:cNvSpPr/>
          <p:nvPr/>
        </p:nvSpPr>
        <p:spPr>
          <a:xfrm>
            <a:off x="7439076" y="3826459"/>
            <a:ext cx="1125854" cy="428967"/>
          </a:xfrm>
          <a:prstGeom prst="rect">
            <a:avLst/>
          </a:prstGeom>
          <a:blipFill>
            <a:blip r:embed="rId2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/>
          <p:nvPr/>
        </p:nvSpPr>
        <p:spPr>
          <a:xfrm>
            <a:off x="7318591" y="2847682"/>
            <a:ext cx="1414386" cy="109033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0" name="object 40"/>
          <p:cNvSpPr/>
          <p:nvPr/>
        </p:nvSpPr>
        <p:spPr>
          <a:xfrm>
            <a:off x="7246163" y="3181667"/>
            <a:ext cx="1560283" cy="5660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1" name="object 41"/>
          <p:cNvSpPr/>
          <p:nvPr/>
        </p:nvSpPr>
        <p:spPr>
          <a:xfrm>
            <a:off x="7245298" y="3061970"/>
            <a:ext cx="1560283" cy="5660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2" name="object 42"/>
          <p:cNvSpPr/>
          <p:nvPr/>
        </p:nvSpPr>
        <p:spPr>
          <a:xfrm>
            <a:off x="7244435" y="2942285"/>
            <a:ext cx="1560283" cy="5660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3" name="object 43"/>
          <p:cNvSpPr/>
          <p:nvPr/>
        </p:nvSpPr>
        <p:spPr>
          <a:xfrm>
            <a:off x="6683997" y="2980931"/>
            <a:ext cx="843902" cy="32050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4" name="object 44"/>
          <p:cNvSpPr/>
          <p:nvPr/>
        </p:nvSpPr>
        <p:spPr>
          <a:xfrm>
            <a:off x="7247001" y="3301365"/>
            <a:ext cx="1330464" cy="566000"/>
          </a:xfrm>
          <a:prstGeom prst="rect">
            <a:avLst/>
          </a:prstGeom>
          <a:blipFill>
            <a:blip r:embed="rId2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5" name="object 45"/>
          <p:cNvSpPr/>
          <p:nvPr/>
        </p:nvSpPr>
        <p:spPr>
          <a:xfrm>
            <a:off x="8511349" y="3447719"/>
            <a:ext cx="931278" cy="349072"/>
          </a:xfrm>
          <a:prstGeom prst="rect">
            <a:avLst/>
          </a:prstGeom>
          <a:blipFill>
            <a:blip r:embed="rId2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6" name="object 46"/>
          <p:cNvSpPr/>
          <p:nvPr/>
        </p:nvSpPr>
        <p:spPr>
          <a:xfrm>
            <a:off x="7261415" y="3196907"/>
            <a:ext cx="1529803" cy="535520"/>
          </a:xfrm>
          <a:prstGeom prst="rect">
            <a:avLst/>
          </a:prstGeom>
          <a:blipFill>
            <a:blip r:embed="rId2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7" name="object 47"/>
          <p:cNvSpPr/>
          <p:nvPr/>
        </p:nvSpPr>
        <p:spPr>
          <a:xfrm>
            <a:off x="6938594" y="3090214"/>
            <a:ext cx="2177935" cy="731520"/>
          </a:xfrm>
          <a:prstGeom prst="rect">
            <a:avLst/>
          </a:prstGeom>
          <a:blipFill>
            <a:blip r:embed="rId2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8" name="object 48"/>
          <p:cNvSpPr/>
          <p:nvPr/>
        </p:nvSpPr>
        <p:spPr>
          <a:xfrm>
            <a:off x="7261415" y="3196894"/>
            <a:ext cx="1529626" cy="511594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9" name="object 49"/>
          <p:cNvSpPr/>
          <p:nvPr/>
        </p:nvSpPr>
        <p:spPr>
          <a:xfrm>
            <a:off x="7333830" y="2862922"/>
            <a:ext cx="1383906" cy="1059853"/>
          </a:xfrm>
          <a:prstGeom prst="rect">
            <a:avLst/>
          </a:prstGeom>
          <a:blipFill>
            <a:blip r:embed="rId2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0" name="object 50"/>
          <p:cNvSpPr/>
          <p:nvPr/>
        </p:nvSpPr>
        <p:spPr>
          <a:xfrm>
            <a:off x="7333830" y="2862922"/>
            <a:ext cx="1379575" cy="461403"/>
          </a:xfrm>
          <a:prstGeom prst="rect">
            <a:avLst/>
          </a:prstGeom>
          <a:blipFill>
            <a:blip r:embed="rId2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1" name="object 51"/>
          <p:cNvSpPr/>
          <p:nvPr/>
        </p:nvSpPr>
        <p:spPr>
          <a:xfrm>
            <a:off x="8526589" y="3462959"/>
            <a:ext cx="900798" cy="318592"/>
          </a:xfrm>
          <a:prstGeom prst="rect">
            <a:avLst/>
          </a:prstGeom>
          <a:blipFill>
            <a:blip r:embed="rId3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2" name="object 52"/>
          <p:cNvSpPr/>
          <p:nvPr/>
        </p:nvSpPr>
        <p:spPr>
          <a:xfrm>
            <a:off x="8519655" y="3456038"/>
            <a:ext cx="914400" cy="303415"/>
          </a:xfrm>
          <a:prstGeom prst="rect">
            <a:avLst/>
          </a:prstGeom>
          <a:blipFill>
            <a:blip r:embed="rId3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3" name="object 53"/>
          <p:cNvSpPr/>
          <p:nvPr/>
        </p:nvSpPr>
        <p:spPr>
          <a:xfrm>
            <a:off x="7262253" y="3316604"/>
            <a:ext cx="1299984" cy="535520"/>
          </a:xfrm>
          <a:prstGeom prst="rect">
            <a:avLst/>
          </a:prstGeom>
          <a:blipFill>
            <a:blip r:embed="rId3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4" name="object 54"/>
          <p:cNvSpPr/>
          <p:nvPr/>
        </p:nvSpPr>
        <p:spPr>
          <a:xfrm>
            <a:off x="6939432" y="3247326"/>
            <a:ext cx="2053247" cy="689952"/>
          </a:xfrm>
          <a:prstGeom prst="rect">
            <a:avLst/>
          </a:prstGeom>
          <a:blipFill>
            <a:blip r:embed="rId3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5" name="object 55"/>
          <p:cNvSpPr/>
          <p:nvPr/>
        </p:nvSpPr>
        <p:spPr>
          <a:xfrm>
            <a:off x="7262253" y="3316592"/>
            <a:ext cx="1299819" cy="511594"/>
          </a:xfrm>
          <a:prstGeom prst="rect">
            <a:avLst/>
          </a:prstGeom>
          <a:blipFill>
            <a:blip r:embed="rId3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6" name="object 56"/>
          <p:cNvSpPr/>
          <p:nvPr/>
        </p:nvSpPr>
        <p:spPr>
          <a:xfrm>
            <a:off x="7260538" y="3077210"/>
            <a:ext cx="1529803" cy="535520"/>
          </a:xfrm>
          <a:prstGeom prst="rect">
            <a:avLst/>
          </a:prstGeom>
          <a:blipFill>
            <a:blip r:embed="rId3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7" name="object 57"/>
          <p:cNvSpPr/>
          <p:nvPr/>
        </p:nvSpPr>
        <p:spPr>
          <a:xfrm>
            <a:off x="6937730" y="2966377"/>
            <a:ext cx="2177935" cy="731520"/>
          </a:xfrm>
          <a:prstGeom prst="rect">
            <a:avLst/>
          </a:prstGeom>
          <a:blipFill>
            <a:blip r:embed="rId3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8" name="object 58"/>
          <p:cNvSpPr/>
          <p:nvPr/>
        </p:nvSpPr>
        <p:spPr>
          <a:xfrm>
            <a:off x="7260538" y="3077197"/>
            <a:ext cx="1529626" cy="511594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9" name="object 59"/>
          <p:cNvSpPr/>
          <p:nvPr/>
        </p:nvSpPr>
        <p:spPr>
          <a:xfrm>
            <a:off x="6696468" y="2993402"/>
            <a:ext cx="818807" cy="292798"/>
          </a:xfrm>
          <a:prstGeom prst="rect">
            <a:avLst/>
          </a:prstGeom>
          <a:blipFill>
            <a:blip r:embed="rId3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0" name="object 60"/>
          <p:cNvSpPr/>
          <p:nvPr/>
        </p:nvSpPr>
        <p:spPr>
          <a:xfrm>
            <a:off x="6699237" y="2996171"/>
            <a:ext cx="813244" cy="266090"/>
          </a:xfrm>
          <a:prstGeom prst="rect">
            <a:avLst/>
          </a:prstGeom>
          <a:blipFill>
            <a:blip r:embed="rId3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1" name="object 61"/>
          <p:cNvSpPr/>
          <p:nvPr/>
        </p:nvSpPr>
        <p:spPr>
          <a:xfrm>
            <a:off x="7259675" y="2957525"/>
            <a:ext cx="1529803" cy="535520"/>
          </a:xfrm>
          <a:prstGeom prst="rect">
            <a:avLst/>
          </a:prstGeom>
          <a:blipFill>
            <a:blip r:embed="rId3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2" name="object 62"/>
          <p:cNvSpPr/>
          <p:nvPr/>
        </p:nvSpPr>
        <p:spPr>
          <a:xfrm>
            <a:off x="6936867" y="2846679"/>
            <a:ext cx="2173782" cy="731520"/>
          </a:xfrm>
          <a:prstGeom prst="rect">
            <a:avLst/>
          </a:prstGeom>
          <a:blipFill>
            <a:blip r:embed="rId4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3" name="object 63"/>
          <p:cNvSpPr/>
          <p:nvPr/>
        </p:nvSpPr>
        <p:spPr>
          <a:xfrm>
            <a:off x="7259675" y="2957512"/>
            <a:ext cx="1529626" cy="511594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4" name="object 64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79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高中物</a:t>
            </a:r>
            <a:r>
              <a:rPr dirty="0" spc="5"/>
              <a:t>理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117160" y="3305657"/>
            <a:ext cx="455930" cy="104139"/>
          </a:xfrm>
          <a:custGeom>
            <a:avLst/>
            <a:gdLst/>
            <a:ahLst/>
            <a:cxnLst/>
            <a:rect l="l" t="t" r="r" b="b"/>
            <a:pathLst>
              <a:path w="455929" h="104139">
                <a:moveTo>
                  <a:pt x="450634" y="104038"/>
                </a:moveTo>
                <a:lnTo>
                  <a:pt x="0" y="31356"/>
                </a:lnTo>
                <a:lnTo>
                  <a:pt x="5054" y="0"/>
                </a:lnTo>
                <a:lnTo>
                  <a:pt x="455688" y="72694"/>
                </a:lnTo>
                <a:lnTo>
                  <a:pt x="450634" y="10403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3318357" y="2860192"/>
            <a:ext cx="1644497" cy="53242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3577044" y="2940735"/>
            <a:ext cx="1125969" cy="372071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3805046" y="3009595"/>
            <a:ext cx="654634" cy="225475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3326549" y="3758184"/>
            <a:ext cx="1644497" cy="532422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3561588" y="3835196"/>
            <a:ext cx="1125969" cy="372071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3795433" y="3909656"/>
            <a:ext cx="654634" cy="225475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3309645" y="4664062"/>
            <a:ext cx="1644497" cy="532422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3567112" y="4744427"/>
            <a:ext cx="1125969" cy="372071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3800957" y="4818875"/>
            <a:ext cx="654634" cy="225475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3633685" y="2012340"/>
            <a:ext cx="5556885" cy="0"/>
          </a:xfrm>
          <a:custGeom>
            <a:avLst/>
            <a:gdLst/>
            <a:ahLst/>
            <a:cxnLst/>
            <a:rect l="l" t="t" r="r" b="b"/>
            <a:pathLst>
              <a:path w="5556884" h="0">
                <a:moveTo>
                  <a:pt x="0" y="0"/>
                </a:moveTo>
                <a:lnTo>
                  <a:pt x="5556796" y="0"/>
                </a:lnTo>
              </a:path>
            </a:pathLst>
          </a:custGeom>
          <a:ln w="36144">
            <a:solidFill>
              <a:srgbClr val="01431D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3992892" y="2455760"/>
            <a:ext cx="247650" cy="2663825"/>
          </a:xfrm>
          <a:custGeom>
            <a:avLst/>
            <a:gdLst/>
            <a:ahLst/>
            <a:cxnLst/>
            <a:rect l="l" t="t" r="r" b="b"/>
            <a:pathLst>
              <a:path w="247650" h="2663825">
                <a:moveTo>
                  <a:pt x="247446" y="163893"/>
                </a:moveTo>
                <a:lnTo>
                  <a:pt x="0" y="163893"/>
                </a:lnTo>
                <a:lnTo>
                  <a:pt x="123723" y="0"/>
                </a:lnTo>
                <a:lnTo>
                  <a:pt x="247446" y="163893"/>
                </a:lnTo>
                <a:close/>
              </a:path>
              <a:path w="247650" h="2663825">
                <a:moveTo>
                  <a:pt x="125323" y="2663621"/>
                </a:moveTo>
                <a:lnTo>
                  <a:pt x="101498" y="2659968"/>
                </a:lnTo>
                <a:lnTo>
                  <a:pt x="82045" y="2650004"/>
                </a:lnTo>
                <a:lnTo>
                  <a:pt x="68930" y="2635225"/>
                </a:lnTo>
                <a:lnTo>
                  <a:pt x="64122" y="2617127"/>
                </a:lnTo>
                <a:lnTo>
                  <a:pt x="64211" y="2616758"/>
                </a:lnTo>
                <a:lnTo>
                  <a:pt x="61861" y="2616758"/>
                </a:lnTo>
                <a:lnTo>
                  <a:pt x="61861" y="163893"/>
                </a:lnTo>
                <a:lnTo>
                  <a:pt x="185585" y="163893"/>
                </a:lnTo>
                <a:lnTo>
                  <a:pt x="185585" y="2613621"/>
                </a:lnTo>
                <a:lnTo>
                  <a:pt x="186512" y="2617127"/>
                </a:lnTo>
                <a:lnTo>
                  <a:pt x="181703" y="2635225"/>
                </a:lnTo>
                <a:lnTo>
                  <a:pt x="168590" y="2650004"/>
                </a:lnTo>
                <a:lnTo>
                  <a:pt x="149141" y="2659968"/>
                </a:lnTo>
                <a:lnTo>
                  <a:pt x="125323" y="2663621"/>
                </a:lnTo>
                <a:close/>
              </a:path>
            </a:pathLst>
          </a:custGeom>
          <a:solidFill>
            <a:srgbClr val="5B9BD4">
              <a:alpha val="701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3070860" y="1741932"/>
            <a:ext cx="364490" cy="364490"/>
          </a:xfrm>
          <a:custGeom>
            <a:avLst/>
            <a:gdLst/>
            <a:ahLst/>
            <a:cxnLst/>
            <a:rect l="l" t="t" r="r" b="b"/>
            <a:pathLst>
              <a:path w="364489" h="364489">
                <a:moveTo>
                  <a:pt x="0" y="0"/>
                </a:moveTo>
                <a:lnTo>
                  <a:pt x="364236" y="0"/>
                </a:lnTo>
                <a:lnTo>
                  <a:pt x="364236" y="364236"/>
                </a:lnTo>
                <a:lnTo>
                  <a:pt x="0" y="364236"/>
                </a:lnTo>
                <a:lnTo>
                  <a:pt x="0" y="0"/>
                </a:lnTo>
                <a:close/>
              </a:path>
            </a:pathLst>
          </a:custGeom>
          <a:solidFill>
            <a:srgbClr val="01431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3270503" y="1965960"/>
            <a:ext cx="245745" cy="245745"/>
          </a:xfrm>
          <a:custGeom>
            <a:avLst/>
            <a:gdLst/>
            <a:ahLst/>
            <a:cxnLst/>
            <a:rect l="l" t="t" r="r" b="b"/>
            <a:pathLst>
              <a:path w="245745" h="245744">
                <a:moveTo>
                  <a:pt x="0" y="0"/>
                </a:moveTo>
                <a:lnTo>
                  <a:pt x="245363" y="0"/>
                </a:lnTo>
                <a:lnTo>
                  <a:pt x="245363" y="245363"/>
                </a:lnTo>
                <a:lnTo>
                  <a:pt x="0" y="245363"/>
                </a:lnTo>
                <a:lnTo>
                  <a:pt x="0" y="0"/>
                </a:lnTo>
                <a:close/>
              </a:path>
            </a:pathLst>
          </a:custGeom>
          <a:solidFill>
            <a:srgbClr val="01611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 txBox="1">
            <a:spLocks noGrp="1"/>
          </p:cNvSpPr>
          <p:nvPr>
            <p:ph type="title"/>
          </p:nvPr>
        </p:nvSpPr>
        <p:spPr>
          <a:xfrm>
            <a:off x="3712451" y="1367878"/>
            <a:ext cx="1549400" cy="4826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00" b="0">
                <a:solidFill>
                  <a:srgbClr val="000000"/>
                </a:solidFill>
                <a:latin typeface="黑体"/>
                <a:cs typeface="黑体"/>
              </a:rPr>
              <a:t>二、涡流</a:t>
            </a:r>
            <a:endParaRPr sz="3000">
              <a:latin typeface="黑体"/>
              <a:cs typeface="黑体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3770757" y="2372410"/>
            <a:ext cx="16510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i="1">
                <a:latin typeface="Times New Roman"/>
                <a:cs typeface="Times New Roman"/>
              </a:rPr>
              <a:t>B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6176327" y="2221801"/>
            <a:ext cx="3606800" cy="32067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latin typeface="Times New Roman"/>
                <a:cs typeface="Times New Roman"/>
              </a:rPr>
              <a:t>1.</a:t>
            </a:r>
            <a:r>
              <a:rPr dirty="0" sz="2400">
                <a:latin typeface="华文楷体"/>
                <a:cs typeface="华文楷体"/>
              </a:rPr>
              <a:t>涡流的成因</a:t>
            </a:r>
            <a:endParaRPr sz="2400">
              <a:latin typeface="华文楷体"/>
              <a:cs typeface="华文楷体"/>
            </a:endParaRPr>
          </a:p>
          <a:p>
            <a:pPr marL="12700" marR="5080" indent="533400">
              <a:lnSpc>
                <a:spcPct val="150000"/>
              </a:lnSpc>
              <a:spcBef>
                <a:spcPts val="565"/>
              </a:spcBef>
            </a:pPr>
            <a:r>
              <a:rPr dirty="0" sz="2400">
                <a:latin typeface="华文楷体"/>
                <a:cs typeface="华文楷体"/>
              </a:rPr>
              <a:t>线圈中的电流随时间变 化时，由于电磁感应，靠 近它的导体内会产生漩涡 状电流，叫做</a:t>
            </a:r>
            <a:r>
              <a:rPr dirty="0" sz="2400">
                <a:solidFill>
                  <a:srgbClr val="FF0000"/>
                </a:solidFill>
                <a:latin typeface="华文楷体"/>
                <a:cs typeface="华文楷体"/>
              </a:rPr>
              <a:t>涡电流</a:t>
            </a:r>
            <a:r>
              <a:rPr dirty="0" sz="2400">
                <a:latin typeface="华文楷体"/>
                <a:cs typeface="华文楷体"/>
              </a:rPr>
              <a:t>，简 称</a:t>
            </a:r>
            <a:r>
              <a:rPr dirty="0" sz="2400">
                <a:solidFill>
                  <a:srgbClr val="FF0000"/>
                </a:solidFill>
                <a:latin typeface="华文楷体"/>
                <a:cs typeface="华文楷体"/>
              </a:rPr>
              <a:t>涡流。</a:t>
            </a:r>
            <a:endParaRPr sz="2400">
              <a:latin typeface="华文楷体"/>
              <a:cs typeface="华文楷体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3089998" y="2766656"/>
            <a:ext cx="2055495" cy="2452738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3994124" y="2455760"/>
            <a:ext cx="247650" cy="663575"/>
          </a:xfrm>
          <a:custGeom>
            <a:avLst/>
            <a:gdLst/>
            <a:ahLst/>
            <a:cxnLst/>
            <a:rect l="l" t="t" r="r" b="b"/>
            <a:pathLst>
              <a:path w="247650" h="663575">
                <a:moveTo>
                  <a:pt x="247446" y="162090"/>
                </a:moveTo>
                <a:lnTo>
                  <a:pt x="0" y="162090"/>
                </a:lnTo>
                <a:lnTo>
                  <a:pt x="123723" y="0"/>
                </a:lnTo>
                <a:lnTo>
                  <a:pt x="247446" y="162090"/>
                </a:lnTo>
                <a:close/>
              </a:path>
              <a:path w="247650" h="663575">
                <a:moveTo>
                  <a:pt x="123723" y="663067"/>
                </a:moveTo>
                <a:lnTo>
                  <a:pt x="99583" y="660291"/>
                </a:lnTo>
                <a:lnTo>
                  <a:pt x="79871" y="652722"/>
                </a:lnTo>
                <a:lnTo>
                  <a:pt x="66582" y="641496"/>
                </a:lnTo>
                <a:lnTo>
                  <a:pt x="61709" y="627748"/>
                </a:lnTo>
                <a:lnTo>
                  <a:pt x="61861" y="627329"/>
                </a:lnTo>
                <a:lnTo>
                  <a:pt x="61861" y="162090"/>
                </a:lnTo>
                <a:lnTo>
                  <a:pt x="185585" y="162090"/>
                </a:lnTo>
                <a:lnTo>
                  <a:pt x="185585" y="627329"/>
                </a:lnTo>
                <a:lnTo>
                  <a:pt x="185737" y="627748"/>
                </a:lnTo>
                <a:lnTo>
                  <a:pt x="180864" y="641496"/>
                </a:lnTo>
                <a:lnTo>
                  <a:pt x="167574" y="652722"/>
                </a:lnTo>
                <a:lnTo>
                  <a:pt x="147863" y="660291"/>
                </a:lnTo>
                <a:lnTo>
                  <a:pt x="123723" y="663067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3098038" y="3480422"/>
            <a:ext cx="2036445" cy="386715"/>
          </a:xfrm>
          <a:custGeom>
            <a:avLst/>
            <a:gdLst/>
            <a:ahLst/>
            <a:cxnLst/>
            <a:rect l="l" t="t" r="r" b="b"/>
            <a:pathLst>
              <a:path w="2036445" h="386714">
                <a:moveTo>
                  <a:pt x="1455303" y="355904"/>
                </a:moveTo>
                <a:lnTo>
                  <a:pt x="1390777" y="355904"/>
                </a:lnTo>
                <a:lnTo>
                  <a:pt x="1400924" y="354025"/>
                </a:lnTo>
                <a:lnTo>
                  <a:pt x="1395525" y="353220"/>
                </a:lnTo>
                <a:lnTo>
                  <a:pt x="2020442" y="0"/>
                </a:lnTo>
                <a:lnTo>
                  <a:pt x="2036076" y="27635"/>
                </a:lnTo>
                <a:lnTo>
                  <a:pt x="1455303" y="355904"/>
                </a:lnTo>
                <a:close/>
              </a:path>
              <a:path w="2036445" h="386714">
                <a:moveTo>
                  <a:pt x="1401648" y="386232"/>
                </a:moveTo>
                <a:lnTo>
                  <a:pt x="0" y="177355"/>
                </a:lnTo>
                <a:lnTo>
                  <a:pt x="4686" y="145948"/>
                </a:lnTo>
                <a:lnTo>
                  <a:pt x="1395525" y="353220"/>
                </a:lnTo>
                <a:lnTo>
                  <a:pt x="1390777" y="355904"/>
                </a:lnTo>
                <a:lnTo>
                  <a:pt x="1455303" y="355904"/>
                </a:lnTo>
                <a:lnTo>
                  <a:pt x="1401648" y="386232"/>
                </a:lnTo>
                <a:close/>
              </a:path>
              <a:path w="2036445" h="386714">
                <a:moveTo>
                  <a:pt x="1390777" y="355904"/>
                </a:moveTo>
                <a:lnTo>
                  <a:pt x="1395525" y="353220"/>
                </a:lnTo>
                <a:lnTo>
                  <a:pt x="1400924" y="354025"/>
                </a:lnTo>
                <a:lnTo>
                  <a:pt x="1390777" y="35590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3108998" y="3924643"/>
            <a:ext cx="2036445" cy="386715"/>
          </a:xfrm>
          <a:custGeom>
            <a:avLst/>
            <a:gdLst/>
            <a:ahLst/>
            <a:cxnLst/>
            <a:rect l="l" t="t" r="r" b="b"/>
            <a:pathLst>
              <a:path w="2036445" h="386714">
                <a:moveTo>
                  <a:pt x="1455292" y="355892"/>
                </a:moveTo>
                <a:lnTo>
                  <a:pt x="1390764" y="355892"/>
                </a:lnTo>
                <a:lnTo>
                  <a:pt x="1400911" y="354012"/>
                </a:lnTo>
                <a:lnTo>
                  <a:pt x="1395513" y="353208"/>
                </a:lnTo>
                <a:lnTo>
                  <a:pt x="2020442" y="0"/>
                </a:lnTo>
                <a:lnTo>
                  <a:pt x="2036064" y="27635"/>
                </a:lnTo>
                <a:lnTo>
                  <a:pt x="1455292" y="355892"/>
                </a:lnTo>
                <a:close/>
              </a:path>
              <a:path w="2036445" h="386714">
                <a:moveTo>
                  <a:pt x="1401635" y="386219"/>
                </a:moveTo>
                <a:lnTo>
                  <a:pt x="0" y="177355"/>
                </a:lnTo>
                <a:lnTo>
                  <a:pt x="4673" y="145948"/>
                </a:lnTo>
                <a:lnTo>
                  <a:pt x="1395513" y="353208"/>
                </a:lnTo>
                <a:lnTo>
                  <a:pt x="1390764" y="355892"/>
                </a:lnTo>
                <a:lnTo>
                  <a:pt x="1455292" y="355892"/>
                </a:lnTo>
                <a:lnTo>
                  <a:pt x="1401635" y="386219"/>
                </a:lnTo>
                <a:close/>
              </a:path>
              <a:path w="2036445" h="386714">
                <a:moveTo>
                  <a:pt x="1390764" y="355892"/>
                </a:moveTo>
                <a:lnTo>
                  <a:pt x="1395513" y="353208"/>
                </a:lnTo>
                <a:lnTo>
                  <a:pt x="1400911" y="354012"/>
                </a:lnTo>
                <a:lnTo>
                  <a:pt x="1390764" y="35589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3108807" y="4463186"/>
            <a:ext cx="2277745" cy="398145"/>
          </a:xfrm>
          <a:custGeom>
            <a:avLst/>
            <a:gdLst/>
            <a:ahLst/>
            <a:cxnLst/>
            <a:rect l="l" t="t" r="r" b="b"/>
            <a:pathLst>
              <a:path w="2277745" h="398145">
                <a:moveTo>
                  <a:pt x="2272220" y="397840"/>
                </a:moveTo>
                <a:lnTo>
                  <a:pt x="0" y="31343"/>
                </a:lnTo>
                <a:lnTo>
                  <a:pt x="5054" y="0"/>
                </a:lnTo>
                <a:lnTo>
                  <a:pt x="2277275" y="366496"/>
                </a:lnTo>
                <a:lnTo>
                  <a:pt x="2272220" y="39784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5558838" y="3331552"/>
            <a:ext cx="135881" cy="135889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4982362" y="4784140"/>
            <a:ext cx="507889" cy="252742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5200687" y="3128517"/>
            <a:ext cx="409575" cy="113030"/>
          </a:xfrm>
          <a:custGeom>
            <a:avLst/>
            <a:gdLst/>
            <a:ahLst/>
            <a:cxnLst/>
            <a:rect l="l" t="t" r="r" b="b"/>
            <a:pathLst>
              <a:path w="409575" h="113030">
                <a:moveTo>
                  <a:pt x="86499" y="94043"/>
                </a:moveTo>
                <a:lnTo>
                  <a:pt x="0" y="31940"/>
                </a:lnTo>
                <a:lnTo>
                  <a:pt x="101587" y="0"/>
                </a:lnTo>
                <a:lnTo>
                  <a:pt x="71291" y="21920"/>
                </a:lnTo>
                <a:lnTo>
                  <a:pt x="37782" y="21920"/>
                </a:lnTo>
                <a:lnTo>
                  <a:pt x="32753" y="53276"/>
                </a:lnTo>
                <a:lnTo>
                  <a:pt x="60178" y="57673"/>
                </a:lnTo>
                <a:lnTo>
                  <a:pt x="86499" y="94043"/>
                </a:lnTo>
                <a:close/>
              </a:path>
              <a:path w="409575" h="113030">
                <a:moveTo>
                  <a:pt x="60178" y="57673"/>
                </a:moveTo>
                <a:lnTo>
                  <a:pt x="32753" y="53276"/>
                </a:lnTo>
                <a:lnTo>
                  <a:pt x="37782" y="21920"/>
                </a:lnTo>
                <a:lnTo>
                  <a:pt x="65211" y="26318"/>
                </a:lnTo>
                <a:lnTo>
                  <a:pt x="47015" y="39484"/>
                </a:lnTo>
                <a:lnTo>
                  <a:pt x="60178" y="57673"/>
                </a:lnTo>
                <a:close/>
              </a:path>
              <a:path w="409575" h="113030">
                <a:moveTo>
                  <a:pt x="65211" y="26318"/>
                </a:moveTo>
                <a:lnTo>
                  <a:pt x="37782" y="21920"/>
                </a:lnTo>
                <a:lnTo>
                  <a:pt x="71291" y="21920"/>
                </a:lnTo>
                <a:lnTo>
                  <a:pt x="65211" y="26318"/>
                </a:lnTo>
                <a:close/>
              </a:path>
              <a:path w="409575" h="113030">
                <a:moveTo>
                  <a:pt x="404418" y="112864"/>
                </a:moveTo>
                <a:lnTo>
                  <a:pt x="60178" y="57673"/>
                </a:lnTo>
                <a:lnTo>
                  <a:pt x="47015" y="39484"/>
                </a:lnTo>
                <a:lnTo>
                  <a:pt x="65211" y="26318"/>
                </a:lnTo>
                <a:lnTo>
                  <a:pt x="409435" y="81521"/>
                </a:lnTo>
                <a:lnTo>
                  <a:pt x="404418" y="112864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 txBox="1"/>
          <p:nvPr/>
        </p:nvSpPr>
        <p:spPr>
          <a:xfrm>
            <a:off x="5499392" y="2871470"/>
            <a:ext cx="895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i="1">
                <a:latin typeface="Times New Roman"/>
                <a:cs typeface="Times New Roman"/>
              </a:rPr>
              <a:t>i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30" name="object 30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79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高中物</a:t>
            </a:r>
            <a:r>
              <a:rPr dirty="0" spc="5"/>
              <a:t>理</a:t>
            </a:r>
          </a:p>
        </p:txBody>
      </p:sp>
      <p:sp>
        <p:nvSpPr>
          <p:cNvPr id="28" name="object 28"/>
          <p:cNvSpPr txBox="1"/>
          <p:nvPr/>
        </p:nvSpPr>
        <p:spPr>
          <a:xfrm>
            <a:off x="5116601" y="4948034"/>
            <a:ext cx="895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i="1">
                <a:latin typeface="Times New Roman"/>
                <a:cs typeface="Times New Roman"/>
              </a:rPr>
              <a:t>i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5428729" y="3998379"/>
            <a:ext cx="3435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Times New Roman"/>
                <a:cs typeface="Times New Roman"/>
              </a:rPr>
              <a:t>AC</a:t>
            </a:r>
            <a:endParaRPr sz="1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645433" y="2012340"/>
            <a:ext cx="5556885" cy="0"/>
          </a:xfrm>
          <a:custGeom>
            <a:avLst/>
            <a:gdLst/>
            <a:ahLst/>
            <a:cxnLst/>
            <a:rect l="l" t="t" r="r" b="b"/>
            <a:pathLst>
              <a:path w="5556884" h="0">
                <a:moveTo>
                  <a:pt x="0" y="0"/>
                </a:moveTo>
                <a:lnTo>
                  <a:pt x="5556796" y="0"/>
                </a:lnTo>
              </a:path>
            </a:pathLst>
          </a:custGeom>
          <a:ln w="36144">
            <a:solidFill>
              <a:srgbClr val="01431D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3083051" y="1741932"/>
            <a:ext cx="363220" cy="364490"/>
          </a:xfrm>
          <a:custGeom>
            <a:avLst/>
            <a:gdLst/>
            <a:ahLst/>
            <a:cxnLst/>
            <a:rect l="l" t="t" r="r" b="b"/>
            <a:pathLst>
              <a:path w="363220" h="364489">
                <a:moveTo>
                  <a:pt x="0" y="0"/>
                </a:moveTo>
                <a:lnTo>
                  <a:pt x="362712" y="0"/>
                </a:lnTo>
                <a:lnTo>
                  <a:pt x="362712" y="364236"/>
                </a:lnTo>
                <a:lnTo>
                  <a:pt x="0" y="364236"/>
                </a:lnTo>
                <a:lnTo>
                  <a:pt x="0" y="0"/>
                </a:lnTo>
                <a:close/>
              </a:path>
            </a:pathLst>
          </a:custGeom>
          <a:solidFill>
            <a:srgbClr val="01431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3282696" y="1965960"/>
            <a:ext cx="245745" cy="245745"/>
          </a:xfrm>
          <a:custGeom>
            <a:avLst/>
            <a:gdLst/>
            <a:ahLst/>
            <a:cxnLst/>
            <a:rect l="l" t="t" r="r" b="b"/>
            <a:pathLst>
              <a:path w="245745" h="245744">
                <a:moveTo>
                  <a:pt x="0" y="0"/>
                </a:moveTo>
                <a:lnTo>
                  <a:pt x="245363" y="0"/>
                </a:lnTo>
                <a:lnTo>
                  <a:pt x="245363" y="245363"/>
                </a:lnTo>
                <a:lnTo>
                  <a:pt x="0" y="245363"/>
                </a:lnTo>
                <a:lnTo>
                  <a:pt x="0" y="0"/>
                </a:lnTo>
                <a:close/>
              </a:path>
            </a:pathLst>
          </a:custGeom>
          <a:solidFill>
            <a:srgbClr val="01611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3724211" y="1367878"/>
            <a:ext cx="1549400" cy="4826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00" b="0">
                <a:solidFill>
                  <a:srgbClr val="000000"/>
                </a:solidFill>
                <a:latin typeface="黑体"/>
                <a:cs typeface="黑体"/>
              </a:rPr>
              <a:t>二、涡流</a:t>
            </a:r>
            <a:endParaRPr sz="3000">
              <a:latin typeface="黑体"/>
              <a:cs typeface="黑体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079114" y="2221801"/>
            <a:ext cx="20828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latin typeface="Times New Roman"/>
                <a:cs typeface="Times New Roman"/>
              </a:rPr>
              <a:t>2.</a:t>
            </a:r>
            <a:r>
              <a:rPr dirty="0" sz="2400">
                <a:latin typeface="华文楷体"/>
                <a:cs typeface="华文楷体"/>
              </a:rPr>
              <a:t>涡流的热效应</a:t>
            </a:r>
            <a:endParaRPr sz="2400">
              <a:latin typeface="华文楷体"/>
              <a:cs typeface="华文楷体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671908" y="2237219"/>
            <a:ext cx="23114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69265" algn="l"/>
              </a:tabLst>
            </a:pPr>
            <a:r>
              <a:rPr dirty="0" sz="2400">
                <a:latin typeface="华文楷体"/>
                <a:cs typeface="华文楷体"/>
              </a:rPr>
              <a:t>①	利用涡流加热</a:t>
            </a:r>
            <a:endParaRPr sz="2400">
              <a:latin typeface="华文楷体"/>
              <a:cs typeface="华文楷体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3491484" y="2659379"/>
            <a:ext cx="5835396" cy="327812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3491484" y="2639567"/>
            <a:ext cx="5948171" cy="334060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79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高中物</a:t>
            </a:r>
            <a:r>
              <a:rPr dirty="0" spc="5"/>
              <a:t>理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740395" y="3236976"/>
            <a:ext cx="190500" cy="1828800"/>
          </a:xfrm>
          <a:custGeom>
            <a:avLst/>
            <a:gdLst/>
            <a:ahLst/>
            <a:cxnLst/>
            <a:rect l="l" t="t" r="r" b="b"/>
            <a:pathLst>
              <a:path w="190500" h="1828800">
                <a:moveTo>
                  <a:pt x="190500" y="94487"/>
                </a:moveTo>
                <a:lnTo>
                  <a:pt x="0" y="94487"/>
                </a:lnTo>
                <a:lnTo>
                  <a:pt x="94487" y="0"/>
                </a:lnTo>
                <a:lnTo>
                  <a:pt x="190500" y="94487"/>
                </a:lnTo>
                <a:close/>
              </a:path>
              <a:path w="190500" h="1828800">
                <a:moveTo>
                  <a:pt x="141731" y="1828800"/>
                </a:moveTo>
                <a:lnTo>
                  <a:pt x="47244" y="1828800"/>
                </a:lnTo>
                <a:lnTo>
                  <a:pt x="47244" y="94487"/>
                </a:lnTo>
                <a:lnTo>
                  <a:pt x="141731" y="94487"/>
                </a:lnTo>
                <a:lnTo>
                  <a:pt x="141731" y="1828800"/>
                </a:lnTo>
                <a:close/>
              </a:path>
            </a:pathLst>
          </a:custGeom>
          <a:solidFill>
            <a:srgbClr val="00AF5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3657752" y="2012340"/>
            <a:ext cx="5556885" cy="0"/>
          </a:xfrm>
          <a:custGeom>
            <a:avLst/>
            <a:gdLst/>
            <a:ahLst/>
            <a:cxnLst/>
            <a:rect l="l" t="t" r="r" b="b"/>
            <a:pathLst>
              <a:path w="5556884" h="0">
                <a:moveTo>
                  <a:pt x="0" y="0"/>
                </a:moveTo>
                <a:lnTo>
                  <a:pt x="5556783" y="0"/>
                </a:lnTo>
              </a:path>
            </a:pathLst>
          </a:custGeom>
          <a:ln w="36144">
            <a:solidFill>
              <a:srgbClr val="01431D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3095244" y="1741932"/>
            <a:ext cx="363220" cy="364490"/>
          </a:xfrm>
          <a:custGeom>
            <a:avLst/>
            <a:gdLst/>
            <a:ahLst/>
            <a:cxnLst/>
            <a:rect l="l" t="t" r="r" b="b"/>
            <a:pathLst>
              <a:path w="363220" h="364489">
                <a:moveTo>
                  <a:pt x="0" y="0"/>
                </a:moveTo>
                <a:lnTo>
                  <a:pt x="362711" y="0"/>
                </a:lnTo>
                <a:lnTo>
                  <a:pt x="362711" y="364236"/>
                </a:lnTo>
                <a:lnTo>
                  <a:pt x="0" y="364236"/>
                </a:lnTo>
                <a:lnTo>
                  <a:pt x="0" y="0"/>
                </a:lnTo>
                <a:close/>
              </a:path>
            </a:pathLst>
          </a:custGeom>
          <a:solidFill>
            <a:srgbClr val="01431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3294888" y="1965960"/>
            <a:ext cx="245745" cy="245745"/>
          </a:xfrm>
          <a:custGeom>
            <a:avLst/>
            <a:gdLst/>
            <a:ahLst/>
            <a:cxnLst/>
            <a:rect l="l" t="t" r="r" b="b"/>
            <a:pathLst>
              <a:path w="245745" h="245744">
                <a:moveTo>
                  <a:pt x="0" y="0"/>
                </a:moveTo>
                <a:lnTo>
                  <a:pt x="245363" y="0"/>
                </a:lnTo>
                <a:lnTo>
                  <a:pt x="245363" y="245363"/>
                </a:lnTo>
                <a:lnTo>
                  <a:pt x="0" y="245363"/>
                </a:lnTo>
                <a:lnTo>
                  <a:pt x="0" y="0"/>
                </a:lnTo>
                <a:close/>
              </a:path>
            </a:pathLst>
          </a:custGeom>
          <a:solidFill>
            <a:srgbClr val="01611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3736517" y="1367878"/>
            <a:ext cx="1549400" cy="4826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00" b="0">
                <a:solidFill>
                  <a:srgbClr val="000000"/>
                </a:solidFill>
                <a:latin typeface="黑体"/>
                <a:cs typeface="黑体"/>
              </a:rPr>
              <a:t>二、涡流</a:t>
            </a:r>
            <a:endParaRPr sz="3000">
              <a:latin typeface="黑体"/>
              <a:cs typeface="黑体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091421" y="2221801"/>
            <a:ext cx="20828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latin typeface="Times New Roman"/>
                <a:cs typeface="Times New Roman"/>
              </a:rPr>
              <a:t>2.</a:t>
            </a:r>
            <a:r>
              <a:rPr dirty="0" sz="2400">
                <a:latin typeface="华文楷体"/>
                <a:cs typeface="华文楷体"/>
              </a:rPr>
              <a:t>涡流的热效应</a:t>
            </a:r>
            <a:endParaRPr sz="2400">
              <a:latin typeface="华文楷体"/>
              <a:cs typeface="华文楷体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6828561" y="3361093"/>
            <a:ext cx="2052650" cy="76175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7035851" y="3500208"/>
            <a:ext cx="1644497" cy="53242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7270877" y="3577221"/>
            <a:ext cx="1125969" cy="372071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7504734" y="3651681"/>
            <a:ext cx="654634" cy="225475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6855879" y="4607305"/>
            <a:ext cx="1891537" cy="604621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6855828" y="4571060"/>
            <a:ext cx="1891538" cy="604621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6855764" y="4534827"/>
            <a:ext cx="1891537" cy="604621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6855700" y="4498594"/>
            <a:ext cx="1891538" cy="604621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6855638" y="4462360"/>
            <a:ext cx="1891537" cy="604621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6855574" y="4426127"/>
            <a:ext cx="1891538" cy="604621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6855523" y="4389894"/>
            <a:ext cx="1891537" cy="604621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6855459" y="4353648"/>
            <a:ext cx="1891538" cy="604621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6855396" y="4317415"/>
            <a:ext cx="1891537" cy="604621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6855332" y="4281182"/>
            <a:ext cx="1891538" cy="604621"/>
          </a:xfrm>
          <a:prstGeom prst="rect">
            <a:avLst/>
          </a:prstGeom>
          <a:blipFill>
            <a:blip r:embed="rId1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7861427" y="4367085"/>
            <a:ext cx="953135" cy="0"/>
          </a:xfrm>
          <a:custGeom>
            <a:avLst/>
            <a:gdLst/>
            <a:ahLst/>
            <a:cxnLst/>
            <a:rect l="l" t="t" r="r" b="b"/>
            <a:pathLst>
              <a:path w="953134" h="0">
                <a:moveTo>
                  <a:pt x="0" y="0"/>
                </a:moveTo>
                <a:lnTo>
                  <a:pt x="953033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7878546" y="5119801"/>
            <a:ext cx="953135" cy="0"/>
          </a:xfrm>
          <a:custGeom>
            <a:avLst/>
            <a:gdLst/>
            <a:ahLst/>
            <a:cxnLst/>
            <a:rect l="l" t="t" r="r" b="b"/>
            <a:pathLst>
              <a:path w="953134" h="0">
                <a:moveTo>
                  <a:pt x="0" y="0"/>
                </a:moveTo>
                <a:lnTo>
                  <a:pt x="953033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8813817" y="4312196"/>
            <a:ext cx="116779" cy="116839"/>
          </a:xfrm>
          <a:prstGeom prst="rect">
            <a:avLst/>
          </a:prstGeom>
          <a:blipFill>
            <a:blip r:embed="rId1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8818364" y="5057838"/>
            <a:ext cx="116792" cy="116852"/>
          </a:xfrm>
          <a:prstGeom prst="rect">
            <a:avLst/>
          </a:prstGeom>
          <a:blipFill>
            <a:blip r:embed="rId1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 txBox="1"/>
          <p:nvPr/>
        </p:nvSpPr>
        <p:spPr>
          <a:xfrm>
            <a:off x="8781783" y="4554905"/>
            <a:ext cx="3435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Times New Roman"/>
                <a:cs typeface="Times New Roman"/>
              </a:rPr>
              <a:t>AC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2923032" y="2982467"/>
            <a:ext cx="3124199" cy="2278379"/>
          </a:xfrm>
          <a:prstGeom prst="rect">
            <a:avLst/>
          </a:prstGeom>
          <a:blipFill>
            <a:blip r:embed="rId1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6089903" y="3646932"/>
            <a:ext cx="675640" cy="355600"/>
          </a:xfrm>
          <a:custGeom>
            <a:avLst/>
            <a:gdLst/>
            <a:ahLst/>
            <a:cxnLst/>
            <a:rect l="l" t="t" r="r" b="b"/>
            <a:pathLst>
              <a:path w="675640" h="355600">
                <a:moveTo>
                  <a:pt x="498348" y="355091"/>
                </a:moveTo>
                <a:lnTo>
                  <a:pt x="498348" y="266700"/>
                </a:lnTo>
                <a:lnTo>
                  <a:pt x="0" y="266700"/>
                </a:lnTo>
                <a:lnTo>
                  <a:pt x="0" y="88391"/>
                </a:lnTo>
                <a:lnTo>
                  <a:pt x="498348" y="88391"/>
                </a:lnTo>
                <a:lnTo>
                  <a:pt x="498348" y="0"/>
                </a:lnTo>
                <a:lnTo>
                  <a:pt x="675131" y="176783"/>
                </a:lnTo>
                <a:lnTo>
                  <a:pt x="498348" y="355091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6083249" y="3631946"/>
            <a:ext cx="691515" cy="385445"/>
          </a:xfrm>
          <a:custGeom>
            <a:avLst/>
            <a:gdLst/>
            <a:ahLst/>
            <a:cxnLst/>
            <a:rect l="l" t="t" r="r" b="b"/>
            <a:pathLst>
              <a:path w="691515" h="385445">
                <a:moveTo>
                  <a:pt x="498982" y="103911"/>
                </a:moveTo>
                <a:lnTo>
                  <a:pt x="498982" y="0"/>
                </a:lnTo>
                <a:lnTo>
                  <a:pt x="514311" y="15328"/>
                </a:lnTo>
                <a:lnTo>
                  <a:pt x="511682" y="15328"/>
                </a:lnTo>
                <a:lnTo>
                  <a:pt x="500837" y="19812"/>
                </a:lnTo>
                <a:lnTo>
                  <a:pt x="511682" y="30657"/>
                </a:lnTo>
                <a:lnTo>
                  <a:pt x="511682" y="97561"/>
                </a:lnTo>
                <a:lnTo>
                  <a:pt x="505332" y="97561"/>
                </a:lnTo>
                <a:lnTo>
                  <a:pt x="498982" y="103911"/>
                </a:lnTo>
                <a:close/>
              </a:path>
              <a:path w="691515" h="385445">
                <a:moveTo>
                  <a:pt x="511682" y="30657"/>
                </a:moveTo>
                <a:lnTo>
                  <a:pt x="500837" y="19812"/>
                </a:lnTo>
                <a:lnTo>
                  <a:pt x="511682" y="15328"/>
                </a:lnTo>
                <a:lnTo>
                  <a:pt x="511682" y="30657"/>
                </a:lnTo>
                <a:close/>
              </a:path>
              <a:path w="691515" h="385445">
                <a:moveTo>
                  <a:pt x="673512" y="192487"/>
                </a:moveTo>
                <a:lnTo>
                  <a:pt x="511682" y="30657"/>
                </a:lnTo>
                <a:lnTo>
                  <a:pt x="511682" y="15328"/>
                </a:lnTo>
                <a:lnTo>
                  <a:pt x="514311" y="15328"/>
                </a:lnTo>
                <a:lnTo>
                  <a:pt x="686981" y="187998"/>
                </a:lnTo>
                <a:lnTo>
                  <a:pt x="678002" y="187998"/>
                </a:lnTo>
                <a:lnTo>
                  <a:pt x="673512" y="192487"/>
                </a:lnTo>
                <a:close/>
              </a:path>
              <a:path w="691515" h="385445">
                <a:moveTo>
                  <a:pt x="498982" y="287426"/>
                </a:moveTo>
                <a:lnTo>
                  <a:pt x="0" y="287426"/>
                </a:lnTo>
                <a:lnTo>
                  <a:pt x="0" y="97561"/>
                </a:lnTo>
                <a:lnTo>
                  <a:pt x="498982" y="97561"/>
                </a:lnTo>
                <a:lnTo>
                  <a:pt x="498982" y="103911"/>
                </a:lnTo>
                <a:lnTo>
                  <a:pt x="12700" y="103911"/>
                </a:lnTo>
                <a:lnTo>
                  <a:pt x="6350" y="110261"/>
                </a:lnTo>
                <a:lnTo>
                  <a:pt x="12700" y="110261"/>
                </a:lnTo>
                <a:lnTo>
                  <a:pt x="12700" y="274726"/>
                </a:lnTo>
                <a:lnTo>
                  <a:pt x="6350" y="274726"/>
                </a:lnTo>
                <a:lnTo>
                  <a:pt x="12700" y="281076"/>
                </a:lnTo>
                <a:lnTo>
                  <a:pt x="498982" y="281076"/>
                </a:lnTo>
                <a:lnTo>
                  <a:pt x="498982" y="287426"/>
                </a:lnTo>
                <a:close/>
              </a:path>
              <a:path w="691515" h="385445">
                <a:moveTo>
                  <a:pt x="511682" y="110261"/>
                </a:moveTo>
                <a:lnTo>
                  <a:pt x="12700" y="110261"/>
                </a:lnTo>
                <a:lnTo>
                  <a:pt x="12700" y="103911"/>
                </a:lnTo>
                <a:lnTo>
                  <a:pt x="498982" y="103911"/>
                </a:lnTo>
                <a:lnTo>
                  <a:pt x="505332" y="97561"/>
                </a:lnTo>
                <a:lnTo>
                  <a:pt x="511682" y="97561"/>
                </a:lnTo>
                <a:lnTo>
                  <a:pt x="511682" y="110261"/>
                </a:lnTo>
                <a:close/>
              </a:path>
              <a:path w="691515" h="385445">
                <a:moveTo>
                  <a:pt x="12700" y="110261"/>
                </a:moveTo>
                <a:lnTo>
                  <a:pt x="6350" y="110261"/>
                </a:lnTo>
                <a:lnTo>
                  <a:pt x="12700" y="103911"/>
                </a:lnTo>
                <a:lnTo>
                  <a:pt x="12700" y="110261"/>
                </a:lnTo>
                <a:close/>
              </a:path>
              <a:path w="691515" h="385445">
                <a:moveTo>
                  <a:pt x="678002" y="196976"/>
                </a:moveTo>
                <a:lnTo>
                  <a:pt x="673512" y="192487"/>
                </a:lnTo>
                <a:lnTo>
                  <a:pt x="678002" y="187998"/>
                </a:lnTo>
                <a:lnTo>
                  <a:pt x="678002" y="196976"/>
                </a:lnTo>
                <a:close/>
              </a:path>
              <a:path w="691515" h="385445">
                <a:moveTo>
                  <a:pt x="686993" y="196976"/>
                </a:moveTo>
                <a:lnTo>
                  <a:pt x="678002" y="196976"/>
                </a:lnTo>
                <a:lnTo>
                  <a:pt x="678002" y="187998"/>
                </a:lnTo>
                <a:lnTo>
                  <a:pt x="686981" y="187998"/>
                </a:lnTo>
                <a:lnTo>
                  <a:pt x="691476" y="192493"/>
                </a:lnTo>
                <a:lnTo>
                  <a:pt x="686993" y="196976"/>
                </a:lnTo>
                <a:close/>
              </a:path>
              <a:path w="691515" h="385445">
                <a:moveTo>
                  <a:pt x="514311" y="369658"/>
                </a:moveTo>
                <a:lnTo>
                  <a:pt x="511682" y="369658"/>
                </a:lnTo>
                <a:lnTo>
                  <a:pt x="511682" y="354317"/>
                </a:lnTo>
                <a:lnTo>
                  <a:pt x="673519" y="192493"/>
                </a:lnTo>
                <a:lnTo>
                  <a:pt x="678002" y="196976"/>
                </a:lnTo>
                <a:lnTo>
                  <a:pt x="686993" y="196976"/>
                </a:lnTo>
                <a:lnTo>
                  <a:pt x="514311" y="369658"/>
                </a:lnTo>
                <a:close/>
              </a:path>
              <a:path w="691515" h="385445">
                <a:moveTo>
                  <a:pt x="12700" y="281076"/>
                </a:moveTo>
                <a:lnTo>
                  <a:pt x="6350" y="274726"/>
                </a:lnTo>
                <a:lnTo>
                  <a:pt x="12700" y="274726"/>
                </a:lnTo>
                <a:lnTo>
                  <a:pt x="12700" y="281076"/>
                </a:lnTo>
                <a:close/>
              </a:path>
              <a:path w="691515" h="385445">
                <a:moveTo>
                  <a:pt x="511682" y="287426"/>
                </a:moveTo>
                <a:lnTo>
                  <a:pt x="505332" y="287426"/>
                </a:lnTo>
                <a:lnTo>
                  <a:pt x="498982" y="281076"/>
                </a:lnTo>
                <a:lnTo>
                  <a:pt x="12700" y="281076"/>
                </a:lnTo>
                <a:lnTo>
                  <a:pt x="12700" y="274726"/>
                </a:lnTo>
                <a:lnTo>
                  <a:pt x="511682" y="274726"/>
                </a:lnTo>
                <a:lnTo>
                  <a:pt x="511682" y="287426"/>
                </a:lnTo>
                <a:close/>
              </a:path>
              <a:path w="691515" h="385445">
                <a:moveTo>
                  <a:pt x="498982" y="384987"/>
                </a:moveTo>
                <a:lnTo>
                  <a:pt x="498982" y="281076"/>
                </a:lnTo>
                <a:lnTo>
                  <a:pt x="505332" y="287426"/>
                </a:lnTo>
                <a:lnTo>
                  <a:pt x="511682" y="287426"/>
                </a:lnTo>
                <a:lnTo>
                  <a:pt x="511682" y="354317"/>
                </a:lnTo>
                <a:lnTo>
                  <a:pt x="500837" y="365163"/>
                </a:lnTo>
                <a:lnTo>
                  <a:pt x="511682" y="369658"/>
                </a:lnTo>
                <a:lnTo>
                  <a:pt x="514311" y="369658"/>
                </a:lnTo>
                <a:lnTo>
                  <a:pt x="498982" y="384987"/>
                </a:lnTo>
                <a:close/>
              </a:path>
              <a:path w="691515" h="385445">
                <a:moveTo>
                  <a:pt x="511682" y="369658"/>
                </a:moveTo>
                <a:lnTo>
                  <a:pt x="500837" y="365163"/>
                </a:lnTo>
                <a:lnTo>
                  <a:pt x="511682" y="354317"/>
                </a:lnTo>
                <a:lnTo>
                  <a:pt x="511682" y="369658"/>
                </a:lnTo>
                <a:close/>
              </a:path>
            </a:pathLst>
          </a:custGeom>
          <a:solidFill>
            <a:srgbClr val="41709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/>
          <p:nvPr/>
        </p:nvSpPr>
        <p:spPr>
          <a:xfrm>
            <a:off x="6089903" y="4575047"/>
            <a:ext cx="675640" cy="353695"/>
          </a:xfrm>
          <a:custGeom>
            <a:avLst/>
            <a:gdLst/>
            <a:ahLst/>
            <a:cxnLst/>
            <a:rect l="l" t="t" r="r" b="b"/>
            <a:pathLst>
              <a:path w="675640" h="353695">
                <a:moveTo>
                  <a:pt x="498348" y="353567"/>
                </a:moveTo>
                <a:lnTo>
                  <a:pt x="498348" y="265175"/>
                </a:lnTo>
                <a:lnTo>
                  <a:pt x="0" y="265175"/>
                </a:lnTo>
                <a:lnTo>
                  <a:pt x="0" y="88391"/>
                </a:lnTo>
                <a:lnTo>
                  <a:pt x="498348" y="88391"/>
                </a:lnTo>
                <a:lnTo>
                  <a:pt x="498348" y="0"/>
                </a:lnTo>
                <a:lnTo>
                  <a:pt x="675131" y="176784"/>
                </a:lnTo>
                <a:lnTo>
                  <a:pt x="498348" y="353567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/>
          <p:nvPr/>
        </p:nvSpPr>
        <p:spPr>
          <a:xfrm>
            <a:off x="6083249" y="4559388"/>
            <a:ext cx="691515" cy="385445"/>
          </a:xfrm>
          <a:custGeom>
            <a:avLst/>
            <a:gdLst/>
            <a:ahLst/>
            <a:cxnLst/>
            <a:rect l="l" t="t" r="r" b="b"/>
            <a:pathLst>
              <a:path w="691515" h="385445">
                <a:moveTo>
                  <a:pt x="498982" y="103911"/>
                </a:moveTo>
                <a:lnTo>
                  <a:pt x="498982" y="0"/>
                </a:lnTo>
                <a:lnTo>
                  <a:pt x="514311" y="15328"/>
                </a:lnTo>
                <a:lnTo>
                  <a:pt x="511682" y="15328"/>
                </a:lnTo>
                <a:lnTo>
                  <a:pt x="500837" y="19812"/>
                </a:lnTo>
                <a:lnTo>
                  <a:pt x="511682" y="30657"/>
                </a:lnTo>
                <a:lnTo>
                  <a:pt x="511682" y="97561"/>
                </a:lnTo>
                <a:lnTo>
                  <a:pt x="505332" y="97561"/>
                </a:lnTo>
                <a:lnTo>
                  <a:pt x="498982" y="103911"/>
                </a:lnTo>
                <a:close/>
              </a:path>
              <a:path w="691515" h="385445">
                <a:moveTo>
                  <a:pt x="511682" y="30657"/>
                </a:moveTo>
                <a:lnTo>
                  <a:pt x="500837" y="19812"/>
                </a:lnTo>
                <a:lnTo>
                  <a:pt x="511682" y="15328"/>
                </a:lnTo>
                <a:lnTo>
                  <a:pt x="511682" y="30657"/>
                </a:lnTo>
                <a:close/>
              </a:path>
              <a:path w="691515" h="385445">
                <a:moveTo>
                  <a:pt x="673512" y="192487"/>
                </a:moveTo>
                <a:lnTo>
                  <a:pt x="511682" y="30657"/>
                </a:lnTo>
                <a:lnTo>
                  <a:pt x="511682" y="15328"/>
                </a:lnTo>
                <a:lnTo>
                  <a:pt x="514311" y="15328"/>
                </a:lnTo>
                <a:lnTo>
                  <a:pt x="686981" y="187998"/>
                </a:lnTo>
                <a:lnTo>
                  <a:pt x="678002" y="187998"/>
                </a:lnTo>
                <a:lnTo>
                  <a:pt x="673512" y="192487"/>
                </a:lnTo>
                <a:close/>
              </a:path>
              <a:path w="691515" h="385445">
                <a:moveTo>
                  <a:pt x="498982" y="287426"/>
                </a:moveTo>
                <a:lnTo>
                  <a:pt x="0" y="287426"/>
                </a:lnTo>
                <a:lnTo>
                  <a:pt x="0" y="97561"/>
                </a:lnTo>
                <a:lnTo>
                  <a:pt x="498982" y="97561"/>
                </a:lnTo>
                <a:lnTo>
                  <a:pt x="498982" y="103911"/>
                </a:lnTo>
                <a:lnTo>
                  <a:pt x="12700" y="103911"/>
                </a:lnTo>
                <a:lnTo>
                  <a:pt x="6350" y="110261"/>
                </a:lnTo>
                <a:lnTo>
                  <a:pt x="12700" y="110261"/>
                </a:lnTo>
                <a:lnTo>
                  <a:pt x="12700" y="274726"/>
                </a:lnTo>
                <a:lnTo>
                  <a:pt x="6350" y="274726"/>
                </a:lnTo>
                <a:lnTo>
                  <a:pt x="12700" y="281076"/>
                </a:lnTo>
                <a:lnTo>
                  <a:pt x="498982" y="281076"/>
                </a:lnTo>
                <a:lnTo>
                  <a:pt x="498982" y="287426"/>
                </a:lnTo>
                <a:close/>
              </a:path>
              <a:path w="691515" h="385445">
                <a:moveTo>
                  <a:pt x="511682" y="110261"/>
                </a:moveTo>
                <a:lnTo>
                  <a:pt x="12700" y="110261"/>
                </a:lnTo>
                <a:lnTo>
                  <a:pt x="12700" y="103911"/>
                </a:lnTo>
                <a:lnTo>
                  <a:pt x="498982" y="103911"/>
                </a:lnTo>
                <a:lnTo>
                  <a:pt x="505332" y="97561"/>
                </a:lnTo>
                <a:lnTo>
                  <a:pt x="511682" y="97561"/>
                </a:lnTo>
                <a:lnTo>
                  <a:pt x="511682" y="110261"/>
                </a:lnTo>
                <a:close/>
              </a:path>
              <a:path w="691515" h="385445">
                <a:moveTo>
                  <a:pt x="12700" y="110261"/>
                </a:moveTo>
                <a:lnTo>
                  <a:pt x="6350" y="110261"/>
                </a:lnTo>
                <a:lnTo>
                  <a:pt x="12700" y="103911"/>
                </a:lnTo>
                <a:lnTo>
                  <a:pt x="12700" y="110261"/>
                </a:lnTo>
                <a:close/>
              </a:path>
              <a:path w="691515" h="385445">
                <a:moveTo>
                  <a:pt x="678002" y="196976"/>
                </a:moveTo>
                <a:lnTo>
                  <a:pt x="673512" y="192487"/>
                </a:lnTo>
                <a:lnTo>
                  <a:pt x="678002" y="187998"/>
                </a:lnTo>
                <a:lnTo>
                  <a:pt x="678002" y="196976"/>
                </a:lnTo>
                <a:close/>
              </a:path>
              <a:path w="691515" h="385445">
                <a:moveTo>
                  <a:pt x="686993" y="196976"/>
                </a:moveTo>
                <a:lnTo>
                  <a:pt x="678002" y="196976"/>
                </a:lnTo>
                <a:lnTo>
                  <a:pt x="678002" y="187998"/>
                </a:lnTo>
                <a:lnTo>
                  <a:pt x="686981" y="187998"/>
                </a:lnTo>
                <a:lnTo>
                  <a:pt x="691476" y="192493"/>
                </a:lnTo>
                <a:lnTo>
                  <a:pt x="686993" y="196976"/>
                </a:lnTo>
                <a:close/>
              </a:path>
              <a:path w="691515" h="385445">
                <a:moveTo>
                  <a:pt x="514311" y="369658"/>
                </a:moveTo>
                <a:lnTo>
                  <a:pt x="511682" y="369658"/>
                </a:lnTo>
                <a:lnTo>
                  <a:pt x="511682" y="354317"/>
                </a:lnTo>
                <a:lnTo>
                  <a:pt x="673519" y="192493"/>
                </a:lnTo>
                <a:lnTo>
                  <a:pt x="678002" y="196976"/>
                </a:lnTo>
                <a:lnTo>
                  <a:pt x="686993" y="196976"/>
                </a:lnTo>
                <a:lnTo>
                  <a:pt x="514311" y="369658"/>
                </a:lnTo>
                <a:close/>
              </a:path>
              <a:path w="691515" h="385445">
                <a:moveTo>
                  <a:pt x="12700" y="281076"/>
                </a:moveTo>
                <a:lnTo>
                  <a:pt x="6350" y="274726"/>
                </a:lnTo>
                <a:lnTo>
                  <a:pt x="12700" y="274726"/>
                </a:lnTo>
                <a:lnTo>
                  <a:pt x="12700" y="281076"/>
                </a:lnTo>
                <a:close/>
              </a:path>
              <a:path w="691515" h="385445">
                <a:moveTo>
                  <a:pt x="511682" y="287426"/>
                </a:moveTo>
                <a:lnTo>
                  <a:pt x="505332" y="287426"/>
                </a:lnTo>
                <a:lnTo>
                  <a:pt x="498982" y="281076"/>
                </a:lnTo>
                <a:lnTo>
                  <a:pt x="12700" y="281076"/>
                </a:lnTo>
                <a:lnTo>
                  <a:pt x="12700" y="274726"/>
                </a:lnTo>
                <a:lnTo>
                  <a:pt x="511682" y="274726"/>
                </a:lnTo>
                <a:lnTo>
                  <a:pt x="511682" y="287426"/>
                </a:lnTo>
                <a:close/>
              </a:path>
              <a:path w="691515" h="385445">
                <a:moveTo>
                  <a:pt x="498982" y="384987"/>
                </a:moveTo>
                <a:lnTo>
                  <a:pt x="498982" y="281076"/>
                </a:lnTo>
                <a:lnTo>
                  <a:pt x="505332" y="287426"/>
                </a:lnTo>
                <a:lnTo>
                  <a:pt x="511682" y="287426"/>
                </a:lnTo>
                <a:lnTo>
                  <a:pt x="511682" y="354317"/>
                </a:lnTo>
                <a:lnTo>
                  <a:pt x="500837" y="365163"/>
                </a:lnTo>
                <a:lnTo>
                  <a:pt x="511682" y="369658"/>
                </a:lnTo>
                <a:lnTo>
                  <a:pt x="514311" y="369658"/>
                </a:lnTo>
                <a:lnTo>
                  <a:pt x="498982" y="384987"/>
                </a:lnTo>
                <a:close/>
              </a:path>
              <a:path w="691515" h="385445">
                <a:moveTo>
                  <a:pt x="511682" y="369658"/>
                </a:moveTo>
                <a:lnTo>
                  <a:pt x="500837" y="365163"/>
                </a:lnTo>
                <a:lnTo>
                  <a:pt x="511682" y="354317"/>
                </a:lnTo>
                <a:lnTo>
                  <a:pt x="511682" y="369658"/>
                </a:lnTo>
                <a:close/>
              </a:path>
            </a:pathLst>
          </a:custGeom>
          <a:solidFill>
            <a:srgbClr val="41709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/>
          <p:nvPr/>
        </p:nvSpPr>
        <p:spPr>
          <a:xfrm>
            <a:off x="7737564" y="3243414"/>
            <a:ext cx="196850" cy="519430"/>
          </a:xfrm>
          <a:custGeom>
            <a:avLst/>
            <a:gdLst/>
            <a:ahLst/>
            <a:cxnLst/>
            <a:rect l="l" t="t" r="r" b="b"/>
            <a:pathLst>
              <a:path w="196850" h="519429">
                <a:moveTo>
                  <a:pt x="196735" y="91211"/>
                </a:moveTo>
                <a:lnTo>
                  <a:pt x="0" y="91211"/>
                </a:lnTo>
                <a:lnTo>
                  <a:pt x="98361" y="0"/>
                </a:lnTo>
                <a:lnTo>
                  <a:pt x="196735" y="91211"/>
                </a:lnTo>
                <a:close/>
              </a:path>
              <a:path w="196850" h="519429">
                <a:moveTo>
                  <a:pt x="147548" y="491159"/>
                </a:moveTo>
                <a:lnTo>
                  <a:pt x="49174" y="491159"/>
                </a:lnTo>
                <a:lnTo>
                  <a:pt x="49174" y="91211"/>
                </a:lnTo>
                <a:lnTo>
                  <a:pt x="147548" y="91211"/>
                </a:lnTo>
                <a:lnTo>
                  <a:pt x="147548" y="489165"/>
                </a:lnTo>
                <a:lnTo>
                  <a:pt x="148082" y="489927"/>
                </a:lnTo>
                <a:lnTo>
                  <a:pt x="147548" y="490689"/>
                </a:lnTo>
                <a:lnTo>
                  <a:pt x="147548" y="491159"/>
                </a:lnTo>
                <a:close/>
              </a:path>
              <a:path w="196850" h="519429">
                <a:moveTo>
                  <a:pt x="98869" y="519353"/>
                </a:moveTo>
                <a:lnTo>
                  <a:pt x="50520" y="491159"/>
                </a:lnTo>
                <a:lnTo>
                  <a:pt x="147218" y="491159"/>
                </a:lnTo>
                <a:lnTo>
                  <a:pt x="118025" y="517037"/>
                </a:lnTo>
                <a:lnTo>
                  <a:pt x="98869" y="519353"/>
                </a:lnTo>
                <a:close/>
              </a:path>
            </a:pathLst>
          </a:custGeom>
          <a:solidFill>
            <a:srgbClr val="00AF5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 txBox="1"/>
          <p:nvPr/>
        </p:nvSpPr>
        <p:spPr>
          <a:xfrm>
            <a:off x="7567548" y="3038563"/>
            <a:ext cx="16510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i="1">
                <a:latin typeface="Times New Roman"/>
                <a:cs typeface="Times New Roman"/>
              </a:rPr>
              <a:t>B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36" name="object 36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79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高中物</a:t>
            </a:r>
            <a:r>
              <a:rPr dirty="0" spc="5"/>
              <a:t>理</a:t>
            </a:r>
          </a:p>
        </p:txBody>
      </p:sp>
      <p:sp>
        <p:nvSpPr>
          <p:cNvPr id="34" name="object 34"/>
          <p:cNvSpPr txBox="1"/>
          <p:nvPr/>
        </p:nvSpPr>
        <p:spPr>
          <a:xfrm>
            <a:off x="5684227" y="2237219"/>
            <a:ext cx="23114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69265" algn="l"/>
              </a:tabLst>
            </a:pPr>
            <a:r>
              <a:rPr dirty="0" sz="2400">
                <a:latin typeface="华文楷体"/>
                <a:cs typeface="华文楷体"/>
              </a:rPr>
              <a:t>①	利用涡流加热</a:t>
            </a:r>
            <a:endParaRPr sz="2400">
              <a:latin typeface="华文楷体"/>
              <a:cs typeface="华文楷体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8781783" y="2820580"/>
            <a:ext cx="942340" cy="77914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 indent="2540">
              <a:lnSpc>
                <a:spcPct val="137300"/>
              </a:lnSpc>
              <a:spcBef>
                <a:spcPts val="100"/>
              </a:spcBef>
            </a:pPr>
            <a:r>
              <a:rPr dirty="0" sz="1800">
                <a:solidFill>
                  <a:srgbClr val="FF0000"/>
                </a:solidFill>
                <a:latin typeface="华文楷体"/>
                <a:cs typeface="华文楷体"/>
              </a:rPr>
              <a:t>具铁磁性 电阻率低</a:t>
            </a:r>
            <a:endParaRPr sz="1800">
              <a:latin typeface="华文楷体"/>
              <a:cs typeface="华文楷体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645433" y="2012340"/>
            <a:ext cx="5556885" cy="0"/>
          </a:xfrm>
          <a:custGeom>
            <a:avLst/>
            <a:gdLst/>
            <a:ahLst/>
            <a:cxnLst/>
            <a:rect l="l" t="t" r="r" b="b"/>
            <a:pathLst>
              <a:path w="5556884" h="0">
                <a:moveTo>
                  <a:pt x="0" y="0"/>
                </a:moveTo>
                <a:lnTo>
                  <a:pt x="5556796" y="0"/>
                </a:lnTo>
              </a:path>
            </a:pathLst>
          </a:custGeom>
          <a:ln w="36144">
            <a:solidFill>
              <a:srgbClr val="01431D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3083051" y="1741932"/>
            <a:ext cx="363220" cy="364490"/>
          </a:xfrm>
          <a:custGeom>
            <a:avLst/>
            <a:gdLst/>
            <a:ahLst/>
            <a:cxnLst/>
            <a:rect l="l" t="t" r="r" b="b"/>
            <a:pathLst>
              <a:path w="363220" h="364489">
                <a:moveTo>
                  <a:pt x="0" y="0"/>
                </a:moveTo>
                <a:lnTo>
                  <a:pt x="362712" y="0"/>
                </a:lnTo>
                <a:lnTo>
                  <a:pt x="362712" y="364236"/>
                </a:lnTo>
                <a:lnTo>
                  <a:pt x="0" y="364236"/>
                </a:lnTo>
                <a:lnTo>
                  <a:pt x="0" y="0"/>
                </a:lnTo>
                <a:close/>
              </a:path>
            </a:pathLst>
          </a:custGeom>
          <a:solidFill>
            <a:srgbClr val="01431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3282696" y="1965960"/>
            <a:ext cx="245745" cy="245745"/>
          </a:xfrm>
          <a:custGeom>
            <a:avLst/>
            <a:gdLst/>
            <a:ahLst/>
            <a:cxnLst/>
            <a:rect l="l" t="t" r="r" b="b"/>
            <a:pathLst>
              <a:path w="245745" h="245744">
                <a:moveTo>
                  <a:pt x="0" y="0"/>
                </a:moveTo>
                <a:lnTo>
                  <a:pt x="245363" y="0"/>
                </a:lnTo>
                <a:lnTo>
                  <a:pt x="245363" y="245363"/>
                </a:lnTo>
                <a:lnTo>
                  <a:pt x="0" y="245363"/>
                </a:lnTo>
                <a:lnTo>
                  <a:pt x="0" y="0"/>
                </a:lnTo>
                <a:close/>
              </a:path>
            </a:pathLst>
          </a:custGeom>
          <a:solidFill>
            <a:srgbClr val="01611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3724211" y="1367878"/>
            <a:ext cx="1549400" cy="4826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00" b="0">
                <a:solidFill>
                  <a:srgbClr val="000000"/>
                </a:solidFill>
                <a:latin typeface="黑体"/>
                <a:cs typeface="黑体"/>
              </a:rPr>
              <a:t>二、涡流</a:t>
            </a:r>
            <a:endParaRPr sz="3000">
              <a:latin typeface="黑体"/>
              <a:cs typeface="黑体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079114" y="2221801"/>
            <a:ext cx="20828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latin typeface="Times New Roman"/>
                <a:cs typeface="Times New Roman"/>
              </a:rPr>
              <a:t>2.</a:t>
            </a:r>
            <a:r>
              <a:rPr dirty="0" sz="2400">
                <a:latin typeface="华文楷体"/>
                <a:cs typeface="华文楷体"/>
              </a:rPr>
              <a:t>涡流的热效应</a:t>
            </a:r>
            <a:endParaRPr sz="2400">
              <a:latin typeface="华文楷体"/>
              <a:cs typeface="华文楷体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671908" y="2237219"/>
            <a:ext cx="23114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69265" algn="l"/>
              </a:tabLst>
            </a:pPr>
            <a:r>
              <a:rPr dirty="0" sz="2400">
                <a:latin typeface="华文楷体"/>
                <a:cs typeface="华文楷体"/>
              </a:rPr>
              <a:t>①	利用涡流加热</a:t>
            </a:r>
            <a:endParaRPr sz="2400">
              <a:latin typeface="华文楷体"/>
              <a:cs typeface="华文楷体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3768852" y="2714244"/>
            <a:ext cx="5320284" cy="306628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79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高中物</a:t>
            </a:r>
            <a:r>
              <a:rPr dirty="0" spc="5"/>
              <a:t>理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645433" y="2012340"/>
            <a:ext cx="5556885" cy="0"/>
          </a:xfrm>
          <a:custGeom>
            <a:avLst/>
            <a:gdLst/>
            <a:ahLst/>
            <a:cxnLst/>
            <a:rect l="l" t="t" r="r" b="b"/>
            <a:pathLst>
              <a:path w="5556884" h="0">
                <a:moveTo>
                  <a:pt x="0" y="0"/>
                </a:moveTo>
                <a:lnTo>
                  <a:pt x="5556796" y="0"/>
                </a:lnTo>
              </a:path>
            </a:pathLst>
          </a:custGeom>
          <a:ln w="36144">
            <a:solidFill>
              <a:srgbClr val="01431D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3083051" y="1741932"/>
            <a:ext cx="363220" cy="364490"/>
          </a:xfrm>
          <a:custGeom>
            <a:avLst/>
            <a:gdLst/>
            <a:ahLst/>
            <a:cxnLst/>
            <a:rect l="l" t="t" r="r" b="b"/>
            <a:pathLst>
              <a:path w="363220" h="364489">
                <a:moveTo>
                  <a:pt x="0" y="0"/>
                </a:moveTo>
                <a:lnTo>
                  <a:pt x="362712" y="0"/>
                </a:lnTo>
                <a:lnTo>
                  <a:pt x="362712" y="364236"/>
                </a:lnTo>
                <a:lnTo>
                  <a:pt x="0" y="364236"/>
                </a:lnTo>
                <a:lnTo>
                  <a:pt x="0" y="0"/>
                </a:lnTo>
                <a:close/>
              </a:path>
            </a:pathLst>
          </a:custGeom>
          <a:solidFill>
            <a:srgbClr val="01431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3282696" y="1965960"/>
            <a:ext cx="245745" cy="245745"/>
          </a:xfrm>
          <a:custGeom>
            <a:avLst/>
            <a:gdLst/>
            <a:ahLst/>
            <a:cxnLst/>
            <a:rect l="l" t="t" r="r" b="b"/>
            <a:pathLst>
              <a:path w="245745" h="245744">
                <a:moveTo>
                  <a:pt x="0" y="0"/>
                </a:moveTo>
                <a:lnTo>
                  <a:pt x="245363" y="0"/>
                </a:lnTo>
                <a:lnTo>
                  <a:pt x="245363" y="245363"/>
                </a:lnTo>
                <a:lnTo>
                  <a:pt x="0" y="245363"/>
                </a:lnTo>
                <a:lnTo>
                  <a:pt x="0" y="0"/>
                </a:lnTo>
                <a:close/>
              </a:path>
            </a:pathLst>
          </a:custGeom>
          <a:solidFill>
            <a:srgbClr val="01611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3724211" y="1367878"/>
            <a:ext cx="1549400" cy="4826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00" b="0">
                <a:solidFill>
                  <a:srgbClr val="000000"/>
                </a:solidFill>
                <a:latin typeface="黑体"/>
                <a:cs typeface="黑体"/>
              </a:rPr>
              <a:t>二、涡流</a:t>
            </a:r>
            <a:endParaRPr sz="3000">
              <a:latin typeface="黑体"/>
              <a:cs typeface="黑体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079114" y="2221801"/>
            <a:ext cx="20828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latin typeface="Times New Roman"/>
                <a:cs typeface="Times New Roman"/>
              </a:rPr>
              <a:t>2.</a:t>
            </a:r>
            <a:r>
              <a:rPr dirty="0" sz="2400">
                <a:latin typeface="华文楷体"/>
                <a:cs typeface="华文楷体"/>
              </a:rPr>
              <a:t>涡流的热效应</a:t>
            </a:r>
            <a:endParaRPr sz="2400">
              <a:latin typeface="华文楷体"/>
              <a:cs typeface="华文楷体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671908" y="2237219"/>
            <a:ext cx="23114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69265" algn="l"/>
              </a:tabLst>
            </a:pPr>
            <a:r>
              <a:rPr dirty="0" sz="2400">
                <a:latin typeface="华文楷体"/>
                <a:cs typeface="华文楷体"/>
              </a:rPr>
              <a:t>①	利用涡流加热</a:t>
            </a:r>
            <a:endParaRPr sz="2400">
              <a:latin typeface="华文楷体"/>
              <a:cs typeface="华文楷体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3645408" y="2746248"/>
            <a:ext cx="5556503" cy="312572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79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高中物</a:t>
            </a:r>
            <a:r>
              <a:rPr dirty="0" spc="5"/>
              <a:t>理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593579" y="2022919"/>
            <a:ext cx="5556885" cy="0"/>
          </a:xfrm>
          <a:custGeom>
            <a:avLst/>
            <a:gdLst/>
            <a:ahLst/>
            <a:cxnLst/>
            <a:rect l="l" t="t" r="r" b="b"/>
            <a:pathLst>
              <a:path w="5556884" h="0">
                <a:moveTo>
                  <a:pt x="0" y="0"/>
                </a:moveTo>
                <a:lnTo>
                  <a:pt x="5556796" y="0"/>
                </a:lnTo>
              </a:path>
            </a:pathLst>
          </a:custGeom>
          <a:ln w="36144">
            <a:solidFill>
              <a:srgbClr val="01431D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3031235" y="1752600"/>
            <a:ext cx="363220" cy="363220"/>
          </a:xfrm>
          <a:custGeom>
            <a:avLst/>
            <a:gdLst/>
            <a:ahLst/>
            <a:cxnLst/>
            <a:rect l="l" t="t" r="r" b="b"/>
            <a:pathLst>
              <a:path w="363220" h="363219">
                <a:moveTo>
                  <a:pt x="0" y="0"/>
                </a:moveTo>
                <a:lnTo>
                  <a:pt x="362712" y="0"/>
                </a:lnTo>
                <a:lnTo>
                  <a:pt x="362712" y="362712"/>
                </a:lnTo>
                <a:lnTo>
                  <a:pt x="0" y="362712"/>
                </a:lnTo>
                <a:lnTo>
                  <a:pt x="0" y="0"/>
                </a:lnTo>
                <a:close/>
              </a:path>
            </a:pathLst>
          </a:custGeom>
          <a:solidFill>
            <a:srgbClr val="01431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3230879" y="1976627"/>
            <a:ext cx="245745" cy="245745"/>
          </a:xfrm>
          <a:custGeom>
            <a:avLst/>
            <a:gdLst/>
            <a:ahLst/>
            <a:cxnLst/>
            <a:rect l="l" t="t" r="r" b="b"/>
            <a:pathLst>
              <a:path w="245745" h="245744">
                <a:moveTo>
                  <a:pt x="0" y="0"/>
                </a:moveTo>
                <a:lnTo>
                  <a:pt x="245364" y="0"/>
                </a:lnTo>
                <a:lnTo>
                  <a:pt x="245364" y="245363"/>
                </a:lnTo>
                <a:lnTo>
                  <a:pt x="0" y="245363"/>
                </a:lnTo>
                <a:lnTo>
                  <a:pt x="0" y="0"/>
                </a:lnTo>
                <a:close/>
              </a:path>
            </a:pathLst>
          </a:custGeom>
          <a:solidFill>
            <a:srgbClr val="01611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3672344" y="1378458"/>
            <a:ext cx="1549400" cy="4826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00" b="0">
                <a:solidFill>
                  <a:srgbClr val="000000"/>
                </a:solidFill>
                <a:latin typeface="黑体"/>
                <a:cs typeface="黑体"/>
              </a:rPr>
              <a:t>二、涡流</a:t>
            </a:r>
            <a:endParaRPr sz="3000">
              <a:latin typeface="黑体"/>
              <a:cs typeface="黑体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027260" y="2232380"/>
            <a:ext cx="20828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latin typeface="Times New Roman"/>
                <a:cs typeface="Times New Roman"/>
              </a:rPr>
              <a:t>2.</a:t>
            </a:r>
            <a:r>
              <a:rPr dirty="0" sz="2400">
                <a:latin typeface="华文楷体"/>
                <a:cs typeface="华文楷体"/>
              </a:rPr>
              <a:t>涡流的热效应</a:t>
            </a:r>
            <a:endParaRPr sz="2400">
              <a:latin typeface="华文楷体"/>
              <a:cs typeface="华文楷体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620054" y="2247798"/>
            <a:ext cx="23114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69265" algn="l"/>
              </a:tabLst>
            </a:pPr>
            <a:r>
              <a:rPr dirty="0" sz="2400">
                <a:latin typeface="华文楷体"/>
                <a:cs typeface="华文楷体"/>
              </a:rPr>
              <a:t>①	利用涡流加热</a:t>
            </a:r>
            <a:endParaRPr sz="2400">
              <a:latin typeface="华文楷体"/>
              <a:cs typeface="华文楷体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4145279" y="2755392"/>
            <a:ext cx="3810000" cy="3048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79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高中物</a:t>
            </a:r>
            <a:r>
              <a:rPr dirty="0" spc="5"/>
              <a:t>理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601605" y="2012340"/>
            <a:ext cx="5556885" cy="0"/>
          </a:xfrm>
          <a:custGeom>
            <a:avLst/>
            <a:gdLst/>
            <a:ahLst/>
            <a:cxnLst/>
            <a:rect l="l" t="t" r="r" b="b"/>
            <a:pathLst>
              <a:path w="5556884" h="0">
                <a:moveTo>
                  <a:pt x="0" y="0"/>
                </a:moveTo>
                <a:lnTo>
                  <a:pt x="5556783" y="0"/>
                </a:lnTo>
              </a:path>
            </a:pathLst>
          </a:custGeom>
          <a:ln w="36144">
            <a:solidFill>
              <a:srgbClr val="01431D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3038855" y="1741932"/>
            <a:ext cx="364490" cy="364490"/>
          </a:xfrm>
          <a:custGeom>
            <a:avLst/>
            <a:gdLst/>
            <a:ahLst/>
            <a:cxnLst/>
            <a:rect l="l" t="t" r="r" b="b"/>
            <a:pathLst>
              <a:path w="364489" h="364489">
                <a:moveTo>
                  <a:pt x="0" y="0"/>
                </a:moveTo>
                <a:lnTo>
                  <a:pt x="364235" y="0"/>
                </a:lnTo>
                <a:lnTo>
                  <a:pt x="364235" y="364236"/>
                </a:lnTo>
                <a:lnTo>
                  <a:pt x="0" y="364236"/>
                </a:lnTo>
                <a:lnTo>
                  <a:pt x="0" y="0"/>
                </a:lnTo>
                <a:close/>
              </a:path>
            </a:pathLst>
          </a:custGeom>
          <a:solidFill>
            <a:srgbClr val="01431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3238500" y="1965960"/>
            <a:ext cx="245745" cy="245745"/>
          </a:xfrm>
          <a:custGeom>
            <a:avLst/>
            <a:gdLst/>
            <a:ahLst/>
            <a:cxnLst/>
            <a:rect l="l" t="t" r="r" b="b"/>
            <a:pathLst>
              <a:path w="245745" h="245744">
                <a:moveTo>
                  <a:pt x="0" y="0"/>
                </a:moveTo>
                <a:lnTo>
                  <a:pt x="245363" y="0"/>
                </a:lnTo>
                <a:lnTo>
                  <a:pt x="245363" y="245363"/>
                </a:lnTo>
                <a:lnTo>
                  <a:pt x="0" y="245363"/>
                </a:lnTo>
                <a:lnTo>
                  <a:pt x="0" y="0"/>
                </a:lnTo>
                <a:close/>
              </a:path>
            </a:pathLst>
          </a:custGeom>
          <a:solidFill>
            <a:srgbClr val="01611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3680371" y="1367878"/>
            <a:ext cx="1549400" cy="4826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00" b="0">
                <a:solidFill>
                  <a:srgbClr val="000000"/>
                </a:solidFill>
                <a:latin typeface="黑体"/>
                <a:cs typeface="黑体"/>
              </a:rPr>
              <a:t>二、涡流</a:t>
            </a:r>
            <a:endParaRPr sz="3000">
              <a:latin typeface="黑体"/>
              <a:cs typeface="黑体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035274" y="2221801"/>
            <a:ext cx="20828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latin typeface="Times New Roman"/>
                <a:cs typeface="Times New Roman"/>
              </a:rPr>
              <a:t>2.</a:t>
            </a:r>
            <a:r>
              <a:rPr dirty="0" sz="2400">
                <a:latin typeface="华文楷体"/>
                <a:cs typeface="华文楷体"/>
              </a:rPr>
              <a:t>涡流的热效应</a:t>
            </a:r>
            <a:endParaRPr sz="2400">
              <a:latin typeface="华文楷体"/>
              <a:cs typeface="华文楷体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3448811" y="2689860"/>
            <a:ext cx="5846064" cy="328422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7811236" y="3107321"/>
            <a:ext cx="483234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solidFill>
                  <a:srgbClr val="FF0000"/>
                </a:solidFill>
                <a:latin typeface="华文楷体"/>
                <a:cs typeface="华文楷体"/>
              </a:rPr>
              <a:t>铁</a:t>
            </a:r>
            <a:r>
              <a:rPr dirty="0" sz="1800" spc="-5" b="1">
                <a:solidFill>
                  <a:srgbClr val="FF0000"/>
                </a:solidFill>
                <a:latin typeface="华文楷体"/>
                <a:cs typeface="华文楷体"/>
              </a:rPr>
              <a:t>芯</a:t>
            </a:r>
            <a:endParaRPr sz="1800">
              <a:latin typeface="华文楷体"/>
              <a:cs typeface="华文楷体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7165861" y="3349510"/>
            <a:ext cx="638810" cy="245745"/>
          </a:xfrm>
          <a:custGeom>
            <a:avLst/>
            <a:gdLst/>
            <a:ahLst/>
            <a:cxnLst/>
            <a:rect l="l" t="t" r="r" b="b"/>
            <a:pathLst>
              <a:path w="638809" h="245745">
                <a:moveTo>
                  <a:pt x="10312" y="245618"/>
                </a:moveTo>
                <a:lnTo>
                  <a:pt x="0" y="215582"/>
                </a:lnTo>
                <a:lnTo>
                  <a:pt x="628383" y="0"/>
                </a:lnTo>
                <a:lnTo>
                  <a:pt x="638695" y="30022"/>
                </a:lnTo>
                <a:lnTo>
                  <a:pt x="10312" y="245618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79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高中物</a:t>
            </a:r>
            <a:r>
              <a:rPr dirty="0" spc="5"/>
              <a:t>理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653459" y="2014899"/>
            <a:ext cx="5556885" cy="0"/>
          </a:xfrm>
          <a:custGeom>
            <a:avLst/>
            <a:gdLst/>
            <a:ahLst/>
            <a:cxnLst/>
            <a:rect l="l" t="t" r="r" b="b"/>
            <a:pathLst>
              <a:path w="5556884" h="0">
                <a:moveTo>
                  <a:pt x="0" y="0"/>
                </a:moveTo>
                <a:lnTo>
                  <a:pt x="5556796" y="0"/>
                </a:lnTo>
              </a:path>
            </a:pathLst>
          </a:custGeom>
          <a:ln w="36156">
            <a:solidFill>
              <a:srgbClr val="01431D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3090672" y="1744979"/>
            <a:ext cx="364490" cy="363220"/>
          </a:xfrm>
          <a:custGeom>
            <a:avLst/>
            <a:gdLst/>
            <a:ahLst/>
            <a:cxnLst/>
            <a:rect l="l" t="t" r="r" b="b"/>
            <a:pathLst>
              <a:path w="364489" h="363219">
                <a:moveTo>
                  <a:pt x="0" y="0"/>
                </a:moveTo>
                <a:lnTo>
                  <a:pt x="364236" y="0"/>
                </a:lnTo>
                <a:lnTo>
                  <a:pt x="364236" y="362712"/>
                </a:lnTo>
                <a:lnTo>
                  <a:pt x="0" y="362712"/>
                </a:lnTo>
                <a:lnTo>
                  <a:pt x="0" y="0"/>
                </a:lnTo>
                <a:close/>
              </a:path>
            </a:pathLst>
          </a:custGeom>
          <a:solidFill>
            <a:srgbClr val="01431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3290315" y="1967483"/>
            <a:ext cx="245745" cy="247015"/>
          </a:xfrm>
          <a:custGeom>
            <a:avLst/>
            <a:gdLst/>
            <a:ahLst/>
            <a:cxnLst/>
            <a:rect l="l" t="t" r="r" b="b"/>
            <a:pathLst>
              <a:path w="245745" h="247014">
                <a:moveTo>
                  <a:pt x="0" y="0"/>
                </a:moveTo>
                <a:lnTo>
                  <a:pt x="245363" y="0"/>
                </a:lnTo>
                <a:lnTo>
                  <a:pt x="245363" y="246888"/>
                </a:lnTo>
                <a:lnTo>
                  <a:pt x="0" y="246888"/>
                </a:lnTo>
                <a:lnTo>
                  <a:pt x="0" y="0"/>
                </a:lnTo>
                <a:close/>
              </a:path>
            </a:pathLst>
          </a:custGeom>
          <a:solidFill>
            <a:srgbClr val="01611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3732225" y="1370444"/>
            <a:ext cx="1549400" cy="4826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00" b="0">
                <a:solidFill>
                  <a:srgbClr val="000000"/>
                </a:solidFill>
                <a:latin typeface="黑体"/>
                <a:cs typeface="黑体"/>
              </a:rPr>
              <a:t>二、涡流</a:t>
            </a:r>
            <a:endParaRPr sz="3000">
              <a:latin typeface="黑体"/>
              <a:cs typeface="黑体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087141" y="2224354"/>
            <a:ext cx="20828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latin typeface="Times New Roman"/>
                <a:cs typeface="Times New Roman"/>
              </a:rPr>
              <a:t>2.</a:t>
            </a:r>
            <a:r>
              <a:rPr dirty="0" sz="2400">
                <a:latin typeface="华文楷体"/>
                <a:cs typeface="华文楷体"/>
              </a:rPr>
              <a:t>涡流的热效应</a:t>
            </a:r>
            <a:endParaRPr sz="2400">
              <a:latin typeface="华文楷体"/>
              <a:cs typeface="华文楷体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679935" y="2239784"/>
            <a:ext cx="18542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latin typeface="华文楷体"/>
                <a:cs typeface="华文楷体"/>
              </a:rPr>
              <a:t>②涡流的防止</a:t>
            </a:r>
            <a:endParaRPr sz="2400">
              <a:latin typeface="华文楷体"/>
              <a:cs typeface="华文楷体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3488435" y="2683764"/>
            <a:ext cx="3422904" cy="328422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9026690" y="3637051"/>
            <a:ext cx="455930" cy="104139"/>
          </a:xfrm>
          <a:custGeom>
            <a:avLst/>
            <a:gdLst/>
            <a:ahLst/>
            <a:cxnLst/>
            <a:rect l="l" t="t" r="r" b="b"/>
            <a:pathLst>
              <a:path w="455929" h="104139">
                <a:moveTo>
                  <a:pt x="450634" y="104038"/>
                </a:moveTo>
                <a:lnTo>
                  <a:pt x="0" y="31343"/>
                </a:lnTo>
                <a:lnTo>
                  <a:pt x="5054" y="0"/>
                </a:lnTo>
                <a:lnTo>
                  <a:pt x="455688" y="72694"/>
                </a:lnTo>
                <a:lnTo>
                  <a:pt x="450634" y="10403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7227899" y="3191586"/>
            <a:ext cx="1644497" cy="53242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7486574" y="3272129"/>
            <a:ext cx="1125969" cy="372071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7714577" y="3340989"/>
            <a:ext cx="654634" cy="225475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7236079" y="4089577"/>
            <a:ext cx="1644497" cy="532422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7471117" y="4166590"/>
            <a:ext cx="1125969" cy="372071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7704963" y="4241050"/>
            <a:ext cx="654634" cy="225475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7219175" y="4995455"/>
            <a:ext cx="1644497" cy="532422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7476642" y="5075821"/>
            <a:ext cx="1125969" cy="372071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7710487" y="5150268"/>
            <a:ext cx="654634" cy="225475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7902422" y="2787154"/>
            <a:ext cx="247650" cy="2663825"/>
          </a:xfrm>
          <a:custGeom>
            <a:avLst/>
            <a:gdLst/>
            <a:ahLst/>
            <a:cxnLst/>
            <a:rect l="l" t="t" r="r" b="b"/>
            <a:pathLst>
              <a:path w="247650" h="2663825">
                <a:moveTo>
                  <a:pt x="247459" y="163893"/>
                </a:moveTo>
                <a:lnTo>
                  <a:pt x="0" y="163893"/>
                </a:lnTo>
                <a:lnTo>
                  <a:pt x="123723" y="0"/>
                </a:lnTo>
                <a:lnTo>
                  <a:pt x="247459" y="163893"/>
                </a:lnTo>
                <a:close/>
              </a:path>
              <a:path w="247650" h="2663825">
                <a:moveTo>
                  <a:pt x="125323" y="2663621"/>
                </a:moveTo>
                <a:lnTo>
                  <a:pt x="101498" y="2659967"/>
                </a:lnTo>
                <a:lnTo>
                  <a:pt x="82045" y="2650002"/>
                </a:lnTo>
                <a:lnTo>
                  <a:pt x="68930" y="2635220"/>
                </a:lnTo>
                <a:lnTo>
                  <a:pt x="64122" y="2617114"/>
                </a:lnTo>
                <a:lnTo>
                  <a:pt x="64211" y="2616758"/>
                </a:lnTo>
                <a:lnTo>
                  <a:pt x="61861" y="2616758"/>
                </a:lnTo>
                <a:lnTo>
                  <a:pt x="61861" y="163893"/>
                </a:lnTo>
                <a:lnTo>
                  <a:pt x="185597" y="163893"/>
                </a:lnTo>
                <a:lnTo>
                  <a:pt x="185597" y="2613621"/>
                </a:lnTo>
                <a:lnTo>
                  <a:pt x="186524" y="2617114"/>
                </a:lnTo>
                <a:lnTo>
                  <a:pt x="181714" y="2635220"/>
                </a:lnTo>
                <a:lnTo>
                  <a:pt x="168597" y="2650002"/>
                </a:lnTo>
                <a:lnTo>
                  <a:pt x="149143" y="2659967"/>
                </a:lnTo>
                <a:lnTo>
                  <a:pt x="125323" y="2663621"/>
                </a:lnTo>
                <a:close/>
              </a:path>
            </a:pathLst>
          </a:custGeom>
          <a:solidFill>
            <a:srgbClr val="5B9BD4">
              <a:alpha val="701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 txBox="1"/>
          <p:nvPr/>
        </p:nvSpPr>
        <p:spPr>
          <a:xfrm>
            <a:off x="7680287" y="2703804"/>
            <a:ext cx="16510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i="1">
                <a:latin typeface="Times New Roman"/>
                <a:cs typeface="Times New Roman"/>
              </a:rPr>
              <a:t>B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6999541" y="3098050"/>
            <a:ext cx="2055495" cy="2452738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7903654" y="2787154"/>
            <a:ext cx="247650" cy="663575"/>
          </a:xfrm>
          <a:custGeom>
            <a:avLst/>
            <a:gdLst/>
            <a:ahLst/>
            <a:cxnLst/>
            <a:rect l="l" t="t" r="r" b="b"/>
            <a:pathLst>
              <a:path w="247650" h="663575">
                <a:moveTo>
                  <a:pt x="247459" y="162090"/>
                </a:moveTo>
                <a:lnTo>
                  <a:pt x="0" y="162090"/>
                </a:lnTo>
                <a:lnTo>
                  <a:pt x="123723" y="0"/>
                </a:lnTo>
                <a:lnTo>
                  <a:pt x="247459" y="162090"/>
                </a:lnTo>
                <a:close/>
              </a:path>
              <a:path w="247650" h="663575">
                <a:moveTo>
                  <a:pt x="123723" y="663066"/>
                </a:moveTo>
                <a:lnTo>
                  <a:pt x="99583" y="660291"/>
                </a:lnTo>
                <a:lnTo>
                  <a:pt x="79871" y="652722"/>
                </a:lnTo>
                <a:lnTo>
                  <a:pt x="66582" y="641496"/>
                </a:lnTo>
                <a:lnTo>
                  <a:pt x="61709" y="627748"/>
                </a:lnTo>
                <a:lnTo>
                  <a:pt x="61861" y="627329"/>
                </a:lnTo>
                <a:lnTo>
                  <a:pt x="61861" y="162090"/>
                </a:lnTo>
                <a:lnTo>
                  <a:pt x="185585" y="162090"/>
                </a:lnTo>
                <a:lnTo>
                  <a:pt x="185585" y="627329"/>
                </a:lnTo>
                <a:lnTo>
                  <a:pt x="185737" y="627748"/>
                </a:lnTo>
                <a:lnTo>
                  <a:pt x="180864" y="641496"/>
                </a:lnTo>
                <a:lnTo>
                  <a:pt x="167574" y="652722"/>
                </a:lnTo>
                <a:lnTo>
                  <a:pt x="147863" y="660291"/>
                </a:lnTo>
                <a:lnTo>
                  <a:pt x="123723" y="663066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7007567" y="3811816"/>
            <a:ext cx="2036445" cy="386715"/>
          </a:xfrm>
          <a:custGeom>
            <a:avLst/>
            <a:gdLst/>
            <a:ahLst/>
            <a:cxnLst/>
            <a:rect l="l" t="t" r="r" b="b"/>
            <a:pathLst>
              <a:path w="2036445" h="386714">
                <a:moveTo>
                  <a:pt x="1455303" y="355904"/>
                </a:moveTo>
                <a:lnTo>
                  <a:pt x="1390777" y="355904"/>
                </a:lnTo>
                <a:lnTo>
                  <a:pt x="1400924" y="354025"/>
                </a:lnTo>
                <a:lnTo>
                  <a:pt x="1395525" y="353220"/>
                </a:lnTo>
                <a:lnTo>
                  <a:pt x="2020455" y="0"/>
                </a:lnTo>
                <a:lnTo>
                  <a:pt x="2036076" y="27635"/>
                </a:lnTo>
                <a:lnTo>
                  <a:pt x="1455303" y="355904"/>
                </a:lnTo>
                <a:close/>
              </a:path>
              <a:path w="2036445" h="386714">
                <a:moveTo>
                  <a:pt x="1401648" y="386232"/>
                </a:moveTo>
                <a:lnTo>
                  <a:pt x="0" y="177355"/>
                </a:lnTo>
                <a:lnTo>
                  <a:pt x="4686" y="145948"/>
                </a:lnTo>
                <a:lnTo>
                  <a:pt x="1395525" y="353220"/>
                </a:lnTo>
                <a:lnTo>
                  <a:pt x="1390777" y="355904"/>
                </a:lnTo>
                <a:lnTo>
                  <a:pt x="1455303" y="355904"/>
                </a:lnTo>
                <a:lnTo>
                  <a:pt x="1401648" y="386232"/>
                </a:lnTo>
                <a:close/>
              </a:path>
              <a:path w="2036445" h="386714">
                <a:moveTo>
                  <a:pt x="1390777" y="355904"/>
                </a:moveTo>
                <a:lnTo>
                  <a:pt x="1395525" y="353220"/>
                </a:lnTo>
                <a:lnTo>
                  <a:pt x="1400924" y="354025"/>
                </a:lnTo>
                <a:lnTo>
                  <a:pt x="1390777" y="35590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7018528" y="4256023"/>
            <a:ext cx="2036445" cy="386715"/>
          </a:xfrm>
          <a:custGeom>
            <a:avLst/>
            <a:gdLst/>
            <a:ahLst/>
            <a:cxnLst/>
            <a:rect l="l" t="t" r="r" b="b"/>
            <a:pathLst>
              <a:path w="2036445" h="386714">
                <a:moveTo>
                  <a:pt x="1455292" y="355904"/>
                </a:moveTo>
                <a:lnTo>
                  <a:pt x="1390764" y="355904"/>
                </a:lnTo>
                <a:lnTo>
                  <a:pt x="1400911" y="354025"/>
                </a:lnTo>
                <a:lnTo>
                  <a:pt x="1395513" y="353220"/>
                </a:lnTo>
                <a:lnTo>
                  <a:pt x="2020443" y="0"/>
                </a:lnTo>
                <a:lnTo>
                  <a:pt x="2036064" y="27647"/>
                </a:lnTo>
                <a:lnTo>
                  <a:pt x="1455292" y="355904"/>
                </a:lnTo>
                <a:close/>
              </a:path>
              <a:path w="2036445" h="386714">
                <a:moveTo>
                  <a:pt x="1401635" y="386232"/>
                </a:moveTo>
                <a:lnTo>
                  <a:pt x="0" y="177368"/>
                </a:lnTo>
                <a:lnTo>
                  <a:pt x="4673" y="145961"/>
                </a:lnTo>
                <a:lnTo>
                  <a:pt x="1395513" y="353220"/>
                </a:lnTo>
                <a:lnTo>
                  <a:pt x="1390764" y="355904"/>
                </a:lnTo>
                <a:lnTo>
                  <a:pt x="1455292" y="355904"/>
                </a:lnTo>
                <a:lnTo>
                  <a:pt x="1401635" y="386232"/>
                </a:lnTo>
                <a:close/>
              </a:path>
              <a:path w="2036445" h="386714">
                <a:moveTo>
                  <a:pt x="1390764" y="355904"/>
                </a:moveTo>
                <a:lnTo>
                  <a:pt x="1395513" y="353220"/>
                </a:lnTo>
                <a:lnTo>
                  <a:pt x="1400911" y="354025"/>
                </a:lnTo>
                <a:lnTo>
                  <a:pt x="1390764" y="35590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7018337" y="4794567"/>
            <a:ext cx="2277745" cy="398145"/>
          </a:xfrm>
          <a:custGeom>
            <a:avLst/>
            <a:gdLst/>
            <a:ahLst/>
            <a:cxnLst/>
            <a:rect l="l" t="t" r="r" b="b"/>
            <a:pathLst>
              <a:path w="2277745" h="398145">
                <a:moveTo>
                  <a:pt x="2272220" y="397852"/>
                </a:moveTo>
                <a:lnTo>
                  <a:pt x="0" y="31356"/>
                </a:lnTo>
                <a:lnTo>
                  <a:pt x="5054" y="0"/>
                </a:lnTo>
                <a:lnTo>
                  <a:pt x="2277275" y="366509"/>
                </a:lnTo>
                <a:lnTo>
                  <a:pt x="2272220" y="39785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9468395" y="3662934"/>
            <a:ext cx="135854" cy="135902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8891892" y="5115534"/>
            <a:ext cx="507900" cy="252742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9110218" y="3459911"/>
            <a:ext cx="409575" cy="113030"/>
          </a:xfrm>
          <a:custGeom>
            <a:avLst/>
            <a:gdLst/>
            <a:ahLst/>
            <a:cxnLst/>
            <a:rect l="l" t="t" r="r" b="b"/>
            <a:pathLst>
              <a:path w="409575" h="113029">
                <a:moveTo>
                  <a:pt x="86499" y="94043"/>
                </a:moveTo>
                <a:lnTo>
                  <a:pt x="0" y="31940"/>
                </a:lnTo>
                <a:lnTo>
                  <a:pt x="101587" y="0"/>
                </a:lnTo>
                <a:lnTo>
                  <a:pt x="71291" y="21920"/>
                </a:lnTo>
                <a:lnTo>
                  <a:pt x="37782" y="21920"/>
                </a:lnTo>
                <a:lnTo>
                  <a:pt x="32753" y="53263"/>
                </a:lnTo>
                <a:lnTo>
                  <a:pt x="60169" y="57660"/>
                </a:lnTo>
                <a:lnTo>
                  <a:pt x="86499" y="94043"/>
                </a:lnTo>
                <a:close/>
              </a:path>
              <a:path w="409575" h="113029">
                <a:moveTo>
                  <a:pt x="60169" y="57660"/>
                </a:moveTo>
                <a:lnTo>
                  <a:pt x="32753" y="53263"/>
                </a:lnTo>
                <a:lnTo>
                  <a:pt x="37782" y="21920"/>
                </a:lnTo>
                <a:lnTo>
                  <a:pt x="65211" y="26318"/>
                </a:lnTo>
                <a:lnTo>
                  <a:pt x="47015" y="39484"/>
                </a:lnTo>
                <a:lnTo>
                  <a:pt x="60169" y="57660"/>
                </a:lnTo>
                <a:close/>
              </a:path>
              <a:path w="409575" h="113029">
                <a:moveTo>
                  <a:pt x="65211" y="26318"/>
                </a:moveTo>
                <a:lnTo>
                  <a:pt x="37782" y="21920"/>
                </a:lnTo>
                <a:lnTo>
                  <a:pt x="71291" y="21920"/>
                </a:lnTo>
                <a:lnTo>
                  <a:pt x="65211" y="26318"/>
                </a:lnTo>
                <a:close/>
              </a:path>
              <a:path w="409575" h="113029">
                <a:moveTo>
                  <a:pt x="404418" y="112864"/>
                </a:moveTo>
                <a:lnTo>
                  <a:pt x="60169" y="57660"/>
                </a:lnTo>
                <a:lnTo>
                  <a:pt x="47015" y="39484"/>
                </a:lnTo>
                <a:lnTo>
                  <a:pt x="65211" y="26318"/>
                </a:lnTo>
                <a:lnTo>
                  <a:pt x="409448" y="81521"/>
                </a:lnTo>
                <a:lnTo>
                  <a:pt x="404418" y="112864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 txBox="1"/>
          <p:nvPr/>
        </p:nvSpPr>
        <p:spPr>
          <a:xfrm>
            <a:off x="9408934" y="3202863"/>
            <a:ext cx="895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i="1">
                <a:latin typeface="Times New Roman"/>
                <a:cs typeface="Times New Roman"/>
              </a:rPr>
              <a:t>i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31" name="object 31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79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高中物</a:t>
            </a:r>
            <a:r>
              <a:rPr dirty="0" spc="5"/>
              <a:t>理</a:t>
            </a:r>
          </a:p>
        </p:txBody>
      </p:sp>
      <p:sp>
        <p:nvSpPr>
          <p:cNvPr id="30" name="object 30"/>
          <p:cNvSpPr txBox="1"/>
          <p:nvPr/>
        </p:nvSpPr>
        <p:spPr>
          <a:xfrm>
            <a:off x="9026131" y="4329772"/>
            <a:ext cx="655320" cy="12496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24485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Times New Roman"/>
                <a:cs typeface="Times New Roman"/>
              </a:rPr>
              <a:t>AC</a:t>
            </a: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2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800" i="1">
                <a:latin typeface="Times New Roman"/>
                <a:cs typeface="Times New Roman"/>
              </a:rPr>
              <a:t>i</a:t>
            </a:r>
            <a:endParaRPr sz="1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625659" y="2012340"/>
            <a:ext cx="5556885" cy="0"/>
          </a:xfrm>
          <a:custGeom>
            <a:avLst/>
            <a:gdLst/>
            <a:ahLst/>
            <a:cxnLst/>
            <a:rect l="l" t="t" r="r" b="b"/>
            <a:pathLst>
              <a:path w="5556884" h="0">
                <a:moveTo>
                  <a:pt x="0" y="0"/>
                </a:moveTo>
                <a:lnTo>
                  <a:pt x="5556783" y="0"/>
                </a:lnTo>
              </a:path>
            </a:pathLst>
          </a:custGeom>
          <a:ln w="36144">
            <a:solidFill>
              <a:srgbClr val="01431D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3063239" y="1741932"/>
            <a:ext cx="363220" cy="364490"/>
          </a:xfrm>
          <a:custGeom>
            <a:avLst/>
            <a:gdLst/>
            <a:ahLst/>
            <a:cxnLst/>
            <a:rect l="l" t="t" r="r" b="b"/>
            <a:pathLst>
              <a:path w="363220" h="364489">
                <a:moveTo>
                  <a:pt x="0" y="0"/>
                </a:moveTo>
                <a:lnTo>
                  <a:pt x="362712" y="0"/>
                </a:lnTo>
                <a:lnTo>
                  <a:pt x="362712" y="364236"/>
                </a:lnTo>
                <a:lnTo>
                  <a:pt x="0" y="364236"/>
                </a:lnTo>
                <a:lnTo>
                  <a:pt x="0" y="0"/>
                </a:lnTo>
                <a:close/>
              </a:path>
            </a:pathLst>
          </a:custGeom>
          <a:solidFill>
            <a:srgbClr val="01431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3262884" y="1965960"/>
            <a:ext cx="245745" cy="245745"/>
          </a:xfrm>
          <a:custGeom>
            <a:avLst/>
            <a:gdLst/>
            <a:ahLst/>
            <a:cxnLst/>
            <a:rect l="l" t="t" r="r" b="b"/>
            <a:pathLst>
              <a:path w="245745" h="245744">
                <a:moveTo>
                  <a:pt x="0" y="0"/>
                </a:moveTo>
                <a:lnTo>
                  <a:pt x="245363" y="0"/>
                </a:lnTo>
                <a:lnTo>
                  <a:pt x="245363" y="245363"/>
                </a:lnTo>
                <a:lnTo>
                  <a:pt x="0" y="245363"/>
                </a:lnTo>
                <a:lnTo>
                  <a:pt x="0" y="0"/>
                </a:lnTo>
                <a:close/>
              </a:path>
            </a:pathLst>
          </a:custGeom>
          <a:solidFill>
            <a:srgbClr val="01611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3704425" y="1367878"/>
            <a:ext cx="1549400" cy="4826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00" b="0">
                <a:solidFill>
                  <a:srgbClr val="000000"/>
                </a:solidFill>
                <a:latin typeface="黑体"/>
                <a:cs typeface="黑体"/>
              </a:rPr>
              <a:t>二、涡流</a:t>
            </a:r>
            <a:endParaRPr sz="3000">
              <a:latin typeface="黑体"/>
              <a:cs typeface="黑体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059341" y="2221801"/>
            <a:ext cx="20828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latin typeface="Times New Roman"/>
                <a:cs typeface="Times New Roman"/>
              </a:rPr>
              <a:t>2.</a:t>
            </a:r>
            <a:r>
              <a:rPr dirty="0" sz="2400">
                <a:latin typeface="华文楷体"/>
                <a:cs typeface="华文楷体"/>
              </a:rPr>
              <a:t>涡流的热效应</a:t>
            </a:r>
            <a:endParaRPr sz="2400">
              <a:latin typeface="华文楷体"/>
              <a:cs typeface="华文楷体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652134" y="2237219"/>
            <a:ext cx="18542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latin typeface="华文楷体"/>
                <a:cs typeface="华文楷体"/>
              </a:rPr>
              <a:t>②涡流的防止</a:t>
            </a:r>
            <a:endParaRPr sz="2400">
              <a:latin typeface="华文楷体"/>
              <a:cs typeface="华文楷体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3471671" y="2709672"/>
            <a:ext cx="5846064" cy="328422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79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高中物</a:t>
            </a:r>
            <a:r>
              <a:rPr dirty="0" spc="5"/>
              <a:t>理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609619" y="2014899"/>
            <a:ext cx="5556885" cy="0"/>
          </a:xfrm>
          <a:custGeom>
            <a:avLst/>
            <a:gdLst/>
            <a:ahLst/>
            <a:cxnLst/>
            <a:rect l="l" t="t" r="r" b="b"/>
            <a:pathLst>
              <a:path w="5556884" h="0">
                <a:moveTo>
                  <a:pt x="0" y="0"/>
                </a:moveTo>
                <a:lnTo>
                  <a:pt x="5556796" y="0"/>
                </a:lnTo>
              </a:path>
            </a:pathLst>
          </a:custGeom>
          <a:ln w="36156">
            <a:solidFill>
              <a:srgbClr val="01431D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3046476" y="1744979"/>
            <a:ext cx="364490" cy="363220"/>
          </a:xfrm>
          <a:custGeom>
            <a:avLst/>
            <a:gdLst/>
            <a:ahLst/>
            <a:cxnLst/>
            <a:rect l="l" t="t" r="r" b="b"/>
            <a:pathLst>
              <a:path w="364489" h="363219">
                <a:moveTo>
                  <a:pt x="0" y="0"/>
                </a:moveTo>
                <a:lnTo>
                  <a:pt x="364236" y="0"/>
                </a:lnTo>
                <a:lnTo>
                  <a:pt x="364236" y="362712"/>
                </a:lnTo>
                <a:lnTo>
                  <a:pt x="0" y="362712"/>
                </a:lnTo>
                <a:lnTo>
                  <a:pt x="0" y="0"/>
                </a:lnTo>
                <a:close/>
              </a:path>
            </a:pathLst>
          </a:custGeom>
          <a:solidFill>
            <a:srgbClr val="01431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3246120" y="1967483"/>
            <a:ext cx="247015" cy="247015"/>
          </a:xfrm>
          <a:custGeom>
            <a:avLst/>
            <a:gdLst/>
            <a:ahLst/>
            <a:cxnLst/>
            <a:rect l="l" t="t" r="r" b="b"/>
            <a:pathLst>
              <a:path w="247014" h="247014">
                <a:moveTo>
                  <a:pt x="0" y="0"/>
                </a:moveTo>
                <a:lnTo>
                  <a:pt x="246888" y="0"/>
                </a:lnTo>
                <a:lnTo>
                  <a:pt x="246888" y="246888"/>
                </a:lnTo>
                <a:lnTo>
                  <a:pt x="0" y="246888"/>
                </a:lnTo>
                <a:lnTo>
                  <a:pt x="0" y="0"/>
                </a:lnTo>
                <a:close/>
              </a:path>
            </a:pathLst>
          </a:custGeom>
          <a:solidFill>
            <a:srgbClr val="01611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3688384" y="1370444"/>
            <a:ext cx="1549400" cy="4826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00" b="0">
                <a:solidFill>
                  <a:srgbClr val="000000"/>
                </a:solidFill>
                <a:latin typeface="黑体"/>
                <a:cs typeface="黑体"/>
              </a:rPr>
              <a:t>二、涡流</a:t>
            </a:r>
            <a:endParaRPr sz="3000">
              <a:latin typeface="黑体"/>
              <a:cs typeface="黑体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043301" y="2224354"/>
            <a:ext cx="20828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latin typeface="Times New Roman"/>
                <a:cs typeface="Times New Roman"/>
              </a:rPr>
              <a:t>2.</a:t>
            </a:r>
            <a:r>
              <a:rPr dirty="0" sz="2400">
                <a:latin typeface="华文楷体"/>
                <a:cs typeface="华文楷体"/>
              </a:rPr>
              <a:t>涡流的热效应</a:t>
            </a:r>
            <a:endParaRPr sz="2400">
              <a:latin typeface="华文楷体"/>
              <a:cs typeface="华文楷体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636094" y="2239784"/>
            <a:ext cx="18542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latin typeface="华文楷体"/>
                <a:cs typeface="华文楷体"/>
              </a:rPr>
              <a:t>②涡流的防止</a:t>
            </a:r>
            <a:endParaRPr sz="2400">
              <a:latin typeface="华文楷体"/>
              <a:cs typeface="华文楷体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3491484" y="2674620"/>
            <a:ext cx="6182868" cy="328879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79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高中物</a:t>
            </a:r>
            <a:r>
              <a:rPr dirty="0" spc="5"/>
              <a:t>理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604933" y="2014899"/>
            <a:ext cx="5556885" cy="0"/>
          </a:xfrm>
          <a:custGeom>
            <a:avLst/>
            <a:gdLst/>
            <a:ahLst/>
            <a:cxnLst/>
            <a:rect l="l" t="t" r="r" b="b"/>
            <a:pathLst>
              <a:path w="5556884" h="0">
                <a:moveTo>
                  <a:pt x="0" y="0"/>
                </a:moveTo>
                <a:lnTo>
                  <a:pt x="5556796" y="0"/>
                </a:lnTo>
              </a:path>
            </a:pathLst>
          </a:custGeom>
          <a:ln w="36156">
            <a:solidFill>
              <a:srgbClr val="01431D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3041904" y="1744979"/>
            <a:ext cx="364490" cy="363220"/>
          </a:xfrm>
          <a:custGeom>
            <a:avLst/>
            <a:gdLst/>
            <a:ahLst/>
            <a:cxnLst/>
            <a:rect l="l" t="t" r="r" b="b"/>
            <a:pathLst>
              <a:path w="364489" h="363219">
                <a:moveTo>
                  <a:pt x="0" y="0"/>
                </a:moveTo>
                <a:lnTo>
                  <a:pt x="364235" y="0"/>
                </a:lnTo>
                <a:lnTo>
                  <a:pt x="364235" y="362712"/>
                </a:lnTo>
                <a:lnTo>
                  <a:pt x="0" y="362712"/>
                </a:lnTo>
                <a:lnTo>
                  <a:pt x="0" y="0"/>
                </a:lnTo>
                <a:close/>
              </a:path>
            </a:pathLst>
          </a:custGeom>
          <a:solidFill>
            <a:srgbClr val="01431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3241548" y="1967483"/>
            <a:ext cx="247015" cy="247015"/>
          </a:xfrm>
          <a:custGeom>
            <a:avLst/>
            <a:gdLst/>
            <a:ahLst/>
            <a:cxnLst/>
            <a:rect l="l" t="t" r="r" b="b"/>
            <a:pathLst>
              <a:path w="247014" h="247014">
                <a:moveTo>
                  <a:pt x="0" y="0"/>
                </a:moveTo>
                <a:lnTo>
                  <a:pt x="246887" y="0"/>
                </a:lnTo>
                <a:lnTo>
                  <a:pt x="246887" y="246888"/>
                </a:lnTo>
                <a:lnTo>
                  <a:pt x="0" y="246888"/>
                </a:lnTo>
                <a:lnTo>
                  <a:pt x="0" y="0"/>
                </a:lnTo>
                <a:close/>
              </a:path>
            </a:pathLst>
          </a:custGeom>
          <a:solidFill>
            <a:srgbClr val="01611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3683698" y="1370444"/>
            <a:ext cx="1549400" cy="4826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00" b="0">
                <a:solidFill>
                  <a:srgbClr val="000000"/>
                </a:solidFill>
                <a:latin typeface="黑体"/>
                <a:cs typeface="黑体"/>
              </a:rPr>
              <a:t>二、涡流</a:t>
            </a:r>
            <a:endParaRPr sz="3000">
              <a:latin typeface="黑体"/>
              <a:cs typeface="黑体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038614" y="2224354"/>
            <a:ext cx="20828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latin typeface="Times New Roman"/>
                <a:cs typeface="Times New Roman"/>
              </a:rPr>
              <a:t>2.</a:t>
            </a:r>
            <a:r>
              <a:rPr dirty="0" sz="2400">
                <a:latin typeface="华文楷体"/>
                <a:cs typeface="华文楷体"/>
              </a:rPr>
              <a:t>涡流的热效应</a:t>
            </a:r>
            <a:endParaRPr sz="2400">
              <a:latin typeface="华文楷体"/>
              <a:cs typeface="华文楷体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631408" y="2239784"/>
            <a:ext cx="18542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latin typeface="华文楷体"/>
                <a:cs typeface="华文楷体"/>
              </a:rPr>
              <a:t>②涡流的防止</a:t>
            </a:r>
            <a:endParaRPr sz="2400">
              <a:latin typeface="华文楷体"/>
              <a:cs typeface="华文楷体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3488435" y="2679192"/>
            <a:ext cx="5903975" cy="331622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79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高中物</a:t>
            </a:r>
            <a:r>
              <a:rPr dirty="0" spc="5"/>
              <a:t>理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593388" y="2012340"/>
            <a:ext cx="5556885" cy="0"/>
          </a:xfrm>
          <a:custGeom>
            <a:avLst/>
            <a:gdLst/>
            <a:ahLst/>
            <a:cxnLst/>
            <a:rect l="l" t="t" r="r" b="b"/>
            <a:pathLst>
              <a:path w="5556884" h="0">
                <a:moveTo>
                  <a:pt x="0" y="0"/>
                </a:moveTo>
                <a:lnTo>
                  <a:pt x="5556783" y="0"/>
                </a:lnTo>
              </a:path>
            </a:pathLst>
          </a:custGeom>
          <a:ln w="36144">
            <a:solidFill>
              <a:srgbClr val="01431D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3031235" y="1741932"/>
            <a:ext cx="363220" cy="364490"/>
          </a:xfrm>
          <a:custGeom>
            <a:avLst/>
            <a:gdLst/>
            <a:ahLst/>
            <a:cxnLst/>
            <a:rect l="l" t="t" r="r" b="b"/>
            <a:pathLst>
              <a:path w="363220" h="364489">
                <a:moveTo>
                  <a:pt x="0" y="0"/>
                </a:moveTo>
                <a:lnTo>
                  <a:pt x="362712" y="0"/>
                </a:lnTo>
                <a:lnTo>
                  <a:pt x="362712" y="364236"/>
                </a:lnTo>
                <a:lnTo>
                  <a:pt x="0" y="364236"/>
                </a:lnTo>
                <a:lnTo>
                  <a:pt x="0" y="0"/>
                </a:lnTo>
                <a:close/>
              </a:path>
            </a:pathLst>
          </a:custGeom>
          <a:solidFill>
            <a:srgbClr val="01431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3229355" y="1965960"/>
            <a:ext cx="247015" cy="245745"/>
          </a:xfrm>
          <a:custGeom>
            <a:avLst/>
            <a:gdLst/>
            <a:ahLst/>
            <a:cxnLst/>
            <a:rect l="l" t="t" r="r" b="b"/>
            <a:pathLst>
              <a:path w="247014" h="245744">
                <a:moveTo>
                  <a:pt x="0" y="0"/>
                </a:moveTo>
                <a:lnTo>
                  <a:pt x="246888" y="0"/>
                </a:lnTo>
                <a:lnTo>
                  <a:pt x="246888" y="245363"/>
                </a:lnTo>
                <a:lnTo>
                  <a:pt x="0" y="245363"/>
                </a:lnTo>
                <a:lnTo>
                  <a:pt x="0" y="0"/>
                </a:lnTo>
                <a:close/>
              </a:path>
            </a:pathLst>
          </a:custGeom>
          <a:solidFill>
            <a:srgbClr val="01611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3672154" y="1367878"/>
            <a:ext cx="1549400" cy="4826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00" b="0">
                <a:solidFill>
                  <a:srgbClr val="000000"/>
                </a:solidFill>
                <a:latin typeface="黑体"/>
                <a:cs typeface="黑体"/>
              </a:rPr>
              <a:t>二、涡流</a:t>
            </a:r>
            <a:endParaRPr sz="3000">
              <a:latin typeface="黑体"/>
              <a:cs typeface="黑体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027057" y="2221801"/>
            <a:ext cx="20828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latin typeface="Times New Roman"/>
                <a:cs typeface="Times New Roman"/>
              </a:rPr>
              <a:t>2.</a:t>
            </a:r>
            <a:r>
              <a:rPr dirty="0" sz="2400">
                <a:latin typeface="华文楷体"/>
                <a:cs typeface="华文楷体"/>
              </a:rPr>
              <a:t>涡流的热效应</a:t>
            </a:r>
            <a:endParaRPr sz="2400">
              <a:latin typeface="华文楷体"/>
              <a:cs typeface="华文楷体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619864" y="2237219"/>
            <a:ext cx="18542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latin typeface="华文楷体"/>
                <a:cs typeface="华文楷体"/>
              </a:rPr>
              <a:t>②涡流的防止</a:t>
            </a:r>
            <a:endParaRPr sz="2400">
              <a:latin typeface="华文楷体"/>
              <a:cs typeface="华文楷体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3454908" y="2673095"/>
            <a:ext cx="5903976" cy="331622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79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高中物</a:t>
            </a:r>
            <a:r>
              <a:rPr dirty="0" spc="5"/>
              <a:t>理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502152" y="2772155"/>
            <a:ext cx="5556504" cy="290779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3637419" y="2020360"/>
            <a:ext cx="5556885" cy="0"/>
          </a:xfrm>
          <a:custGeom>
            <a:avLst/>
            <a:gdLst/>
            <a:ahLst/>
            <a:cxnLst/>
            <a:rect l="l" t="t" r="r" b="b"/>
            <a:pathLst>
              <a:path w="5556884" h="0">
                <a:moveTo>
                  <a:pt x="0" y="0"/>
                </a:moveTo>
                <a:lnTo>
                  <a:pt x="5556783" y="0"/>
                </a:lnTo>
              </a:path>
            </a:pathLst>
          </a:custGeom>
          <a:ln w="36156">
            <a:solidFill>
              <a:srgbClr val="01431D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3075432" y="1749551"/>
            <a:ext cx="363220" cy="364490"/>
          </a:xfrm>
          <a:custGeom>
            <a:avLst/>
            <a:gdLst/>
            <a:ahLst/>
            <a:cxnLst/>
            <a:rect l="l" t="t" r="r" b="b"/>
            <a:pathLst>
              <a:path w="363220" h="364489">
                <a:moveTo>
                  <a:pt x="0" y="0"/>
                </a:moveTo>
                <a:lnTo>
                  <a:pt x="362711" y="0"/>
                </a:lnTo>
                <a:lnTo>
                  <a:pt x="362711" y="364236"/>
                </a:lnTo>
                <a:lnTo>
                  <a:pt x="0" y="364236"/>
                </a:lnTo>
                <a:lnTo>
                  <a:pt x="0" y="0"/>
                </a:lnTo>
                <a:close/>
              </a:path>
            </a:pathLst>
          </a:custGeom>
          <a:solidFill>
            <a:srgbClr val="01431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3273552" y="1973579"/>
            <a:ext cx="247015" cy="245745"/>
          </a:xfrm>
          <a:custGeom>
            <a:avLst/>
            <a:gdLst/>
            <a:ahLst/>
            <a:cxnLst/>
            <a:rect l="l" t="t" r="r" b="b"/>
            <a:pathLst>
              <a:path w="247014" h="245744">
                <a:moveTo>
                  <a:pt x="0" y="0"/>
                </a:moveTo>
                <a:lnTo>
                  <a:pt x="246887" y="0"/>
                </a:lnTo>
                <a:lnTo>
                  <a:pt x="246887" y="245364"/>
                </a:lnTo>
                <a:lnTo>
                  <a:pt x="0" y="245364"/>
                </a:lnTo>
                <a:lnTo>
                  <a:pt x="0" y="0"/>
                </a:lnTo>
                <a:close/>
              </a:path>
            </a:pathLst>
          </a:custGeom>
          <a:solidFill>
            <a:srgbClr val="01611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3716185" y="1375905"/>
            <a:ext cx="1549400" cy="4826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00" b="0">
                <a:solidFill>
                  <a:srgbClr val="000000"/>
                </a:solidFill>
                <a:latin typeface="黑体"/>
                <a:cs typeface="黑体"/>
              </a:rPr>
              <a:t>二、涡流</a:t>
            </a:r>
            <a:endParaRPr sz="3000">
              <a:latin typeface="黑体"/>
              <a:cs typeface="黑体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071088" y="2229815"/>
            <a:ext cx="20828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latin typeface="Times New Roman"/>
                <a:cs typeface="Times New Roman"/>
              </a:rPr>
              <a:t>2.</a:t>
            </a:r>
            <a:r>
              <a:rPr dirty="0" sz="2400">
                <a:latin typeface="华文楷体"/>
                <a:cs typeface="华文楷体"/>
              </a:rPr>
              <a:t>涡流的热效应</a:t>
            </a:r>
            <a:endParaRPr sz="2400">
              <a:latin typeface="华文楷体"/>
              <a:cs typeface="华文楷体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663895" y="2245245"/>
            <a:ext cx="18542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latin typeface="华文楷体"/>
                <a:cs typeface="华文楷体"/>
              </a:rPr>
              <a:t>②涡流的防止</a:t>
            </a:r>
            <a:endParaRPr sz="2400">
              <a:latin typeface="华文楷体"/>
              <a:cs typeface="华文楷体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4295305" y="3567366"/>
            <a:ext cx="810895" cy="835660"/>
          </a:xfrm>
          <a:custGeom>
            <a:avLst/>
            <a:gdLst/>
            <a:ahLst/>
            <a:cxnLst/>
            <a:rect l="l" t="t" r="r" b="b"/>
            <a:pathLst>
              <a:path w="810895" h="835660">
                <a:moveTo>
                  <a:pt x="290000" y="41008"/>
                </a:moveTo>
                <a:lnTo>
                  <a:pt x="230466" y="0"/>
                </a:lnTo>
                <a:lnTo>
                  <a:pt x="353527" y="35560"/>
                </a:lnTo>
                <a:lnTo>
                  <a:pt x="317538" y="35560"/>
                </a:lnTo>
                <a:lnTo>
                  <a:pt x="300329" y="38100"/>
                </a:lnTo>
                <a:lnTo>
                  <a:pt x="290868" y="40639"/>
                </a:lnTo>
                <a:lnTo>
                  <a:pt x="290000" y="41008"/>
                </a:lnTo>
                <a:close/>
              </a:path>
              <a:path w="810895" h="835660">
                <a:moveTo>
                  <a:pt x="654113" y="143510"/>
                </a:moveTo>
                <a:lnTo>
                  <a:pt x="646912" y="137160"/>
                </a:lnTo>
                <a:lnTo>
                  <a:pt x="647141" y="137160"/>
                </a:lnTo>
                <a:lnTo>
                  <a:pt x="639800" y="130810"/>
                </a:lnTo>
                <a:lnTo>
                  <a:pt x="640041" y="130810"/>
                </a:lnTo>
                <a:lnTo>
                  <a:pt x="632548" y="125729"/>
                </a:lnTo>
                <a:lnTo>
                  <a:pt x="632790" y="125729"/>
                </a:lnTo>
                <a:lnTo>
                  <a:pt x="625157" y="120650"/>
                </a:lnTo>
                <a:lnTo>
                  <a:pt x="625411" y="120650"/>
                </a:lnTo>
                <a:lnTo>
                  <a:pt x="617639" y="115570"/>
                </a:lnTo>
                <a:lnTo>
                  <a:pt x="617893" y="115570"/>
                </a:lnTo>
                <a:lnTo>
                  <a:pt x="609993" y="110489"/>
                </a:lnTo>
                <a:lnTo>
                  <a:pt x="610247" y="110489"/>
                </a:lnTo>
                <a:lnTo>
                  <a:pt x="602221" y="105410"/>
                </a:lnTo>
                <a:lnTo>
                  <a:pt x="602488" y="105410"/>
                </a:lnTo>
                <a:lnTo>
                  <a:pt x="594321" y="100329"/>
                </a:lnTo>
                <a:lnTo>
                  <a:pt x="594588" y="100329"/>
                </a:lnTo>
                <a:lnTo>
                  <a:pt x="586308" y="96520"/>
                </a:lnTo>
                <a:lnTo>
                  <a:pt x="586574" y="96520"/>
                </a:lnTo>
                <a:lnTo>
                  <a:pt x="578167" y="91439"/>
                </a:lnTo>
                <a:lnTo>
                  <a:pt x="578446" y="91439"/>
                </a:lnTo>
                <a:lnTo>
                  <a:pt x="569912" y="87629"/>
                </a:lnTo>
                <a:lnTo>
                  <a:pt x="570191" y="87629"/>
                </a:lnTo>
                <a:lnTo>
                  <a:pt x="561555" y="83820"/>
                </a:lnTo>
                <a:lnTo>
                  <a:pt x="561835" y="83820"/>
                </a:lnTo>
                <a:lnTo>
                  <a:pt x="553084" y="80010"/>
                </a:lnTo>
                <a:lnTo>
                  <a:pt x="553364" y="80010"/>
                </a:lnTo>
                <a:lnTo>
                  <a:pt x="544499" y="76200"/>
                </a:lnTo>
                <a:lnTo>
                  <a:pt x="544791" y="76200"/>
                </a:lnTo>
                <a:lnTo>
                  <a:pt x="535825" y="73660"/>
                </a:lnTo>
                <a:lnTo>
                  <a:pt x="536117" y="73660"/>
                </a:lnTo>
                <a:lnTo>
                  <a:pt x="527037" y="69850"/>
                </a:lnTo>
                <a:lnTo>
                  <a:pt x="527342" y="69850"/>
                </a:lnTo>
                <a:lnTo>
                  <a:pt x="518172" y="67310"/>
                </a:lnTo>
                <a:lnTo>
                  <a:pt x="518464" y="67310"/>
                </a:lnTo>
                <a:lnTo>
                  <a:pt x="509193" y="64770"/>
                </a:lnTo>
                <a:lnTo>
                  <a:pt x="509498" y="64770"/>
                </a:lnTo>
                <a:lnTo>
                  <a:pt x="500138" y="62229"/>
                </a:lnTo>
                <a:lnTo>
                  <a:pt x="500443" y="62229"/>
                </a:lnTo>
                <a:lnTo>
                  <a:pt x="490981" y="59689"/>
                </a:lnTo>
                <a:lnTo>
                  <a:pt x="491299" y="59689"/>
                </a:lnTo>
                <a:lnTo>
                  <a:pt x="481749" y="58420"/>
                </a:lnTo>
                <a:lnTo>
                  <a:pt x="482066" y="58420"/>
                </a:lnTo>
                <a:lnTo>
                  <a:pt x="472439" y="55879"/>
                </a:lnTo>
                <a:lnTo>
                  <a:pt x="472744" y="55879"/>
                </a:lnTo>
                <a:lnTo>
                  <a:pt x="463041" y="54610"/>
                </a:lnTo>
                <a:lnTo>
                  <a:pt x="463346" y="54610"/>
                </a:lnTo>
                <a:lnTo>
                  <a:pt x="453567" y="53339"/>
                </a:lnTo>
                <a:lnTo>
                  <a:pt x="453885" y="53339"/>
                </a:lnTo>
                <a:lnTo>
                  <a:pt x="444017" y="52070"/>
                </a:lnTo>
                <a:lnTo>
                  <a:pt x="444334" y="52070"/>
                </a:lnTo>
                <a:lnTo>
                  <a:pt x="434403" y="50800"/>
                </a:lnTo>
                <a:lnTo>
                  <a:pt x="405142" y="50800"/>
                </a:lnTo>
                <a:lnTo>
                  <a:pt x="402501" y="49529"/>
                </a:lnTo>
                <a:lnTo>
                  <a:pt x="399986" y="49529"/>
                </a:lnTo>
                <a:lnTo>
                  <a:pt x="392658" y="38100"/>
                </a:lnTo>
                <a:lnTo>
                  <a:pt x="392696" y="35560"/>
                </a:lnTo>
                <a:lnTo>
                  <a:pt x="393280" y="33020"/>
                </a:lnTo>
                <a:lnTo>
                  <a:pt x="394385" y="30479"/>
                </a:lnTo>
                <a:lnTo>
                  <a:pt x="395973" y="29210"/>
                </a:lnTo>
                <a:lnTo>
                  <a:pt x="397967" y="26670"/>
                </a:lnTo>
                <a:lnTo>
                  <a:pt x="400291" y="25400"/>
                </a:lnTo>
                <a:lnTo>
                  <a:pt x="436486" y="25400"/>
                </a:lnTo>
                <a:lnTo>
                  <a:pt x="477062" y="30479"/>
                </a:lnTo>
                <a:lnTo>
                  <a:pt x="535330" y="45720"/>
                </a:lnTo>
                <a:lnTo>
                  <a:pt x="589876" y="68579"/>
                </a:lnTo>
                <a:lnTo>
                  <a:pt x="623836" y="88900"/>
                </a:lnTo>
                <a:lnTo>
                  <a:pt x="655612" y="111760"/>
                </a:lnTo>
                <a:lnTo>
                  <a:pt x="663193" y="116839"/>
                </a:lnTo>
                <a:lnTo>
                  <a:pt x="670623" y="123189"/>
                </a:lnTo>
                <a:lnTo>
                  <a:pt x="677900" y="129539"/>
                </a:lnTo>
                <a:lnTo>
                  <a:pt x="685025" y="137160"/>
                </a:lnTo>
                <a:lnTo>
                  <a:pt x="690592" y="142239"/>
                </a:lnTo>
                <a:lnTo>
                  <a:pt x="653884" y="142239"/>
                </a:lnTo>
                <a:lnTo>
                  <a:pt x="654113" y="143510"/>
                </a:lnTo>
                <a:close/>
              </a:path>
              <a:path w="810895" h="835660">
                <a:moveTo>
                  <a:pt x="292454" y="67710"/>
                </a:moveTo>
                <a:lnTo>
                  <a:pt x="304215" y="50800"/>
                </a:lnTo>
                <a:lnTo>
                  <a:pt x="290000" y="41008"/>
                </a:lnTo>
                <a:lnTo>
                  <a:pt x="290868" y="40639"/>
                </a:lnTo>
                <a:lnTo>
                  <a:pt x="300329" y="38100"/>
                </a:lnTo>
                <a:lnTo>
                  <a:pt x="317538" y="35560"/>
                </a:lnTo>
                <a:lnTo>
                  <a:pt x="322148" y="59689"/>
                </a:lnTo>
                <a:lnTo>
                  <a:pt x="305523" y="63500"/>
                </a:lnTo>
                <a:lnTo>
                  <a:pt x="306641" y="63500"/>
                </a:lnTo>
                <a:lnTo>
                  <a:pt x="297878" y="66039"/>
                </a:lnTo>
                <a:lnTo>
                  <a:pt x="298157" y="66039"/>
                </a:lnTo>
                <a:lnTo>
                  <a:pt x="292454" y="67710"/>
                </a:lnTo>
                <a:close/>
              </a:path>
              <a:path w="810895" h="835660">
                <a:moveTo>
                  <a:pt x="252983" y="124460"/>
                </a:moveTo>
                <a:lnTo>
                  <a:pt x="292454" y="67710"/>
                </a:lnTo>
                <a:lnTo>
                  <a:pt x="298157" y="66039"/>
                </a:lnTo>
                <a:lnTo>
                  <a:pt x="297878" y="66039"/>
                </a:lnTo>
                <a:lnTo>
                  <a:pt x="306641" y="63500"/>
                </a:lnTo>
                <a:lnTo>
                  <a:pt x="305523" y="63500"/>
                </a:lnTo>
                <a:lnTo>
                  <a:pt x="322148" y="59689"/>
                </a:lnTo>
                <a:lnTo>
                  <a:pt x="317538" y="35560"/>
                </a:lnTo>
                <a:lnTo>
                  <a:pt x="353527" y="35560"/>
                </a:lnTo>
                <a:lnTo>
                  <a:pt x="366712" y="39370"/>
                </a:lnTo>
                <a:lnTo>
                  <a:pt x="252983" y="124460"/>
                </a:lnTo>
                <a:close/>
              </a:path>
              <a:path w="810895" h="835660">
                <a:moveTo>
                  <a:pt x="426161" y="835660"/>
                </a:moveTo>
                <a:lnTo>
                  <a:pt x="384454" y="835660"/>
                </a:lnTo>
                <a:lnTo>
                  <a:pt x="333552" y="829310"/>
                </a:lnTo>
                <a:lnTo>
                  <a:pt x="323608" y="826770"/>
                </a:lnTo>
                <a:lnTo>
                  <a:pt x="313753" y="825500"/>
                </a:lnTo>
                <a:lnTo>
                  <a:pt x="284746" y="817879"/>
                </a:lnTo>
                <a:lnTo>
                  <a:pt x="275272" y="814070"/>
                </a:lnTo>
                <a:lnTo>
                  <a:pt x="265912" y="811529"/>
                </a:lnTo>
                <a:lnTo>
                  <a:pt x="238455" y="800100"/>
                </a:lnTo>
                <a:lnTo>
                  <a:pt x="229527" y="795020"/>
                </a:lnTo>
                <a:lnTo>
                  <a:pt x="220725" y="791210"/>
                </a:lnTo>
                <a:lnTo>
                  <a:pt x="212051" y="786129"/>
                </a:lnTo>
                <a:lnTo>
                  <a:pt x="203492" y="782320"/>
                </a:lnTo>
                <a:lnTo>
                  <a:pt x="186778" y="772160"/>
                </a:lnTo>
                <a:lnTo>
                  <a:pt x="178625" y="765810"/>
                </a:lnTo>
                <a:lnTo>
                  <a:pt x="170599" y="760729"/>
                </a:lnTo>
                <a:lnTo>
                  <a:pt x="162725" y="755650"/>
                </a:lnTo>
                <a:lnTo>
                  <a:pt x="132702" y="730250"/>
                </a:lnTo>
                <a:lnTo>
                  <a:pt x="118630" y="716279"/>
                </a:lnTo>
                <a:lnTo>
                  <a:pt x="111836" y="709929"/>
                </a:lnTo>
                <a:lnTo>
                  <a:pt x="105206" y="702310"/>
                </a:lnTo>
                <a:lnTo>
                  <a:pt x="98742" y="695960"/>
                </a:lnTo>
                <a:lnTo>
                  <a:pt x="92468" y="688339"/>
                </a:lnTo>
                <a:lnTo>
                  <a:pt x="86359" y="680720"/>
                </a:lnTo>
                <a:lnTo>
                  <a:pt x="80429" y="673100"/>
                </a:lnTo>
                <a:lnTo>
                  <a:pt x="74688" y="665479"/>
                </a:lnTo>
                <a:lnTo>
                  <a:pt x="69126" y="656589"/>
                </a:lnTo>
                <a:lnTo>
                  <a:pt x="63753" y="648970"/>
                </a:lnTo>
                <a:lnTo>
                  <a:pt x="58585" y="640079"/>
                </a:lnTo>
                <a:lnTo>
                  <a:pt x="53606" y="632460"/>
                </a:lnTo>
                <a:lnTo>
                  <a:pt x="48818" y="623570"/>
                </a:lnTo>
                <a:lnTo>
                  <a:pt x="31750" y="588010"/>
                </a:lnTo>
                <a:lnTo>
                  <a:pt x="24485" y="568960"/>
                </a:lnTo>
                <a:lnTo>
                  <a:pt x="21183" y="560070"/>
                </a:lnTo>
                <a:lnTo>
                  <a:pt x="18110" y="551179"/>
                </a:lnTo>
                <a:lnTo>
                  <a:pt x="15265" y="541020"/>
                </a:lnTo>
                <a:lnTo>
                  <a:pt x="12649" y="532129"/>
                </a:lnTo>
                <a:lnTo>
                  <a:pt x="4546" y="491489"/>
                </a:lnTo>
                <a:lnTo>
                  <a:pt x="406" y="450850"/>
                </a:lnTo>
                <a:lnTo>
                  <a:pt x="0" y="420370"/>
                </a:lnTo>
                <a:lnTo>
                  <a:pt x="300" y="411479"/>
                </a:lnTo>
                <a:lnTo>
                  <a:pt x="4013" y="372110"/>
                </a:lnTo>
                <a:lnTo>
                  <a:pt x="11188" y="335279"/>
                </a:lnTo>
                <a:lnTo>
                  <a:pt x="13512" y="325120"/>
                </a:lnTo>
                <a:lnTo>
                  <a:pt x="28155" y="280670"/>
                </a:lnTo>
                <a:lnTo>
                  <a:pt x="31673" y="273050"/>
                </a:lnTo>
                <a:lnTo>
                  <a:pt x="35382" y="264160"/>
                </a:lnTo>
                <a:lnTo>
                  <a:pt x="39281" y="255270"/>
                </a:lnTo>
                <a:lnTo>
                  <a:pt x="43357" y="247650"/>
                </a:lnTo>
                <a:lnTo>
                  <a:pt x="47625" y="238760"/>
                </a:lnTo>
                <a:lnTo>
                  <a:pt x="52057" y="231139"/>
                </a:lnTo>
                <a:lnTo>
                  <a:pt x="56680" y="223520"/>
                </a:lnTo>
                <a:lnTo>
                  <a:pt x="61467" y="215900"/>
                </a:lnTo>
                <a:lnTo>
                  <a:pt x="66433" y="207010"/>
                </a:lnTo>
                <a:lnTo>
                  <a:pt x="71564" y="199389"/>
                </a:lnTo>
                <a:lnTo>
                  <a:pt x="76860" y="193039"/>
                </a:lnTo>
                <a:lnTo>
                  <a:pt x="82321" y="185420"/>
                </a:lnTo>
                <a:lnTo>
                  <a:pt x="87947" y="177800"/>
                </a:lnTo>
                <a:lnTo>
                  <a:pt x="93725" y="170179"/>
                </a:lnTo>
                <a:lnTo>
                  <a:pt x="99656" y="163829"/>
                </a:lnTo>
                <a:lnTo>
                  <a:pt x="105740" y="157479"/>
                </a:lnTo>
                <a:lnTo>
                  <a:pt x="111988" y="149860"/>
                </a:lnTo>
                <a:lnTo>
                  <a:pt x="145338" y="119379"/>
                </a:lnTo>
                <a:lnTo>
                  <a:pt x="152412" y="113029"/>
                </a:lnTo>
                <a:lnTo>
                  <a:pt x="159638" y="107950"/>
                </a:lnTo>
                <a:lnTo>
                  <a:pt x="166979" y="101600"/>
                </a:lnTo>
                <a:lnTo>
                  <a:pt x="174447" y="96520"/>
                </a:lnTo>
                <a:lnTo>
                  <a:pt x="182041" y="91439"/>
                </a:lnTo>
                <a:lnTo>
                  <a:pt x="189763" y="86360"/>
                </a:lnTo>
                <a:lnTo>
                  <a:pt x="197599" y="82550"/>
                </a:lnTo>
                <a:lnTo>
                  <a:pt x="213613" y="72389"/>
                </a:lnTo>
                <a:lnTo>
                  <a:pt x="238467" y="60960"/>
                </a:lnTo>
                <a:lnTo>
                  <a:pt x="264236" y="49529"/>
                </a:lnTo>
                <a:lnTo>
                  <a:pt x="281901" y="44450"/>
                </a:lnTo>
                <a:lnTo>
                  <a:pt x="290000" y="41008"/>
                </a:lnTo>
                <a:lnTo>
                  <a:pt x="304215" y="50800"/>
                </a:lnTo>
                <a:lnTo>
                  <a:pt x="292454" y="67710"/>
                </a:lnTo>
                <a:lnTo>
                  <a:pt x="289483" y="68579"/>
                </a:lnTo>
                <a:lnTo>
                  <a:pt x="289763" y="68579"/>
                </a:lnTo>
                <a:lnTo>
                  <a:pt x="281165" y="71120"/>
                </a:lnTo>
                <a:lnTo>
                  <a:pt x="281444" y="71120"/>
                </a:lnTo>
                <a:lnTo>
                  <a:pt x="272935" y="73660"/>
                </a:lnTo>
                <a:lnTo>
                  <a:pt x="273215" y="73660"/>
                </a:lnTo>
                <a:lnTo>
                  <a:pt x="264794" y="77470"/>
                </a:lnTo>
                <a:lnTo>
                  <a:pt x="265074" y="77470"/>
                </a:lnTo>
                <a:lnTo>
                  <a:pt x="256743" y="80010"/>
                </a:lnTo>
                <a:lnTo>
                  <a:pt x="257022" y="80010"/>
                </a:lnTo>
                <a:lnTo>
                  <a:pt x="248792" y="83820"/>
                </a:lnTo>
                <a:lnTo>
                  <a:pt x="249059" y="83820"/>
                </a:lnTo>
                <a:lnTo>
                  <a:pt x="240931" y="87629"/>
                </a:lnTo>
                <a:lnTo>
                  <a:pt x="241198" y="87629"/>
                </a:lnTo>
                <a:lnTo>
                  <a:pt x="233171" y="91439"/>
                </a:lnTo>
                <a:lnTo>
                  <a:pt x="233425" y="91439"/>
                </a:lnTo>
                <a:lnTo>
                  <a:pt x="225513" y="95250"/>
                </a:lnTo>
                <a:lnTo>
                  <a:pt x="225767" y="95250"/>
                </a:lnTo>
                <a:lnTo>
                  <a:pt x="217957" y="99060"/>
                </a:lnTo>
                <a:lnTo>
                  <a:pt x="218211" y="99060"/>
                </a:lnTo>
                <a:lnTo>
                  <a:pt x="210502" y="104139"/>
                </a:lnTo>
                <a:lnTo>
                  <a:pt x="210756" y="104139"/>
                </a:lnTo>
                <a:lnTo>
                  <a:pt x="203161" y="107950"/>
                </a:lnTo>
                <a:lnTo>
                  <a:pt x="203403" y="107950"/>
                </a:lnTo>
                <a:lnTo>
                  <a:pt x="195935" y="113029"/>
                </a:lnTo>
                <a:lnTo>
                  <a:pt x="196164" y="113029"/>
                </a:lnTo>
                <a:lnTo>
                  <a:pt x="188810" y="118110"/>
                </a:lnTo>
                <a:lnTo>
                  <a:pt x="189052" y="118110"/>
                </a:lnTo>
                <a:lnTo>
                  <a:pt x="181813" y="123189"/>
                </a:lnTo>
                <a:lnTo>
                  <a:pt x="182041" y="123189"/>
                </a:lnTo>
                <a:lnTo>
                  <a:pt x="174929" y="128270"/>
                </a:lnTo>
                <a:lnTo>
                  <a:pt x="175145" y="128270"/>
                </a:lnTo>
                <a:lnTo>
                  <a:pt x="168160" y="133350"/>
                </a:lnTo>
                <a:lnTo>
                  <a:pt x="168389" y="133350"/>
                </a:lnTo>
                <a:lnTo>
                  <a:pt x="161518" y="138429"/>
                </a:lnTo>
                <a:lnTo>
                  <a:pt x="161734" y="138429"/>
                </a:lnTo>
                <a:lnTo>
                  <a:pt x="156349" y="143510"/>
                </a:lnTo>
                <a:lnTo>
                  <a:pt x="155219" y="143510"/>
                </a:lnTo>
                <a:lnTo>
                  <a:pt x="148615" y="149860"/>
                </a:lnTo>
                <a:lnTo>
                  <a:pt x="148831" y="149860"/>
                </a:lnTo>
                <a:lnTo>
                  <a:pt x="142366" y="156210"/>
                </a:lnTo>
                <a:lnTo>
                  <a:pt x="142570" y="156210"/>
                </a:lnTo>
                <a:lnTo>
                  <a:pt x="136245" y="161289"/>
                </a:lnTo>
                <a:lnTo>
                  <a:pt x="136448" y="161289"/>
                </a:lnTo>
                <a:lnTo>
                  <a:pt x="130263" y="167639"/>
                </a:lnTo>
                <a:lnTo>
                  <a:pt x="130454" y="167639"/>
                </a:lnTo>
                <a:lnTo>
                  <a:pt x="124409" y="173989"/>
                </a:lnTo>
                <a:lnTo>
                  <a:pt x="124599" y="173989"/>
                </a:lnTo>
                <a:lnTo>
                  <a:pt x="118706" y="180339"/>
                </a:lnTo>
                <a:lnTo>
                  <a:pt x="118897" y="180339"/>
                </a:lnTo>
                <a:lnTo>
                  <a:pt x="113144" y="186689"/>
                </a:lnTo>
                <a:lnTo>
                  <a:pt x="113322" y="186689"/>
                </a:lnTo>
                <a:lnTo>
                  <a:pt x="108654" y="193039"/>
                </a:lnTo>
                <a:lnTo>
                  <a:pt x="107899" y="193039"/>
                </a:lnTo>
                <a:lnTo>
                  <a:pt x="102463" y="200660"/>
                </a:lnTo>
                <a:lnTo>
                  <a:pt x="102628" y="200660"/>
                </a:lnTo>
                <a:lnTo>
                  <a:pt x="97345" y="207010"/>
                </a:lnTo>
                <a:lnTo>
                  <a:pt x="97510" y="207010"/>
                </a:lnTo>
                <a:lnTo>
                  <a:pt x="92379" y="214629"/>
                </a:lnTo>
                <a:lnTo>
                  <a:pt x="92544" y="214629"/>
                </a:lnTo>
                <a:lnTo>
                  <a:pt x="88396" y="220979"/>
                </a:lnTo>
                <a:lnTo>
                  <a:pt x="87731" y="220979"/>
                </a:lnTo>
                <a:lnTo>
                  <a:pt x="82918" y="228600"/>
                </a:lnTo>
                <a:lnTo>
                  <a:pt x="83070" y="228600"/>
                </a:lnTo>
                <a:lnTo>
                  <a:pt x="78435" y="236220"/>
                </a:lnTo>
                <a:lnTo>
                  <a:pt x="78574" y="236220"/>
                </a:lnTo>
                <a:lnTo>
                  <a:pt x="74104" y="243839"/>
                </a:lnTo>
                <a:lnTo>
                  <a:pt x="74244" y="243839"/>
                </a:lnTo>
                <a:lnTo>
                  <a:pt x="69951" y="251460"/>
                </a:lnTo>
                <a:lnTo>
                  <a:pt x="65951" y="259079"/>
                </a:lnTo>
                <a:lnTo>
                  <a:pt x="66090" y="259079"/>
                </a:lnTo>
                <a:lnTo>
                  <a:pt x="62141" y="266700"/>
                </a:lnTo>
                <a:lnTo>
                  <a:pt x="58483" y="274320"/>
                </a:lnTo>
                <a:lnTo>
                  <a:pt x="55016" y="281939"/>
                </a:lnTo>
                <a:lnTo>
                  <a:pt x="51727" y="290829"/>
                </a:lnTo>
                <a:lnTo>
                  <a:pt x="48615" y="298450"/>
                </a:lnTo>
                <a:lnTo>
                  <a:pt x="45681" y="307339"/>
                </a:lnTo>
                <a:lnTo>
                  <a:pt x="42938" y="314960"/>
                </a:lnTo>
                <a:lnTo>
                  <a:pt x="40385" y="323850"/>
                </a:lnTo>
                <a:lnTo>
                  <a:pt x="38372" y="331470"/>
                </a:lnTo>
                <a:lnTo>
                  <a:pt x="38100" y="331470"/>
                </a:lnTo>
                <a:lnTo>
                  <a:pt x="35852" y="340360"/>
                </a:lnTo>
                <a:lnTo>
                  <a:pt x="33870" y="349250"/>
                </a:lnTo>
                <a:lnTo>
                  <a:pt x="32092" y="358139"/>
                </a:lnTo>
                <a:lnTo>
                  <a:pt x="30518" y="367029"/>
                </a:lnTo>
                <a:lnTo>
                  <a:pt x="29133" y="375920"/>
                </a:lnTo>
                <a:lnTo>
                  <a:pt x="27965" y="384810"/>
                </a:lnTo>
                <a:lnTo>
                  <a:pt x="27000" y="393700"/>
                </a:lnTo>
                <a:lnTo>
                  <a:pt x="26361" y="401320"/>
                </a:lnTo>
                <a:lnTo>
                  <a:pt x="25730" y="411479"/>
                </a:lnTo>
                <a:lnTo>
                  <a:pt x="25430" y="420370"/>
                </a:lnTo>
                <a:lnTo>
                  <a:pt x="25447" y="440689"/>
                </a:lnTo>
                <a:lnTo>
                  <a:pt x="25780" y="449579"/>
                </a:lnTo>
                <a:lnTo>
                  <a:pt x="26403" y="459739"/>
                </a:lnTo>
                <a:lnTo>
                  <a:pt x="27254" y="468629"/>
                </a:lnTo>
                <a:lnTo>
                  <a:pt x="28359" y="478789"/>
                </a:lnTo>
                <a:lnTo>
                  <a:pt x="29679" y="487679"/>
                </a:lnTo>
                <a:lnTo>
                  <a:pt x="31241" y="497839"/>
                </a:lnTo>
                <a:lnTo>
                  <a:pt x="33032" y="506729"/>
                </a:lnTo>
                <a:lnTo>
                  <a:pt x="35051" y="515620"/>
                </a:lnTo>
                <a:lnTo>
                  <a:pt x="37287" y="525779"/>
                </a:lnTo>
                <a:lnTo>
                  <a:pt x="37526" y="525779"/>
                </a:lnTo>
                <a:lnTo>
                  <a:pt x="39738" y="534670"/>
                </a:lnTo>
                <a:lnTo>
                  <a:pt x="42405" y="543560"/>
                </a:lnTo>
                <a:lnTo>
                  <a:pt x="45300" y="552450"/>
                </a:lnTo>
                <a:lnTo>
                  <a:pt x="48387" y="561339"/>
                </a:lnTo>
                <a:lnTo>
                  <a:pt x="51688" y="570229"/>
                </a:lnTo>
                <a:lnTo>
                  <a:pt x="52093" y="570229"/>
                </a:lnTo>
                <a:lnTo>
                  <a:pt x="55206" y="577850"/>
                </a:lnTo>
                <a:lnTo>
                  <a:pt x="58915" y="586739"/>
                </a:lnTo>
                <a:lnTo>
                  <a:pt x="58775" y="586739"/>
                </a:lnTo>
                <a:lnTo>
                  <a:pt x="62814" y="595629"/>
                </a:lnTo>
                <a:lnTo>
                  <a:pt x="63291" y="595629"/>
                </a:lnTo>
                <a:lnTo>
                  <a:pt x="66916" y="603250"/>
                </a:lnTo>
                <a:lnTo>
                  <a:pt x="66776" y="603250"/>
                </a:lnTo>
                <a:lnTo>
                  <a:pt x="71208" y="610870"/>
                </a:lnTo>
                <a:lnTo>
                  <a:pt x="71069" y="610870"/>
                </a:lnTo>
                <a:lnTo>
                  <a:pt x="75704" y="619760"/>
                </a:lnTo>
                <a:lnTo>
                  <a:pt x="75539" y="619760"/>
                </a:lnTo>
                <a:lnTo>
                  <a:pt x="80365" y="627379"/>
                </a:lnTo>
                <a:lnTo>
                  <a:pt x="80213" y="627379"/>
                </a:lnTo>
                <a:lnTo>
                  <a:pt x="85229" y="635000"/>
                </a:lnTo>
                <a:lnTo>
                  <a:pt x="85064" y="635000"/>
                </a:lnTo>
                <a:lnTo>
                  <a:pt x="90258" y="642620"/>
                </a:lnTo>
                <a:lnTo>
                  <a:pt x="90093" y="642620"/>
                </a:lnTo>
                <a:lnTo>
                  <a:pt x="95478" y="650239"/>
                </a:lnTo>
                <a:lnTo>
                  <a:pt x="95300" y="650239"/>
                </a:lnTo>
                <a:lnTo>
                  <a:pt x="100863" y="657860"/>
                </a:lnTo>
                <a:lnTo>
                  <a:pt x="100685" y="657860"/>
                </a:lnTo>
                <a:lnTo>
                  <a:pt x="106425" y="665479"/>
                </a:lnTo>
                <a:lnTo>
                  <a:pt x="107221" y="665479"/>
                </a:lnTo>
                <a:lnTo>
                  <a:pt x="112153" y="671829"/>
                </a:lnTo>
                <a:lnTo>
                  <a:pt x="111963" y="671829"/>
                </a:lnTo>
                <a:lnTo>
                  <a:pt x="118046" y="679450"/>
                </a:lnTo>
                <a:lnTo>
                  <a:pt x="118886" y="679450"/>
                </a:lnTo>
                <a:lnTo>
                  <a:pt x="124104" y="685800"/>
                </a:lnTo>
                <a:lnTo>
                  <a:pt x="123901" y="685800"/>
                </a:lnTo>
                <a:lnTo>
                  <a:pt x="130314" y="692150"/>
                </a:lnTo>
                <a:lnTo>
                  <a:pt x="130111" y="692150"/>
                </a:lnTo>
                <a:lnTo>
                  <a:pt x="136690" y="698500"/>
                </a:lnTo>
                <a:lnTo>
                  <a:pt x="136486" y="698500"/>
                </a:lnTo>
                <a:lnTo>
                  <a:pt x="143217" y="704850"/>
                </a:lnTo>
                <a:lnTo>
                  <a:pt x="143001" y="704850"/>
                </a:lnTo>
                <a:lnTo>
                  <a:pt x="149898" y="711200"/>
                </a:lnTo>
                <a:lnTo>
                  <a:pt x="149682" y="711200"/>
                </a:lnTo>
                <a:lnTo>
                  <a:pt x="156730" y="717550"/>
                </a:lnTo>
                <a:lnTo>
                  <a:pt x="156502" y="717550"/>
                </a:lnTo>
                <a:lnTo>
                  <a:pt x="163702" y="723900"/>
                </a:lnTo>
                <a:lnTo>
                  <a:pt x="163461" y="723900"/>
                </a:lnTo>
                <a:lnTo>
                  <a:pt x="170814" y="728979"/>
                </a:lnTo>
                <a:lnTo>
                  <a:pt x="170573" y="728979"/>
                </a:lnTo>
                <a:lnTo>
                  <a:pt x="178053" y="735329"/>
                </a:lnTo>
                <a:lnTo>
                  <a:pt x="179339" y="735329"/>
                </a:lnTo>
                <a:lnTo>
                  <a:pt x="185445" y="740410"/>
                </a:lnTo>
                <a:lnTo>
                  <a:pt x="185204" y="740410"/>
                </a:lnTo>
                <a:lnTo>
                  <a:pt x="192963" y="745489"/>
                </a:lnTo>
                <a:lnTo>
                  <a:pt x="192709" y="745489"/>
                </a:lnTo>
                <a:lnTo>
                  <a:pt x="200609" y="750570"/>
                </a:lnTo>
                <a:lnTo>
                  <a:pt x="200355" y="750570"/>
                </a:lnTo>
                <a:lnTo>
                  <a:pt x="208394" y="755650"/>
                </a:lnTo>
                <a:lnTo>
                  <a:pt x="208127" y="755650"/>
                </a:lnTo>
                <a:lnTo>
                  <a:pt x="216293" y="759460"/>
                </a:lnTo>
                <a:lnTo>
                  <a:pt x="216026" y="759460"/>
                </a:lnTo>
                <a:lnTo>
                  <a:pt x="224307" y="764539"/>
                </a:lnTo>
                <a:lnTo>
                  <a:pt x="224040" y="764539"/>
                </a:lnTo>
                <a:lnTo>
                  <a:pt x="232448" y="768350"/>
                </a:lnTo>
                <a:lnTo>
                  <a:pt x="232168" y="768350"/>
                </a:lnTo>
                <a:lnTo>
                  <a:pt x="240690" y="773429"/>
                </a:lnTo>
                <a:lnTo>
                  <a:pt x="242573" y="773429"/>
                </a:lnTo>
                <a:lnTo>
                  <a:pt x="249059" y="777239"/>
                </a:lnTo>
                <a:lnTo>
                  <a:pt x="250967" y="777239"/>
                </a:lnTo>
                <a:lnTo>
                  <a:pt x="257530" y="781050"/>
                </a:lnTo>
                <a:lnTo>
                  <a:pt x="260193" y="781050"/>
                </a:lnTo>
                <a:lnTo>
                  <a:pt x="266103" y="783589"/>
                </a:lnTo>
                <a:lnTo>
                  <a:pt x="265810" y="783589"/>
                </a:lnTo>
                <a:lnTo>
                  <a:pt x="274789" y="787400"/>
                </a:lnTo>
                <a:lnTo>
                  <a:pt x="274497" y="787400"/>
                </a:lnTo>
                <a:lnTo>
                  <a:pt x="283565" y="789939"/>
                </a:lnTo>
                <a:lnTo>
                  <a:pt x="283273" y="789939"/>
                </a:lnTo>
                <a:lnTo>
                  <a:pt x="292442" y="793750"/>
                </a:lnTo>
                <a:lnTo>
                  <a:pt x="295228" y="793750"/>
                </a:lnTo>
                <a:lnTo>
                  <a:pt x="301409" y="796289"/>
                </a:lnTo>
                <a:lnTo>
                  <a:pt x="301104" y="796289"/>
                </a:lnTo>
                <a:lnTo>
                  <a:pt x="310476" y="798829"/>
                </a:lnTo>
                <a:lnTo>
                  <a:pt x="310172" y="798829"/>
                </a:lnTo>
                <a:lnTo>
                  <a:pt x="319620" y="800100"/>
                </a:lnTo>
                <a:lnTo>
                  <a:pt x="319316" y="800100"/>
                </a:lnTo>
                <a:lnTo>
                  <a:pt x="328853" y="802639"/>
                </a:lnTo>
                <a:lnTo>
                  <a:pt x="328549" y="802639"/>
                </a:lnTo>
                <a:lnTo>
                  <a:pt x="338175" y="803910"/>
                </a:lnTo>
                <a:lnTo>
                  <a:pt x="337858" y="803910"/>
                </a:lnTo>
                <a:lnTo>
                  <a:pt x="347573" y="806450"/>
                </a:lnTo>
                <a:lnTo>
                  <a:pt x="347256" y="806450"/>
                </a:lnTo>
                <a:lnTo>
                  <a:pt x="357047" y="807720"/>
                </a:lnTo>
                <a:lnTo>
                  <a:pt x="366280" y="807720"/>
                </a:lnTo>
                <a:lnTo>
                  <a:pt x="376212" y="808989"/>
                </a:lnTo>
                <a:lnTo>
                  <a:pt x="375894" y="808989"/>
                </a:lnTo>
                <a:lnTo>
                  <a:pt x="385902" y="810260"/>
                </a:lnTo>
                <a:lnTo>
                  <a:pt x="547789" y="810260"/>
                </a:lnTo>
                <a:lnTo>
                  <a:pt x="544702" y="811529"/>
                </a:lnTo>
                <a:lnTo>
                  <a:pt x="535330" y="814070"/>
                </a:lnTo>
                <a:lnTo>
                  <a:pt x="525856" y="817879"/>
                </a:lnTo>
                <a:lnTo>
                  <a:pt x="496849" y="825500"/>
                </a:lnTo>
                <a:lnTo>
                  <a:pt x="486994" y="826770"/>
                </a:lnTo>
                <a:lnTo>
                  <a:pt x="477062" y="829310"/>
                </a:lnTo>
                <a:lnTo>
                  <a:pt x="426161" y="835660"/>
                </a:lnTo>
                <a:close/>
              </a:path>
              <a:path w="810895" h="835660">
                <a:moveTo>
                  <a:pt x="686714" y="175260"/>
                </a:moveTo>
                <a:lnTo>
                  <a:pt x="680288" y="167639"/>
                </a:lnTo>
                <a:lnTo>
                  <a:pt x="680504" y="167639"/>
                </a:lnTo>
                <a:lnTo>
                  <a:pt x="673912" y="161289"/>
                </a:lnTo>
                <a:lnTo>
                  <a:pt x="674128" y="161289"/>
                </a:lnTo>
                <a:lnTo>
                  <a:pt x="667384" y="154939"/>
                </a:lnTo>
                <a:lnTo>
                  <a:pt x="667600" y="154939"/>
                </a:lnTo>
                <a:lnTo>
                  <a:pt x="660704" y="148589"/>
                </a:lnTo>
                <a:lnTo>
                  <a:pt x="660933" y="148589"/>
                </a:lnTo>
                <a:lnTo>
                  <a:pt x="653884" y="142239"/>
                </a:lnTo>
                <a:lnTo>
                  <a:pt x="690592" y="142239"/>
                </a:lnTo>
                <a:lnTo>
                  <a:pt x="691984" y="143510"/>
                </a:lnTo>
                <a:lnTo>
                  <a:pt x="718146" y="172720"/>
                </a:lnTo>
                <a:lnTo>
                  <a:pt x="719165" y="173989"/>
                </a:lnTo>
                <a:lnTo>
                  <a:pt x="686511" y="173989"/>
                </a:lnTo>
                <a:lnTo>
                  <a:pt x="686714" y="175260"/>
                </a:lnTo>
                <a:close/>
              </a:path>
              <a:path w="810895" h="835660">
                <a:moveTo>
                  <a:pt x="155003" y="144779"/>
                </a:moveTo>
                <a:lnTo>
                  <a:pt x="155219" y="143510"/>
                </a:lnTo>
                <a:lnTo>
                  <a:pt x="156349" y="143510"/>
                </a:lnTo>
                <a:lnTo>
                  <a:pt x="155003" y="144779"/>
                </a:lnTo>
                <a:close/>
              </a:path>
              <a:path w="810895" h="835660">
                <a:moveTo>
                  <a:pt x="715314" y="210820"/>
                </a:moveTo>
                <a:lnTo>
                  <a:pt x="709752" y="203200"/>
                </a:lnTo>
                <a:lnTo>
                  <a:pt x="709929" y="203200"/>
                </a:lnTo>
                <a:lnTo>
                  <a:pt x="704189" y="195579"/>
                </a:lnTo>
                <a:lnTo>
                  <a:pt x="704380" y="195579"/>
                </a:lnTo>
                <a:lnTo>
                  <a:pt x="698461" y="187960"/>
                </a:lnTo>
                <a:lnTo>
                  <a:pt x="698652" y="187960"/>
                </a:lnTo>
                <a:lnTo>
                  <a:pt x="692569" y="181610"/>
                </a:lnTo>
                <a:lnTo>
                  <a:pt x="692759" y="181610"/>
                </a:lnTo>
                <a:lnTo>
                  <a:pt x="686511" y="173989"/>
                </a:lnTo>
                <a:lnTo>
                  <a:pt x="719165" y="173989"/>
                </a:lnTo>
                <a:lnTo>
                  <a:pt x="724255" y="180339"/>
                </a:lnTo>
                <a:lnTo>
                  <a:pt x="730173" y="187960"/>
                </a:lnTo>
                <a:lnTo>
                  <a:pt x="735926" y="195579"/>
                </a:lnTo>
                <a:lnTo>
                  <a:pt x="741476" y="203200"/>
                </a:lnTo>
                <a:lnTo>
                  <a:pt x="745314" y="209550"/>
                </a:lnTo>
                <a:lnTo>
                  <a:pt x="715137" y="209550"/>
                </a:lnTo>
                <a:lnTo>
                  <a:pt x="715314" y="210820"/>
                </a:lnTo>
                <a:close/>
              </a:path>
              <a:path w="810895" h="835660">
                <a:moveTo>
                  <a:pt x="107721" y="194310"/>
                </a:moveTo>
                <a:lnTo>
                  <a:pt x="107899" y="193039"/>
                </a:lnTo>
                <a:lnTo>
                  <a:pt x="108654" y="193039"/>
                </a:lnTo>
                <a:lnTo>
                  <a:pt x="107721" y="194310"/>
                </a:lnTo>
                <a:close/>
              </a:path>
              <a:path w="810895" h="835660">
                <a:moveTo>
                  <a:pt x="720521" y="218439"/>
                </a:moveTo>
                <a:lnTo>
                  <a:pt x="715137" y="209550"/>
                </a:lnTo>
                <a:lnTo>
                  <a:pt x="745314" y="209550"/>
                </a:lnTo>
                <a:lnTo>
                  <a:pt x="746848" y="212089"/>
                </a:lnTo>
                <a:lnTo>
                  <a:pt x="750303" y="217170"/>
                </a:lnTo>
                <a:lnTo>
                  <a:pt x="720343" y="217170"/>
                </a:lnTo>
                <a:lnTo>
                  <a:pt x="720521" y="218439"/>
                </a:lnTo>
                <a:close/>
              </a:path>
              <a:path w="810895" h="835660">
                <a:moveTo>
                  <a:pt x="725551" y="226060"/>
                </a:moveTo>
                <a:lnTo>
                  <a:pt x="720343" y="217170"/>
                </a:lnTo>
                <a:lnTo>
                  <a:pt x="750303" y="217170"/>
                </a:lnTo>
                <a:lnTo>
                  <a:pt x="752030" y="219710"/>
                </a:lnTo>
                <a:lnTo>
                  <a:pt x="754875" y="224789"/>
                </a:lnTo>
                <a:lnTo>
                  <a:pt x="725385" y="224789"/>
                </a:lnTo>
                <a:lnTo>
                  <a:pt x="725551" y="226060"/>
                </a:lnTo>
                <a:close/>
              </a:path>
              <a:path w="810895" h="835660">
                <a:moveTo>
                  <a:pt x="87566" y="222250"/>
                </a:moveTo>
                <a:lnTo>
                  <a:pt x="87731" y="220979"/>
                </a:lnTo>
                <a:lnTo>
                  <a:pt x="88396" y="220979"/>
                </a:lnTo>
                <a:lnTo>
                  <a:pt x="87566" y="222250"/>
                </a:lnTo>
                <a:close/>
              </a:path>
              <a:path w="810895" h="835660">
                <a:moveTo>
                  <a:pt x="730402" y="233679"/>
                </a:moveTo>
                <a:lnTo>
                  <a:pt x="725385" y="224789"/>
                </a:lnTo>
                <a:lnTo>
                  <a:pt x="754875" y="224789"/>
                </a:lnTo>
                <a:lnTo>
                  <a:pt x="757008" y="228600"/>
                </a:lnTo>
                <a:lnTo>
                  <a:pt x="759055" y="232410"/>
                </a:lnTo>
                <a:lnTo>
                  <a:pt x="730237" y="232410"/>
                </a:lnTo>
                <a:lnTo>
                  <a:pt x="730402" y="233679"/>
                </a:lnTo>
                <a:close/>
              </a:path>
              <a:path w="810895" h="835660">
                <a:moveTo>
                  <a:pt x="743826" y="257810"/>
                </a:moveTo>
                <a:lnTo>
                  <a:pt x="739393" y="248920"/>
                </a:lnTo>
                <a:lnTo>
                  <a:pt x="739546" y="248920"/>
                </a:lnTo>
                <a:lnTo>
                  <a:pt x="734910" y="241300"/>
                </a:lnTo>
                <a:lnTo>
                  <a:pt x="735063" y="241300"/>
                </a:lnTo>
                <a:lnTo>
                  <a:pt x="730237" y="232410"/>
                </a:lnTo>
                <a:lnTo>
                  <a:pt x="759055" y="232410"/>
                </a:lnTo>
                <a:lnTo>
                  <a:pt x="761784" y="237489"/>
                </a:lnTo>
                <a:lnTo>
                  <a:pt x="766368" y="245110"/>
                </a:lnTo>
                <a:lnTo>
                  <a:pt x="770737" y="254000"/>
                </a:lnTo>
                <a:lnTo>
                  <a:pt x="771927" y="256539"/>
                </a:lnTo>
                <a:lnTo>
                  <a:pt x="743686" y="256539"/>
                </a:lnTo>
                <a:lnTo>
                  <a:pt x="743826" y="257810"/>
                </a:lnTo>
                <a:close/>
              </a:path>
              <a:path w="810895" h="835660">
                <a:moveTo>
                  <a:pt x="751827" y="274320"/>
                </a:moveTo>
                <a:lnTo>
                  <a:pt x="747788" y="265429"/>
                </a:lnTo>
                <a:lnTo>
                  <a:pt x="747928" y="265429"/>
                </a:lnTo>
                <a:lnTo>
                  <a:pt x="743686" y="256539"/>
                </a:lnTo>
                <a:lnTo>
                  <a:pt x="771927" y="256539"/>
                </a:lnTo>
                <a:lnTo>
                  <a:pt x="774903" y="262889"/>
                </a:lnTo>
                <a:lnTo>
                  <a:pt x="778865" y="271779"/>
                </a:lnTo>
                <a:lnTo>
                  <a:pt x="779332" y="273050"/>
                </a:lnTo>
                <a:lnTo>
                  <a:pt x="751700" y="273050"/>
                </a:lnTo>
                <a:lnTo>
                  <a:pt x="751827" y="274320"/>
                </a:lnTo>
                <a:close/>
              </a:path>
              <a:path w="810895" h="835660">
                <a:moveTo>
                  <a:pt x="777633" y="354329"/>
                </a:moveTo>
                <a:lnTo>
                  <a:pt x="775563" y="344170"/>
                </a:lnTo>
                <a:lnTo>
                  <a:pt x="773328" y="335279"/>
                </a:lnTo>
                <a:lnTo>
                  <a:pt x="770864" y="326389"/>
                </a:lnTo>
                <a:lnTo>
                  <a:pt x="768197" y="317500"/>
                </a:lnTo>
                <a:lnTo>
                  <a:pt x="765314" y="308610"/>
                </a:lnTo>
                <a:lnTo>
                  <a:pt x="762215" y="299720"/>
                </a:lnTo>
                <a:lnTo>
                  <a:pt x="758913" y="290829"/>
                </a:lnTo>
                <a:lnTo>
                  <a:pt x="755408" y="281939"/>
                </a:lnTo>
                <a:lnTo>
                  <a:pt x="751700" y="273050"/>
                </a:lnTo>
                <a:lnTo>
                  <a:pt x="779332" y="273050"/>
                </a:lnTo>
                <a:lnTo>
                  <a:pt x="782599" y="281939"/>
                </a:lnTo>
                <a:lnTo>
                  <a:pt x="786129" y="290829"/>
                </a:lnTo>
                <a:lnTo>
                  <a:pt x="789419" y="299720"/>
                </a:lnTo>
                <a:lnTo>
                  <a:pt x="792505" y="309879"/>
                </a:lnTo>
                <a:lnTo>
                  <a:pt x="795350" y="318770"/>
                </a:lnTo>
                <a:lnTo>
                  <a:pt x="797966" y="328929"/>
                </a:lnTo>
                <a:lnTo>
                  <a:pt x="800341" y="339089"/>
                </a:lnTo>
                <a:lnTo>
                  <a:pt x="802487" y="347979"/>
                </a:lnTo>
                <a:lnTo>
                  <a:pt x="803440" y="353060"/>
                </a:lnTo>
                <a:lnTo>
                  <a:pt x="777570" y="353060"/>
                </a:lnTo>
                <a:lnTo>
                  <a:pt x="777633" y="354329"/>
                </a:lnTo>
                <a:close/>
              </a:path>
              <a:path w="810895" h="835660">
                <a:moveTo>
                  <a:pt x="38023" y="332739"/>
                </a:moveTo>
                <a:lnTo>
                  <a:pt x="38100" y="331470"/>
                </a:lnTo>
                <a:lnTo>
                  <a:pt x="38372" y="331470"/>
                </a:lnTo>
                <a:lnTo>
                  <a:pt x="38023" y="332739"/>
                </a:lnTo>
                <a:close/>
              </a:path>
              <a:path w="810895" h="835660">
                <a:moveTo>
                  <a:pt x="782294" y="382270"/>
                </a:moveTo>
                <a:lnTo>
                  <a:pt x="780922" y="372110"/>
                </a:lnTo>
                <a:lnTo>
                  <a:pt x="779360" y="363220"/>
                </a:lnTo>
                <a:lnTo>
                  <a:pt x="777570" y="353060"/>
                </a:lnTo>
                <a:lnTo>
                  <a:pt x="803440" y="353060"/>
                </a:lnTo>
                <a:lnTo>
                  <a:pt x="804392" y="358139"/>
                </a:lnTo>
                <a:lnTo>
                  <a:pt x="806056" y="368300"/>
                </a:lnTo>
                <a:lnTo>
                  <a:pt x="807465" y="378460"/>
                </a:lnTo>
                <a:lnTo>
                  <a:pt x="807758" y="381000"/>
                </a:lnTo>
                <a:lnTo>
                  <a:pt x="782256" y="381000"/>
                </a:lnTo>
                <a:lnTo>
                  <a:pt x="782294" y="382270"/>
                </a:lnTo>
                <a:close/>
              </a:path>
              <a:path w="810895" h="835660">
                <a:moveTo>
                  <a:pt x="810590" y="440689"/>
                </a:moveTo>
                <a:lnTo>
                  <a:pt x="785202" y="440689"/>
                </a:lnTo>
                <a:lnTo>
                  <a:pt x="785202" y="420370"/>
                </a:lnTo>
                <a:lnTo>
                  <a:pt x="784821" y="410210"/>
                </a:lnTo>
                <a:lnTo>
                  <a:pt x="784756" y="408939"/>
                </a:lnTo>
                <a:lnTo>
                  <a:pt x="784212" y="401320"/>
                </a:lnTo>
                <a:lnTo>
                  <a:pt x="783348" y="391160"/>
                </a:lnTo>
                <a:lnTo>
                  <a:pt x="782256" y="381000"/>
                </a:lnTo>
                <a:lnTo>
                  <a:pt x="807758" y="381000"/>
                </a:lnTo>
                <a:lnTo>
                  <a:pt x="808634" y="388620"/>
                </a:lnTo>
                <a:lnTo>
                  <a:pt x="809548" y="398779"/>
                </a:lnTo>
                <a:lnTo>
                  <a:pt x="810196" y="408939"/>
                </a:lnTo>
                <a:lnTo>
                  <a:pt x="810590" y="420370"/>
                </a:lnTo>
                <a:lnTo>
                  <a:pt x="810607" y="421639"/>
                </a:lnTo>
                <a:lnTo>
                  <a:pt x="810590" y="440689"/>
                </a:lnTo>
                <a:close/>
              </a:path>
              <a:path w="810895" h="835660">
                <a:moveTo>
                  <a:pt x="25387" y="421639"/>
                </a:moveTo>
                <a:lnTo>
                  <a:pt x="25400" y="420370"/>
                </a:lnTo>
                <a:lnTo>
                  <a:pt x="25387" y="421639"/>
                </a:lnTo>
                <a:close/>
              </a:path>
              <a:path w="810895" h="835660">
                <a:moveTo>
                  <a:pt x="25447" y="440689"/>
                </a:moveTo>
                <a:lnTo>
                  <a:pt x="25400" y="439420"/>
                </a:lnTo>
                <a:lnTo>
                  <a:pt x="25447" y="440689"/>
                </a:lnTo>
                <a:close/>
              </a:path>
              <a:path w="810895" h="835660">
                <a:moveTo>
                  <a:pt x="799450" y="525779"/>
                </a:moveTo>
                <a:lnTo>
                  <a:pt x="773328" y="525779"/>
                </a:lnTo>
                <a:lnTo>
                  <a:pt x="775627" y="515620"/>
                </a:lnTo>
                <a:lnTo>
                  <a:pt x="777633" y="506729"/>
                </a:lnTo>
                <a:lnTo>
                  <a:pt x="779424" y="497839"/>
                </a:lnTo>
                <a:lnTo>
                  <a:pt x="780973" y="487679"/>
                </a:lnTo>
                <a:lnTo>
                  <a:pt x="782294" y="478789"/>
                </a:lnTo>
                <a:lnTo>
                  <a:pt x="783386" y="468629"/>
                </a:lnTo>
                <a:lnTo>
                  <a:pt x="784237" y="459739"/>
                </a:lnTo>
                <a:lnTo>
                  <a:pt x="784847" y="449579"/>
                </a:lnTo>
                <a:lnTo>
                  <a:pt x="785202" y="439420"/>
                </a:lnTo>
                <a:lnTo>
                  <a:pt x="785202" y="440689"/>
                </a:lnTo>
                <a:lnTo>
                  <a:pt x="810590" y="440689"/>
                </a:lnTo>
                <a:lnTo>
                  <a:pt x="810196" y="450850"/>
                </a:lnTo>
                <a:lnTo>
                  <a:pt x="806056" y="491489"/>
                </a:lnTo>
                <a:lnTo>
                  <a:pt x="800341" y="521970"/>
                </a:lnTo>
                <a:lnTo>
                  <a:pt x="799450" y="525779"/>
                </a:lnTo>
                <a:close/>
              </a:path>
              <a:path w="810895" h="835660">
                <a:moveTo>
                  <a:pt x="37526" y="525779"/>
                </a:moveTo>
                <a:lnTo>
                  <a:pt x="37287" y="525779"/>
                </a:lnTo>
                <a:lnTo>
                  <a:pt x="37210" y="524510"/>
                </a:lnTo>
                <a:lnTo>
                  <a:pt x="37526" y="525779"/>
                </a:lnTo>
                <a:close/>
              </a:path>
              <a:path w="810895" h="835660">
                <a:moveTo>
                  <a:pt x="785688" y="570229"/>
                </a:moveTo>
                <a:lnTo>
                  <a:pt x="758913" y="570229"/>
                </a:lnTo>
                <a:lnTo>
                  <a:pt x="762330" y="561339"/>
                </a:lnTo>
                <a:lnTo>
                  <a:pt x="765416" y="552450"/>
                </a:lnTo>
                <a:lnTo>
                  <a:pt x="768286" y="543560"/>
                </a:lnTo>
                <a:lnTo>
                  <a:pt x="770953" y="534670"/>
                </a:lnTo>
                <a:lnTo>
                  <a:pt x="773404" y="524510"/>
                </a:lnTo>
                <a:lnTo>
                  <a:pt x="773328" y="525779"/>
                </a:lnTo>
                <a:lnTo>
                  <a:pt x="799450" y="525779"/>
                </a:lnTo>
                <a:lnTo>
                  <a:pt x="797966" y="532129"/>
                </a:lnTo>
                <a:lnTo>
                  <a:pt x="795350" y="541020"/>
                </a:lnTo>
                <a:lnTo>
                  <a:pt x="792505" y="551179"/>
                </a:lnTo>
                <a:lnTo>
                  <a:pt x="789419" y="560070"/>
                </a:lnTo>
                <a:lnTo>
                  <a:pt x="786129" y="568960"/>
                </a:lnTo>
                <a:lnTo>
                  <a:pt x="785688" y="570229"/>
                </a:lnTo>
                <a:close/>
              </a:path>
              <a:path w="810895" h="835660">
                <a:moveTo>
                  <a:pt x="52093" y="570229"/>
                </a:moveTo>
                <a:lnTo>
                  <a:pt x="51688" y="570229"/>
                </a:lnTo>
                <a:lnTo>
                  <a:pt x="51574" y="568960"/>
                </a:lnTo>
                <a:lnTo>
                  <a:pt x="52093" y="570229"/>
                </a:lnTo>
                <a:close/>
              </a:path>
              <a:path w="810895" h="835660">
                <a:moveTo>
                  <a:pt x="775469" y="595629"/>
                </a:moveTo>
                <a:lnTo>
                  <a:pt x="747788" y="595629"/>
                </a:lnTo>
                <a:lnTo>
                  <a:pt x="751827" y="586739"/>
                </a:lnTo>
                <a:lnTo>
                  <a:pt x="755535" y="577850"/>
                </a:lnTo>
                <a:lnTo>
                  <a:pt x="759028" y="568960"/>
                </a:lnTo>
                <a:lnTo>
                  <a:pt x="758913" y="570229"/>
                </a:lnTo>
                <a:lnTo>
                  <a:pt x="785688" y="570229"/>
                </a:lnTo>
                <a:lnTo>
                  <a:pt x="782599" y="579120"/>
                </a:lnTo>
                <a:lnTo>
                  <a:pt x="778865" y="588010"/>
                </a:lnTo>
                <a:lnTo>
                  <a:pt x="775469" y="595629"/>
                </a:lnTo>
                <a:close/>
              </a:path>
              <a:path w="810895" h="835660">
                <a:moveTo>
                  <a:pt x="63291" y="595629"/>
                </a:moveTo>
                <a:lnTo>
                  <a:pt x="62814" y="595629"/>
                </a:lnTo>
                <a:lnTo>
                  <a:pt x="62687" y="594360"/>
                </a:lnTo>
                <a:lnTo>
                  <a:pt x="63291" y="595629"/>
                </a:lnTo>
                <a:close/>
              </a:path>
              <a:path w="810895" h="835660">
                <a:moveTo>
                  <a:pt x="735926" y="665479"/>
                </a:moveTo>
                <a:lnTo>
                  <a:pt x="704189" y="665479"/>
                </a:lnTo>
                <a:lnTo>
                  <a:pt x="709929" y="657860"/>
                </a:lnTo>
                <a:lnTo>
                  <a:pt x="709752" y="657860"/>
                </a:lnTo>
                <a:lnTo>
                  <a:pt x="715314" y="650239"/>
                </a:lnTo>
                <a:lnTo>
                  <a:pt x="715137" y="650239"/>
                </a:lnTo>
                <a:lnTo>
                  <a:pt x="720521" y="642620"/>
                </a:lnTo>
                <a:lnTo>
                  <a:pt x="720343" y="642620"/>
                </a:lnTo>
                <a:lnTo>
                  <a:pt x="725551" y="635000"/>
                </a:lnTo>
                <a:lnTo>
                  <a:pt x="725385" y="635000"/>
                </a:lnTo>
                <a:lnTo>
                  <a:pt x="730402" y="627379"/>
                </a:lnTo>
                <a:lnTo>
                  <a:pt x="730237" y="627379"/>
                </a:lnTo>
                <a:lnTo>
                  <a:pt x="735063" y="619760"/>
                </a:lnTo>
                <a:lnTo>
                  <a:pt x="734910" y="619760"/>
                </a:lnTo>
                <a:lnTo>
                  <a:pt x="739546" y="610870"/>
                </a:lnTo>
                <a:lnTo>
                  <a:pt x="739393" y="610870"/>
                </a:lnTo>
                <a:lnTo>
                  <a:pt x="743826" y="603250"/>
                </a:lnTo>
                <a:lnTo>
                  <a:pt x="743686" y="603250"/>
                </a:lnTo>
                <a:lnTo>
                  <a:pt x="747928" y="594360"/>
                </a:lnTo>
                <a:lnTo>
                  <a:pt x="747788" y="595629"/>
                </a:lnTo>
                <a:lnTo>
                  <a:pt x="775469" y="595629"/>
                </a:lnTo>
                <a:lnTo>
                  <a:pt x="774903" y="596900"/>
                </a:lnTo>
                <a:lnTo>
                  <a:pt x="757008" y="632460"/>
                </a:lnTo>
                <a:lnTo>
                  <a:pt x="752030" y="640079"/>
                </a:lnTo>
                <a:lnTo>
                  <a:pt x="746848" y="648970"/>
                </a:lnTo>
                <a:lnTo>
                  <a:pt x="741476" y="656589"/>
                </a:lnTo>
                <a:lnTo>
                  <a:pt x="735926" y="665479"/>
                </a:lnTo>
                <a:close/>
              </a:path>
              <a:path w="810895" h="835660">
                <a:moveTo>
                  <a:pt x="107221" y="665479"/>
                </a:moveTo>
                <a:lnTo>
                  <a:pt x="106425" y="665479"/>
                </a:lnTo>
                <a:lnTo>
                  <a:pt x="106235" y="664210"/>
                </a:lnTo>
                <a:lnTo>
                  <a:pt x="107221" y="665479"/>
                </a:lnTo>
                <a:close/>
              </a:path>
              <a:path w="810895" h="835660">
                <a:moveTo>
                  <a:pt x="725241" y="679450"/>
                </a:moveTo>
                <a:lnTo>
                  <a:pt x="692569" y="679450"/>
                </a:lnTo>
                <a:lnTo>
                  <a:pt x="698652" y="671829"/>
                </a:lnTo>
                <a:lnTo>
                  <a:pt x="698461" y="671829"/>
                </a:lnTo>
                <a:lnTo>
                  <a:pt x="704380" y="664210"/>
                </a:lnTo>
                <a:lnTo>
                  <a:pt x="704189" y="665479"/>
                </a:lnTo>
                <a:lnTo>
                  <a:pt x="735926" y="665479"/>
                </a:lnTo>
                <a:lnTo>
                  <a:pt x="730173" y="673100"/>
                </a:lnTo>
                <a:lnTo>
                  <a:pt x="725241" y="679450"/>
                </a:lnTo>
                <a:close/>
              </a:path>
              <a:path w="810895" h="835660">
                <a:moveTo>
                  <a:pt x="118886" y="679450"/>
                </a:moveTo>
                <a:lnTo>
                  <a:pt x="118046" y="679450"/>
                </a:lnTo>
                <a:lnTo>
                  <a:pt x="117843" y="678179"/>
                </a:lnTo>
                <a:lnTo>
                  <a:pt x="118886" y="679450"/>
                </a:lnTo>
                <a:close/>
              </a:path>
              <a:path w="810895" h="835660">
                <a:moveTo>
                  <a:pt x="672078" y="735329"/>
                </a:moveTo>
                <a:lnTo>
                  <a:pt x="632548" y="735329"/>
                </a:lnTo>
                <a:lnTo>
                  <a:pt x="640041" y="728979"/>
                </a:lnTo>
                <a:lnTo>
                  <a:pt x="639800" y="728979"/>
                </a:lnTo>
                <a:lnTo>
                  <a:pt x="647141" y="723900"/>
                </a:lnTo>
                <a:lnTo>
                  <a:pt x="646912" y="723900"/>
                </a:lnTo>
                <a:lnTo>
                  <a:pt x="654113" y="717550"/>
                </a:lnTo>
                <a:lnTo>
                  <a:pt x="653884" y="717550"/>
                </a:lnTo>
                <a:lnTo>
                  <a:pt x="660933" y="711200"/>
                </a:lnTo>
                <a:lnTo>
                  <a:pt x="660704" y="711200"/>
                </a:lnTo>
                <a:lnTo>
                  <a:pt x="667600" y="704850"/>
                </a:lnTo>
                <a:lnTo>
                  <a:pt x="667384" y="704850"/>
                </a:lnTo>
                <a:lnTo>
                  <a:pt x="674128" y="698500"/>
                </a:lnTo>
                <a:lnTo>
                  <a:pt x="673912" y="698500"/>
                </a:lnTo>
                <a:lnTo>
                  <a:pt x="680504" y="692150"/>
                </a:lnTo>
                <a:lnTo>
                  <a:pt x="680288" y="692150"/>
                </a:lnTo>
                <a:lnTo>
                  <a:pt x="686714" y="685800"/>
                </a:lnTo>
                <a:lnTo>
                  <a:pt x="686511" y="685800"/>
                </a:lnTo>
                <a:lnTo>
                  <a:pt x="692759" y="678179"/>
                </a:lnTo>
                <a:lnTo>
                  <a:pt x="692569" y="679450"/>
                </a:lnTo>
                <a:lnTo>
                  <a:pt x="725241" y="679450"/>
                </a:lnTo>
                <a:lnTo>
                  <a:pt x="724255" y="680720"/>
                </a:lnTo>
                <a:lnTo>
                  <a:pt x="718146" y="688339"/>
                </a:lnTo>
                <a:lnTo>
                  <a:pt x="711860" y="695960"/>
                </a:lnTo>
                <a:lnTo>
                  <a:pt x="705408" y="702310"/>
                </a:lnTo>
                <a:lnTo>
                  <a:pt x="698779" y="709929"/>
                </a:lnTo>
                <a:lnTo>
                  <a:pt x="691984" y="716279"/>
                </a:lnTo>
                <a:lnTo>
                  <a:pt x="685025" y="723900"/>
                </a:lnTo>
                <a:lnTo>
                  <a:pt x="677900" y="730250"/>
                </a:lnTo>
                <a:lnTo>
                  <a:pt x="672078" y="735329"/>
                </a:lnTo>
                <a:close/>
              </a:path>
              <a:path w="810895" h="835660">
                <a:moveTo>
                  <a:pt x="179339" y="735329"/>
                </a:moveTo>
                <a:lnTo>
                  <a:pt x="178053" y="735329"/>
                </a:lnTo>
                <a:lnTo>
                  <a:pt x="177812" y="734060"/>
                </a:lnTo>
                <a:lnTo>
                  <a:pt x="179339" y="735329"/>
                </a:lnTo>
                <a:close/>
              </a:path>
              <a:path w="810895" h="835660">
                <a:moveTo>
                  <a:pt x="621763" y="773429"/>
                </a:moveTo>
                <a:lnTo>
                  <a:pt x="569912" y="773429"/>
                </a:lnTo>
                <a:lnTo>
                  <a:pt x="578446" y="768350"/>
                </a:lnTo>
                <a:lnTo>
                  <a:pt x="578167" y="768350"/>
                </a:lnTo>
                <a:lnTo>
                  <a:pt x="586574" y="764539"/>
                </a:lnTo>
                <a:lnTo>
                  <a:pt x="586308" y="764539"/>
                </a:lnTo>
                <a:lnTo>
                  <a:pt x="594588" y="759460"/>
                </a:lnTo>
                <a:lnTo>
                  <a:pt x="594321" y="759460"/>
                </a:lnTo>
                <a:lnTo>
                  <a:pt x="602488" y="755650"/>
                </a:lnTo>
                <a:lnTo>
                  <a:pt x="602221" y="755650"/>
                </a:lnTo>
                <a:lnTo>
                  <a:pt x="610247" y="750570"/>
                </a:lnTo>
                <a:lnTo>
                  <a:pt x="609993" y="750570"/>
                </a:lnTo>
                <a:lnTo>
                  <a:pt x="617893" y="745489"/>
                </a:lnTo>
                <a:lnTo>
                  <a:pt x="617639" y="745489"/>
                </a:lnTo>
                <a:lnTo>
                  <a:pt x="625411" y="740410"/>
                </a:lnTo>
                <a:lnTo>
                  <a:pt x="625157" y="740410"/>
                </a:lnTo>
                <a:lnTo>
                  <a:pt x="632790" y="734060"/>
                </a:lnTo>
                <a:lnTo>
                  <a:pt x="632548" y="735329"/>
                </a:lnTo>
                <a:lnTo>
                  <a:pt x="672078" y="735329"/>
                </a:lnTo>
                <a:lnTo>
                  <a:pt x="640003" y="760729"/>
                </a:lnTo>
                <a:lnTo>
                  <a:pt x="631990" y="765810"/>
                </a:lnTo>
                <a:lnTo>
                  <a:pt x="623836" y="772160"/>
                </a:lnTo>
                <a:lnTo>
                  <a:pt x="621763" y="773429"/>
                </a:lnTo>
                <a:close/>
              </a:path>
              <a:path w="810895" h="835660">
                <a:moveTo>
                  <a:pt x="242573" y="773429"/>
                </a:moveTo>
                <a:lnTo>
                  <a:pt x="240690" y="773429"/>
                </a:lnTo>
                <a:lnTo>
                  <a:pt x="240410" y="772160"/>
                </a:lnTo>
                <a:lnTo>
                  <a:pt x="242573" y="773429"/>
                </a:lnTo>
                <a:close/>
              </a:path>
              <a:path w="810895" h="835660">
                <a:moveTo>
                  <a:pt x="615543" y="777239"/>
                </a:moveTo>
                <a:lnTo>
                  <a:pt x="561555" y="777239"/>
                </a:lnTo>
                <a:lnTo>
                  <a:pt x="570191" y="772160"/>
                </a:lnTo>
                <a:lnTo>
                  <a:pt x="569912" y="773429"/>
                </a:lnTo>
                <a:lnTo>
                  <a:pt x="621763" y="773429"/>
                </a:lnTo>
                <a:lnTo>
                  <a:pt x="615543" y="777239"/>
                </a:lnTo>
                <a:close/>
              </a:path>
              <a:path w="810895" h="835660">
                <a:moveTo>
                  <a:pt x="250967" y="777239"/>
                </a:moveTo>
                <a:lnTo>
                  <a:pt x="249059" y="777239"/>
                </a:lnTo>
                <a:lnTo>
                  <a:pt x="248780" y="775970"/>
                </a:lnTo>
                <a:lnTo>
                  <a:pt x="250967" y="777239"/>
                </a:lnTo>
                <a:close/>
              </a:path>
              <a:path w="810895" h="835660">
                <a:moveTo>
                  <a:pt x="609218" y="781050"/>
                </a:moveTo>
                <a:lnTo>
                  <a:pt x="553084" y="781050"/>
                </a:lnTo>
                <a:lnTo>
                  <a:pt x="561835" y="775970"/>
                </a:lnTo>
                <a:lnTo>
                  <a:pt x="561555" y="777239"/>
                </a:lnTo>
                <a:lnTo>
                  <a:pt x="615543" y="777239"/>
                </a:lnTo>
                <a:lnTo>
                  <a:pt x="609218" y="781050"/>
                </a:lnTo>
                <a:close/>
              </a:path>
              <a:path w="810895" h="835660">
                <a:moveTo>
                  <a:pt x="260193" y="781050"/>
                </a:moveTo>
                <a:lnTo>
                  <a:pt x="257530" y="781050"/>
                </a:lnTo>
                <a:lnTo>
                  <a:pt x="257238" y="779779"/>
                </a:lnTo>
                <a:lnTo>
                  <a:pt x="260193" y="781050"/>
                </a:lnTo>
                <a:close/>
              </a:path>
              <a:path w="810895" h="835660">
                <a:moveTo>
                  <a:pt x="584009" y="793750"/>
                </a:moveTo>
                <a:lnTo>
                  <a:pt x="518172" y="793750"/>
                </a:lnTo>
                <a:lnTo>
                  <a:pt x="527342" y="789939"/>
                </a:lnTo>
                <a:lnTo>
                  <a:pt x="527037" y="789939"/>
                </a:lnTo>
                <a:lnTo>
                  <a:pt x="536117" y="787400"/>
                </a:lnTo>
                <a:lnTo>
                  <a:pt x="535825" y="787400"/>
                </a:lnTo>
                <a:lnTo>
                  <a:pt x="544791" y="783589"/>
                </a:lnTo>
                <a:lnTo>
                  <a:pt x="544499" y="783589"/>
                </a:lnTo>
                <a:lnTo>
                  <a:pt x="553364" y="779779"/>
                </a:lnTo>
                <a:lnTo>
                  <a:pt x="553084" y="781050"/>
                </a:lnTo>
                <a:lnTo>
                  <a:pt x="609218" y="781050"/>
                </a:lnTo>
                <a:lnTo>
                  <a:pt x="607110" y="782320"/>
                </a:lnTo>
                <a:lnTo>
                  <a:pt x="598563" y="786129"/>
                </a:lnTo>
                <a:lnTo>
                  <a:pt x="589876" y="791210"/>
                </a:lnTo>
                <a:lnTo>
                  <a:pt x="584009" y="793750"/>
                </a:lnTo>
                <a:close/>
              </a:path>
              <a:path w="810895" h="835660">
                <a:moveTo>
                  <a:pt x="295228" y="793750"/>
                </a:moveTo>
                <a:lnTo>
                  <a:pt x="292442" y="793750"/>
                </a:lnTo>
                <a:lnTo>
                  <a:pt x="292138" y="792479"/>
                </a:lnTo>
                <a:lnTo>
                  <a:pt x="295228" y="793750"/>
                </a:lnTo>
                <a:close/>
              </a:path>
              <a:path w="810895" h="835660">
                <a:moveTo>
                  <a:pt x="547789" y="810260"/>
                </a:moveTo>
                <a:lnTo>
                  <a:pt x="424713" y="810260"/>
                </a:lnTo>
                <a:lnTo>
                  <a:pt x="434720" y="808989"/>
                </a:lnTo>
                <a:lnTo>
                  <a:pt x="434403" y="808989"/>
                </a:lnTo>
                <a:lnTo>
                  <a:pt x="444334" y="807720"/>
                </a:lnTo>
                <a:lnTo>
                  <a:pt x="453567" y="807720"/>
                </a:lnTo>
                <a:lnTo>
                  <a:pt x="463346" y="806450"/>
                </a:lnTo>
                <a:lnTo>
                  <a:pt x="463041" y="806450"/>
                </a:lnTo>
                <a:lnTo>
                  <a:pt x="472744" y="803910"/>
                </a:lnTo>
                <a:lnTo>
                  <a:pt x="472439" y="803910"/>
                </a:lnTo>
                <a:lnTo>
                  <a:pt x="482066" y="802639"/>
                </a:lnTo>
                <a:lnTo>
                  <a:pt x="481749" y="802639"/>
                </a:lnTo>
                <a:lnTo>
                  <a:pt x="491299" y="800100"/>
                </a:lnTo>
                <a:lnTo>
                  <a:pt x="490981" y="800100"/>
                </a:lnTo>
                <a:lnTo>
                  <a:pt x="500443" y="798829"/>
                </a:lnTo>
                <a:lnTo>
                  <a:pt x="500138" y="798829"/>
                </a:lnTo>
                <a:lnTo>
                  <a:pt x="509498" y="796289"/>
                </a:lnTo>
                <a:lnTo>
                  <a:pt x="509193" y="796289"/>
                </a:lnTo>
                <a:lnTo>
                  <a:pt x="518464" y="792479"/>
                </a:lnTo>
                <a:lnTo>
                  <a:pt x="518172" y="793750"/>
                </a:lnTo>
                <a:lnTo>
                  <a:pt x="584009" y="793750"/>
                </a:lnTo>
                <a:lnTo>
                  <a:pt x="581075" y="795020"/>
                </a:lnTo>
                <a:lnTo>
                  <a:pt x="572160" y="800100"/>
                </a:lnTo>
                <a:lnTo>
                  <a:pt x="547789" y="81026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4423968" y="3701935"/>
            <a:ext cx="551815" cy="571500"/>
          </a:xfrm>
          <a:custGeom>
            <a:avLst/>
            <a:gdLst/>
            <a:ahLst/>
            <a:cxnLst/>
            <a:rect l="l" t="t" r="r" b="b"/>
            <a:pathLst>
              <a:path w="551814" h="571500">
                <a:moveTo>
                  <a:pt x="175198" y="39116"/>
                </a:moveTo>
                <a:lnTo>
                  <a:pt x="112115" y="0"/>
                </a:lnTo>
                <a:lnTo>
                  <a:pt x="239680" y="31750"/>
                </a:lnTo>
                <a:lnTo>
                  <a:pt x="199986" y="31750"/>
                </a:lnTo>
                <a:lnTo>
                  <a:pt x="175198" y="39116"/>
                </a:lnTo>
                <a:close/>
              </a:path>
              <a:path w="551814" h="571500">
                <a:moveTo>
                  <a:pt x="435254" y="102870"/>
                </a:moveTo>
                <a:lnTo>
                  <a:pt x="425323" y="95250"/>
                </a:lnTo>
                <a:lnTo>
                  <a:pt x="425805" y="95250"/>
                </a:lnTo>
                <a:lnTo>
                  <a:pt x="415493" y="87629"/>
                </a:lnTo>
                <a:lnTo>
                  <a:pt x="416001" y="87629"/>
                </a:lnTo>
                <a:lnTo>
                  <a:pt x="405320" y="81279"/>
                </a:lnTo>
                <a:lnTo>
                  <a:pt x="405841" y="81279"/>
                </a:lnTo>
                <a:lnTo>
                  <a:pt x="394830" y="74929"/>
                </a:lnTo>
                <a:lnTo>
                  <a:pt x="395363" y="74929"/>
                </a:lnTo>
                <a:lnTo>
                  <a:pt x="384022" y="69850"/>
                </a:lnTo>
                <a:lnTo>
                  <a:pt x="384581" y="69850"/>
                </a:lnTo>
                <a:lnTo>
                  <a:pt x="372922" y="64770"/>
                </a:lnTo>
                <a:lnTo>
                  <a:pt x="373354" y="64770"/>
                </a:lnTo>
                <a:lnTo>
                  <a:pt x="367411" y="62229"/>
                </a:lnTo>
                <a:lnTo>
                  <a:pt x="367703" y="62229"/>
                </a:lnTo>
                <a:lnTo>
                  <a:pt x="361696" y="60960"/>
                </a:lnTo>
                <a:lnTo>
                  <a:pt x="361988" y="60960"/>
                </a:lnTo>
                <a:lnTo>
                  <a:pt x="355904" y="58420"/>
                </a:lnTo>
                <a:lnTo>
                  <a:pt x="356209" y="58420"/>
                </a:lnTo>
                <a:lnTo>
                  <a:pt x="350062" y="55879"/>
                </a:lnTo>
                <a:lnTo>
                  <a:pt x="350354" y="55879"/>
                </a:lnTo>
                <a:lnTo>
                  <a:pt x="344144" y="54610"/>
                </a:lnTo>
                <a:lnTo>
                  <a:pt x="344449" y="54610"/>
                </a:lnTo>
                <a:lnTo>
                  <a:pt x="338175" y="53339"/>
                </a:lnTo>
                <a:lnTo>
                  <a:pt x="338480" y="53339"/>
                </a:lnTo>
                <a:lnTo>
                  <a:pt x="332143" y="52070"/>
                </a:lnTo>
                <a:lnTo>
                  <a:pt x="332460" y="52070"/>
                </a:lnTo>
                <a:lnTo>
                  <a:pt x="326059" y="50800"/>
                </a:lnTo>
                <a:lnTo>
                  <a:pt x="326377" y="50800"/>
                </a:lnTo>
                <a:lnTo>
                  <a:pt x="319925" y="49529"/>
                </a:lnTo>
                <a:lnTo>
                  <a:pt x="320243" y="49529"/>
                </a:lnTo>
                <a:lnTo>
                  <a:pt x="313728" y="48260"/>
                </a:lnTo>
                <a:lnTo>
                  <a:pt x="314045" y="48260"/>
                </a:lnTo>
                <a:lnTo>
                  <a:pt x="307492" y="46989"/>
                </a:lnTo>
                <a:lnTo>
                  <a:pt x="301510" y="46989"/>
                </a:lnTo>
                <a:lnTo>
                  <a:pt x="294855" y="45720"/>
                </a:lnTo>
                <a:lnTo>
                  <a:pt x="275577" y="45720"/>
                </a:lnTo>
                <a:lnTo>
                  <a:pt x="272935" y="44450"/>
                </a:lnTo>
                <a:lnTo>
                  <a:pt x="270421" y="44450"/>
                </a:lnTo>
                <a:lnTo>
                  <a:pt x="268147" y="43179"/>
                </a:lnTo>
                <a:lnTo>
                  <a:pt x="266191" y="40639"/>
                </a:lnTo>
                <a:lnTo>
                  <a:pt x="264655" y="38100"/>
                </a:lnTo>
                <a:lnTo>
                  <a:pt x="263613" y="36829"/>
                </a:lnTo>
                <a:lnTo>
                  <a:pt x="263093" y="34289"/>
                </a:lnTo>
                <a:lnTo>
                  <a:pt x="263118" y="30479"/>
                </a:lnTo>
                <a:lnTo>
                  <a:pt x="263702" y="27939"/>
                </a:lnTo>
                <a:lnTo>
                  <a:pt x="264820" y="25400"/>
                </a:lnTo>
                <a:lnTo>
                  <a:pt x="266407" y="24129"/>
                </a:lnTo>
                <a:lnTo>
                  <a:pt x="268401" y="21589"/>
                </a:lnTo>
                <a:lnTo>
                  <a:pt x="270713" y="20320"/>
                </a:lnTo>
                <a:lnTo>
                  <a:pt x="296938" y="20320"/>
                </a:lnTo>
                <a:lnTo>
                  <a:pt x="303923" y="21589"/>
                </a:lnTo>
                <a:lnTo>
                  <a:pt x="310845" y="21589"/>
                </a:lnTo>
                <a:lnTo>
                  <a:pt x="344665" y="27939"/>
                </a:lnTo>
                <a:lnTo>
                  <a:pt x="351243" y="30479"/>
                </a:lnTo>
                <a:lnTo>
                  <a:pt x="357759" y="31750"/>
                </a:lnTo>
                <a:lnTo>
                  <a:pt x="395325" y="46989"/>
                </a:lnTo>
                <a:lnTo>
                  <a:pt x="429958" y="67310"/>
                </a:lnTo>
                <a:lnTo>
                  <a:pt x="461200" y="91439"/>
                </a:lnTo>
                <a:lnTo>
                  <a:pt x="471917" y="101600"/>
                </a:lnTo>
                <a:lnTo>
                  <a:pt x="434797" y="101600"/>
                </a:lnTo>
                <a:lnTo>
                  <a:pt x="435254" y="102870"/>
                </a:lnTo>
                <a:close/>
              </a:path>
              <a:path w="551814" h="571500">
                <a:moveTo>
                  <a:pt x="176121" y="65611"/>
                </a:moveTo>
                <a:lnTo>
                  <a:pt x="187896" y="46989"/>
                </a:lnTo>
                <a:lnTo>
                  <a:pt x="175198" y="39116"/>
                </a:lnTo>
                <a:lnTo>
                  <a:pt x="199986" y="31750"/>
                </a:lnTo>
                <a:lnTo>
                  <a:pt x="206806" y="55879"/>
                </a:lnTo>
                <a:lnTo>
                  <a:pt x="186095" y="62229"/>
                </a:lnTo>
                <a:lnTo>
                  <a:pt x="183502" y="62229"/>
                </a:lnTo>
                <a:lnTo>
                  <a:pt x="176121" y="65611"/>
                </a:lnTo>
                <a:close/>
              </a:path>
              <a:path w="551814" h="571500">
                <a:moveTo>
                  <a:pt x="213685" y="63500"/>
                </a:moveTo>
                <a:lnTo>
                  <a:pt x="181952" y="63500"/>
                </a:lnTo>
                <a:lnTo>
                  <a:pt x="206806" y="55879"/>
                </a:lnTo>
                <a:lnTo>
                  <a:pt x="199986" y="31750"/>
                </a:lnTo>
                <a:lnTo>
                  <a:pt x="239680" y="31750"/>
                </a:lnTo>
                <a:lnTo>
                  <a:pt x="249885" y="34289"/>
                </a:lnTo>
                <a:lnTo>
                  <a:pt x="213685" y="63500"/>
                </a:lnTo>
                <a:close/>
              </a:path>
              <a:path w="551814" h="571500">
                <a:moveTo>
                  <a:pt x="324548" y="567689"/>
                </a:moveTo>
                <a:lnTo>
                  <a:pt x="226923" y="567689"/>
                </a:lnTo>
                <a:lnTo>
                  <a:pt x="220167" y="566420"/>
                </a:lnTo>
                <a:lnTo>
                  <a:pt x="213461" y="563879"/>
                </a:lnTo>
                <a:lnTo>
                  <a:pt x="200228" y="561339"/>
                </a:lnTo>
                <a:lnTo>
                  <a:pt x="193713" y="558800"/>
                </a:lnTo>
                <a:lnTo>
                  <a:pt x="187274" y="557529"/>
                </a:lnTo>
                <a:lnTo>
                  <a:pt x="168300" y="549910"/>
                </a:lnTo>
                <a:lnTo>
                  <a:pt x="132702" y="532129"/>
                </a:lnTo>
                <a:lnTo>
                  <a:pt x="100279" y="508000"/>
                </a:lnTo>
                <a:lnTo>
                  <a:pt x="90271" y="500379"/>
                </a:lnTo>
                <a:lnTo>
                  <a:pt x="80695" y="490220"/>
                </a:lnTo>
                <a:lnTo>
                  <a:pt x="71564" y="481329"/>
                </a:lnTo>
                <a:lnTo>
                  <a:pt x="62903" y="471170"/>
                </a:lnTo>
                <a:lnTo>
                  <a:pt x="39852" y="438150"/>
                </a:lnTo>
                <a:lnTo>
                  <a:pt x="21615" y="402589"/>
                </a:lnTo>
                <a:lnTo>
                  <a:pt x="8597" y="364489"/>
                </a:lnTo>
                <a:lnTo>
                  <a:pt x="4216" y="344170"/>
                </a:lnTo>
                <a:lnTo>
                  <a:pt x="3086" y="337820"/>
                </a:lnTo>
                <a:lnTo>
                  <a:pt x="1333" y="323850"/>
                </a:lnTo>
                <a:lnTo>
                  <a:pt x="622" y="314960"/>
                </a:lnTo>
                <a:lnTo>
                  <a:pt x="266" y="309879"/>
                </a:lnTo>
                <a:lnTo>
                  <a:pt x="0" y="302260"/>
                </a:lnTo>
                <a:lnTo>
                  <a:pt x="27" y="288289"/>
                </a:lnTo>
                <a:lnTo>
                  <a:pt x="3721" y="250189"/>
                </a:lnTo>
                <a:lnTo>
                  <a:pt x="14757" y="205739"/>
                </a:lnTo>
                <a:lnTo>
                  <a:pt x="35407" y="160020"/>
                </a:lnTo>
                <a:lnTo>
                  <a:pt x="41808" y="149860"/>
                </a:lnTo>
                <a:lnTo>
                  <a:pt x="48679" y="138429"/>
                </a:lnTo>
                <a:lnTo>
                  <a:pt x="55994" y="128270"/>
                </a:lnTo>
                <a:lnTo>
                  <a:pt x="63753" y="119379"/>
                </a:lnTo>
                <a:lnTo>
                  <a:pt x="71932" y="109220"/>
                </a:lnTo>
                <a:lnTo>
                  <a:pt x="80518" y="100329"/>
                </a:lnTo>
                <a:lnTo>
                  <a:pt x="89496" y="92710"/>
                </a:lnTo>
                <a:lnTo>
                  <a:pt x="98869" y="83820"/>
                </a:lnTo>
                <a:lnTo>
                  <a:pt x="139826" y="55879"/>
                </a:lnTo>
                <a:lnTo>
                  <a:pt x="174345" y="39370"/>
                </a:lnTo>
                <a:lnTo>
                  <a:pt x="175198" y="39116"/>
                </a:lnTo>
                <a:lnTo>
                  <a:pt x="187896" y="46989"/>
                </a:lnTo>
                <a:lnTo>
                  <a:pt x="176121" y="65611"/>
                </a:lnTo>
                <a:lnTo>
                  <a:pt x="172415" y="67310"/>
                </a:lnTo>
                <a:lnTo>
                  <a:pt x="172948" y="67310"/>
                </a:lnTo>
                <a:lnTo>
                  <a:pt x="162128" y="72389"/>
                </a:lnTo>
                <a:lnTo>
                  <a:pt x="162648" y="72389"/>
                </a:lnTo>
                <a:lnTo>
                  <a:pt x="152107" y="77470"/>
                </a:lnTo>
                <a:lnTo>
                  <a:pt x="152615" y="77470"/>
                </a:lnTo>
                <a:lnTo>
                  <a:pt x="142366" y="83820"/>
                </a:lnTo>
                <a:lnTo>
                  <a:pt x="142849" y="83820"/>
                </a:lnTo>
                <a:lnTo>
                  <a:pt x="132918" y="90170"/>
                </a:lnTo>
                <a:lnTo>
                  <a:pt x="133388" y="90170"/>
                </a:lnTo>
                <a:lnTo>
                  <a:pt x="123774" y="96520"/>
                </a:lnTo>
                <a:lnTo>
                  <a:pt x="124218" y="96520"/>
                </a:lnTo>
                <a:lnTo>
                  <a:pt x="116492" y="102870"/>
                </a:lnTo>
                <a:lnTo>
                  <a:pt x="115379" y="102870"/>
                </a:lnTo>
                <a:lnTo>
                  <a:pt x="106451" y="110489"/>
                </a:lnTo>
                <a:lnTo>
                  <a:pt x="106870" y="110489"/>
                </a:lnTo>
                <a:lnTo>
                  <a:pt x="99522" y="118110"/>
                </a:lnTo>
                <a:lnTo>
                  <a:pt x="98704" y="118110"/>
                </a:lnTo>
                <a:lnTo>
                  <a:pt x="90500" y="127000"/>
                </a:lnTo>
                <a:lnTo>
                  <a:pt x="90893" y="127000"/>
                </a:lnTo>
                <a:lnTo>
                  <a:pt x="84199" y="134620"/>
                </a:lnTo>
                <a:lnTo>
                  <a:pt x="83451" y="134620"/>
                </a:lnTo>
                <a:lnTo>
                  <a:pt x="76973" y="143510"/>
                </a:lnTo>
                <a:lnTo>
                  <a:pt x="76390" y="143510"/>
                </a:lnTo>
                <a:lnTo>
                  <a:pt x="69418" y="153670"/>
                </a:lnTo>
                <a:lnTo>
                  <a:pt x="69735" y="153670"/>
                </a:lnTo>
                <a:lnTo>
                  <a:pt x="63182" y="162560"/>
                </a:lnTo>
                <a:lnTo>
                  <a:pt x="63487" y="162560"/>
                </a:lnTo>
                <a:lnTo>
                  <a:pt x="57391" y="172720"/>
                </a:lnTo>
                <a:lnTo>
                  <a:pt x="57670" y="172720"/>
                </a:lnTo>
                <a:lnTo>
                  <a:pt x="52019" y="182879"/>
                </a:lnTo>
                <a:lnTo>
                  <a:pt x="52285" y="182879"/>
                </a:lnTo>
                <a:lnTo>
                  <a:pt x="47104" y="193039"/>
                </a:lnTo>
                <a:lnTo>
                  <a:pt x="47345" y="193039"/>
                </a:lnTo>
                <a:lnTo>
                  <a:pt x="43179" y="203200"/>
                </a:lnTo>
                <a:lnTo>
                  <a:pt x="42875" y="203200"/>
                </a:lnTo>
                <a:lnTo>
                  <a:pt x="38684" y="214629"/>
                </a:lnTo>
                <a:lnTo>
                  <a:pt x="38874" y="214629"/>
                </a:lnTo>
                <a:lnTo>
                  <a:pt x="35612" y="224789"/>
                </a:lnTo>
                <a:lnTo>
                  <a:pt x="35369" y="224789"/>
                </a:lnTo>
                <a:lnTo>
                  <a:pt x="32534" y="236220"/>
                </a:lnTo>
                <a:lnTo>
                  <a:pt x="32334" y="236220"/>
                </a:lnTo>
                <a:lnTo>
                  <a:pt x="30962" y="242570"/>
                </a:lnTo>
                <a:lnTo>
                  <a:pt x="29794" y="247650"/>
                </a:lnTo>
                <a:lnTo>
                  <a:pt x="28752" y="254000"/>
                </a:lnTo>
                <a:lnTo>
                  <a:pt x="28031" y="259079"/>
                </a:lnTo>
                <a:lnTo>
                  <a:pt x="27889" y="259079"/>
                </a:lnTo>
                <a:lnTo>
                  <a:pt x="27076" y="265429"/>
                </a:lnTo>
                <a:lnTo>
                  <a:pt x="26441" y="271779"/>
                </a:lnTo>
                <a:lnTo>
                  <a:pt x="26050" y="276860"/>
                </a:lnTo>
                <a:lnTo>
                  <a:pt x="25603" y="283210"/>
                </a:lnTo>
                <a:lnTo>
                  <a:pt x="25387" y="289560"/>
                </a:lnTo>
                <a:lnTo>
                  <a:pt x="25387" y="302260"/>
                </a:lnTo>
                <a:lnTo>
                  <a:pt x="25641" y="308610"/>
                </a:lnTo>
                <a:lnTo>
                  <a:pt x="26047" y="314960"/>
                </a:lnTo>
                <a:lnTo>
                  <a:pt x="26619" y="321310"/>
                </a:lnTo>
                <a:lnTo>
                  <a:pt x="27343" y="327660"/>
                </a:lnTo>
                <a:lnTo>
                  <a:pt x="28219" y="334010"/>
                </a:lnTo>
                <a:lnTo>
                  <a:pt x="29248" y="340360"/>
                </a:lnTo>
                <a:lnTo>
                  <a:pt x="30429" y="346710"/>
                </a:lnTo>
                <a:lnTo>
                  <a:pt x="30645" y="346710"/>
                </a:lnTo>
                <a:lnTo>
                  <a:pt x="31762" y="351789"/>
                </a:lnTo>
                <a:lnTo>
                  <a:pt x="33235" y="358139"/>
                </a:lnTo>
                <a:lnTo>
                  <a:pt x="34848" y="364489"/>
                </a:lnTo>
                <a:lnTo>
                  <a:pt x="36614" y="370839"/>
                </a:lnTo>
                <a:lnTo>
                  <a:pt x="36923" y="370839"/>
                </a:lnTo>
                <a:lnTo>
                  <a:pt x="38519" y="375920"/>
                </a:lnTo>
                <a:lnTo>
                  <a:pt x="40551" y="382270"/>
                </a:lnTo>
                <a:lnTo>
                  <a:pt x="40906" y="382270"/>
                </a:lnTo>
                <a:lnTo>
                  <a:pt x="42735" y="387350"/>
                </a:lnTo>
                <a:lnTo>
                  <a:pt x="45046" y="393700"/>
                </a:lnTo>
                <a:lnTo>
                  <a:pt x="45442" y="393700"/>
                </a:lnTo>
                <a:lnTo>
                  <a:pt x="50126" y="403860"/>
                </a:lnTo>
                <a:lnTo>
                  <a:pt x="49860" y="403860"/>
                </a:lnTo>
                <a:lnTo>
                  <a:pt x="55676" y="415289"/>
                </a:lnTo>
                <a:lnTo>
                  <a:pt x="55384" y="415289"/>
                </a:lnTo>
                <a:lnTo>
                  <a:pt x="61709" y="425450"/>
                </a:lnTo>
                <a:lnTo>
                  <a:pt x="61391" y="425450"/>
                </a:lnTo>
                <a:lnTo>
                  <a:pt x="68237" y="435610"/>
                </a:lnTo>
                <a:lnTo>
                  <a:pt x="67894" y="435610"/>
                </a:lnTo>
                <a:lnTo>
                  <a:pt x="75234" y="445770"/>
                </a:lnTo>
                <a:lnTo>
                  <a:pt x="74866" y="445770"/>
                </a:lnTo>
                <a:lnTo>
                  <a:pt x="82676" y="454660"/>
                </a:lnTo>
                <a:lnTo>
                  <a:pt x="82296" y="454660"/>
                </a:lnTo>
                <a:lnTo>
                  <a:pt x="90563" y="464820"/>
                </a:lnTo>
                <a:lnTo>
                  <a:pt x="91401" y="464820"/>
                </a:lnTo>
                <a:lnTo>
                  <a:pt x="98869" y="472439"/>
                </a:lnTo>
                <a:lnTo>
                  <a:pt x="98437" y="472439"/>
                </a:lnTo>
                <a:lnTo>
                  <a:pt x="107581" y="481329"/>
                </a:lnTo>
                <a:lnTo>
                  <a:pt x="107137" y="481329"/>
                </a:lnTo>
                <a:lnTo>
                  <a:pt x="116674" y="488950"/>
                </a:lnTo>
                <a:lnTo>
                  <a:pt x="116217" y="488950"/>
                </a:lnTo>
                <a:lnTo>
                  <a:pt x="126149" y="496570"/>
                </a:lnTo>
                <a:lnTo>
                  <a:pt x="125666" y="496570"/>
                </a:lnTo>
                <a:lnTo>
                  <a:pt x="135978" y="502920"/>
                </a:lnTo>
                <a:lnTo>
                  <a:pt x="135470" y="502920"/>
                </a:lnTo>
                <a:lnTo>
                  <a:pt x="146151" y="510539"/>
                </a:lnTo>
                <a:lnTo>
                  <a:pt x="147833" y="510539"/>
                </a:lnTo>
                <a:lnTo>
                  <a:pt x="156641" y="515620"/>
                </a:lnTo>
                <a:lnTo>
                  <a:pt x="156108" y="515620"/>
                </a:lnTo>
                <a:lnTo>
                  <a:pt x="167449" y="521970"/>
                </a:lnTo>
                <a:lnTo>
                  <a:pt x="169222" y="521970"/>
                </a:lnTo>
                <a:lnTo>
                  <a:pt x="178549" y="527050"/>
                </a:lnTo>
                <a:lnTo>
                  <a:pt x="181089" y="527050"/>
                </a:lnTo>
                <a:lnTo>
                  <a:pt x="184061" y="528320"/>
                </a:lnTo>
                <a:lnTo>
                  <a:pt x="183769" y="528320"/>
                </a:lnTo>
                <a:lnTo>
                  <a:pt x="189776" y="530860"/>
                </a:lnTo>
                <a:lnTo>
                  <a:pt x="189484" y="530860"/>
                </a:lnTo>
                <a:lnTo>
                  <a:pt x="195567" y="533400"/>
                </a:lnTo>
                <a:lnTo>
                  <a:pt x="195262" y="533400"/>
                </a:lnTo>
                <a:lnTo>
                  <a:pt x="201409" y="534670"/>
                </a:lnTo>
                <a:lnTo>
                  <a:pt x="201117" y="534670"/>
                </a:lnTo>
                <a:lnTo>
                  <a:pt x="207327" y="537210"/>
                </a:lnTo>
                <a:lnTo>
                  <a:pt x="210159" y="537210"/>
                </a:lnTo>
                <a:lnTo>
                  <a:pt x="213296" y="538479"/>
                </a:lnTo>
                <a:lnTo>
                  <a:pt x="212991" y="538479"/>
                </a:lnTo>
                <a:lnTo>
                  <a:pt x="219328" y="539750"/>
                </a:lnTo>
                <a:lnTo>
                  <a:pt x="219011" y="539750"/>
                </a:lnTo>
                <a:lnTo>
                  <a:pt x="225412" y="541020"/>
                </a:lnTo>
                <a:lnTo>
                  <a:pt x="225094" y="541020"/>
                </a:lnTo>
                <a:lnTo>
                  <a:pt x="231546" y="542289"/>
                </a:lnTo>
                <a:lnTo>
                  <a:pt x="231228" y="542289"/>
                </a:lnTo>
                <a:lnTo>
                  <a:pt x="237744" y="543560"/>
                </a:lnTo>
                <a:lnTo>
                  <a:pt x="243662" y="543560"/>
                </a:lnTo>
                <a:lnTo>
                  <a:pt x="250278" y="544829"/>
                </a:lnTo>
                <a:lnTo>
                  <a:pt x="256298" y="544829"/>
                </a:lnTo>
                <a:lnTo>
                  <a:pt x="263004" y="546100"/>
                </a:lnTo>
                <a:lnTo>
                  <a:pt x="392287" y="546100"/>
                </a:lnTo>
                <a:lnTo>
                  <a:pt x="383171" y="549910"/>
                </a:lnTo>
                <a:lnTo>
                  <a:pt x="364197" y="557529"/>
                </a:lnTo>
                <a:lnTo>
                  <a:pt x="357759" y="558800"/>
                </a:lnTo>
                <a:lnTo>
                  <a:pt x="351243" y="561339"/>
                </a:lnTo>
                <a:lnTo>
                  <a:pt x="338010" y="563879"/>
                </a:lnTo>
                <a:lnTo>
                  <a:pt x="331304" y="566420"/>
                </a:lnTo>
                <a:lnTo>
                  <a:pt x="324548" y="567689"/>
                </a:lnTo>
                <a:close/>
              </a:path>
              <a:path w="551814" h="571500">
                <a:moveTo>
                  <a:pt x="139712" y="123189"/>
                </a:moveTo>
                <a:lnTo>
                  <a:pt x="176121" y="65611"/>
                </a:lnTo>
                <a:lnTo>
                  <a:pt x="183502" y="62229"/>
                </a:lnTo>
                <a:lnTo>
                  <a:pt x="181952" y="63500"/>
                </a:lnTo>
                <a:lnTo>
                  <a:pt x="213685" y="63500"/>
                </a:lnTo>
                <a:lnTo>
                  <a:pt x="139712" y="123189"/>
                </a:lnTo>
                <a:close/>
              </a:path>
              <a:path w="551814" h="571500">
                <a:moveTo>
                  <a:pt x="181952" y="63500"/>
                </a:moveTo>
                <a:lnTo>
                  <a:pt x="183502" y="62229"/>
                </a:lnTo>
                <a:lnTo>
                  <a:pt x="186095" y="62229"/>
                </a:lnTo>
                <a:lnTo>
                  <a:pt x="181952" y="63500"/>
                </a:lnTo>
                <a:close/>
              </a:path>
              <a:path w="551814" h="571500">
                <a:moveTo>
                  <a:pt x="453034" y="119379"/>
                </a:moveTo>
                <a:lnTo>
                  <a:pt x="443890" y="110489"/>
                </a:lnTo>
                <a:lnTo>
                  <a:pt x="444334" y="110489"/>
                </a:lnTo>
                <a:lnTo>
                  <a:pt x="434797" y="101600"/>
                </a:lnTo>
                <a:lnTo>
                  <a:pt x="471917" y="101600"/>
                </a:lnTo>
                <a:lnTo>
                  <a:pt x="479907" y="110489"/>
                </a:lnTo>
                <a:lnTo>
                  <a:pt x="486403" y="118110"/>
                </a:lnTo>
                <a:lnTo>
                  <a:pt x="452602" y="118110"/>
                </a:lnTo>
                <a:lnTo>
                  <a:pt x="453034" y="119379"/>
                </a:lnTo>
                <a:close/>
              </a:path>
              <a:path w="551814" h="571500">
                <a:moveTo>
                  <a:pt x="114947" y="104139"/>
                </a:moveTo>
                <a:lnTo>
                  <a:pt x="115379" y="102870"/>
                </a:lnTo>
                <a:lnTo>
                  <a:pt x="116492" y="102870"/>
                </a:lnTo>
                <a:lnTo>
                  <a:pt x="114947" y="104139"/>
                </a:lnTo>
                <a:close/>
              </a:path>
              <a:path w="551814" h="571500">
                <a:moveTo>
                  <a:pt x="98298" y="119379"/>
                </a:moveTo>
                <a:lnTo>
                  <a:pt x="98704" y="118110"/>
                </a:lnTo>
                <a:lnTo>
                  <a:pt x="99522" y="118110"/>
                </a:lnTo>
                <a:lnTo>
                  <a:pt x="98298" y="119379"/>
                </a:lnTo>
                <a:close/>
              </a:path>
              <a:path w="551814" h="571500">
                <a:moveTo>
                  <a:pt x="469176" y="137160"/>
                </a:moveTo>
                <a:lnTo>
                  <a:pt x="460908" y="127000"/>
                </a:lnTo>
                <a:lnTo>
                  <a:pt x="461314" y="127000"/>
                </a:lnTo>
                <a:lnTo>
                  <a:pt x="452602" y="118110"/>
                </a:lnTo>
                <a:lnTo>
                  <a:pt x="486403" y="118110"/>
                </a:lnTo>
                <a:lnTo>
                  <a:pt x="488569" y="120650"/>
                </a:lnTo>
                <a:lnTo>
                  <a:pt x="496760" y="130810"/>
                </a:lnTo>
                <a:lnTo>
                  <a:pt x="500602" y="135889"/>
                </a:lnTo>
                <a:lnTo>
                  <a:pt x="468795" y="135889"/>
                </a:lnTo>
                <a:lnTo>
                  <a:pt x="469176" y="137160"/>
                </a:lnTo>
                <a:close/>
              </a:path>
              <a:path w="551814" h="571500">
                <a:moveTo>
                  <a:pt x="83083" y="135889"/>
                </a:moveTo>
                <a:lnTo>
                  <a:pt x="83451" y="134620"/>
                </a:lnTo>
                <a:lnTo>
                  <a:pt x="84199" y="134620"/>
                </a:lnTo>
                <a:lnTo>
                  <a:pt x="83083" y="135889"/>
                </a:lnTo>
                <a:close/>
              </a:path>
              <a:path w="551814" h="571500">
                <a:moveTo>
                  <a:pt x="483577" y="156210"/>
                </a:moveTo>
                <a:lnTo>
                  <a:pt x="476237" y="146050"/>
                </a:lnTo>
                <a:lnTo>
                  <a:pt x="476605" y="146050"/>
                </a:lnTo>
                <a:lnTo>
                  <a:pt x="468795" y="135889"/>
                </a:lnTo>
                <a:lnTo>
                  <a:pt x="500602" y="135889"/>
                </a:lnTo>
                <a:lnTo>
                  <a:pt x="504444" y="140970"/>
                </a:lnTo>
                <a:lnTo>
                  <a:pt x="511619" y="152400"/>
                </a:lnTo>
                <a:lnTo>
                  <a:pt x="513095" y="154939"/>
                </a:lnTo>
                <a:lnTo>
                  <a:pt x="483235" y="154939"/>
                </a:lnTo>
                <a:lnTo>
                  <a:pt x="483577" y="156210"/>
                </a:lnTo>
                <a:close/>
              </a:path>
              <a:path w="551814" h="571500">
                <a:moveTo>
                  <a:pt x="76047" y="144779"/>
                </a:moveTo>
                <a:lnTo>
                  <a:pt x="76390" y="143510"/>
                </a:lnTo>
                <a:lnTo>
                  <a:pt x="76973" y="143510"/>
                </a:lnTo>
                <a:lnTo>
                  <a:pt x="76047" y="144779"/>
                </a:lnTo>
                <a:close/>
              </a:path>
              <a:path w="551814" h="571500">
                <a:moveTo>
                  <a:pt x="490080" y="166370"/>
                </a:moveTo>
                <a:lnTo>
                  <a:pt x="483235" y="154939"/>
                </a:lnTo>
                <a:lnTo>
                  <a:pt x="513095" y="154939"/>
                </a:lnTo>
                <a:lnTo>
                  <a:pt x="518261" y="163829"/>
                </a:lnTo>
                <a:lnTo>
                  <a:pt x="518871" y="165100"/>
                </a:lnTo>
                <a:lnTo>
                  <a:pt x="489762" y="165100"/>
                </a:lnTo>
                <a:lnTo>
                  <a:pt x="490080" y="166370"/>
                </a:lnTo>
                <a:close/>
              </a:path>
              <a:path w="551814" h="571500">
                <a:moveTo>
                  <a:pt x="501611" y="187960"/>
                </a:moveTo>
                <a:lnTo>
                  <a:pt x="495795" y="176529"/>
                </a:lnTo>
                <a:lnTo>
                  <a:pt x="496087" y="176529"/>
                </a:lnTo>
                <a:lnTo>
                  <a:pt x="489762" y="165100"/>
                </a:lnTo>
                <a:lnTo>
                  <a:pt x="518871" y="165100"/>
                </a:lnTo>
                <a:lnTo>
                  <a:pt x="529246" y="186689"/>
                </a:lnTo>
                <a:lnTo>
                  <a:pt x="501345" y="186689"/>
                </a:lnTo>
                <a:lnTo>
                  <a:pt x="501611" y="187960"/>
                </a:lnTo>
                <a:close/>
              </a:path>
              <a:path w="551814" h="571500">
                <a:moveTo>
                  <a:pt x="508850" y="204470"/>
                </a:moveTo>
                <a:lnTo>
                  <a:pt x="506425" y="198120"/>
                </a:lnTo>
                <a:lnTo>
                  <a:pt x="506615" y="198120"/>
                </a:lnTo>
                <a:lnTo>
                  <a:pt x="501345" y="186689"/>
                </a:lnTo>
                <a:lnTo>
                  <a:pt x="529246" y="186689"/>
                </a:lnTo>
                <a:lnTo>
                  <a:pt x="529856" y="187960"/>
                </a:lnTo>
                <a:lnTo>
                  <a:pt x="532422" y="194310"/>
                </a:lnTo>
                <a:lnTo>
                  <a:pt x="534822" y="200660"/>
                </a:lnTo>
                <a:lnTo>
                  <a:pt x="535721" y="203200"/>
                </a:lnTo>
                <a:lnTo>
                  <a:pt x="508736" y="203200"/>
                </a:lnTo>
                <a:lnTo>
                  <a:pt x="508850" y="204470"/>
                </a:lnTo>
                <a:close/>
              </a:path>
              <a:path w="551814" h="571500">
                <a:moveTo>
                  <a:pt x="42659" y="204470"/>
                </a:moveTo>
                <a:lnTo>
                  <a:pt x="42875" y="203200"/>
                </a:lnTo>
                <a:lnTo>
                  <a:pt x="43179" y="203200"/>
                </a:lnTo>
                <a:lnTo>
                  <a:pt x="42659" y="204470"/>
                </a:lnTo>
                <a:close/>
              </a:path>
              <a:path w="551814" h="571500">
                <a:moveTo>
                  <a:pt x="513054" y="215900"/>
                </a:moveTo>
                <a:lnTo>
                  <a:pt x="510921" y="209550"/>
                </a:lnTo>
                <a:lnTo>
                  <a:pt x="508736" y="203200"/>
                </a:lnTo>
                <a:lnTo>
                  <a:pt x="535721" y="203200"/>
                </a:lnTo>
                <a:lnTo>
                  <a:pt x="537070" y="207010"/>
                </a:lnTo>
                <a:lnTo>
                  <a:pt x="539153" y="213360"/>
                </a:lnTo>
                <a:lnTo>
                  <a:pt x="539541" y="214629"/>
                </a:lnTo>
                <a:lnTo>
                  <a:pt x="512952" y="214629"/>
                </a:lnTo>
                <a:lnTo>
                  <a:pt x="513054" y="215900"/>
                </a:lnTo>
                <a:close/>
              </a:path>
              <a:path w="551814" h="571500">
                <a:moveTo>
                  <a:pt x="518312" y="233679"/>
                </a:moveTo>
                <a:lnTo>
                  <a:pt x="516623" y="227329"/>
                </a:lnTo>
                <a:lnTo>
                  <a:pt x="514858" y="220979"/>
                </a:lnTo>
                <a:lnTo>
                  <a:pt x="512952" y="214629"/>
                </a:lnTo>
                <a:lnTo>
                  <a:pt x="539541" y="214629"/>
                </a:lnTo>
                <a:lnTo>
                  <a:pt x="541096" y="219710"/>
                </a:lnTo>
                <a:lnTo>
                  <a:pt x="542874" y="227329"/>
                </a:lnTo>
                <a:lnTo>
                  <a:pt x="544174" y="232410"/>
                </a:lnTo>
                <a:lnTo>
                  <a:pt x="518236" y="232410"/>
                </a:lnTo>
                <a:lnTo>
                  <a:pt x="518312" y="233679"/>
                </a:lnTo>
                <a:close/>
              </a:path>
              <a:path w="551814" h="571500">
                <a:moveTo>
                  <a:pt x="35204" y="226060"/>
                </a:moveTo>
                <a:lnTo>
                  <a:pt x="35369" y="224789"/>
                </a:lnTo>
                <a:lnTo>
                  <a:pt x="35612" y="224789"/>
                </a:lnTo>
                <a:lnTo>
                  <a:pt x="35204" y="226060"/>
                </a:lnTo>
                <a:close/>
              </a:path>
              <a:path w="551814" h="571500">
                <a:moveTo>
                  <a:pt x="546823" y="346710"/>
                </a:moveTo>
                <a:lnTo>
                  <a:pt x="521042" y="346710"/>
                </a:lnTo>
                <a:lnTo>
                  <a:pt x="522274" y="340360"/>
                </a:lnTo>
                <a:lnTo>
                  <a:pt x="523303" y="334010"/>
                </a:lnTo>
                <a:lnTo>
                  <a:pt x="524167" y="327660"/>
                </a:lnTo>
                <a:lnTo>
                  <a:pt x="524878" y="321310"/>
                </a:lnTo>
                <a:lnTo>
                  <a:pt x="525437" y="314960"/>
                </a:lnTo>
                <a:lnTo>
                  <a:pt x="525843" y="308610"/>
                </a:lnTo>
                <a:lnTo>
                  <a:pt x="526084" y="302260"/>
                </a:lnTo>
                <a:lnTo>
                  <a:pt x="526072" y="289560"/>
                </a:lnTo>
                <a:lnTo>
                  <a:pt x="525830" y="281939"/>
                </a:lnTo>
                <a:lnTo>
                  <a:pt x="525424" y="275589"/>
                </a:lnTo>
                <a:lnTo>
                  <a:pt x="524852" y="269239"/>
                </a:lnTo>
                <a:lnTo>
                  <a:pt x="524128" y="264160"/>
                </a:lnTo>
                <a:lnTo>
                  <a:pt x="523252" y="257810"/>
                </a:lnTo>
                <a:lnTo>
                  <a:pt x="522224" y="251460"/>
                </a:lnTo>
                <a:lnTo>
                  <a:pt x="521042" y="245110"/>
                </a:lnTo>
                <a:lnTo>
                  <a:pt x="519709" y="238760"/>
                </a:lnTo>
                <a:lnTo>
                  <a:pt x="518236" y="232410"/>
                </a:lnTo>
                <a:lnTo>
                  <a:pt x="544174" y="232410"/>
                </a:lnTo>
                <a:lnTo>
                  <a:pt x="550760" y="274320"/>
                </a:lnTo>
                <a:lnTo>
                  <a:pt x="551472" y="288289"/>
                </a:lnTo>
                <a:lnTo>
                  <a:pt x="551472" y="302260"/>
                </a:lnTo>
                <a:lnTo>
                  <a:pt x="547255" y="344170"/>
                </a:lnTo>
                <a:lnTo>
                  <a:pt x="546823" y="346710"/>
                </a:lnTo>
                <a:close/>
              </a:path>
              <a:path w="551814" h="571500">
                <a:moveTo>
                  <a:pt x="32219" y="237489"/>
                </a:moveTo>
                <a:lnTo>
                  <a:pt x="32334" y="236220"/>
                </a:lnTo>
                <a:lnTo>
                  <a:pt x="32534" y="236220"/>
                </a:lnTo>
                <a:lnTo>
                  <a:pt x="32219" y="237489"/>
                </a:lnTo>
                <a:close/>
              </a:path>
              <a:path w="551814" h="571500">
                <a:moveTo>
                  <a:pt x="27838" y="260350"/>
                </a:moveTo>
                <a:lnTo>
                  <a:pt x="27889" y="259079"/>
                </a:lnTo>
                <a:lnTo>
                  <a:pt x="28031" y="259079"/>
                </a:lnTo>
                <a:lnTo>
                  <a:pt x="27838" y="260350"/>
                </a:lnTo>
                <a:close/>
              </a:path>
              <a:path w="551814" h="571500">
                <a:moveTo>
                  <a:pt x="524878" y="270510"/>
                </a:moveTo>
                <a:lnTo>
                  <a:pt x="524728" y="269239"/>
                </a:lnTo>
                <a:lnTo>
                  <a:pt x="524878" y="270510"/>
                </a:lnTo>
                <a:close/>
              </a:path>
              <a:path w="551814" h="571500">
                <a:moveTo>
                  <a:pt x="525437" y="276860"/>
                </a:moveTo>
                <a:lnTo>
                  <a:pt x="525339" y="275589"/>
                </a:lnTo>
                <a:lnTo>
                  <a:pt x="525437" y="276860"/>
                </a:lnTo>
                <a:close/>
              </a:path>
              <a:path w="551814" h="571500">
                <a:moveTo>
                  <a:pt x="25946" y="278129"/>
                </a:moveTo>
                <a:lnTo>
                  <a:pt x="25971" y="276860"/>
                </a:lnTo>
                <a:lnTo>
                  <a:pt x="25946" y="278129"/>
                </a:lnTo>
                <a:close/>
              </a:path>
              <a:path w="551814" h="571500">
                <a:moveTo>
                  <a:pt x="525843" y="283210"/>
                </a:moveTo>
                <a:lnTo>
                  <a:pt x="525773" y="281939"/>
                </a:lnTo>
                <a:lnTo>
                  <a:pt x="525843" y="283210"/>
                </a:lnTo>
                <a:close/>
              </a:path>
              <a:path w="551814" h="571500">
                <a:moveTo>
                  <a:pt x="30645" y="346710"/>
                </a:moveTo>
                <a:lnTo>
                  <a:pt x="30429" y="346710"/>
                </a:lnTo>
                <a:lnTo>
                  <a:pt x="30365" y="345439"/>
                </a:lnTo>
                <a:lnTo>
                  <a:pt x="30645" y="346710"/>
                </a:lnTo>
                <a:close/>
              </a:path>
              <a:path w="551814" h="571500">
                <a:moveTo>
                  <a:pt x="541096" y="370839"/>
                </a:moveTo>
                <a:lnTo>
                  <a:pt x="514858" y="370839"/>
                </a:lnTo>
                <a:lnTo>
                  <a:pt x="516699" y="364489"/>
                </a:lnTo>
                <a:lnTo>
                  <a:pt x="518312" y="358139"/>
                </a:lnTo>
                <a:lnTo>
                  <a:pt x="519785" y="351789"/>
                </a:lnTo>
                <a:lnTo>
                  <a:pt x="521106" y="345439"/>
                </a:lnTo>
                <a:lnTo>
                  <a:pt x="521042" y="346710"/>
                </a:lnTo>
                <a:lnTo>
                  <a:pt x="546823" y="346710"/>
                </a:lnTo>
                <a:lnTo>
                  <a:pt x="545960" y="351789"/>
                </a:lnTo>
                <a:lnTo>
                  <a:pt x="544499" y="358139"/>
                </a:lnTo>
                <a:lnTo>
                  <a:pt x="542874" y="364489"/>
                </a:lnTo>
                <a:lnTo>
                  <a:pt x="541096" y="370839"/>
                </a:lnTo>
                <a:close/>
              </a:path>
              <a:path w="551814" h="571500">
                <a:moveTo>
                  <a:pt x="36923" y="370839"/>
                </a:moveTo>
                <a:lnTo>
                  <a:pt x="36614" y="370839"/>
                </a:lnTo>
                <a:lnTo>
                  <a:pt x="36525" y="369570"/>
                </a:lnTo>
                <a:lnTo>
                  <a:pt x="36923" y="370839"/>
                </a:lnTo>
                <a:close/>
              </a:path>
              <a:path w="551814" h="571500">
                <a:moveTo>
                  <a:pt x="537486" y="382270"/>
                </a:moveTo>
                <a:lnTo>
                  <a:pt x="510921" y="382270"/>
                </a:lnTo>
                <a:lnTo>
                  <a:pt x="513054" y="375920"/>
                </a:lnTo>
                <a:lnTo>
                  <a:pt x="514946" y="369570"/>
                </a:lnTo>
                <a:lnTo>
                  <a:pt x="514858" y="370839"/>
                </a:lnTo>
                <a:lnTo>
                  <a:pt x="541096" y="370839"/>
                </a:lnTo>
                <a:lnTo>
                  <a:pt x="539153" y="377189"/>
                </a:lnTo>
                <a:lnTo>
                  <a:pt x="537486" y="382270"/>
                </a:lnTo>
                <a:close/>
              </a:path>
              <a:path w="551814" h="571500">
                <a:moveTo>
                  <a:pt x="40906" y="382270"/>
                </a:moveTo>
                <a:lnTo>
                  <a:pt x="40551" y="382270"/>
                </a:lnTo>
                <a:lnTo>
                  <a:pt x="40449" y="381000"/>
                </a:lnTo>
                <a:lnTo>
                  <a:pt x="40906" y="382270"/>
                </a:lnTo>
                <a:close/>
              </a:path>
              <a:path w="551814" h="571500">
                <a:moveTo>
                  <a:pt x="533382" y="393700"/>
                </a:moveTo>
                <a:lnTo>
                  <a:pt x="506425" y="393700"/>
                </a:lnTo>
                <a:lnTo>
                  <a:pt x="508850" y="387350"/>
                </a:lnTo>
                <a:lnTo>
                  <a:pt x="511022" y="381000"/>
                </a:lnTo>
                <a:lnTo>
                  <a:pt x="510921" y="382270"/>
                </a:lnTo>
                <a:lnTo>
                  <a:pt x="537486" y="382270"/>
                </a:lnTo>
                <a:lnTo>
                  <a:pt x="537070" y="383539"/>
                </a:lnTo>
                <a:lnTo>
                  <a:pt x="534822" y="389889"/>
                </a:lnTo>
                <a:lnTo>
                  <a:pt x="533382" y="393700"/>
                </a:lnTo>
                <a:close/>
              </a:path>
              <a:path w="551814" h="571500">
                <a:moveTo>
                  <a:pt x="45442" y="393700"/>
                </a:moveTo>
                <a:lnTo>
                  <a:pt x="45046" y="393700"/>
                </a:lnTo>
                <a:lnTo>
                  <a:pt x="44856" y="392429"/>
                </a:lnTo>
                <a:lnTo>
                  <a:pt x="45442" y="393700"/>
                </a:lnTo>
                <a:close/>
              </a:path>
              <a:path w="551814" h="571500">
                <a:moveTo>
                  <a:pt x="493688" y="464820"/>
                </a:moveTo>
                <a:lnTo>
                  <a:pt x="460908" y="464820"/>
                </a:lnTo>
                <a:lnTo>
                  <a:pt x="469176" y="454660"/>
                </a:lnTo>
                <a:lnTo>
                  <a:pt x="468795" y="454660"/>
                </a:lnTo>
                <a:lnTo>
                  <a:pt x="476605" y="445770"/>
                </a:lnTo>
                <a:lnTo>
                  <a:pt x="476237" y="445770"/>
                </a:lnTo>
                <a:lnTo>
                  <a:pt x="483577" y="435610"/>
                </a:lnTo>
                <a:lnTo>
                  <a:pt x="483235" y="435610"/>
                </a:lnTo>
                <a:lnTo>
                  <a:pt x="490080" y="425450"/>
                </a:lnTo>
                <a:lnTo>
                  <a:pt x="489762" y="425450"/>
                </a:lnTo>
                <a:lnTo>
                  <a:pt x="496087" y="415289"/>
                </a:lnTo>
                <a:lnTo>
                  <a:pt x="495795" y="415289"/>
                </a:lnTo>
                <a:lnTo>
                  <a:pt x="501611" y="403860"/>
                </a:lnTo>
                <a:lnTo>
                  <a:pt x="501345" y="403860"/>
                </a:lnTo>
                <a:lnTo>
                  <a:pt x="506615" y="392429"/>
                </a:lnTo>
                <a:lnTo>
                  <a:pt x="506425" y="393700"/>
                </a:lnTo>
                <a:lnTo>
                  <a:pt x="533382" y="393700"/>
                </a:lnTo>
                <a:lnTo>
                  <a:pt x="511619" y="438150"/>
                </a:lnTo>
                <a:lnTo>
                  <a:pt x="496760" y="461010"/>
                </a:lnTo>
                <a:lnTo>
                  <a:pt x="493688" y="464820"/>
                </a:lnTo>
                <a:close/>
              </a:path>
              <a:path w="551814" h="571500">
                <a:moveTo>
                  <a:pt x="91401" y="464820"/>
                </a:moveTo>
                <a:lnTo>
                  <a:pt x="90563" y="464820"/>
                </a:lnTo>
                <a:lnTo>
                  <a:pt x="90157" y="463550"/>
                </a:lnTo>
                <a:lnTo>
                  <a:pt x="91401" y="464820"/>
                </a:lnTo>
                <a:close/>
              </a:path>
              <a:path w="551814" h="571500">
                <a:moveTo>
                  <a:pt x="448217" y="510539"/>
                </a:moveTo>
                <a:lnTo>
                  <a:pt x="405320" y="510539"/>
                </a:lnTo>
                <a:lnTo>
                  <a:pt x="416001" y="502920"/>
                </a:lnTo>
                <a:lnTo>
                  <a:pt x="415493" y="502920"/>
                </a:lnTo>
                <a:lnTo>
                  <a:pt x="425805" y="496570"/>
                </a:lnTo>
                <a:lnTo>
                  <a:pt x="425323" y="496570"/>
                </a:lnTo>
                <a:lnTo>
                  <a:pt x="435254" y="488950"/>
                </a:lnTo>
                <a:lnTo>
                  <a:pt x="434797" y="488950"/>
                </a:lnTo>
                <a:lnTo>
                  <a:pt x="444334" y="481329"/>
                </a:lnTo>
                <a:lnTo>
                  <a:pt x="443890" y="481329"/>
                </a:lnTo>
                <a:lnTo>
                  <a:pt x="453034" y="472439"/>
                </a:lnTo>
                <a:lnTo>
                  <a:pt x="452602" y="472439"/>
                </a:lnTo>
                <a:lnTo>
                  <a:pt x="461314" y="463550"/>
                </a:lnTo>
                <a:lnTo>
                  <a:pt x="460908" y="464820"/>
                </a:lnTo>
                <a:lnTo>
                  <a:pt x="493688" y="464820"/>
                </a:lnTo>
                <a:lnTo>
                  <a:pt x="488569" y="471170"/>
                </a:lnTo>
                <a:lnTo>
                  <a:pt x="479907" y="481329"/>
                </a:lnTo>
                <a:lnTo>
                  <a:pt x="470776" y="490220"/>
                </a:lnTo>
                <a:lnTo>
                  <a:pt x="461200" y="500379"/>
                </a:lnTo>
                <a:lnTo>
                  <a:pt x="451192" y="508000"/>
                </a:lnTo>
                <a:lnTo>
                  <a:pt x="448217" y="510539"/>
                </a:lnTo>
                <a:close/>
              </a:path>
              <a:path w="551814" h="571500">
                <a:moveTo>
                  <a:pt x="147833" y="510539"/>
                </a:moveTo>
                <a:lnTo>
                  <a:pt x="146151" y="510539"/>
                </a:lnTo>
                <a:lnTo>
                  <a:pt x="145630" y="509270"/>
                </a:lnTo>
                <a:lnTo>
                  <a:pt x="147833" y="510539"/>
                </a:lnTo>
                <a:close/>
              </a:path>
              <a:path w="551814" h="571500">
                <a:moveTo>
                  <a:pt x="433565" y="521970"/>
                </a:moveTo>
                <a:lnTo>
                  <a:pt x="384022" y="521970"/>
                </a:lnTo>
                <a:lnTo>
                  <a:pt x="395363" y="515620"/>
                </a:lnTo>
                <a:lnTo>
                  <a:pt x="394830" y="515620"/>
                </a:lnTo>
                <a:lnTo>
                  <a:pt x="405841" y="509270"/>
                </a:lnTo>
                <a:lnTo>
                  <a:pt x="405320" y="510539"/>
                </a:lnTo>
                <a:lnTo>
                  <a:pt x="448217" y="510539"/>
                </a:lnTo>
                <a:lnTo>
                  <a:pt x="440778" y="516889"/>
                </a:lnTo>
                <a:lnTo>
                  <a:pt x="433565" y="521970"/>
                </a:lnTo>
                <a:close/>
              </a:path>
              <a:path w="551814" h="571500">
                <a:moveTo>
                  <a:pt x="169222" y="521970"/>
                </a:moveTo>
                <a:lnTo>
                  <a:pt x="167449" y="521970"/>
                </a:lnTo>
                <a:lnTo>
                  <a:pt x="166890" y="520700"/>
                </a:lnTo>
                <a:lnTo>
                  <a:pt x="169222" y="521970"/>
                </a:lnTo>
                <a:close/>
              </a:path>
              <a:path w="551814" h="571500">
                <a:moveTo>
                  <a:pt x="426228" y="527050"/>
                </a:moveTo>
                <a:lnTo>
                  <a:pt x="372922" y="527050"/>
                </a:lnTo>
                <a:lnTo>
                  <a:pt x="384581" y="520700"/>
                </a:lnTo>
                <a:lnTo>
                  <a:pt x="384022" y="521970"/>
                </a:lnTo>
                <a:lnTo>
                  <a:pt x="433565" y="521970"/>
                </a:lnTo>
                <a:lnTo>
                  <a:pt x="429958" y="524510"/>
                </a:lnTo>
                <a:lnTo>
                  <a:pt x="426228" y="527050"/>
                </a:lnTo>
                <a:close/>
              </a:path>
              <a:path w="551814" h="571500">
                <a:moveTo>
                  <a:pt x="181089" y="527050"/>
                </a:moveTo>
                <a:lnTo>
                  <a:pt x="178549" y="527050"/>
                </a:lnTo>
                <a:lnTo>
                  <a:pt x="178117" y="525779"/>
                </a:lnTo>
                <a:lnTo>
                  <a:pt x="181089" y="527050"/>
                </a:lnTo>
                <a:close/>
              </a:path>
              <a:path w="551814" h="571500">
                <a:moveTo>
                  <a:pt x="409534" y="537210"/>
                </a:moveTo>
                <a:lnTo>
                  <a:pt x="344144" y="537210"/>
                </a:lnTo>
                <a:lnTo>
                  <a:pt x="350354" y="534670"/>
                </a:lnTo>
                <a:lnTo>
                  <a:pt x="350062" y="534670"/>
                </a:lnTo>
                <a:lnTo>
                  <a:pt x="356209" y="533400"/>
                </a:lnTo>
                <a:lnTo>
                  <a:pt x="355904" y="533400"/>
                </a:lnTo>
                <a:lnTo>
                  <a:pt x="361988" y="530860"/>
                </a:lnTo>
                <a:lnTo>
                  <a:pt x="361696" y="530860"/>
                </a:lnTo>
                <a:lnTo>
                  <a:pt x="367703" y="528320"/>
                </a:lnTo>
                <a:lnTo>
                  <a:pt x="367411" y="528320"/>
                </a:lnTo>
                <a:lnTo>
                  <a:pt x="373354" y="525779"/>
                </a:lnTo>
                <a:lnTo>
                  <a:pt x="372922" y="527050"/>
                </a:lnTo>
                <a:lnTo>
                  <a:pt x="426228" y="527050"/>
                </a:lnTo>
                <a:lnTo>
                  <a:pt x="418769" y="532129"/>
                </a:lnTo>
                <a:lnTo>
                  <a:pt x="409534" y="537210"/>
                </a:lnTo>
                <a:close/>
              </a:path>
              <a:path w="551814" h="571500">
                <a:moveTo>
                  <a:pt x="210159" y="537210"/>
                </a:moveTo>
                <a:lnTo>
                  <a:pt x="207327" y="537210"/>
                </a:lnTo>
                <a:lnTo>
                  <a:pt x="207022" y="535939"/>
                </a:lnTo>
                <a:lnTo>
                  <a:pt x="210159" y="537210"/>
                </a:lnTo>
                <a:close/>
              </a:path>
              <a:path w="551814" h="571500">
                <a:moveTo>
                  <a:pt x="392287" y="546100"/>
                </a:moveTo>
                <a:lnTo>
                  <a:pt x="288467" y="546100"/>
                </a:lnTo>
                <a:lnTo>
                  <a:pt x="295173" y="544829"/>
                </a:lnTo>
                <a:lnTo>
                  <a:pt x="301193" y="544829"/>
                </a:lnTo>
                <a:lnTo>
                  <a:pt x="307809" y="543560"/>
                </a:lnTo>
                <a:lnTo>
                  <a:pt x="313728" y="543560"/>
                </a:lnTo>
                <a:lnTo>
                  <a:pt x="320243" y="542289"/>
                </a:lnTo>
                <a:lnTo>
                  <a:pt x="319925" y="542289"/>
                </a:lnTo>
                <a:lnTo>
                  <a:pt x="326377" y="541020"/>
                </a:lnTo>
                <a:lnTo>
                  <a:pt x="326059" y="541020"/>
                </a:lnTo>
                <a:lnTo>
                  <a:pt x="332460" y="539750"/>
                </a:lnTo>
                <a:lnTo>
                  <a:pt x="332143" y="539750"/>
                </a:lnTo>
                <a:lnTo>
                  <a:pt x="338480" y="538479"/>
                </a:lnTo>
                <a:lnTo>
                  <a:pt x="338175" y="538479"/>
                </a:lnTo>
                <a:lnTo>
                  <a:pt x="344449" y="535939"/>
                </a:lnTo>
                <a:lnTo>
                  <a:pt x="344144" y="537210"/>
                </a:lnTo>
                <a:lnTo>
                  <a:pt x="409534" y="537210"/>
                </a:lnTo>
                <a:lnTo>
                  <a:pt x="407225" y="538479"/>
                </a:lnTo>
                <a:lnTo>
                  <a:pt x="395325" y="544829"/>
                </a:lnTo>
                <a:lnTo>
                  <a:pt x="392287" y="546100"/>
                </a:lnTo>
                <a:close/>
              </a:path>
              <a:path w="551814" h="571500">
                <a:moveTo>
                  <a:pt x="303923" y="570229"/>
                </a:moveTo>
                <a:lnTo>
                  <a:pt x="247548" y="570229"/>
                </a:lnTo>
                <a:lnTo>
                  <a:pt x="233743" y="567689"/>
                </a:lnTo>
                <a:lnTo>
                  <a:pt x="317728" y="567689"/>
                </a:lnTo>
                <a:lnTo>
                  <a:pt x="303923" y="570229"/>
                </a:lnTo>
                <a:close/>
              </a:path>
              <a:path w="551814" h="571500">
                <a:moveTo>
                  <a:pt x="289915" y="571500"/>
                </a:moveTo>
                <a:lnTo>
                  <a:pt x="261556" y="571500"/>
                </a:lnTo>
                <a:lnTo>
                  <a:pt x="254533" y="570229"/>
                </a:lnTo>
                <a:lnTo>
                  <a:pt x="296938" y="570229"/>
                </a:lnTo>
                <a:lnTo>
                  <a:pt x="289915" y="57150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4541037" y="3832313"/>
            <a:ext cx="317500" cy="323850"/>
          </a:xfrm>
          <a:custGeom>
            <a:avLst/>
            <a:gdLst/>
            <a:ahLst/>
            <a:cxnLst/>
            <a:rect l="l" t="t" r="r" b="b"/>
            <a:pathLst>
              <a:path w="317500" h="323850">
                <a:moveTo>
                  <a:pt x="70843" y="32904"/>
                </a:moveTo>
                <a:lnTo>
                  <a:pt x="3835" y="0"/>
                </a:lnTo>
                <a:lnTo>
                  <a:pt x="144322" y="20320"/>
                </a:lnTo>
                <a:lnTo>
                  <a:pt x="141738" y="22860"/>
                </a:lnTo>
                <a:lnTo>
                  <a:pt x="94653" y="22860"/>
                </a:lnTo>
                <a:lnTo>
                  <a:pt x="75272" y="30479"/>
                </a:lnTo>
                <a:lnTo>
                  <a:pt x="70843" y="32904"/>
                </a:lnTo>
                <a:close/>
              </a:path>
              <a:path w="317500" h="323850">
                <a:moveTo>
                  <a:pt x="192290" y="36829"/>
                </a:moveTo>
                <a:lnTo>
                  <a:pt x="185229" y="34289"/>
                </a:lnTo>
                <a:lnTo>
                  <a:pt x="185851" y="34289"/>
                </a:lnTo>
                <a:lnTo>
                  <a:pt x="178663" y="33020"/>
                </a:lnTo>
                <a:lnTo>
                  <a:pt x="172631" y="33020"/>
                </a:lnTo>
                <a:lnTo>
                  <a:pt x="165214" y="31750"/>
                </a:lnTo>
                <a:lnTo>
                  <a:pt x="155714" y="31750"/>
                </a:lnTo>
                <a:lnTo>
                  <a:pt x="146011" y="20320"/>
                </a:lnTo>
                <a:lnTo>
                  <a:pt x="146075" y="17779"/>
                </a:lnTo>
                <a:lnTo>
                  <a:pt x="156337" y="6350"/>
                </a:lnTo>
                <a:lnTo>
                  <a:pt x="166827" y="6350"/>
                </a:lnTo>
                <a:lnTo>
                  <a:pt x="198310" y="11429"/>
                </a:lnTo>
                <a:lnTo>
                  <a:pt x="213220" y="16510"/>
                </a:lnTo>
                <a:lnTo>
                  <a:pt x="220433" y="19050"/>
                </a:lnTo>
                <a:lnTo>
                  <a:pt x="227456" y="22860"/>
                </a:lnTo>
                <a:lnTo>
                  <a:pt x="234302" y="25400"/>
                </a:lnTo>
                <a:lnTo>
                  <a:pt x="240944" y="29210"/>
                </a:lnTo>
                <a:lnTo>
                  <a:pt x="247383" y="34289"/>
                </a:lnTo>
                <a:lnTo>
                  <a:pt x="249457" y="35560"/>
                </a:lnTo>
                <a:lnTo>
                  <a:pt x="191681" y="35560"/>
                </a:lnTo>
                <a:lnTo>
                  <a:pt x="192290" y="36829"/>
                </a:lnTo>
                <a:close/>
              </a:path>
              <a:path w="317500" h="323850">
                <a:moveTo>
                  <a:pt x="71384" y="64337"/>
                </a:moveTo>
                <a:lnTo>
                  <a:pt x="84010" y="39370"/>
                </a:lnTo>
                <a:lnTo>
                  <a:pt x="70843" y="32904"/>
                </a:lnTo>
                <a:lnTo>
                  <a:pt x="75272" y="30479"/>
                </a:lnTo>
                <a:lnTo>
                  <a:pt x="94653" y="22860"/>
                </a:lnTo>
                <a:lnTo>
                  <a:pt x="103530" y="46989"/>
                </a:lnTo>
                <a:lnTo>
                  <a:pt x="89113" y="52070"/>
                </a:lnTo>
                <a:lnTo>
                  <a:pt x="88074" y="52070"/>
                </a:lnTo>
                <a:lnTo>
                  <a:pt x="85509" y="53339"/>
                </a:lnTo>
                <a:lnTo>
                  <a:pt x="86237" y="53339"/>
                </a:lnTo>
                <a:lnTo>
                  <a:pt x="82562" y="55879"/>
                </a:lnTo>
                <a:lnTo>
                  <a:pt x="83032" y="55879"/>
                </a:lnTo>
                <a:lnTo>
                  <a:pt x="79476" y="58420"/>
                </a:lnTo>
                <a:lnTo>
                  <a:pt x="78155" y="58420"/>
                </a:lnTo>
                <a:lnTo>
                  <a:pt x="74288" y="62229"/>
                </a:lnTo>
                <a:lnTo>
                  <a:pt x="73444" y="62229"/>
                </a:lnTo>
                <a:lnTo>
                  <a:pt x="71384" y="64337"/>
                </a:lnTo>
                <a:close/>
              </a:path>
              <a:path w="317500" h="323850">
                <a:moveTo>
                  <a:pt x="104271" y="59689"/>
                </a:moveTo>
                <a:lnTo>
                  <a:pt x="77698" y="59689"/>
                </a:lnTo>
                <a:lnTo>
                  <a:pt x="83032" y="55879"/>
                </a:lnTo>
                <a:lnTo>
                  <a:pt x="82562" y="55879"/>
                </a:lnTo>
                <a:lnTo>
                  <a:pt x="86994" y="52816"/>
                </a:lnTo>
                <a:lnTo>
                  <a:pt x="103530" y="46989"/>
                </a:lnTo>
                <a:lnTo>
                  <a:pt x="94653" y="22860"/>
                </a:lnTo>
                <a:lnTo>
                  <a:pt x="141738" y="22860"/>
                </a:lnTo>
                <a:lnTo>
                  <a:pt x="104271" y="59689"/>
                </a:lnTo>
                <a:close/>
              </a:path>
              <a:path w="317500" h="323850">
                <a:moveTo>
                  <a:pt x="182816" y="322579"/>
                </a:moveTo>
                <a:lnTo>
                  <a:pt x="134518" y="322579"/>
                </a:lnTo>
                <a:lnTo>
                  <a:pt x="126707" y="321310"/>
                </a:lnTo>
                <a:lnTo>
                  <a:pt x="89877" y="308610"/>
                </a:lnTo>
                <a:lnTo>
                  <a:pt x="63728" y="292100"/>
                </a:lnTo>
                <a:lnTo>
                  <a:pt x="57734" y="288289"/>
                </a:lnTo>
                <a:lnTo>
                  <a:pt x="51981" y="283210"/>
                </a:lnTo>
                <a:lnTo>
                  <a:pt x="46469" y="276860"/>
                </a:lnTo>
                <a:lnTo>
                  <a:pt x="41224" y="271779"/>
                </a:lnTo>
                <a:lnTo>
                  <a:pt x="15659" y="233679"/>
                </a:lnTo>
                <a:lnTo>
                  <a:pt x="12471" y="227329"/>
                </a:lnTo>
                <a:lnTo>
                  <a:pt x="1828" y="189229"/>
                </a:lnTo>
                <a:lnTo>
                  <a:pt x="0" y="165100"/>
                </a:lnTo>
                <a:lnTo>
                  <a:pt x="177" y="157479"/>
                </a:lnTo>
                <a:lnTo>
                  <a:pt x="8547" y="114300"/>
                </a:lnTo>
                <a:lnTo>
                  <a:pt x="11074" y="106679"/>
                </a:lnTo>
                <a:lnTo>
                  <a:pt x="32270" y="69850"/>
                </a:lnTo>
                <a:lnTo>
                  <a:pt x="36728" y="63500"/>
                </a:lnTo>
                <a:lnTo>
                  <a:pt x="62522" y="39370"/>
                </a:lnTo>
                <a:lnTo>
                  <a:pt x="68313" y="34289"/>
                </a:lnTo>
                <a:lnTo>
                  <a:pt x="70843" y="32904"/>
                </a:lnTo>
                <a:lnTo>
                  <a:pt x="84010" y="39370"/>
                </a:lnTo>
                <a:lnTo>
                  <a:pt x="71384" y="64337"/>
                </a:lnTo>
                <a:lnTo>
                  <a:pt x="68478" y="67310"/>
                </a:lnTo>
                <a:lnTo>
                  <a:pt x="68897" y="67310"/>
                </a:lnTo>
                <a:lnTo>
                  <a:pt x="64147" y="71120"/>
                </a:lnTo>
                <a:lnTo>
                  <a:pt x="64554" y="71120"/>
                </a:lnTo>
                <a:lnTo>
                  <a:pt x="61144" y="74929"/>
                </a:lnTo>
                <a:lnTo>
                  <a:pt x="60388" y="74929"/>
                </a:lnTo>
                <a:lnTo>
                  <a:pt x="56057" y="80010"/>
                </a:lnTo>
                <a:lnTo>
                  <a:pt x="56426" y="80010"/>
                </a:lnTo>
                <a:lnTo>
                  <a:pt x="53349" y="83820"/>
                </a:lnTo>
                <a:lnTo>
                  <a:pt x="52666" y="83820"/>
                </a:lnTo>
                <a:lnTo>
                  <a:pt x="49568" y="88900"/>
                </a:lnTo>
                <a:lnTo>
                  <a:pt x="49123" y="88900"/>
                </a:lnTo>
                <a:lnTo>
                  <a:pt x="46207" y="93979"/>
                </a:lnTo>
                <a:lnTo>
                  <a:pt x="45783" y="93979"/>
                </a:lnTo>
                <a:lnTo>
                  <a:pt x="43080" y="99060"/>
                </a:lnTo>
                <a:lnTo>
                  <a:pt x="42684" y="99060"/>
                </a:lnTo>
                <a:lnTo>
                  <a:pt x="39547" y="105410"/>
                </a:lnTo>
                <a:lnTo>
                  <a:pt x="39814" y="105410"/>
                </a:lnTo>
                <a:lnTo>
                  <a:pt x="36944" y="110489"/>
                </a:lnTo>
                <a:lnTo>
                  <a:pt x="37185" y="110489"/>
                </a:lnTo>
                <a:lnTo>
                  <a:pt x="35102" y="115570"/>
                </a:lnTo>
                <a:lnTo>
                  <a:pt x="34798" y="115570"/>
                </a:lnTo>
                <a:lnTo>
                  <a:pt x="32473" y="121920"/>
                </a:lnTo>
                <a:lnTo>
                  <a:pt x="32664" y="121920"/>
                </a:lnTo>
                <a:lnTo>
                  <a:pt x="31038" y="127000"/>
                </a:lnTo>
                <a:lnTo>
                  <a:pt x="30797" y="127000"/>
                </a:lnTo>
                <a:lnTo>
                  <a:pt x="29337" y="133350"/>
                </a:lnTo>
                <a:lnTo>
                  <a:pt x="29184" y="133350"/>
                </a:lnTo>
                <a:lnTo>
                  <a:pt x="27749" y="139700"/>
                </a:lnTo>
                <a:lnTo>
                  <a:pt x="26720" y="146050"/>
                </a:lnTo>
                <a:lnTo>
                  <a:pt x="25984" y="152400"/>
                </a:lnTo>
                <a:lnTo>
                  <a:pt x="25638" y="157479"/>
                </a:lnTo>
                <a:lnTo>
                  <a:pt x="25565" y="158750"/>
                </a:lnTo>
                <a:lnTo>
                  <a:pt x="25400" y="165100"/>
                </a:lnTo>
                <a:lnTo>
                  <a:pt x="25558" y="171450"/>
                </a:lnTo>
                <a:lnTo>
                  <a:pt x="26123" y="179070"/>
                </a:lnTo>
                <a:lnTo>
                  <a:pt x="26987" y="185420"/>
                </a:lnTo>
                <a:lnTo>
                  <a:pt x="28168" y="193039"/>
                </a:lnTo>
                <a:lnTo>
                  <a:pt x="28314" y="193039"/>
                </a:lnTo>
                <a:lnTo>
                  <a:pt x="29679" y="199389"/>
                </a:lnTo>
                <a:lnTo>
                  <a:pt x="29842" y="199389"/>
                </a:lnTo>
                <a:lnTo>
                  <a:pt x="31483" y="205739"/>
                </a:lnTo>
                <a:lnTo>
                  <a:pt x="31752" y="205739"/>
                </a:lnTo>
                <a:lnTo>
                  <a:pt x="33591" y="210820"/>
                </a:lnTo>
                <a:lnTo>
                  <a:pt x="33375" y="210820"/>
                </a:lnTo>
                <a:lnTo>
                  <a:pt x="35991" y="217170"/>
                </a:lnTo>
                <a:lnTo>
                  <a:pt x="35750" y="217170"/>
                </a:lnTo>
                <a:lnTo>
                  <a:pt x="38671" y="223520"/>
                </a:lnTo>
                <a:lnTo>
                  <a:pt x="39049" y="223520"/>
                </a:lnTo>
                <a:lnTo>
                  <a:pt x="41630" y="228600"/>
                </a:lnTo>
                <a:lnTo>
                  <a:pt x="41325" y="228600"/>
                </a:lnTo>
                <a:lnTo>
                  <a:pt x="44843" y="234950"/>
                </a:lnTo>
                <a:lnTo>
                  <a:pt x="45285" y="234950"/>
                </a:lnTo>
                <a:lnTo>
                  <a:pt x="48323" y="240029"/>
                </a:lnTo>
                <a:lnTo>
                  <a:pt x="47980" y="240029"/>
                </a:lnTo>
                <a:lnTo>
                  <a:pt x="52057" y="245110"/>
                </a:lnTo>
                <a:lnTo>
                  <a:pt x="51688" y="245110"/>
                </a:lnTo>
                <a:lnTo>
                  <a:pt x="56019" y="250189"/>
                </a:lnTo>
                <a:lnTo>
                  <a:pt x="55638" y="250189"/>
                </a:lnTo>
                <a:lnTo>
                  <a:pt x="60223" y="255270"/>
                </a:lnTo>
                <a:lnTo>
                  <a:pt x="61023" y="255270"/>
                </a:lnTo>
                <a:lnTo>
                  <a:pt x="64642" y="259079"/>
                </a:lnTo>
                <a:lnTo>
                  <a:pt x="64223" y="259079"/>
                </a:lnTo>
                <a:lnTo>
                  <a:pt x="69291" y="264160"/>
                </a:lnTo>
                <a:lnTo>
                  <a:pt x="68846" y="264160"/>
                </a:lnTo>
                <a:lnTo>
                  <a:pt x="74142" y="267970"/>
                </a:lnTo>
                <a:lnTo>
                  <a:pt x="73672" y="267970"/>
                </a:lnTo>
                <a:lnTo>
                  <a:pt x="79184" y="271779"/>
                </a:lnTo>
                <a:lnTo>
                  <a:pt x="78701" y="271779"/>
                </a:lnTo>
                <a:lnTo>
                  <a:pt x="84416" y="275589"/>
                </a:lnTo>
                <a:lnTo>
                  <a:pt x="83908" y="275589"/>
                </a:lnTo>
                <a:lnTo>
                  <a:pt x="89839" y="279400"/>
                </a:lnTo>
                <a:lnTo>
                  <a:pt x="89306" y="279400"/>
                </a:lnTo>
                <a:lnTo>
                  <a:pt x="95427" y="283210"/>
                </a:lnTo>
                <a:lnTo>
                  <a:pt x="96981" y="283210"/>
                </a:lnTo>
                <a:lnTo>
                  <a:pt x="101180" y="285750"/>
                </a:lnTo>
                <a:lnTo>
                  <a:pt x="100622" y="285750"/>
                </a:lnTo>
                <a:lnTo>
                  <a:pt x="107086" y="288289"/>
                </a:lnTo>
                <a:lnTo>
                  <a:pt x="106514" y="288289"/>
                </a:lnTo>
                <a:lnTo>
                  <a:pt x="113144" y="290829"/>
                </a:lnTo>
                <a:lnTo>
                  <a:pt x="112547" y="290829"/>
                </a:lnTo>
                <a:lnTo>
                  <a:pt x="119329" y="292100"/>
                </a:lnTo>
                <a:lnTo>
                  <a:pt x="118732" y="292100"/>
                </a:lnTo>
                <a:lnTo>
                  <a:pt x="125653" y="294639"/>
                </a:lnTo>
                <a:lnTo>
                  <a:pt x="125044" y="294639"/>
                </a:lnTo>
                <a:lnTo>
                  <a:pt x="132105" y="295910"/>
                </a:lnTo>
                <a:lnTo>
                  <a:pt x="131483" y="295910"/>
                </a:lnTo>
                <a:lnTo>
                  <a:pt x="138671" y="297179"/>
                </a:lnTo>
                <a:lnTo>
                  <a:pt x="138036" y="297179"/>
                </a:lnTo>
                <a:lnTo>
                  <a:pt x="145338" y="298450"/>
                </a:lnTo>
                <a:lnTo>
                  <a:pt x="245236" y="298450"/>
                </a:lnTo>
                <a:lnTo>
                  <a:pt x="240944" y="300989"/>
                </a:lnTo>
                <a:lnTo>
                  <a:pt x="198310" y="318770"/>
                </a:lnTo>
                <a:lnTo>
                  <a:pt x="190626" y="321310"/>
                </a:lnTo>
                <a:lnTo>
                  <a:pt x="182816" y="322579"/>
                </a:lnTo>
                <a:close/>
              </a:path>
              <a:path w="317500" h="323850">
                <a:moveTo>
                  <a:pt x="204787" y="40639"/>
                </a:moveTo>
                <a:lnTo>
                  <a:pt x="198005" y="38100"/>
                </a:lnTo>
                <a:lnTo>
                  <a:pt x="198602" y="38100"/>
                </a:lnTo>
                <a:lnTo>
                  <a:pt x="191681" y="35560"/>
                </a:lnTo>
                <a:lnTo>
                  <a:pt x="249457" y="35560"/>
                </a:lnTo>
                <a:lnTo>
                  <a:pt x="253606" y="38100"/>
                </a:lnTo>
                <a:lnTo>
                  <a:pt x="255104" y="39370"/>
                </a:lnTo>
                <a:lnTo>
                  <a:pt x="204190" y="39370"/>
                </a:lnTo>
                <a:lnTo>
                  <a:pt x="204787" y="40639"/>
                </a:lnTo>
                <a:close/>
              </a:path>
              <a:path w="317500" h="323850">
                <a:moveTo>
                  <a:pt x="210819" y="43179"/>
                </a:moveTo>
                <a:lnTo>
                  <a:pt x="204190" y="39370"/>
                </a:lnTo>
                <a:lnTo>
                  <a:pt x="255104" y="39370"/>
                </a:lnTo>
                <a:lnTo>
                  <a:pt x="258102" y="41910"/>
                </a:lnTo>
                <a:lnTo>
                  <a:pt x="210248" y="41910"/>
                </a:lnTo>
                <a:lnTo>
                  <a:pt x="210819" y="43179"/>
                </a:lnTo>
                <a:close/>
              </a:path>
              <a:path w="317500" h="323850">
                <a:moveTo>
                  <a:pt x="216712" y="45720"/>
                </a:moveTo>
                <a:lnTo>
                  <a:pt x="210248" y="41910"/>
                </a:lnTo>
                <a:lnTo>
                  <a:pt x="258102" y="41910"/>
                </a:lnTo>
                <a:lnTo>
                  <a:pt x="259600" y="43179"/>
                </a:lnTo>
                <a:lnTo>
                  <a:pt x="261038" y="44450"/>
                </a:lnTo>
                <a:lnTo>
                  <a:pt x="216153" y="44450"/>
                </a:lnTo>
                <a:lnTo>
                  <a:pt x="216712" y="45720"/>
                </a:lnTo>
                <a:close/>
              </a:path>
              <a:path w="317500" h="323850">
                <a:moveTo>
                  <a:pt x="248488" y="67310"/>
                </a:moveTo>
                <a:lnTo>
                  <a:pt x="243192" y="62229"/>
                </a:lnTo>
                <a:lnTo>
                  <a:pt x="243662" y="62229"/>
                </a:lnTo>
                <a:lnTo>
                  <a:pt x="238150" y="58420"/>
                </a:lnTo>
                <a:lnTo>
                  <a:pt x="238632" y="58420"/>
                </a:lnTo>
                <a:lnTo>
                  <a:pt x="232917" y="54610"/>
                </a:lnTo>
                <a:lnTo>
                  <a:pt x="233425" y="54610"/>
                </a:lnTo>
                <a:lnTo>
                  <a:pt x="227495" y="50800"/>
                </a:lnTo>
                <a:lnTo>
                  <a:pt x="228028" y="50800"/>
                </a:lnTo>
                <a:lnTo>
                  <a:pt x="221907" y="48260"/>
                </a:lnTo>
                <a:lnTo>
                  <a:pt x="222453" y="48260"/>
                </a:lnTo>
                <a:lnTo>
                  <a:pt x="216153" y="44450"/>
                </a:lnTo>
                <a:lnTo>
                  <a:pt x="261038" y="44450"/>
                </a:lnTo>
                <a:lnTo>
                  <a:pt x="265353" y="48260"/>
                </a:lnTo>
                <a:lnTo>
                  <a:pt x="270865" y="53339"/>
                </a:lnTo>
                <a:lnTo>
                  <a:pt x="276110" y="58420"/>
                </a:lnTo>
                <a:lnTo>
                  <a:pt x="281101" y="64770"/>
                </a:lnTo>
                <a:lnTo>
                  <a:pt x="282276" y="66039"/>
                </a:lnTo>
                <a:lnTo>
                  <a:pt x="248043" y="66039"/>
                </a:lnTo>
                <a:lnTo>
                  <a:pt x="248488" y="67310"/>
                </a:lnTo>
                <a:close/>
              </a:path>
              <a:path w="317500" h="323850">
                <a:moveTo>
                  <a:pt x="85509" y="53339"/>
                </a:moveTo>
                <a:lnTo>
                  <a:pt x="88074" y="52070"/>
                </a:lnTo>
                <a:lnTo>
                  <a:pt x="86994" y="52816"/>
                </a:lnTo>
                <a:lnTo>
                  <a:pt x="85509" y="53339"/>
                </a:lnTo>
                <a:close/>
              </a:path>
              <a:path w="317500" h="323850">
                <a:moveTo>
                  <a:pt x="86994" y="52816"/>
                </a:moveTo>
                <a:lnTo>
                  <a:pt x="88074" y="52070"/>
                </a:lnTo>
                <a:lnTo>
                  <a:pt x="89113" y="52070"/>
                </a:lnTo>
                <a:lnTo>
                  <a:pt x="86994" y="52816"/>
                </a:lnTo>
                <a:close/>
              </a:path>
              <a:path w="317500" h="323850">
                <a:moveTo>
                  <a:pt x="86237" y="53339"/>
                </a:moveTo>
                <a:lnTo>
                  <a:pt x="85509" y="53339"/>
                </a:lnTo>
                <a:lnTo>
                  <a:pt x="86994" y="52816"/>
                </a:lnTo>
                <a:lnTo>
                  <a:pt x="86237" y="53339"/>
                </a:lnTo>
                <a:close/>
              </a:path>
              <a:path w="317500" h="323850">
                <a:moveTo>
                  <a:pt x="100395" y="63500"/>
                </a:moveTo>
                <a:lnTo>
                  <a:pt x="72999" y="63500"/>
                </a:lnTo>
                <a:lnTo>
                  <a:pt x="78155" y="58420"/>
                </a:lnTo>
                <a:lnTo>
                  <a:pt x="77698" y="59689"/>
                </a:lnTo>
                <a:lnTo>
                  <a:pt x="104271" y="59689"/>
                </a:lnTo>
                <a:lnTo>
                  <a:pt x="100395" y="63500"/>
                </a:lnTo>
                <a:close/>
              </a:path>
              <a:path w="317500" h="323850">
                <a:moveTo>
                  <a:pt x="77698" y="59689"/>
                </a:moveTo>
                <a:lnTo>
                  <a:pt x="78155" y="58420"/>
                </a:lnTo>
                <a:lnTo>
                  <a:pt x="79476" y="58420"/>
                </a:lnTo>
                <a:lnTo>
                  <a:pt x="77698" y="59689"/>
                </a:lnTo>
                <a:close/>
              </a:path>
              <a:path w="317500" h="323850">
                <a:moveTo>
                  <a:pt x="43548" y="119379"/>
                </a:moveTo>
                <a:lnTo>
                  <a:pt x="71384" y="64337"/>
                </a:lnTo>
                <a:lnTo>
                  <a:pt x="73444" y="62229"/>
                </a:lnTo>
                <a:lnTo>
                  <a:pt x="72999" y="63500"/>
                </a:lnTo>
                <a:lnTo>
                  <a:pt x="100395" y="63500"/>
                </a:lnTo>
                <a:lnTo>
                  <a:pt x="43548" y="119379"/>
                </a:lnTo>
                <a:close/>
              </a:path>
              <a:path w="317500" h="323850">
                <a:moveTo>
                  <a:pt x="72999" y="63500"/>
                </a:moveTo>
                <a:lnTo>
                  <a:pt x="73444" y="62229"/>
                </a:lnTo>
                <a:lnTo>
                  <a:pt x="74288" y="62229"/>
                </a:lnTo>
                <a:lnTo>
                  <a:pt x="72999" y="63500"/>
                </a:lnTo>
                <a:close/>
              </a:path>
              <a:path w="317500" h="323850">
                <a:moveTo>
                  <a:pt x="257517" y="76200"/>
                </a:moveTo>
                <a:lnTo>
                  <a:pt x="252691" y="71120"/>
                </a:lnTo>
                <a:lnTo>
                  <a:pt x="253111" y="71120"/>
                </a:lnTo>
                <a:lnTo>
                  <a:pt x="248043" y="66039"/>
                </a:lnTo>
                <a:lnTo>
                  <a:pt x="282276" y="66039"/>
                </a:lnTo>
                <a:lnTo>
                  <a:pt x="285800" y="69850"/>
                </a:lnTo>
                <a:lnTo>
                  <a:pt x="289346" y="74929"/>
                </a:lnTo>
                <a:lnTo>
                  <a:pt x="257111" y="74929"/>
                </a:lnTo>
                <a:lnTo>
                  <a:pt x="257517" y="76200"/>
                </a:lnTo>
                <a:close/>
              </a:path>
              <a:path w="317500" h="323850">
                <a:moveTo>
                  <a:pt x="60007" y="76200"/>
                </a:moveTo>
                <a:lnTo>
                  <a:pt x="60388" y="74929"/>
                </a:lnTo>
                <a:lnTo>
                  <a:pt x="61144" y="74929"/>
                </a:lnTo>
                <a:lnTo>
                  <a:pt x="60007" y="76200"/>
                </a:lnTo>
                <a:close/>
              </a:path>
              <a:path w="317500" h="323850">
                <a:moveTo>
                  <a:pt x="261696" y="81279"/>
                </a:moveTo>
                <a:lnTo>
                  <a:pt x="257111" y="74929"/>
                </a:lnTo>
                <a:lnTo>
                  <a:pt x="289346" y="74929"/>
                </a:lnTo>
                <a:lnTo>
                  <a:pt x="290233" y="76200"/>
                </a:lnTo>
                <a:lnTo>
                  <a:pt x="292709" y="80010"/>
                </a:lnTo>
                <a:lnTo>
                  <a:pt x="261315" y="80010"/>
                </a:lnTo>
                <a:lnTo>
                  <a:pt x="261696" y="81279"/>
                </a:lnTo>
                <a:close/>
              </a:path>
              <a:path w="317500" h="323850">
                <a:moveTo>
                  <a:pt x="265645" y="86360"/>
                </a:moveTo>
                <a:lnTo>
                  <a:pt x="261315" y="80010"/>
                </a:lnTo>
                <a:lnTo>
                  <a:pt x="292709" y="80010"/>
                </a:lnTo>
                <a:lnTo>
                  <a:pt x="294360" y="82550"/>
                </a:lnTo>
                <a:lnTo>
                  <a:pt x="295630" y="85089"/>
                </a:lnTo>
                <a:lnTo>
                  <a:pt x="265277" y="85089"/>
                </a:lnTo>
                <a:lnTo>
                  <a:pt x="265645" y="86360"/>
                </a:lnTo>
                <a:close/>
              </a:path>
              <a:path w="317500" h="323850">
                <a:moveTo>
                  <a:pt x="52324" y="85089"/>
                </a:moveTo>
                <a:lnTo>
                  <a:pt x="52666" y="83820"/>
                </a:lnTo>
                <a:lnTo>
                  <a:pt x="53349" y="83820"/>
                </a:lnTo>
                <a:lnTo>
                  <a:pt x="52324" y="85089"/>
                </a:lnTo>
                <a:close/>
              </a:path>
              <a:path w="317500" h="323850">
                <a:moveTo>
                  <a:pt x="269354" y="91439"/>
                </a:moveTo>
                <a:lnTo>
                  <a:pt x="265277" y="85089"/>
                </a:lnTo>
                <a:lnTo>
                  <a:pt x="295630" y="85089"/>
                </a:lnTo>
                <a:lnTo>
                  <a:pt x="298170" y="90170"/>
                </a:lnTo>
                <a:lnTo>
                  <a:pt x="269011" y="90170"/>
                </a:lnTo>
                <a:lnTo>
                  <a:pt x="269354" y="91439"/>
                </a:lnTo>
                <a:close/>
              </a:path>
              <a:path w="317500" h="323850">
                <a:moveTo>
                  <a:pt x="48793" y="90170"/>
                </a:moveTo>
                <a:lnTo>
                  <a:pt x="49123" y="88900"/>
                </a:lnTo>
                <a:lnTo>
                  <a:pt x="49568" y="88900"/>
                </a:lnTo>
                <a:lnTo>
                  <a:pt x="48793" y="90170"/>
                </a:lnTo>
                <a:close/>
              </a:path>
              <a:path w="317500" h="323850">
                <a:moveTo>
                  <a:pt x="278930" y="107950"/>
                </a:moveTo>
                <a:lnTo>
                  <a:pt x="275704" y="101600"/>
                </a:lnTo>
                <a:lnTo>
                  <a:pt x="275996" y="101600"/>
                </a:lnTo>
                <a:lnTo>
                  <a:pt x="272491" y="96520"/>
                </a:lnTo>
                <a:lnTo>
                  <a:pt x="272808" y="96520"/>
                </a:lnTo>
                <a:lnTo>
                  <a:pt x="269011" y="90170"/>
                </a:lnTo>
                <a:lnTo>
                  <a:pt x="298170" y="90170"/>
                </a:lnTo>
                <a:lnTo>
                  <a:pt x="301675" y="96520"/>
                </a:lnTo>
                <a:lnTo>
                  <a:pt x="304863" y="102870"/>
                </a:lnTo>
                <a:lnTo>
                  <a:pt x="306285" y="106679"/>
                </a:lnTo>
                <a:lnTo>
                  <a:pt x="278663" y="106679"/>
                </a:lnTo>
                <a:lnTo>
                  <a:pt x="278930" y="107950"/>
                </a:lnTo>
                <a:close/>
              </a:path>
              <a:path w="317500" h="323850">
                <a:moveTo>
                  <a:pt x="45478" y="95250"/>
                </a:moveTo>
                <a:lnTo>
                  <a:pt x="45783" y="93979"/>
                </a:lnTo>
                <a:lnTo>
                  <a:pt x="46207" y="93979"/>
                </a:lnTo>
                <a:lnTo>
                  <a:pt x="45478" y="95250"/>
                </a:lnTo>
                <a:close/>
              </a:path>
              <a:path w="317500" h="323850">
                <a:moveTo>
                  <a:pt x="42405" y="100329"/>
                </a:moveTo>
                <a:lnTo>
                  <a:pt x="42684" y="99060"/>
                </a:lnTo>
                <a:lnTo>
                  <a:pt x="43080" y="99060"/>
                </a:lnTo>
                <a:lnTo>
                  <a:pt x="42405" y="100329"/>
                </a:lnTo>
                <a:close/>
              </a:path>
              <a:path w="317500" h="323850">
                <a:moveTo>
                  <a:pt x="281584" y="114300"/>
                </a:moveTo>
                <a:lnTo>
                  <a:pt x="278663" y="106679"/>
                </a:lnTo>
                <a:lnTo>
                  <a:pt x="306285" y="106679"/>
                </a:lnTo>
                <a:lnTo>
                  <a:pt x="307708" y="110489"/>
                </a:lnTo>
                <a:lnTo>
                  <a:pt x="308538" y="113029"/>
                </a:lnTo>
                <a:lnTo>
                  <a:pt x="281343" y="113029"/>
                </a:lnTo>
                <a:lnTo>
                  <a:pt x="281584" y="114300"/>
                </a:lnTo>
                <a:close/>
              </a:path>
              <a:path w="317500" h="323850">
                <a:moveTo>
                  <a:pt x="317160" y="172720"/>
                </a:moveTo>
                <a:lnTo>
                  <a:pt x="291744" y="172720"/>
                </a:lnTo>
                <a:lnTo>
                  <a:pt x="291934" y="165100"/>
                </a:lnTo>
                <a:lnTo>
                  <a:pt x="291744" y="157479"/>
                </a:lnTo>
                <a:lnTo>
                  <a:pt x="291211" y="151129"/>
                </a:lnTo>
                <a:lnTo>
                  <a:pt x="290347" y="144779"/>
                </a:lnTo>
                <a:lnTo>
                  <a:pt x="289166" y="138429"/>
                </a:lnTo>
                <a:lnTo>
                  <a:pt x="287654" y="132079"/>
                </a:lnTo>
                <a:lnTo>
                  <a:pt x="287820" y="132079"/>
                </a:lnTo>
                <a:lnTo>
                  <a:pt x="285851" y="125729"/>
                </a:lnTo>
                <a:lnTo>
                  <a:pt x="286042" y="125729"/>
                </a:lnTo>
                <a:lnTo>
                  <a:pt x="283743" y="119379"/>
                </a:lnTo>
                <a:lnTo>
                  <a:pt x="283959" y="119379"/>
                </a:lnTo>
                <a:lnTo>
                  <a:pt x="281343" y="113029"/>
                </a:lnTo>
                <a:lnTo>
                  <a:pt x="308538" y="113029"/>
                </a:lnTo>
                <a:lnTo>
                  <a:pt x="317131" y="157479"/>
                </a:lnTo>
                <a:lnTo>
                  <a:pt x="317334" y="165100"/>
                </a:lnTo>
                <a:lnTo>
                  <a:pt x="317160" y="172720"/>
                </a:lnTo>
                <a:close/>
              </a:path>
              <a:path w="317500" h="323850">
                <a:moveTo>
                  <a:pt x="34582" y="116839"/>
                </a:moveTo>
                <a:lnTo>
                  <a:pt x="34798" y="115570"/>
                </a:lnTo>
                <a:lnTo>
                  <a:pt x="35102" y="115570"/>
                </a:lnTo>
                <a:lnTo>
                  <a:pt x="34582" y="116839"/>
                </a:lnTo>
                <a:close/>
              </a:path>
              <a:path w="317500" h="323850">
                <a:moveTo>
                  <a:pt x="30632" y="128270"/>
                </a:moveTo>
                <a:lnTo>
                  <a:pt x="30797" y="127000"/>
                </a:lnTo>
                <a:lnTo>
                  <a:pt x="31038" y="127000"/>
                </a:lnTo>
                <a:lnTo>
                  <a:pt x="30632" y="128270"/>
                </a:lnTo>
                <a:close/>
              </a:path>
              <a:path w="317500" h="323850">
                <a:moveTo>
                  <a:pt x="29044" y="134620"/>
                </a:moveTo>
                <a:lnTo>
                  <a:pt x="29184" y="133350"/>
                </a:lnTo>
                <a:lnTo>
                  <a:pt x="29337" y="133350"/>
                </a:lnTo>
                <a:lnTo>
                  <a:pt x="29044" y="134620"/>
                </a:lnTo>
                <a:close/>
              </a:path>
              <a:path w="317500" h="323850">
                <a:moveTo>
                  <a:pt x="291274" y="152400"/>
                </a:moveTo>
                <a:lnTo>
                  <a:pt x="291119" y="151129"/>
                </a:lnTo>
                <a:lnTo>
                  <a:pt x="291274" y="152400"/>
                </a:lnTo>
                <a:close/>
              </a:path>
              <a:path w="317500" h="323850">
                <a:moveTo>
                  <a:pt x="291769" y="158750"/>
                </a:moveTo>
                <a:lnTo>
                  <a:pt x="291676" y="157479"/>
                </a:lnTo>
                <a:lnTo>
                  <a:pt x="291769" y="158750"/>
                </a:lnTo>
                <a:close/>
              </a:path>
              <a:path w="317500" h="323850">
                <a:moveTo>
                  <a:pt x="314807" y="193039"/>
                </a:moveTo>
                <a:lnTo>
                  <a:pt x="289166" y="193039"/>
                </a:lnTo>
                <a:lnTo>
                  <a:pt x="290449" y="185420"/>
                </a:lnTo>
                <a:lnTo>
                  <a:pt x="291274" y="179070"/>
                </a:lnTo>
                <a:lnTo>
                  <a:pt x="291769" y="171450"/>
                </a:lnTo>
                <a:lnTo>
                  <a:pt x="291744" y="172720"/>
                </a:lnTo>
                <a:lnTo>
                  <a:pt x="317160" y="172720"/>
                </a:lnTo>
                <a:lnTo>
                  <a:pt x="317131" y="173989"/>
                </a:lnTo>
                <a:lnTo>
                  <a:pt x="316509" y="181610"/>
                </a:lnTo>
                <a:lnTo>
                  <a:pt x="315506" y="189229"/>
                </a:lnTo>
                <a:lnTo>
                  <a:pt x="314807" y="193039"/>
                </a:lnTo>
                <a:close/>
              </a:path>
              <a:path w="317500" h="323850">
                <a:moveTo>
                  <a:pt x="25647" y="172720"/>
                </a:moveTo>
                <a:lnTo>
                  <a:pt x="25561" y="171576"/>
                </a:lnTo>
                <a:lnTo>
                  <a:pt x="25647" y="172720"/>
                </a:lnTo>
                <a:close/>
              </a:path>
              <a:path w="317500" h="323850">
                <a:moveTo>
                  <a:pt x="28314" y="193039"/>
                </a:moveTo>
                <a:lnTo>
                  <a:pt x="28168" y="193039"/>
                </a:lnTo>
                <a:lnTo>
                  <a:pt x="28041" y="191770"/>
                </a:lnTo>
                <a:lnTo>
                  <a:pt x="28314" y="193039"/>
                </a:lnTo>
                <a:close/>
              </a:path>
              <a:path w="317500" h="323850">
                <a:moveTo>
                  <a:pt x="313520" y="199389"/>
                </a:moveTo>
                <a:lnTo>
                  <a:pt x="287654" y="199389"/>
                </a:lnTo>
                <a:lnTo>
                  <a:pt x="289293" y="191770"/>
                </a:lnTo>
                <a:lnTo>
                  <a:pt x="289166" y="193039"/>
                </a:lnTo>
                <a:lnTo>
                  <a:pt x="314807" y="193039"/>
                </a:lnTo>
                <a:lnTo>
                  <a:pt x="314109" y="196850"/>
                </a:lnTo>
                <a:lnTo>
                  <a:pt x="313520" y="199389"/>
                </a:lnTo>
                <a:close/>
              </a:path>
              <a:path w="317500" h="323850">
                <a:moveTo>
                  <a:pt x="29842" y="199389"/>
                </a:moveTo>
                <a:lnTo>
                  <a:pt x="29679" y="199389"/>
                </a:lnTo>
                <a:lnTo>
                  <a:pt x="29514" y="198120"/>
                </a:lnTo>
                <a:lnTo>
                  <a:pt x="29842" y="199389"/>
                </a:lnTo>
                <a:close/>
              </a:path>
              <a:path w="317500" h="323850">
                <a:moveTo>
                  <a:pt x="311986" y="205739"/>
                </a:moveTo>
                <a:lnTo>
                  <a:pt x="285851" y="205739"/>
                </a:lnTo>
                <a:lnTo>
                  <a:pt x="287820" y="198120"/>
                </a:lnTo>
                <a:lnTo>
                  <a:pt x="287654" y="199389"/>
                </a:lnTo>
                <a:lnTo>
                  <a:pt x="313520" y="199389"/>
                </a:lnTo>
                <a:lnTo>
                  <a:pt x="312343" y="204470"/>
                </a:lnTo>
                <a:lnTo>
                  <a:pt x="311986" y="205739"/>
                </a:lnTo>
                <a:close/>
              </a:path>
              <a:path w="317500" h="323850">
                <a:moveTo>
                  <a:pt x="31752" y="205739"/>
                </a:moveTo>
                <a:lnTo>
                  <a:pt x="31483" y="205739"/>
                </a:lnTo>
                <a:lnTo>
                  <a:pt x="31292" y="204470"/>
                </a:lnTo>
                <a:lnTo>
                  <a:pt x="31752" y="205739"/>
                </a:lnTo>
                <a:close/>
              </a:path>
              <a:path w="317500" h="323850">
                <a:moveTo>
                  <a:pt x="306285" y="223520"/>
                </a:moveTo>
                <a:lnTo>
                  <a:pt x="278663" y="223520"/>
                </a:lnTo>
                <a:lnTo>
                  <a:pt x="281584" y="217170"/>
                </a:lnTo>
                <a:lnTo>
                  <a:pt x="281343" y="217170"/>
                </a:lnTo>
                <a:lnTo>
                  <a:pt x="283959" y="210820"/>
                </a:lnTo>
                <a:lnTo>
                  <a:pt x="283743" y="210820"/>
                </a:lnTo>
                <a:lnTo>
                  <a:pt x="286042" y="204470"/>
                </a:lnTo>
                <a:lnTo>
                  <a:pt x="285851" y="205739"/>
                </a:lnTo>
                <a:lnTo>
                  <a:pt x="311986" y="205739"/>
                </a:lnTo>
                <a:lnTo>
                  <a:pt x="310197" y="212089"/>
                </a:lnTo>
                <a:lnTo>
                  <a:pt x="307708" y="219710"/>
                </a:lnTo>
                <a:lnTo>
                  <a:pt x="306285" y="223520"/>
                </a:lnTo>
                <a:close/>
              </a:path>
              <a:path w="317500" h="323850">
                <a:moveTo>
                  <a:pt x="39049" y="223520"/>
                </a:moveTo>
                <a:lnTo>
                  <a:pt x="38671" y="223520"/>
                </a:lnTo>
                <a:lnTo>
                  <a:pt x="38404" y="222250"/>
                </a:lnTo>
                <a:lnTo>
                  <a:pt x="39049" y="223520"/>
                </a:lnTo>
                <a:close/>
              </a:path>
              <a:path w="317500" h="323850">
                <a:moveTo>
                  <a:pt x="301091" y="234950"/>
                </a:moveTo>
                <a:lnTo>
                  <a:pt x="272491" y="234950"/>
                </a:lnTo>
                <a:lnTo>
                  <a:pt x="275996" y="228600"/>
                </a:lnTo>
                <a:lnTo>
                  <a:pt x="275704" y="228600"/>
                </a:lnTo>
                <a:lnTo>
                  <a:pt x="278930" y="222250"/>
                </a:lnTo>
                <a:lnTo>
                  <a:pt x="278663" y="223520"/>
                </a:lnTo>
                <a:lnTo>
                  <a:pt x="306285" y="223520"/>
                </a:lnTo>
                <a:lnTo>
                  <a:pt x="304863" y="227329"/>
                </a:lnTo>
                <a:lnTo>
                  <a:pt x="301675" y="233679"/>
                </a:lnTo>
                <a:lnTo>
                  <a:pt x="301091" y="234950"/>
                </a:lnTo>
                <a:close/>
              </a:path>
              <a:path w="317500" h="323850">
                <a:moveTo>
                  <a:pt x="45285" y="234950"/>
                </a:moveTo>
                <a:lnTo>
                  <a:pt x="44843" y="234950"/>
                </a:lnTo>
                <a:lnTo>
                  <a:pt x="44526" y="233679"/>
                </a:lnTo>
                <a:lnTo>
                  <a:pt x="45285" y="234950"/>
                </a:lnTo>
                <a:close/>
              </a:path>
              <a:path w="317500" h="323850">
                <a:moveTo>
                  <a:pt x="289346" y="255270"/>
                </a:moveTo>
                <a:lnTo>
                  <a:pt x="257111" y="255270"/>
                </a:lnTo>
                <a:lnTo>
                  <a:pt x="261696" y="250189"/>
                </a:lnTo>
                <a:lnTo>
                  <a:pt x="261315" y="250189"/>
                </a:lnTo>
                <a:lnTo>
                  <a:pt x="265645" y="245110"/>
                </a:lnTo>
                <a:lnTo>
                  <a:pt x="265277" y="245110"/>
                </a:lnTo>
                <a:lnTo>
                  <a:pt x="269354" y="240029"/>
                </a:lnTo>
                <a:lnTo>
                  <a:pt x="269011" y="240029"/>
                </a:lnTo>
                <a:lnTo>
                  <a:pt x="272808" y="233679"/>
                </a:lnTo>
                <a:lnTo>
                  <a:pt x="272491" y="234950"/>
                </a:lnTo>
                <a:lnTo>
                  <a:pt x="301091" y="234950"/>
                </a:lnTo>
                <a:lnTo>
                  <a:pt x="298170" y="241300"/>
                </a:lnTo>
                <a:lnTo>
                  <a:pt x="294360" y="247650"/>
                </a:lnTo>
                <a:lnTo>
                  <a:pt x="290233" y="254000"/>
                </a:lnTo>
                <a:lnTo>
                  <a:pt x="289346" y="255270"/>
                </a:lnTo>
                <a:close/>
              </a:path>
              <a:path w="317500" h="323850">
                <a:moveTo>
                  <a:pt x="61023" y="255270"/>
                </a:moveTo>
                <a:lnTo>
                  <a:pt x="60223" y="255270"/>
                </a:lnTo>
                <a:lnTo>
                  <a:pt x="59816" y="254000"/>
                </a:lnTo>
                <a:lnTo>
                  <a:pt x="61023" y="255270"/>
                </a:lnTo>
                <a:close/>
              </a:path>
              <a:path w="317500" h="323850">
                <a:moveTo>
                  <a:pt x="265353" y="283210"/>
                </a:moveTo>
                <a:lnTo>
                  <a:pt x="221907" y="283210"/>
                </a:lnTo>
                <a:lnTo>
                  <a:pt x="228028" y="279400"/>
                </a:lnTo>
                <a:lnTo>
                  <a:pt x="227495" y="279400"/>
                </a:lnTo>
                <a:lnTo>
                  <a:pt x="233425" y="275589"/>
                </a:lnTo>
                <a:lnTo>
                  <a:pt x="232917" y="275589"/>
                </a:lnTo>
                <a:lnTo>
                  <a:pt x="238632" y="271779"/>
                </a:lnTo>
                <a:lnTo>
                  <a:pt x="238150" y="271779"/>
                </a:lnTo>
                <a:lnTo>
                  <a:pt x="243662" y="267970"/>
                </a:lnTo>
                <a:lnTo>
                  <a:pt x="243192" y="267970"/>
                </a:lnTo>
                <a:lnTo>
                  <a:pt x="248488" y="264160"/>
                </a:lnTo>
                <a:lnTo>
                  <a:pt x="248043" y="264160"/>
                </a:lnTo>
                <a:lnTo>
                  <a:pt x="253111" y="259079"/>
                </a:lnTo>
                <a:lnTo>
                  <a:pt x="252691" y="259079"/>
                </a:lnTo>
                <a:lnTo>
                  <a:pt x="257517" y="254000"/>
                </a:lnTo>
                <a:lnTo>
                  <a:pt x="257111" y="255270"/>
                </a:lnTo>
                <a:lnTo>
                  <a:pt x="289346" y="255270"/>
                </a:lnTo>
                <a:lnTo>
                  <a:pt x="285800" y="260350"/>
                </a:lnTo>
                <a:lnTo>
                  <a:pt x="281101" y="266700"/>
                </a:lnTo>
                <a:lnTo>
                  <a:pt x="276110" y="271779"/>
                </a:lnTo>
                <a:lnTo>
                  <a:pt x="270865" y="276860"/>
                </a:lnTo>
                <a:lnTo>
                  <a:pt x="265353" y="283210"/>
                </a:lnTo>
                <a:close/>
              </a:path>
              <a:path w="317500" h="323850">
                <a:moveTo>
                  <a:pt x="96981" y="283210"/>
                </a:moveTo>
                <a:lnTo>
                  <a:pt x="95427" y="283210"/>
                </a:lnTo>
                <a:lnTo>
                  <a:pt x="94881" y="281939"/>
                </a:lnTo>
                <a:lnTo>
                  <a:pt x="96981" y="283210"/>
                </a:lnTo>
                <a:close/>
              </a:path>
              <a:path w="317500" h="323850">
                <a:moveTo>
                  <a:pt x="245236" y="298450"/>
                </a:moveTo>
                <a:lnTo>
                  <a:pt x="171996" y="298450"/>
                </a:lnTo>
                <a:lnTo>
                  <a:pt x="179298" y="297179"/>
                </a:lnTo>
                <a:lnTo>
                  <a:pt x="178663" y="297179"/>
                </a:lnTo>
                <a:lnTo>
                  <a:pt x="185851" y="295910"/>
                </a:lnTo>
                <a:lnTo>
                  <a:pt x="185229" y="295910"/>
                </a:lnTo>
                <a:lnTo>
                  <a:pt x="192290" y="294639"/>
                </a:lnTo>
                <a:lnTo>
                  <a:pt x="191681" y="294639"/>
                </a:lnTo>
                <a:lnTo>
                  <a:pt x="198602" y="292100"/>
                </a:lnTo>
                <a:lnTo>
                  <a:pt x="198005" y="292100"/>
                </a:lnTo>
                <a:lnTo>
                  <a:pt x="204787" y="290829"/>
                </a:lnTo>
                <a:lnTo>
                  <a:pt x="204190" y="290829"/>
                </a:lnTo>
                <a:lnTo>
                  <a:pt x="210819" y="288289"/>
                </a:lnTo>
                <a:lnTo>
                  <a:pt x="210248" y="288289"/>
                </a:lnTo>
                <a:lnTo>
                  <a:pt x="216712" y="285750"/>
                </a:lnTo>
                <a:lnTo>
                  <a:pt x="216153" y="285750"/>
                </a:lnTo>
                <a:lnTo>
                  <a:pt x="222453" y="281939"/>
                </a:lnTo>
                <a:lnTo>
                  <a:pt x="221907" y="283210"/>
                </a:lnTo>
                <a:lnTo>
                  <a:pt x="265353" y="283210"/>
                </a:lnTo>
                <a:lnTo>
                  <a:pt x="259600" y="288289"/>
                </a:lnTo>
                <a:lnTo>
                  <a:pt x="253606" y="292100"/>
                </a:lnTo>
                <a:lnTo>
                  <a:pt x="247383" y="297179"/>
                </a:lnTo>
                <a:lnTo>
                  <a:pt x="245236" y="298450"/>
                </a:lnTo>
                <a:close/>
              </a:path>
              <a:path w="317500" h="323850">
                <a:moveTo>
                  <a:pt x="152120" y="298450"/>
                </a:moveTo>
                <a:lnTo>
                  <a:pt x="145338" y="298450"/>
                </a:lnTo>
                <a:lnTo>
                  <a:pt x="144703" y="297179"/>
                </a:lnTo>
                <a:lnTo>
                  <a:pt x="152120" y="298450"/>
                </a:lnTo>
                <a:close/>
              </a:path>
              <a:path w="317500" h="323850">
                <a:moveTo>
                  <a:pt x="171996" y="298450"/>
                </a:moveTo>
                <a:lnTo>
                  <a:pt x="165214" y="298450"/>
                </a:lnTo>
                <a:lnTo>
                  <a:pt x="172631" y="297179"/>
                </a:lnTo>
                <a:lnTo>
                  <a:pt x="171996" y="298450"/>
                </a:lnTo>
                <a:close/>
              </a:path>
              <a:path w="317500" h="323850">
                <a:moveTo>
                  <a:pt x="166827" y="323850"/>
                </a:moveTo>
                <a:lnTo>
                  <a:pt x="150507" y="323850"/>
                </a:lnTo>
                <a:lnTo>
                  <a:pt x="142455" y="322579"/>
                </a:lnTo>
                <a:lnTo>
                  <a:pt x="174878" y="322579"/>
                </a:lnTo>
                <a:lnTo>
                  <a:pt x="166827" y="32385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7515199" y="3567366"/>
            <a:ext cx="810895" cy="835660"/>
          </a:xfrm>
          <a:custGeom>
            <a:avLst/>
            <a:gdLst/>
            <a:ahLst/>
            <a:cxnLst/>
            <a:rect l="l" t="t" r="r" b="b"/>
            <a:pathLst>
              <a:path w="810895" h="835660">
                <a:moveTo>
                  <a:pt x="290008" y="41005"/>
                </a:moveTo>
                <a:lnTo>
                  <a:pt x="230479" y="0"/>
                </a:lnTo>
                <a:lnTo>
                  <a:pt x="353540" y="35560"/>
                </a:lnTo>
                <a:lnTo>
                  <a:pt x="317538" y="35560"/>
                </a:lnTo>
                <a:lnTo>
                  <a:pt x="300342" y="38100"/>
                </a:lnTo>
                <a:lnTo>
                  <a:pt x="290868" y="40639"/>
                </a:lnTo>
                <a:lnTo>
                  <a:pt x="290008" y="41005"/>
                </a:lnTo>
                <a:close/>
              </a:path>
              <a:path w="810895" h="835660">
                <a:moveTo>
                  <a:pt x="654113" y="143510"/>
                </a:moveTo>
                <a:lnTo>
                  <a:pt x="646912" y="137160"/>
                </a:lnTo>
                <a:lnTo>
                  <a:pt x="647153" y="137160"/>
                </a:lnTo>
                <a:lnTo>
                  <a:pt x="639800" y="130810"/>
                </a:lnTo>
                <a:lnTo>
                  <a:pt x="640041" y="130810"/>
                </a:lnTo>
                <a:lnTo>
                  <a:pt x="632561" y="125729"/>
                </a:lnTo>
                <a:lnTo>
                  <a:pt x="632802" y="125729"/>
                </a:lnTo>
                <a:lnTo>
                  <a:pt x="625170" y="120650"/>
                </a:lnTo>
                <a:lnTo>
                  <a:pt x="625411" y="120650"/>
                </a:lnTo>
                <a:lnTo>
                  <a:pt x="617651" y="115570"/>
                </a:lnTo>
                <a:lnTo>
                  <a:pt x="617905" y="115570"/>
                </a:lnTo>
                <a:lnTo>
                  <a:pt x="610006" y="110489"/>
                </a:lnTo>
                <a:lnTo>
                  <a:pt x="610260" y="110489"/>
                </a:lnTo>
                <a:lnTo>
                  <a:pt x="602221" y="105410"/>
                </a:lnTo>
                <a:lnTo>
                  <a:pt x="602487" y="105410"/>
                </a:lnTo>
                <a:lnTo>
                  <a:pt x="594321" y="100329"/>
                </a:lnTo>
                <a:lnTo>
                  <a:pt x="594588" y="100329"/>
                </a:lnTo>
                <a:lnTo>
                  <a:pt x="586308" y="96520"/>
                </a:lnTo>
                <a:lnTo>
                  <a:pt x="586574" y="96520"/>
                </a:lnTo>
                <a:lnTo>
                  <a:pt x="578167" y="91439"/>
                </a:lnTo>
                <a:lnTo>
                  <a:pt x="578446" y="91439"/>
                </a:lnTo>
                <a:lnTo>
                  <a:pt x="569925" y="87629"/>
                </a:lnTo>
                <a:lnTo>
                  <a:pt x="570204" y="87629"/>
                </a:lnTo>
                <a:lnTo>
                  <a:pt x="561555" y="83820"/>
                </a:lnTo>
                <a:lnTo>
                  <a:pt x="561835" y="83820"/>
                </a:lnTo>
                <a:lnTo>
                  <a:pt x="553084" y="80010"/>
                </a:lnTo>
                <a:lnTo>
                  <a:pt x="553377" y="80010"/>
                </a:lnTo>
                <a:lnTo>
                  <a:pt x="544512" y="76200"/>
                </a:lnTo>
                <a:lnTo>
                  <a:pt x="544804" y="76200"/>
                </a:lnTo>
                <a:lnTo>
                  <a:pt x="535825" y="73660"/>
                </a:lnTo>
                <a:lnTo>
                  <a:pt x="536117" y="73660"/>
                </a:lnTo>
                <a:lnTo>
                  <a:pt x="527050" y="69850"/>
                </a:lnTo>
                <a:lnTo>
                  <a:pt x="527342" y="69850"/>
                </a:lnTo>
                <a:lnTo>
                  <a:pt x="518172" y="67310"/>
                </a:lnTo>
                <a:lnTo>
                  <a:pt x="518477" y="67310"/>
                </a:lnTo>
                <a:lnTo>
                  <a:pt x="509206" y="64770"/>
                </a:lnTo>
                <a:lnTo>
                  <a:pt x="509511" y="64770"/>
                </a:lnTo>
                <a:lnTo>
                  <a:pt x="500138" y="62229"/>
                </a:lnTo>
                <a:lnTo>
                  <a:pt x="500443" y="62229"/>
                </a:lnTo>
                <a:lnTo>
                  <a:pt x="490994" y="59689"/>
                </a:lnTo>
                <a:lnTo>
                  <a:pt x="491299" y="59689"/>
                </a:lnTo>
                <a:lnTo>
                  <a:pt x="481761" y="58420"/>
                </a:lnTo>
                <a:lnTo>
                  <a:pt x="482066" y="58420"/>
                </a:lnTo>
                <a:lnTo>
                  <a:pt x="472439" y="55879"/>
                </a:lnTo>
                <a:lnTo>
                  <a:pt x="472757" y="55879"/>
                </a:lnTo>
                <a:lnTo>
                  <a:pt x="463041" y="54610"/>
                </a:lnTo>
                <a:lnTo>
                  <a:pt x="463359" y="54610"/>
                </a:lnTo>
                <a:lnTo>
                  <a:pt x="453567" y="53339"/>
                </a:lnTo>
                <a:lnTo>
                  <a:pt x="453885" y="53339"/>
                </a:lnTo>
                <a:lnTo>
                  <a:pt x="444017" y="52070"/>
                </a:lnTo>
                <a:lnTo>
                  <a:pt x="444334" y="52070"/>
                </a:lnTo>
                <a:lnTo>
                  <a:pt x="434403" y="50800"/>
                </a:lnTo>
                <a:lnTo>
                  <a:pt x="405155" y="50800"/>
                </a:lnTo>
                <a:lnTo>
                  <a:pt x="402513" y="49529"/>
                </a:lnTo>
                <a:lnTo>
                  <a:pt x="399999" y="49529"/>
                </a:lnTo>
                <a:lnTo>
                  <a:pt x="392658" y="38100"/>
                </a:lnTo>
                <a:lnTo>
                  <a:pt x="392696" y="35560"/>
                </a:lnTo>
                <a:lnTo>
                  <a:pt x="393280" y="33020"/>
                </a:lnTo>
                <a:lnTo>
                  <a:pt x="394398" y="30479"/>
                </a:lnTo>
                <a:lnTo>
                  <a:pt x="395985" y="29210"/>
                </a:lnTo>
                <a:lnTo>
                  <a:pt x="397979" y="26670"/>
                </a:lnTo>
                <a:lnTo>
                  <a:pt x="400291" y="25400"/>
                </a:lnTo>
                <a:lnTo>
                  <a:pt x="436486" y="25400"/>
                </a:lnTo>
                <a:lnTo>
                  <a:pt x="477062" y="30479"/>
                </a:lnTo>
                <a:lnTo>
                  <a:pt x="535343" y="45720"/>
                </a:lnTo>
                <a:lnTo>
                  <a:pt x="572160" y="60960"/>
                </a:lnTo>
                <a:lnTo>
                  <a:pt x="607123" y="78739"/>
                </a:lnTo>
                <a:lnTo>
                  <a:pt x="640016" y="99060"/>
                </a:lnTo>
                <a:lnTo>
                  <a:pt x="655624" y="111760"/>
                </a:lnTo>
                <a:lnTo>
                  <a:pt x="663206" y="116839"/>
                </a:lnTo>
                <a:lnTo>
                  <a:pt x="670636" y="123189"/>
                </a:lnTo>
                <a:lnTo>
                  <a:pt x="677913" y="129539"/>
                </a:lnTo>
                <a:lnTo>
                  <a:pt x="685025" y="137160"/>
                </a:lnTo>
                <a:lnTo>
                  <a:pt x="690592" y="142239"/>
                </a:lnTo>
                <a:lnTo>
                  <a:pt x="653884" y="142239"/>
                </a:lnTo>
                <a:lnTo>
                  <a:pt x="654113" y="143510"/>
                </a:lnTo>
                <a:close/>
              </a:path>
              <a:path w="810895" h="835660">
                <a:moveTo>
                  <a:pt x="292469" y="67707"/>
                </a:moveTo>
                <a:lnTo>
                  <a:pt x="304228" y="50800"/>
                </a:lnTo>
                <a:lnTo>
                  <a:pt x="290008" y="41005"/>
                </a:lnTo>
                <a:lnTo>
                  <a:pt x="290868" y="40639"/>
                </a:lnTo>
                <a:lnTo>
                  <a:pt x="300342" y="38100"/>
                </a:lnTo>
                <a:lnTo>
                  <a:pt x="317538" y="35560"/>
                </a:lnTo>
                <a:lnTo>
                  <a:pt x="322160" y="59689"/>
                </a:lnTo>
                <a:lnTo>
                  <a:pt x="305523" y="63500"/>
                </a:lnTo>
                <a:lnTo>
                  <a:pt x="306654" y="63500"/>
                </a:lnTo>
                <a:lnTo>
                  <a:pt x="297878" y="66039"/>
                </a:lnTo>
                <a:lnTo>
                  <a:pt x="298170" y="66039"/>
                </a:lnTo>
                <a:lnTo>
                  <a:pt x="292469" y="67707"/>
                </a:lnTo>
                <a:close/>
              </a:path>
              <a:path w="810895" h="835660">
                <a:moveTo>
                  <a:pt x="252996" y="124460"/>
                </a:moveTo>
                <a:lnTo>
                  <a:pt x="292469" y="67707"/>
                </a:lnTo>
                <a:lnTo>
                  <a:pt x="298170" y="66039"/>
                </a:lnTo>
                <a:lnTo>
                  <a:pt x="297878" y="66039"/>
                </a:lnTo>
                <a:lnTo>
                  <a:pt x="306654" y="63500"/>
                </a:lnTo>
                <a:lnTo>
                  <a:pt x="305523" y="63500"/>
                </a:lnTo>
                <a:lnTo>
                  <a:pt x="322160" y="59689"/>
                </a:lnTo>
                <a:lnTo>
                  <a:pt x="317538" y="35560"/>
                </a:lnTo>
                <a:lnTo>
                  <a:pt x="353540" y="35560"/>
                </a:lnTo>
                <a:lnTo>
                  <a:pt x="366725" y="39370"/>
                </a:lnTo>
                <a:lnTo>
                  <a:pt x="252996" y="124460"/>
                </a:lnTo>
                <a:close/>
              </a:path>
              <a:path w="810895" h="835660">
                <a:moveTo>
                  <a:pt x="426161" y="835660"/>
                </a:moveTo>
                <a:lnTo>
                  <a:pt x="384454" y="835660"/>
                </a:lnTo>
                <a:lnTo>
                  <a:pt x="333552" y="829310"/>
                </a:lnTo>
                <a:lnTo>
                  <a:pt x="323621" y="826770"/>
                </a:lnTo>
                <a:lnTo>
                  <a:pt x="313766" y="825500"/>
                </a:lnTo>
                <a:lnTo>
                  <a:pt x="284759" y="817879"/>
                </a:lnTo>
                <a:lnTo>
                  <a:pt x="275285" y="814070"/>
                </a:lnTo>
                <a:lnTo>
                  <a:pt x="265912" y="811529"/>
                </a:lnTo>
                <a:lnTo>
                  <a:pt x="238455" y="800100"/>
                </a:lnTo>
                <a:lnTo>
                  <a:pt x="229539" y="795020"/>
                </a:lnTo>
                <a:lnTo>
                  <a:pt x="220738" y="791210"/>
                </a:lnTo>
                <a:lnTo>
                  <a:pt x="212051" y="786129"/>
                </a:lnTo>
                <a:lnTo>
                  <a:pt x="203504" y="782320"/>
                </a:lnTo>
                <a:lnTo>
                  <a:pt x="195071" y="777239"/>
                </a:lnTo>
                <a:lnTo>
                  <a:pt x="186778" y="772160"/>
                </a:lnTo>
                <a:lnTo>
                  <a:pt x="178625" y="765810"/>
                </a:lnTo>
                <a:lnTo>
                  <a:pt x="170611" y="760729"/>
                </a:lnTo>
                <a:lnTo>
                  <a:pt x="139992" y="736600"/>
                </a:lnTo>
                <a:lnTo>
                  <a:pt x="118630" y="716279"/>
                </a:lnTo>
                <a:lnTo>
                  <a:pt x="111836" y="709929"/>
                </a:lnTo>
                <a:lnTo>
                  <a:pt x="105206" y="702310"/>
                </a:lnTo>
                <a:lnTo>
                  <a:pt x="98755" y="695960"/>
                </a:lnTo>
                <a:lnTo>
                  <a:pt x="92468" y="688339"/>
                </a:lnTo>
                <a:lnTo>
                  <a:pt x="86359" y="680720"/>
                </a:lnTo>
                <a:lnTo>
                  <a:pt x="80441" y="673100"/>
                </a:lnTo>
                <a:lnTo>
                  <a:pt x="74688" y="665479"/>
                </a:lnTo>
                <a:lnTo>
                  <a:pt x="69138" y="656589"/>
                </a:lnTo>
                <a:lnTo>
                  <a:pt x="63766" y="648970"/>
                </a:lnTo>
                <a:lnTo>
                  <a:pt x="58585" y="640079"/>
                </a:lnTo>
                <a:lnTo>
                  <a:pt x="53606" y="632460"/>
                </a:lnTo>
                <a:lnTo>
                  <a:pt x="48831" y="623570"/>
                </a:lnTo>
                <a:lnTo>
                  <a:pt x="31750" y="588010"/>
                </a:lnTo>
                <a:lnTo>
                  <a:pt x="24485" y="568960"/>
                </a:lnTo>
                <a:lnTo>
                  <a:pt x="21196" y="560070"/>
                </a:lnTo>
                <a:lnTo>
                  <a:pt x="18110" y="551179"/>
                </a:lnTo>
                <a:lnTo>
                  <a:pt x="15265" y="541020"/>
                </a:lnTo>
                <a:lnTo>
                  <a:pt x="12649" y="532129"/>
                </a:lnTo>
                <a:lnTo>
                  <a:pt x="4559" y="491489"/>
                </a:lnTo>
                <a:lnTo>
                  <a:pt x="419" y="450850"/>
                </a:lnTo>
                <a:lnTo>
                  <a:pt x="0" y="420370"/>
                </a:lnTo>
                <a:lnTo>
                  <a:pt x="311" y="411479"/>
                </a:lnTo>
                <a:lnTo>
                  <a:pt x="4025" y="372110"/>
                </a:lnTo>
                <a:lnTo>
                  <a:pt x="11201" y="335279"/>
                </a:lnTo>
                <a:lnTo>
                  <a:pt x="13512" y="325120"/>
                </a:lnTo>
                <a:lnTo>
                  <a:pt x="28168" y="280670"/>
                </a:lnTo>
                <a:lnTo>
                  <a:pt x="31686" y="273050"/>
                </a:lnTo>
                <a:lnTo>
                  <a:pt x="35394" y="264160"/>
                </a:lnTo>
                <a:lnTo>
                  <a:pt x="39281" y="255270"/>
                </a:lnTo>
                <a:lnTo>
                  <a:pt x="43370" y="247650"/>
                </a:lnTo>
                <a:lnTo>
                  <a:pt x="47625" y="238760"/>
                </a:lnTo>
                <a:lnTo>
                  <a:pt x="52069" y="231139"/>
                </a:lnTo>
                <a:lnTo>
                  <a:pt x="56680" y="223520"/>
                </a:lnTo>
                <a:lnTo>
                  <a:pt x="61480" y="215900"/>
                </a:lnTo>
                <a:lnTo>
                  <a:pt x="66433" y="207010"/>
                </a:lnTo>
                <a:lnTo>
                  <a:pt x="71564" y="199389"/>
                </a:lnTo>
                <a:lnTo>
                  <a:pt x="76860" y="193039"/>
                </a:lnTo>
                <a:lnTo>
                  <a:pt x="82321" y="185420"/>
                </a:lnTo>
                <a:lnTo>
                  <a:pt x="87947" y="177800"/>
                </a:lnTo>
                <a:lnTo>
                  <a:pt x="93725" y="170179"/>
                </a:lnTo>
                <a:lnTo>
                  <a:pt x="99656" y="163829"/>
                </a:lnTo>
                <a:lnTo>
                  <a:pt x="105752" y="157479"/>
                </a:lnTo>
                <a:lnTo>
                  <a:pt x="111988" y="149860"/>
                </a:lnTo>
                <a:lnTo>
                  <a:pt x="145338" y="119379"/>
                </a:lnTo>
                <a:lnTo>
                  <a:pt x="152425" y="113029"/>
                </a:lnTo>
                <a:lnTo>
                  <a:pt x="159638" y="107950"/>
                </a:lnTo>
                <a:lnTo>
                  <a:pt x="166979" y="101600"/>
                </a:lnTo>
                <a:lnTo>
                  <a:pt x="174459" y="96520"/>
                </a:lnTo>
                <a:lnTo>
                  <a:pt x="189763" y="86360"/>
                </a:lnTo>
                <a:lnTo>
                  <a:pt x="197599" y="82550"/>
                </a:lnTo>
                <a:lnTo>
                  <a:pt x="213613" y="72389"/>
                </a:lnTo>
                <a:lnTo>
                  <a:pt x="238467" y="60960"/>
                </a:lnTo>
                <a:lnTo>
                  <a:pt x="264248" y="49529"/>
                </a:lnTo>
                <a:lnTo>
                  <a:pt x="281901" y="44450"/>
                </a:lnTo>
                <a:lnTo>
                  <a:pt x="290008" y="41005"/>
                </a:lnTo>
                <a:lnTo>
                  <a:pt x="304228" y="50800"/>
                </a:lnTo>
                <a:lnTo>
                  <a:pt x="292469" y="67707"/>
                </a:lnTo>
                <a:lnTo>
                  <a:pt x="289483" y="68579"/>
                </a:lnTo>
                <a:lnTo>
                  <a:pt x="289763" y="68579"/>
                </a:lnTo>
                <a:lnTo>
                  <a:pt x="281165" y="71120"/>
                </a:lnTo>
                <a:lnTo>
                  <a:pt x="281444" y="71120"/>
                </a:lnTo>
                <a:lnTo>
                  <a:pt x="272948" y="73660"/>
                </a:lnTo>
                <a:lnTo>
                  <a:pt x="273215" y="73660"/>
                </a:lnTo>
                <a:lnTo>
                  <a:pt x="264807" y="77470"/>
                </a:lnTo>
                <a:lnTo>
                  <a:pt x="265074" y="77470"/>
                </a:lnTo>
                <a:lnTo>
                  <a:pt x="256755" y="80010"/>
                </a:lnTo>
                <a:lnTo>
                  <a:pt x="257022" y="80010"/>
                </a:lnTo>
                <a:lnTo>
                  <a:pt x="248792" y="83820"/>
                </a:lnTo>
                <a:lnTo>
                  <a:pt x="249059" y="83820"/>
                </a:lnTo>
                <a:lnTo>
                  <a:pt x="240944" y="87629"/>
                </a:lnTo>
                <a:lnTo>
                  <a:pt x="241198" y="87629"/>
                </a:lnTo>
                <a:lnTo>
                  <a:pt x="233171" y="91439"/>
                </a:lnTo>
                <a:lnTo>
                  <a:pt x="233438" y="91439"/>
                </a:lnTo>
                <a:lnTo>
                  <a:pt x="225513" y="95250"/>
                </a:lnTo>
                <a:lnTo>
                  <a:pt x="225767" y="95250"/>
                </a:lnTo>
                <a:lnTo>
                  <a:pt x="217957" y="99060"/>
                </a:lnTo>
                <a:lnTo>
                  <a:pt x="218211" y="99060"/>
                </a:lnTo>
                <a:lnTo>
                  <a:pt x="210515" y="104139"/>
                </a:lnTo>
                <a:lnTo>
                  <a:pt x="210756" y="104139"/>
                </a:lnTo>
                <a:lnTo>
                  <a:pt x="203161" y="107950"/>
                </a:lnTo>
                <a:lnTo>
                  <a:pt x="203415" y="107950"/>
                </a:lnTo>
                <a:lnTo>
                  <a:pt x="195935" y="113029"/>
                </a:lnTo>
                <a:lnTo>
                  <a:pt x="196176" y="113029"/>
                </a:lnTo>
                <a:lnTo>
                  <a:pt x="188810" y="118110"/>
                </a:lnTo>
                <a:lnTo>
                  <a:pt x="189052" y="118110"/>
                </a:lnTo>
                <a:lnTo>
                  <a:pt x="181813" y="123189"/>
                </a:lnTo>
                <a:lnTo>
                  <a:pt x="182041" y="123189"/>
                </a:lnTo>
                <a:lnTo>
                  <a:pt x="174929" y="128270"/>
                </a:lnTo>
                <a:lnTo>
                  <a:pt x="175158" y="128270"/>
                </a:lnTo>
                <a:lnTo>
                  <a:pt x="168173" y="133350"/>
                </a:lnTo>
                <a:lnTo>
                  <a:pt x="168389" y="133350"/>
                </a:lnTo>
                <a:lnTo>
                  <a:pt x="161531" y="138429"/>
                </a:lnTo>
                <a:lnTo>
                  <a:pt x="161747" y="138429"/>
                </a:lnTo>
                <a:lnTo>
                  <a:pt x="156362" y="143510"/>
                </a:lnTo>
                <a:lnTo>
                  <a:pt x="155232" y="143510"/>
                </a:lnTo>
                <a:lnTo>
                  <a:pt x="148628" y="149860"/>
                </a:lnTo>
                <a:lnTo>
                  <a:pt x="148831" y="149860"/>
                </a:lnTo>
                <a:lnTo>
                  <a:pt x="142366" y="156210"/>
                </a:lnTo>
                <a:lnTo>
                  <a:pt x="142582" y="156210"/>
                </a:lnTo>
                <a:lnTo>
                  <a:pt x="136245" y="161289"/>
                </a:lnTo>
                <a:lnTo>
                  <a:pt x="136448" y="161289"/>
                </a:lnTo>
                <a:lnTo>
                  <a:pt x="130263" y="167639"/>
                </a:lnTo>
                <a:lnTo>
                  <a:pt x="130467" y="167639"/>
                </a:lnTo>
                <a:lnTo>
                  <a:pt x="124421" y="173989"/>
                </a:lnTo>
                <a:lnTo>
                  <a:pt x="124612" y="173989"/>
                </a:lnTo>
                <a:lnTo>
                  <a:pt x="118706" y="180339"/>
                </a:lnTo>
                <a:lnTo>
                  <a:pt x="118897" y="180339"/>
                </a:lnTo>
                <a:lnTo>
                  <a:pt x="113144" y="186689"/>
                </a:lnTo>
                <a:lnTo>
                  <a:pt x="113334" y="186689"/>
                </a:lnTo>
                <a:lnTo>
                  <a:pt x="108667" y="193039"/>
                </a:lnTo>
                <a:lnTo>
                  <a:pt x="107911" y="193039"/>
                </a:lnTo>
                <a:lnTo>
                  <a:pt x="102463" y="200660"/>
                </a:lnTo>
                <a:lnTo>
                  <a:pt x="102641" y="200660"/>
                </a:lnTo>
                <a:lnTo>
                  <a:pt x="97345" y="207010"/>
                </a:lnTo>
                <a:lnTo>
                  <a:pt x="97510" y="207010"/>
                </a:lnTo>
                <a:lnTo>
                  <a:pt x="92379" y="214629"/>
                </a:lnTo>
                <a:lnTo>
                  <a:pt x="92544" y="214629"/>
                </a:lnTo>
                <a:lnTo>
                  <a:pt x="88406" y="220979"/>
                </a:lnTo>
                <a:lnTo>
                  <a:pt x="87731" y="220979"/>
                </a:lnTo>
                <a:lnTo>
                  <a:pt x="82930" y="228600"/>
                </a:lnTo>
                <a:lnTo>
                  <a:pt x="83083" y="228600"/>
                </a:lnTo>
                <a:lnTo>
                  <a:pt x="78435" y="236220"/>
                </a:lnTo>
                <a:lnTo>
                  <a:pt x="78587" y="236220"/>
                </a:lnTo>
                <a:lnTo>
                  <a:pt x="74117" y="243839"/>
                </a:lnTo>
                <a:lnTo>
                  <a:pt x="74256" y="243839"/>
                </a:lnTo>
                <a:lnTo>
                  <a:pt x="69951" y="251460"/>
                </a:lnTo>
                <a:lnTo>
                  <a:pt x="70091" y="251460"/>
                </a:lnTo>
                <a:lnTo>
                  <a:pt x="65963" y="259079"/>
                </a:lnTo>
                <a:lnTo>
                  <a:pt x="62141" y="266700"/>
                </a:lnTo>
                <a:lnTo>
                  <a:pt x="58496" y="274320"/>
                </a:lnTo>
                <a:lnTo>
                  <a:pt x="55029" y="281939"/>
                </a:lnTo>
                <a:lnTo>
                  <a:pt x="51727" y="290829"/>
                </a:lnTo>
                <a:lnTo>
                  <a:pt x="48615" y="298450"/>
                </a:lnTo>
                <a:lnTo>
                  <a:pt x="45694" y="307339"/>
                </a:lnTo>
                <a:lnTo>
                  <a:pt x="42951" y="314960"/>
                </a:lnTo>
                <a:lnTo>
                  <a:pt x="40385" y="323850"/>
                </a:lnTo>
                <a:lnTo>
                  <a:pt x="38373" y="331470"/>
                </a:lnTo>
                <a:lnTo>
                  <a:pt x="38100" y="331470"/>
                </a:lnTo>
                <a:lnTo>
                  <a:pt x="35852" y="340360"/>
                </a:lnTo>
                <a:lnTo>
                  <a:pt x="33870" y="349250"/>
                </a:lnTo>
                <a:lnTo>
                  <a:pt x="32092" y="358139"/>
                </a:lnTo>
                <a:lnTo>
                  <a:pt x="30518" y="367029"/>
                </a:lnTo>
                <a:lnTo>
                  <a:pt x="29146" y="375920"/>
                </a:lnTo>
                <a:lnTo>
                  <a:pt x="27965" y="384810"/>
                </a:lnTo>
                <a:lnTo>
                  <a:pt x="27012" y="393700"/>
                </a:lnTo>
                <a:lnTo>
                  <a:pt x="26363" y="401320"/>
                </a:lnTo>
                <a:lnTo>
                  <a:pt x="25730" y="411479"/>
                </a:lnTo>
                <a:lnTo>
                  <a:pt x="25430" y="420370"/>
                </a:lnTo>
                <a:lnTo>
                  <a:pt x="25460" y="440689"/>
                </a:lnTo>
                <a:lnTo>
                  <a:pt x="25793" y="449579"/>
                </a:lnTo>
                <a:lnTo>
                  <a:pt x="26403" y="459739"/>
                </a:lnTo>
                <a:lnTo>
                  <a:pt x="27266" y="468629"/>
                </a:lnTo>
                <a:lnTo>
                  <a:pt x="28359" y="478789"/>
                </a:lnTo>
                <a:lnTo>
                  <a:pt x="29692" y="487679"/>
                </a:lnTo>
                <a:lnTo>
                  <a:pt x="31254" y="497839"/>
                </a:lnTo>
                <a:lnTo>
                  <a:pt x="33045" y="506729"/>
                </a:lnTo>
                <a:lnTo>
                  <a:pt x="35051" y="515620"/>
                </a:lnTo>
                <a:lnTo>
                  <a:pt x="37287" y="525779"/>
                </a:lnTo>
                <a:lnTo>
                  <a:pt x="37528" y="525779"/>
                </a:lnTo>
                <a:lnTo>
                  <a:pt x="39750" y="534670"/>
                </a:lnTo>
                <a:lnTo>
                  <a:pt x="42417" y="543560"/>
                </a:lnTo>
                <a:lnTo>
                  <a:pt x="45300" y="552450"/>
                </a:lnTo>
                <a:lnTo>
                  <a:pt x="48399" y="561339"/>
                </a:lnTo>
                <a:lnTo>
                  <a:pt x="51701" y="570229"/>
                </a:lnTo>
                <a:lnTo>
                  <a:pt x="52104" y="570229"/>
                </a:lnTo>
                <a:lnTo>
                  <a:pt x="55206" y="577850"/>
                </a:lnTo>
                <a:lnTo>
                  <a:pt x="58915" y="586739"/>
                </a:lnTo>
                <a:lnTo>
                  <a:pt x="62826" y="595629"/>
                </a:lnTo>
                <a:lnTo>
                  <a:pt x="63293" y="595629"/>
                </a:lnTo>
                <a:lnTo>
                  <a:pt x="66928" y="603250"/>
                </a:lnTo>
                <a:lnTo>
                  <a:pt x="66789" y="603250"/>
                </a:lnTo>
                <a:lnTo>
                  <a:pt x="71221" y="610870"/>
                </a:lnTo>
                <a:lnTo>
                  <a:pt x="71069" y="610870"/>
                </a:lnTo>
                <a:lnTo>
                  <a:pt x="75704" y="619760"/>
                </a:lnTo>
                <a:lnTo>
                  <a:pt x="75552" y="619760"/>
                </a:lnTo>
                <a:lnTo>
                  <a:pt x="80378" y="627379"/>
                </a:lnTo>
                <a:lnTo>
                  <a:pt x="80213" y="627379"/>
                </a:lnTo>
                <a:lnTo>
                  <a:pt x="85229" y="635000"/>
                </a:lnTo>
                <a:lnTo>
                  <a:pt x="85064" y="635000"/>
                </a:lnTo>
                <a:lnTo>
                  <a:pt x="90271" y="642620"/>
                </a:lnTo>
                <a:lnTo>
                  <a:pt x="90093" y="642620"/>
                </a:lnTo>
                <a:lnTo>
                  <a:pt x="95478" y="650239"/>
                </a:lnTo>
                <a:lnTo>
                  <a:pt x="95300" y="650239"/>
                </a:lnTo>
                <a:lnTo>
                  <a:pt x="100863" y="657860"/>
                </a:lnTo>
                <a:lnTo>
                  <a:pt x="100685" y="657860"/>
                </a:lnTo>
                <a:lnTo>
                  <a:pt x="106425" y="665479"/>
                </a:lnTo>
                <a:lnTo>
                  <a:pt x="107221" y="665479"/>
                </a:lnTo>
                <a:lnTo>
                  <a:pt x="112153" y="671829"/>
                </a:lnTo>
                <a:lnTo>
                  <a:pt x="111963" y="671829"/>
                </a:lnTo>
                <a:lnTo>
                  <a:pt x="118046" y="679450"/>
                </a:lnTo>
                <a:lnTo>
                  <a:pt x="118897" y="679450"/>
                </a:lnTo>
                <a:lnTo>
                  <a:pt x="124104" y="685800"/>
                </a:lnTo>
                <a:lnTo>
                  <a:pt x="123901" y="685800"/>
                </a:lnTo>
                <a:lnTo>
                  <a:pt x="130327" y="692150"/>
                </a:lnTo>
                <a:lnTo>
                  <a:pt x="130111" y="692150"/>
                </a:lnTo>
                <a:lnTo>
                  <a:pt x="136702" y="698500"/>
                </a:lnTo>
                <a:lnTo>
                  <a:pt x="136486" y="698500"/>
                </a:lnTo>
                <a:lnTo>
                  <a:pt x="143230" y="704850"/>
                </a:lnTo>
                <a:lnTo>
                  <a:pt x="143001" y="704850"/>
                </a:lnTo>
                <a:lnTo>
                  <a:pt x="149910" y="711200"/>
                </a:lnTo>
                <a:lnTo>
                  <a:pt x="149682" y="711200"/>
                </a:lnTo>
                <a:lnTo>
                  <a:pt x="156730" y="717550"/>
                </a:lnTo>
                <a:lnTo>
                  <a:pt x="156502" y="717550"/>
                </a:lnTo>
                <a:lnTo>
                  <a:pt x="163702" y="723900"/>
                </a:lnTo>
                <a:lnTo>
                  <a:pt x="163474" y="723900"/>
                </a:lnTo>
                <a:lnTo>
                  <a:pt x="170814" y="728979"/>
                </a:lnTo>
                <a:lnTo>
                  <a:pt x="170573" y="728979"/>
                </a:lnTo>
                <a:lnTo>
                  <a:pt x="178066" y="735329"/>
                </a:lnTo>
                <a:lnTo>
                  <a:pt x="179349" y="735329"/>
                </a:lnTo>
                <a:lnTo>
                  <a:pt x="185445" y="740410"/>
                </a:lnTo>
                <a:lnTo>
                  <a:pt x="185204" y="740410"/>
                </a:lnTo>
                <a:lnTo>
                  <a:pt x="192976" y="745489"/>
                </a:lnTo>
                <a:lnTo>
                  <a:pt x="192722" y="745489"/>
                </a:lnTo>
                <a:lnTo>
                  <a:pt x="200621" y="750570"/>
                </a:lnTo>
                <a:lnTo>
                  <a:pt x="200367" y="750570"/>
                </a:lnTo>
                <a:lnTo>
                  <a:pt x="208394" y="755650"/>
                </a:lnTo>
                <a:lnTo>
                  <a:pt x="208127" y="755650"/>
                </a:lnTo>
                <a:lnTo>
                  <a:pt x="216293" y="759460"/>
                </a:lnTo>
                <a:lnTo>
                  <a:pt x="216026" y="759460"/>
                </a:lnTo>
                <a:lnTo>
                  <a:pt x="224307" y="764539"/>
                </a:lnTo>
                <a:lnTo>
                  <a:pt x="224040" y="764539"/>
                </a:lnTo>
                <a:lnTo>
                  <a:pt x="232448" y="768350"/>
                </a:lnTo>
                <a:lnTo>
                  <a:pt x="232168" y="768350"/>
                </a:lnTo>
                <a:lnTo>
                  <a:pt x="240703" y="773429"/>
                </a:lnTo>
                <a:lnTo>
                  <a:pt x="242582" y="773429"/>
                </a:lnTo>
                <a:lnTo>
                  <a:pt x="249059" y="777239"/>
                </a:lnTo>
                <a:lnTo>
                  <a:pt x="250967" y="777239"/>
                </a:lnTo>
                <a:lnTo>
                  <a:pt x="257530" y="781050"/>
                </a:lnTo>
                <a:lnTo>
                  <a:pt x="260206" y="781050"/>
                </a:lnTo>
                <a:lnTo>
                  <a:pt x="266115" y="783589"/>
                </a:lnTo>
                <a:lnTo>
                  <a:pt x="265823" y="783589"/>
                </a:lnTo>
                <a:lnTo>
                  <a:pt x="274789" y="787400"/>
                </a:lnTo>
                <a:lnTo>
                  <a:pt x="274497" y="787400"/>
                </a:lnTo>
                <a:lnTo>
                  <a:pt x="283565" y="789939"/>
                </a:lnTo>
                <a:lnTo>
                  <a:pt x="283273" y="789939"/>
                </a:lnTo>
                <a:lnTo>
                  <a:pt x="292442" y="793750"/>
                </a:lnTo>
                <a:lnTo>
                  <a:pt x="295241" y="793750"/>
                </a:lnTo>
                <a:lnTo>
                  <a:pt x="301421" y="796289"/>
                </a:lnTo>
                <a:lnTo>
                  <a:pt x="301116" y="796289"/>
                </a:lnTo>
                <a:lnTo>
                  <a:pt x="310476" y="798829"/>
                </a:lnTo>
                <a:lnTo>
                  <a:pt x="310172" y="798829"/>
                </a:lnTo>
                <a:lnTo>
                  <a:pt x="319633" y="800100"/>
                </a:lnTo>
                <a:lnTo>
                  <a:pt x="319316" y="800100"/>
                </a:lnTo>
                <a:lnTo>
                  <a:pt x="328866" y="802639"/>
                </a:lnTo>
                <a:lnTo>
                  <a:pt x="328549" y="802639"/>
                </a:lnTo>
                <a:lnTo>
                  <a:pt x="338175" y="803910"/>
                </a:lnTo>
                <a:lnTo>
                  <a:pt x="337870" y="803910"/>
                </a:lnTo>
                <a:lnTo>
                  <a:pt x="347573" y="806450"/>
                </a:lnTo>
                <a:lnTo>
                  <a:pt x="347256" y="806450"/>
                </a:lnTo>
                <a:lnTo>
                  <a:pt x="357047" y="807720"/>
                </a:lnTo>
                <a:lnTo>
                  <a:pt x="366280" y="807720"/>
                </a:lnTo>
                <a:lnTo>
                  <a:pt x="376212" y="808989"/>
                </a:lnTo>
                <a:lnTo>
                  <a:pt x="375894" y="808989"/>
                </a:lnTo>
                <a:lnTo>
                  <a:pt x="385902" y="810260"/>
                </a:lnTo>
                <a:lnTo>
                  <a:pt x="547793" y="810260"/>
                </a:lnTo>
                <a:lnTo>
                  <a:pt x="544702" y="811529"/>
                </a:lnTo>
                <a:lnTo>
                  <a:pt x="535343" y="814070"/>
                </a:lnTo>
                <a:lnTo>
                  <a:pt x="525868" y="817879"/>
                </a:lnTo>
                <a:lnTo>
                  <a:pt x="496862" y="825500"/>
                </a:lnTo>
                <a:lnTo>
                  <a:pt x="487006" y="826770"/>
                </a:lnTo>
                <a:lnTo>
                  <a:pt x="477062" y="829310"/>
                </a:lnTo>
                <a:lnTo>
                  <a:pt x="426161" y="835660"/>
                </a:lnTo>
                <a:close/>
              </a:path>
              <a:path w="810895" h="835660">
                <a:moveTo>
                  <a:pt x="686714" y="175260"/>
                </a:moveTo>
                <a:lnTo>
                  <a:pt x="680300" y="167639"/>
                </a:lnTo>
                <a:lnTo>
                  <a:pt x="680504" y="167639"/>
                </a:lnTo>
                <a:lnTo>
                  <a:pt x="673925" y="161289"/>
                </a:lnTo>
                <a:lnTo>
                  <a:pt x="674128" y="161289"/>
                </a:lnTo>
                <a:lnTo>
                  <a:pt x="667397" y="154939"/>
                </a:lnTo>
                <a:lnTo>
                  <a:pt x="667613" y="154939"/>
                </a:lnTo>
                <a:lnTo>
                  <a:pt x="660717" y="148589"/>
                </a:lnTo>
                <a:lnTo>
                  <a:pt x="660933" y="148589"/>
                </a:lnTo>
                <a:lnTo>
                  <a:pt x="653884" y="142239"/>
                </a:lnTo>
                <a:lnTo>
                  <a:pt x="690592" y="142239"/>
                </a:lnTo>
                <a:lnTo>
                  <a:pt x="691984" y="143510"/>
                </a:lnTo>
                <a:lnTo>
                  <a:pt x="718146" y="172720"/>
                </a:lnTo>
                <a:lnTo>
                  <a:pt x="719165" y="173989"/>
                </a:lnTo>
                <a:lnTo>
                  <a:pt x="686511" y="173989"/>
                </a:lnTo>
                <a:lnTo>
                  <a:pt x="686714" y="175260"/>
                </a:lnTo>
                <a:close/>
              </a:path>
              <a:path w="810895" h="835660">
                <a:moveTo>
                  <a:pt x="155016" y="144779"/>
                </a:moveTo>
                <a:lnTo>
                  <a:pt x="155232" y="143510"/>
                </a:lnTo>
                <a:lnTo>
                  <a:pt x="156362" y="143510"/>
                </a:lnTo>
                <a:lnTo>
                  <a:pt x="155016" y="144779"/>
                </a:lnTo>
                <a:close/>
              </a:path>
              <a:path w="810895" h="835660">
                <a:moveTo>
                  <a:pt x="715314" y="210820"/>
                </a:moveTo>
                <a:lnTo>
                  <a:pt x="709752" y="203200"/>
                </a:lnTo>
                <a:lnTo>
                  <a:pt x="709929" y="203200"/>
                </a:lnTo>
                <a:lnTo>
                  <a:pt x="704189" y="195579"/>
                </a:lnTo>
                <a:lnTo>
                  <a:pt x="704380" y="195579"/>
                </a:lnTo>
                <a:lnTo>
                  <a:pt x="698461" y="187960"/>
                </a:lnTo>
                <a:lnTo>
                  <a:pt x="698652" y="187960"/>
                </a:lnTo>
                <a:lnTo>
                  <a:pt x="692569" y="181610"/>
                </a:lnTo>
                <a:lnTo>
                  <a:pt x="692772" y="181610"/>
                </a:lnTo>
                <a:lnTo>
                  <a:pt x="686511" y="173989"/>
                </a:lnTo>
                <a:lnTo>
                  <a:pt x="719165" y="173989"/>
                </a:lnTo>
                <a:lnTo>
                  <a:pt x="724255" y="180339"/>
                </a:lnTo>
                <a:lnTo>
                  <a:pt x="730186" y="187960"/>
                </a:lnTo>
                <a:lnTo>
                  <a:pt x="735926" y="195579"/>
                </a:lnTo>
                <a:lnTo>
                  <a:pt x="741489" y="203200"/>
                </a:lnTo>
                <a:lnTo>
                  <a:pt x="745326" y="209550"/>
                </a:lnTo>
                <a:lnTo>
                  <a:pt x="715136" y="209550"/>
                </a:lnTo>
                <a:lnTo>
                  <a:pt x="715314" y="210820"/>
                </a:lnTo>
                <a:close/>
              </a:path>
              <a:path w="810895" h="835660">
                <a:moveTo>
                  <a:pt x="107734" y="194310"/>
                </a:moveTo>
                <a:lnTo>
                  <a:pt x="107911" y="193039"/>
                </a:lnTo>
                <a:lnTo>
                  <a:pt x="108667" y="193039"/>
                </a:lnTo>
                <a:lnTo>
                  <a:pt x="107734" y="194310"/>
                </a:lnTo>
                <a:close/>
              </a:path>
              <a:path w="810895" h="835660">
                <a:moveTo>
                  <a:pt x="720521" y="218439"/>
                </a:moveTo>
                <a:lnTo>
                  <a:pt x="715136" y="209550"/>
                </a:lnTo>
                <a:lnTo>
                  <a:pt x="745326" y="209550"/>
                </a:lnTo>
                <a:lnTo>
                  <a:pt x="746861" y="212089"/>
                </a:lnTo>
                <a:lnTo>
                  <a:pt x="750307" y="217170"/>
                </a:lnTo>
                <a:lnTo>
                  <a:pt x="720356" y="217170"/>
                </a:lnTo>
                <a:lnTo>
                  <a:pt x="720521" y="218439"/>
                </a:lnTo>
                <a:close/>
              </a:path>
              <a:path w="810895" h="835660">
                <a:moveTo>
                  <a:pt x="725551" y="226060"/>
                </a:moveTo>
                <a:lnTo>
                  <a:pt x="720356" y="217170"/>
                </a:lnTo>
                <a:lnTo>
                  <a:pt x="750307" y="217170"/>
                </a:lnTo>
                <a:lnTo>
                  <a:pt x="752030" y="219710"/>
                </a:lnTo>
                <a:lnTo>
                  <a:pt x="754875" y="224789"/>
                </a:lnTo>
                <a:lnTo>
                  <a:pt x="725385" y="224789"/>
                </a:lnTo>
                <a:lnTo>
                  <a:pt x="725551" y="226060"/>
                </a:lnTo>
                <a:close/>
              </a:path>
              <a:path w="810895" h="835660">
                <a:moveTo>
                  <a:pt x="87579" y="222250"/>
                </a:moveTo>
                <a:lnTo>
                  <a:pt x="87731" y="220979"/>
                </a:lnTo>
                <a:lnTo>
                  <a:pt x="88406" y="220979"/>
                </a:lnTo>
                <a:lnTo>
                  <a:pt x="87579" y="222250"/>
                </a:lnTo>
                <a:close/>
              </a:path>
              <a:path w="810895" h="835660">
                <a:moveTo>
                  <a:pt x="730402" y="233679"/>
                </a:moveTo>
                <a:lnTo>
                  <a:pt x="725385" y="224789"/>
                </a:lnTo>
                <a:lnTo>
                  <a:pt x="754875" y="224789"/>
                </a:lnTo>
                <a:lnTo>
                  <a:pt x="757008" y="228600"/>
                </a:lnTo>
                <a:lnTo>
                  <a:pt x="759060" y="232410"/>
                </a:lnTo>
                <a:lnTo>
                  <a:pt x="730250" y="232410"/>
                </a:lnTo>
                <a:lnTo>
                  <a:pt x="730402" y="233679"/>
                </a:lnTo>
                <a:close/>
              </a:path>
              <a:path w="810895" h="835660">
                <a:moveTo>
                  <a:pt x="743838" y="257810"/>
                </a:moveTo>
                <a:lnTo>
                  <a:pt x="739406" y="248920"/>
                </a:lnTo>
                <a:lnTo>
                  <a:pt x="739546" y="248920"/>
                </a:lnTo>
                <a:lnTo>
                  <a:pt x="734910" y="241300"/>
                </a:lnTo>
                <a:lnTo>
                  <a:pt x="735076" y="241300"/>
                </a:lnTo>
                <a:lnTo>
                  <a:pt x="730250" y="232410"/>
                </a:lnTo>
                <a:lnTo>
                  <a:pt x="759060" y="232410"/>
                </a:lnTo>
                <a:lnTo>
                  <a:pt x="761796" y="237489"/>
                </a:lnTo>
                <a:lnTo>
                  <a:pt x="766368" y="245110"/>
                </a:lnTo>
                <a:lnTo>
                  <a:pt x="770750" y="254000"/>
                </a:lnTo>
                <a:lnTo>
                  <a:pt x="771940" y="256539"/>
                </a:lnTo>
                <a:lnTo>
                  <a:pt x="743699" y="256539"/>
                </a:lnTo>
                <a:lnTo>
                  <a:pt x="743838" y="257810"/>
                </a:lnTo>
                <a:close/>
              </a:path>
              <a:path w="810895" h="835660">
                <a:moveTo>
                  <a:pt x="751839" y="274320"/>
                </a:moveTo>
                <a:lnTo>
                  <a:pt x="747801" y="265429"/>
                </a:lnTo>
                <a:lnTo>
                  <a:pt x="743699" y="256539"/>
                </a:lnTo>
                <a:lnTo>
                  <a:pt x="771940" y="256539"/>
                </a:lnTo>
                <a:lnTo>
                  <a:pt x="774915" y="262889"/>
                </a:lnTo>
                <a:lnTo>
                  <a:pt x="778865" y="271779"/>
                </a:lnTo>
                <a:lnTo>
                  <a:pt x="779333" y="273050"/>
                </a:lnTo>
                <a:lnTo>
                  <a:pt x="751700" y="273050"/>
                </a:lnTo>
                <a:lnTo>
                  <a:pt x="751839" y="274320"/>
                </a:lnTo>
                <a:close/>
              </a:path>
              <a:path w="810895" h="835660">
                <a:moveTo>
                  <a:pt x="777646" y="354329"/>
                </a:moveTo>
                <a:lnTo>
                  <a:pt x="775563" y="344170"/>
                </a:lnTo>
                <a:lnTo>
                  <a:pt x="773328" y="335279"/>
                </a:lnTo>
                <a:lnTo>
                  <a:pt x="770877" y="326389"/>
                </a:lnTo>
                <a:lnTo>
                  <a:pt x="768210" y="317500"/>
                </a:lnTo>
                <a:lnTo>
                  <a:pt x="765314" y="308610"/>
                </a:lnTo>
                <a:lnTo>
                  <a:pt x="762228" y="299720"/>
                </a:lnTo>
                <a:lnTo>
                  <a:pt x="758926" y="290829"/>
                </a:lnTo>
                <a:lnTo>
                  <a:pt x="755408" y="281939"/>
                </a:lnTo>
                <a:lnTo>
                  <a:pt x="751700" y="273050"/>
                </a:lnTo>
                <a:lnTo>
                  <a:pt x="779333" y="273050"/>
                </a:lnTo>
                <a:lnTo>
                  <a:pt x="782612" y="281939"/>
                </a:lnTo>
                <a:lnTo>
                  <a:pt x="786129" y="290829"/>
                </a:lnTo>
                <a:lnTo>
                  <a:pt x="789431" y="299720"/>
                </a:lnTo>
                <a:lnTo>
                  <a:pt x="792505" y="309879"/>
                </a:lnTo>
                <a:lnTo>
                  <a:pt x="795350" y="318770"/>
                </a:lnTo>
                <a:lnTo>
                  <a:pt x="797966" y="328929"/>
                </a:lnTo>
                <a:lnTo>
                  <a:pt x="800353" y="339089"/>
                </a:lnTo>
                <a:lnTo>
                  <a:pt x="802500" y="347979"/>
                </a:lnTo>
                <a:lnTo>
                  <a:pt x="803452" y="353060"/>
                </a:lnTo>
                <a:lnTo>
                  <a:pt x="777582" y="353060"/>
                </a:lnTo>
                <a:lnTo>
                  <a:pt x="777646" y="354329"/>
                </a:lnTo>
                <a:close/>
              </a:path>
              <a:path w="810895" h="835660">
                <a:moveTo>
                  <a:pt x="38023" y="332739"/>
                </a:moveTo>
                <a:lnTo>
                  <a:pt x="38100" y="331470"/>
                </a:lnTo>
                <a:lnTo>
                  <a:pt x="38373" y="331470"/>
                </a:lnTo>
                <a:lnTo>
                  <a:pt x="38023" y="332739"/>
                </a:lnTo>
                <a:close/>
              </a:path>
              <a:path w="810895" h="835660">
                <a:moveTo>
                  <a:pt x="782294" y="382270"/>
                </a:moveTo>
                <a:lnTo>
                  <a:pt x="780935" y="372110"/>
                </a:lnTo>
                <a:lnTo>
                  <a:pt x="779373" y="363220"/>
                </a:lnTo>
                <a:lnTo>
                  <a:pt x="777582" y="353060"/>
                </a:lnTo>
                <a:lnTo>
                  <a:pt x="803452" y="353060"/>
                </a:lnTo>
                <a:lnTo>
                  <a:pt x="804405" y="358139"/>
                </a:lnTo>
                <a:lnTo>
                  <a:pt x="806068" y="368300"/>
                </a:lnTo>
                <a:lnTo>
                  <a:pt x="807478" y="378460"/>
                </a:lnTo>
                <a:lnTo>
                  <a:pt x="807770" y="381000"/>
                </a:lnTo>
                <a:lnTo>
                  <a:pt x="782256" y="381000"/>
                </a:lnTo>
                <a:lnTo>
                  <a:pt x="782294" y="382270"/>
                </a:lnTo>
                <a:close/>
              </a:path>
              <a:path w="810895" h="835660">
                <a:moveTo>
                  <a:pt x="810602" y="440689"/>
                </a:moveTo>
                <a:lnTo>
                  <a:pt x="785202" y="440689"/>
                </a:lnTo>
                <a:lnTo>
                  <a:pt x="785202" y="420370"/>
                </a:lnTo>
                <a:lnTo>
                  <a:pt x="784834" y="410210"/>
                </a:lnTo>
                <a:lnTo>
                  <a:pt x="784212" y="401320"/>
                </a:lnTo>
                <a:lnTo>
                  <a:pt x="783361" y="391160"/>
                </a:lnTo>
                <a:lnTo>
                  <a:pt x="782256" y="381000"/>
                </a:lnTo>
                <a:lnTo>
                  <a:pt x="807770" y="381000"/>
                </a:lnTo>
                <a:lnTo>
                  <a:pt x="808647" y="388620"/>
                </a:lnTo>
                <a:lnTo>
                  <a:pt x="809548" y="398779"/>
                </a:lnTo>
                <a:lnTo>
                  <a:pt x="810209" y="408939"/>
                </a:lnTo>
                <a:lnTo>
                  <a:pt x="810602" y="420370"/>
                </a:lnTo>
                <a:lnTo>
                  <a:pt x="810602" y="440689"/>
                </a:lnTo>
                <a:close/>
              </a:path>
              <a:path w="810895" h="835660">
                <a:moveTo>
                  <a:pt x="25387" y="421639"/>
                </a:moveTo>
                <a:lnTo>
                  <a:pt x="25400" y="420370"/>
                </a:lnTo>
                <a:lnTo>
                  <a:pt x="25387" y="421639"/>
                </a:lnTo>
                <a:close/>
              </a:path>
              <a:path w="810895" h="835660">
                <a:moveTo>
                  <a:pt x="25460" y="440689"/>
                </a:moveTo>
                <a:lnTo>
                  <a:pt x="25412" y="439420"/>
                </a:lnTo>
                <a:lnTo>
                  <a:pt x="25460" y="440689"/>
                </a:lnTo>
                <a:close/>
              </a:path>
              <a:path w="810895" h="835660">
                <a:moveTo>
                  <a:pt x="799458" y="525779"/>
                </a:moveTo>
                <a:lnTo>
                  <a:pt x="773328" y="525779"/>
                </a:lnTo>
                <a:lnTo>
                  <a:pt x="775639" y="515620"/>
                </a:lnTo>
                <a:lnTo>
                  <a:pt x="777646" y="506729"/>
                </a:lnTo>
                <a:lnTo>
                  <a:pt x="779424" y="497839"/>
                </a:lnTo>
                <a:lnTo>
                  <a:pt x="780973" y="487679"/>
                </a:lnTo>
                <a:lnTo>
                  <a:pt x="782294" y="478789"/>
                </a:lnTo>
                <a:lnTo>
                  <a:pt x="783386" y="468629"/>
                </a:lnTo>
                <a:lnTo>
                  <a:pt x="784237" y="459739"/>
                </a:lnTo>
                <a:lnTo>
                  <a:pt x="784847" y="449579"/>
                </a:lnTo>
                <a:lnTo>
                  <a:pt x="785215" y="439420"/>
                </a:lnTo>
                <a:lnTo>
                  <a:pt x="785202" y="440689"/>
                </a:lnTo>
                <a:lnTo>
                  <a:pt x="810602" y="440689"/>
                </a:lnTo>
                <a:lnTo>
                  <a:pt x="810209" y="450850"/>
                </a:lnTo>
                <a:lnTo>
                  <a:pt x="806068" y="491489"/>
                </a:lnTo>
                <a:lnTo>
                  <a:pt x="800353" y="521970"/>
                </a:lnTo>
                <a:lnTo>
                  <a:pt x="799458" y="525779"/>
                </a:lnTo>
                <a:close/>
              </a:path>
              <a:path w="810895" h="835660">
                <a:moveTo>
                  <a:pt x="37528" y="525779"/>
                </a:moveTo>
                <a:lnTo>
                  <a:pt x="37287" y="525779"/>
                </a:lnTo>
                <a:lnTo>
                  <a:pt x="37210" y="524510"/>
                </a:lnTo>
                <a:lnTo>
                  <a:pt x="37528" y="525779"/>
                </a:lnTo>
                <a:close/>
              </a:path>
              <a:path w="810895" h="835660">
                <a:moveTo>
                  <a:pt x="785690" y="570229"/>
                </a:moveTo>
                <a:lnTo>
                  <a:pt x="758926" y="570229"/>
                </a:lnTo>
                <a:lnTo>
                  <a:pt x="762330" y="561339"/>
                </a:lnTo>
                <a:lnTo>
                  <a:pt x="765416" y="552450"/>
                </a:lnTo>
                <a:lnTo>
                  <a:pt x="768299" y="543560"/>
                </a:lnTo>
                <a:lnTo>
                  <a:pt x="770966" y="534670"/>
                </a:lnTo>
                <a:lnTo>
                  <a:pt x="773404" y="524510"/>
                </a:lnTo>
                <a:lnTo>
                  <a:pt x="773328" y="525779"/>
                </a:lnTo>
                <a:lnTo>
                  <a:pt x="799458" y="525779"/>
                </a:lnTo>
                <a:lnTo>
                  <a:pt x="797966" y="532129"/>
                </a:lnTo>
                <a:lnTo>
                  <a:pt x="795350" y="541020"/>
                </a:lnTo>
                <a:lnTo>
                  <a:pt x="792505" y="551179"/>
                </a:lnTo>
                <a:lnTo>
                  <a:pt x="789431" y="560070"/>
                </a:lnTo>
                <a:lnTo>
                  <a:pt x="786129" y="568960"/>
                </a:lnTo>
                <a:lnTo>
                  <a:pt x="785690" y="570229"/>
                </a:lnTo>
                <a:close/>
              </a:path>
              <a:path w="810895" h="835660">
                <a:moveTo>
                  <a:pt x="52104" y="570229"/>
                </a:moveTo>
                <a:lnTo>
                  <a:pt x="51701" y="570229"/>
                </a:lnTo>
                <a:lnTo>
                  <a:pt x="51587" y="568960"/>
                </a:lnTo>
                <a:lnTo>
                  <a:pt x="52104" y="570229"/>
                </a:lnTo>
                <a:close/>
              </a:path>
              <a:path w="810895" h="835660">
                <a:moveTo>
                  <a:pt x="775480" y="595629"/>
                </a:moveTo>
                <a:lnTo>
                  <a:pt x="747801" y="595629"/>
                </a:lnTo>
                <a:lnTo>
                  <a:pt x="751839" y="586739"/>
                </a:lnTo>
                <a:lnTo>
                  <a:pt x="751700" y="586739"/>
                </a:lnTo>
                <a:lnTo>
                  <a:pt x="755535" y="577850"/>
                </a:lnTo>
                <a:lnTo>
                  <a:pt x="759040" y="568960"/>
                </a:lnTo>
                <a:lnTo>
                  <a:pt x="758926" y="570229"/>
                </a:lnTo>
                <a:lnTo>
                  <a:pt x="785690" y="570229"/>
                </a:lnTo>
                <a:lnTo>
                  <a:pt x="782612" y="579120"/>
                </a:lnTo>
                <a:lnTo>
                  <a:pt x="778865" y="588010"/>
                </a:lnTo>
                <a:lnTo>
                  <a:pt x="775480" y="595629"/>
                </a:lnTo>
                <a:close/>
              </a:path>
              <a:path w="810895" h="835660">
                <a:moveTo>
                  <a:pt x="63293" y="595629"/>
                </a:moveTo>
                <a:lnTo>
                  <a:pt x="62826" y="595629"/>
                </a:lnTo>
                <a:lnTo>
                  <a:pt x="62687" y="594360"/>
                </a:lnTo>
                <a:lnTo>
                  <a:pt x="63293" y="595629"/>
                </a:lnTo>
                <a:close/>
              </a:path>
              <a:path w="810895" h="835660">
                <a:moveTo>
                  <a:pt x="735926" y="665479"/>
                </a:moveTo>
                <a:lnTo>
                  <a:pt x="704189" y="665479"/>
                </a:lnTo>
                <a:lnTo>
                  <a:pt x="709929" y="657860"/>
                </a:lnTo>
                <a:lnTo>
                  <a:pt x="709752" y="657860"/>
                </a:lnTo>
                <a:lnTo>
                  <a:pt x="715314" y="650239"/>
                </a:lnTo>
                <a:lnTo>
                  <a:pt x="715136" y="650239"/>
                </a:lnTo>
                <a:lnTo>
                  <a:pt x="720521" y="642620"/>
                </a:lnTo>
                <a:lnTo>
                  <a:pt x="720356" y="642620"/>
                </a:lnTo>
                <a:lnTo>
                  <a:pt x="725551" y="635000"/>
                </a:lnTo>
                <a:lnTo>
                  <a:pt x="725385" y="635000"/>
                </a:lnTo>
                <a:lnTo>
                  <a:pt x="730402" y="627379"/>
                </a:lnTo>
                <a:lnTo>
                  <a:pt x="730250" y="627379"/>
                </a:lnTo>
                <a:lnTo>
                  <a:pt x="735076" y="619760"/>
                </a:lnTo>
                <a:lnTo>
                  <a:pt x="734910" y="619760"/>
                </a:lnTo>
                <a:lnTo>
                  <a:pt x="739546" y="610870"/>
                </a:lnTo>
                <a:lnTo>
                  <a:pt x="739406" y="610870"/>
                </a:lnTo>
                <a:lnTo>
                  <a:pt x="743838" y="603250"/>
                </a:lnTo>
                <a:lnTo>
                  <a:pt x="743699" y="603250"/>
                </a:lnTo>
                <a:lnTo>
                  <a:pt x="747928" y="594360"/>
                </a:lnTo>
                <a:lnTo>
                  <a:pt x="747801" y="595629"/>
                </a:lnTo>
                <a:lnTo>
                  <a:pt x="775480" y="595629"/>
                </a:lnTo>
                <a:lnTo>
                  <a:pt x="774915" y="596900"/>
                </a:lnTo>
                <a:lnTo>
                  <a:pt x="757008" y="632460"/>
                </a:lnTo>
                <a:lnTo>
                  <a:pt x="752030" y="640079"/>
                </a:lnTo>
                <a:lnTo>
                  <a:pt x="746861" y="648970"/>
                </a:lnTo>
                <a:lnTo>
                  <a:pt x="741489" y="656589"/>
                </a:lnTo>
                <a:lnTo>
                  <a:pt x="735926" y="665479"/>
                </a:lnTo>
                <a:close/>
              </a:path>
              <a:path w="810895" h="835660">
                <a:moveTo>
                  <a:pt x="107221" y="665479"/>
                </a:moveTo>
                <a:lnTo>
                  <a:pt x="106425" y="665479"/>
                </a:lnTo>
                <a:lnTo>
                  <a:pt x="106235" y="664210"/>
                </a:lnTo>
                <a:lnTo>
                  <a:pt x="107221" y="665479"/>
                </a:lnTo>
                <a:close/>
              </a:path>
              <a:path w="810895" h="835660">
                <a:moveTo>
                  <a:pt x="725244" y="679450"/>
                </a:moveTo>
                <a:lnTo>
                  <a:pt x="692569" y="679450"/>
                </a:lnTo>
                <a:lnTo>
                  <a:pt x="698652" y="671829"/>
                </a:lnTo>
                <a:lnTo>
                  <a:pt x="698461" y="671829"/>
                </a:lnTo>
                <a:lnTo>
                  <a:pt x="704380" y="664210"/>
                </a:lnTo>
                <a:lnTo>
                  <a:pt x="704189" y="665479"/>
                </a:lnTo>
                <a:lnTo>
                  <a:pt x="735926" y="665479"/>
                </a:lnTo>
                <a:lnTo>
                  <a:pt x="730186" y="673100"/>
                </a:lnTo>
                <a:lnTo>
                  <a:pt x="725244" y="679450"/>
                </a:lnTo>
                <a:close/>
              </a:path>
              <a:path w="810895" h="835660">
                <a:moveTo>
                  <a:pt x="118897" y="679450"/>
                </a:moveTo>
                <a:lnTo>
                  <a:pt x="118046" y="679450"/>
                </a:lnTo>
                <a:lnTo>
                  <a:pt x="117855" y="678179"/>
                </a:lnTo>
                <a:lnTo>
                  <a:pt x="118897" y="679450"/>
                </a:lnTo>
                <a:close/>
              </a:path>
              <a:path w="810895" h="835660">
                <a:moveTo>
                  <a:pt x="672091" y="735329"/>
                </a:moveTo>
                <a:lnTo>
                  <a:pt x="632561" y="735329"/>
                </a:lnTo>
                <a:lnTo>
                  <a:pt x="640041" y="728979"/>
                </a:lnTo>
                <a:lnTo>
                  <a:pt x="639800" y="728979"/>
                </a:lnTo>
                <a:lnTo>
                  <a:pt x="647153" y="723900"/>
                </a:lnTo>
                <a:lnTo>
                  <a:pt x="646912" y="723900"/>
                </a:lnTo>
                <a:lnTo>
                  <a:pt x="654113" y="717550"/>
                </a:lnTo>
                <a:lnTo>
                  <a:pt x="653884" y="717550"/>
                </a:lnTo>
                <a:lnTo>
                  <a:pt x="660933" y="711200"/>
                </a:lnTo>
                <a:lnTo>
                  <a:pt x="660717" y="711200"/>
                </a:lnTo>
                <a:lnTo>
                  <a:pt x="667613" y="704850"/>
                </a:lnTo>
                <a:lnTo>
                  <a:pt x="667397" y="704850"/>
                </a:lnTo>
                <a:lnTo>
                  <a:pt x="674128" y="698500"/>
                </a:lnTo>
                <a:lnTo>
                  <a:pt x="673925" y="698500"/>
                </a:lnTo>
                <a:lnTo>
                  <a:pt x="680504" y="692150"/>
                </a:lnTo>
                <a:lnTo>
                  <a:pt x="680300" y="692150"/>
                </a:lnTo>
                <a:lnTo>
                  <a:pt x="686714" y="685800"/>
                </a:lnTo>
                <a:lnTo>
                  <a:pt x="686511" y="685800"/>
                </a:lnTo>
                <a:lnTo>
                  <a:pt x="692772" y="678179"/>
                </a:lnTo>
                <a:lnTo>
                  <a:pt x="692569" y="679450"/>
                </a:lnTo>
                <a:lnTo>
                  <a:pt x="725244" y="679450"/>
                </a:lnTo>
                <a:lnTo>
                  <a:pt x="724255" y="680720"/>
                </a:lnTo>
                <a:lnTo>
                  <a:pt x="718146" y="688339"/>
                </a:lnTo>
                <a:lnTo>
                  <a:pt x="711873" y="695960"/>
                </a:lnTo>
                <a:lnTo>
                  <a:pt x="705408" y="702310"/>
                </a:lnTo>
                <a:lnTo>
                  <a:pt x="698779" y="709929"/>
                </a:lnTo>
                <a:lnTo>
                  <a:pt x="691984" y="716279"/>
                </a:lnTo>
                <a:lnTo>
                  <a:pt x="685025" y="723900"/>
                </a:lnTo>
                <a:lnTo>
                  <a:pt x="677913" y="730250"/>
                </a:lnTo>
                <a:lnTo>
                  <a:pt x="672091" y="735329"/>
                </a:lnTo>
                <a:close/>
              </a:path>
              <a:path w="810895" h="835660">
                <a:moveTo>
                  <a:pt x="179349" y="735329"/>
                </a:moveTo>
                <a:lnTo>
                  <a:pt x="178066" y="735329"/>
                </a:lnTo>
                <a:lnTo>
                  <a:pt x="177825" y="734060"/>
                </a:lnTo>
                <a:lnTo>
                  <a:pt x="179349" y="735329"/>
                </a:lnTo>
                <a:close/>
              </a:path>
              <a:path w="810895" h="835660">
                <a:moveTo>
                  <a:pt x="621763" y="773429"/>
                </a:moveTo>
                <a:lnTo>
                  <a:pt x="569925" y="773429"/>
                </a:lnTo>
                <a:lnTo>
                  <a:pt x="578446" y="768350"/>
                </a:lnTo>
                <a:lnTo>
                  <a:pt x="578167" y="768350"/>
                </a:lnTo>
                <a:lnTo>
                  <a:pt x="586574" y="764539"/>
                </a:lnTo>
                <a:lnTo>
                  <a:pt x="586308" y="764539"/>
                </a:lnTo>
                <a:lnTo>
                  <a:pt x="594588" y="759460"/>
                </a:lnTo>
                <a:lnTo>
                  <a:pt x="594321" y="759460"/>
                </a:lnTo>
                <a:lnTo>
                  <a:pt x="602487" y="755650"/>
                </a:lnTo>
                <a:lnTo>
                  <a:pt x="602221" y="755650"/>
                </a:lnTo>
                <a:lnTo>
                  <a:pt x="610260" y="750570"/>
                </a:lnTo>
                <a:lnTo>
                  <a:pt x="610006" y="750570"/>
                </a:lnTo>
                <a:lnTo>
                  <a:pt x="617905" y="745489"/>
                </a:lnTo>
                <a:lnTo>
                  <a:pt x="617651" y="745489"/>
                </a:lnTo>
                <a:lnTo>
                  <a:pt x="625411" y="740410"/>
                </a:lnTo>
                <a:lnTo>
                  <a:pt x="625170" y="740410"/>
                </a:lnTo>
                <a:lnTo>
                  <a:pt x="632802" y="734060"/>
                </a:lnTo>
                <a:lnTo>
                  <a:pt x="632561" y="735329"/>
                </a:lnTo>
                <a:lnTo>
                  <a:pt x="672091" y="735329"/>
                </a:lnTo>
                <a:lnTo>
                  <a:pt x="640016" y="760729"/>
                </a:lnTo>
                <a:lnTo>
                  <a:pt x="631990" y="765810"/>
                </a:lnTo>
                <a:lnTo>
                  <a:pt x="623836" y="772160"/>
                </a:lnTo>
                <a:lnTo>
                  <a:pt x="621763" y="773429"/>
                </a:lnTo>
                <a:close/>
              </a:path>
              <a:path w="810895" h="835660">
                <a:moveTo>
                  <a:pt x="242582" y="773429"/>
                </a:moveTo>
                <a:lnTo>
                  <a:pt x="240703" y="773429"/>
                </a:lnTo>
                <a:lnTo>
                  <a:pt x="240423" y="772160"/>
                </a:lnTo>
                <a:lnTo>
                  <a:pt x="242582" y="773429"/>
                </a:lnTo>
                <a:close/>
              </a:path>
              <a:path w="810895" h="835660">
                <a:moveTo>
                  <a:pt x="615543" y="777239"/>
                </a:moveTo>
                <a:lnTo>
                  <a:pt x="561555" y="777239"/>
                </a:lnTo>
                <a:lnTo>
                  <a:pt x="570204" y="772160"/>
                </a:lnTo>
                <a:lnTo>
                  <a:pt x="569925" y="773429"/>
                </a:lnTo>
                <a:lnTo>
                  <a:pt x="621763" y="773429"/>
                </a:lnTo>
                <a:lnTo>
                  <a:pt x="615543" y="777239"/>
                </a:lnTo>
                <a:close/>
              </a:path>
              <a:path w="810895" h="835660">
                <a:moveTo>
                  <a:pt x="250967" y="777239"/>
                </a:moveTo>
                <a:lnTo>
                  <a:pt x="249059" y="777239"/>
                </a:lnTo>
                <a:lnTo>
                  <a:pt x="248780" y="775970"/>
                </a:lnTo>
                <a:lnTo>
                  <a:pt x="250967" y="777239"/>
                </a:lnTo>
                <a:close/>
              </a:path>
              <a:path w="810895" h="835660">
                <a:moveTo>
                  <a:pt x="609228" y="781050"/>
                </a:moveTo>
                <a:lnTo>
                  <a:pt x="553084" y="781050"/>
                </a:lnTo>
                <a:lnTo>
                  <a:pt x="561835" y="775970"/>
                </a:lnTo>
                <a:lnTo>
                  <a:pt x="561555" y="777239"/>
                </a:lnTo>
                <a:lnTo>
                  <a:pt x="615543" y="777239"/>
                </a:lnTo>
                <a:lnTo>
                  <a:pt x="609228" y="781050"/>
                </a:lnTo>
                <a:close/>
              </a:path>
              <a:path w="810895" h="835660">
                <a:moveTo>
                  <a:pt x="260206" y="781050"/>
                </a:moveTo>
                <a:lnTo>
                  <a:pt x="257530" y="781050"/>
                </a:lnTo>
                <a:lnTo>
                  <a:pt x="257251" y="779779"/>
                </a:lnTo>
                <a:lnTo>
                  <a:pt x="260206" y="781050"/>
                </a:lnTo>
                <a:close/>
              </a:path>
              <a:path w="810895" h="835660">
                <a:moveTo>
                  <a:pt x="584022" y="793750"/>
                </a:moveTo>
                <a:lnTo>
                  <a:pt x="518172" y="793750"/>
                </a:lnTo>
                <a:lnTo>
                  <a:pt x="527342" y="789939"/>
                </a:lnTo>
                <a:lnTo>
                  <a:pt x="527050" y="789939"/>
                </a:lnTo>
                <a:lnTo>
                  <a:pt x="536117" y="787400"/>
                </a:lnTo>
                <a:lnTo>
                  <a:pt x="535825" y="787400"/>
                </a:lnTo>
                <a:lnTo>
                  <a:pt x="544804" y="783589"/>
                </a:lnTo>
                <a:lnTo>
                  <a:pt x="544512" y="783589"/>
                </a:lnTo>
                <a:lnTo>
                  <a:pt x="553377" y="779779"/>
                </a:lnTo>
                <a:lnTo>
                  <a:pt x="553084" y="781050"/>
                </a:lnTo>
                <a:lnTo>
                  <a:pt x="609228" y="781050"/>
                </a:lnTo>
                <a:lnTo>
                  <a:pt x="607123" y="782320"/>
                </a:lnTo>
                <a:lnTo>
                  <a:pt x="598563" y="786129"/>
                </a:lnTo>
                <a:lnTo>
                  <a:pt x="589889" y="791210"/>
                </a:lnTo>
                <a:lnTo>
                  <a:pt x="584022" y="793750"/>
                </a:lnTo>
                <a:close/>
              </a:path>
              <a:path w="810895" h="835660">
                <a:moveTo>
                  <a:pt x="295241" y="793750"/>
                </a:moveTo>
                <a:lnTo>
                  <a:pt x="292442" y="793750"/>
                </a:lnTo>
                <a:lnTo>
                  <a:pt x="292150" y="792479"/>
                </a:lnTo>
                <a:lnTo>
                  <a:pt x="295241" y="793750"/>
                </a:lnTo>
                <a:close/>
              </a:path>
              <a:path w="810895" h="835660">
                <a:moveTo>
                  <a:pt x="547793" y="810260"/>
                </a:moveTo>
                <a:lnTo>
                  <a:pt x="424713" y="810260"/>
                </a:lnTo>
                <a:lnTo>
                  <a:pt x="434720" y="808989"/>
                </a:lnTo>
                <a:lnTo>
                  <a:pt x="434403" y="808989"/>
                </a:lnTo>
                <a:lnTo>
                  <a:pt x="444334" y="807720"/>
                </a:lnTo>
                <a:lnTo>
                  <a:pt x="453567" y="807720"/>
                </a:lnTo>
                <a:lnTo>
                  <a:pt x="463359" y="806450"/>
                </a:lnTo>
                <a:lnTo>
                  <a:pt x="463041" y="806450"/>
                </a:lnTo>
                <a:lnTo>
                  <a:pt x="472757" y="803910"/>
                </a:lnTo>
                <a:lnTo>
                  <a:pt x="472439" y="803910"/>
                </a:lnTo>
                <a:lnTo>
                  <a:pt x="482066" y="802639"/>
                </a:lnTo>
                <a:lnTo>
                  <a:pt x="481761" y="802639"/>
                </a:lnTo>
                <a:lnTo>
                  <a:pt x="491299" y="800100"/>
                </a:lnTo>
                <a:lnTo>
                  <a:pt x="490994" y="800100"/>
                </a:lnTo>
                <a:lnTo>
                  <a:pt x="500443" y="798829"/>
                </a:lnTo>
                <a:lnTo>
                  <a:pt x="500138" y="798829"/>
                </a:lnTo>
                <a:lnTo>
                  <a:pt x="509511" y="796289"/>
                </a:lnTo>
                <a:lnTo>
                  <a:pt x="509206" y="796289"/>
                </a:lnTo>
                <a:lnTo>
                  <a:pt x="518477" y="792479"/>
                </a:lnTo>
                <a:lnTo>
                  <a:pt x="518172" y="793750"/>
                </a:lnTo>
                <a:lnTo>
                  <a:pt x="584022" y="793750"/>
                </a:lnTo>
                <a:lnTo>
                  <a:pt x="581088" y="795020"/>
                </a:lnTo>
                <a:lnTo>
                  <a:pt x="572160" y="800100"/>
                </a:lnTo>
                <a:lnTo>
                  <a:pt x="547793" y="81026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7643863" y="3701935"/>
            <a:ext cx="551815" cy="571500"/>
          </a:xfrm>
          <a:custGeom>
            <a:avLst/>
            <a:gdLst/>
            <a:ahLst/>
            <a:cxnLst/>
            <a:rect l="l" t="t" r="r" b="b"/>
            <a:pathLst>
              <a:path w="551815" h="571500">
                <a:moveTo>
                  <a:pt x="175207" y="39113"/>
                </a:moveTo>
                <a:lnTo>
                  <a:pt x="112128" y="0"/>
                </a:lnTo>
                <a:lnTo>
                  <a:pt x="239680" y="31750"/>
                </a:lnTo>
                <a:lnTo>
                  <a:pt x="199986" y="31750"/>
                </a:lnTo>
                <a:lnTo>
                  <a:pt x="175207" y="39113"/>
                </a:lnTo>
                <a:close/>
              </a:path>
              <a:path w="551815" h="571500">
                <a:moveTo>
                  <a:pt x="435267" y="102870"/>
                </a:moveTo>
                <a:lnTo>
                  <a:pt x="425323" y="95250"/>
                </a:lnTo>
                <a:lnTo>
                  <a:pt x="425818" y="95250"/>
                </a:lnTo>
                <a:lnTo>
                  <a:pt x="415493" y="87629"/>
                </a:lnTo>
                <a:lnTo>
                  <a:pt x="416001" y="87629"/>
                </a:lnTo>
                <a:lnTo>
                  <a:pt x="405320" y="81279"/>
                </a:lnTo>
                <a:lnTo>
                  <a:pt x="405853" y="81279"/>
                </a:lnTo>
                <a:lnTo>
                  <a:pt x="394830" y="74929"/>
                </a:lnTo>
                <a:lnTo>
                  <a:pt x="395376" y="74929"/>
                </a:lnTo>
                <a:lnTo>
                  <a:pt x="384022" y="69850"/>
                </a:lnTo>
                <a:lnTo>
                  <a:pt x="384581" y="69850"/>
                </a:lnTo>
                <a:lnTo>
                  <a:pt x="372935" y="64770"/>
                </a:lnTo>
                <a:lnTo>
                  <a:pt x="373354" y="64770"/>
                </a:lnTo>
                <a:lnTo>
                  <a:pt x="367423" y="62229"/>
                </a:lnTo>
                <a:lnTo>
                  <a:pt x="367715" y="62229"/>
                </a:lnTo>
                <a:lnTo>
                  <a:pt x="361696" y="60960"/>
                </a:lnTo>
                <a:lnTo>
                  <a:pt x="361988" y="60960"/>
                </a:lnTo>
                <a:lnTo>
                  <a:pt x="355917" y="58420"/>
                </a:lnTo>
                <a:lnTo>
                  <a:pt x="356209" y="58420"/>
                </a:lnTo>
                <a:lnTo>
                  <a:pt x="350062" y="55879"/>
                </a:lnTo>
                <a:lnTo>
                  <a:pt x="350367" y="55879"/>
                </a:lnTo>
                <a:lnTo>
                  <a:pt x="344157" y="54610"/>
                </a:lnTo>
                <a:lnTo>
                  <a:pt x="344462" y="54610"/>
                </a:lnTo>
                <a:lnTo>
                  <a:pt x="338188" y="53339"/>
                </a:lnTo>
                <a:lnTo>
                  <a:pt x="338493" y="53339"/>
                </a:lnTo>
                <a:lnTo>
                  <a:pt x="332155" y="52070"/>
                </a:lnTo>
                <a:lnTo>
                  <a:pt x="332460" y="52070"/>
                </a:lnTo>
                <a:lnTo>
                  <a:pt x="326072" y="50800"/>
                </a:lnTo>
                <a:lnTo>
                  <a:pt x="326377" y="50800"/>
                </a:lnTo>
                <a:lnTo>
                  <a:pt x="319925" y="49529"/>
                </a:lnTo>
                <a:lnTo>
                  <a:pt x="320243" y="49529"/>
                </a:lnTo>
                <a:lnTo>
                  <a:pt x="313740" y="48260"/>
                </a:lnTo>
                <a:lnTo>
                  <a:pt x="314058" y="48260"/>
                </a:lnTo>
                <a:lnTo>
                  <a:pt x="307492" y="46989"/>
                </a:lnTo>
                <a:lnTo>
                  <a:pt x="301523" y="46989"/>
                </a:lnTo>
                <a:lnTo>
                  <a:pt x="294868" y="45720"/>
                </a:lnTo>
                <a:lnTo>
                  <a:pt x="275577" y="45720"/>
                </a:lnTo>
                <a:lnTo>
                  <a:pt x="272948" y="44450"/>
                </a:lnTo>
                <a:lnTo>
                  <a:pt x="270433" y="44450"/>
                </a:lnTo>
                <a:lnTo>
                  <a:pt x="268147" y="43179"/>
                </a:lnTo>
                <a:lnTo>
                  <a:pt x="266192" y="40639"/>
                </a:lnTo>
                <a:lnTo>
                  <a:pt x="264668" y="38100"/>
                </a:lnTo>
                <a:lnTo>
                  <a:pt x="263613" y="36829"/>
                </a:lnTo>
                <a:lnTo>
                  <a:pt x="263093" y="34289"/>
                </a:lnTo>
                <a:lnTo>
                  <a:pt x="263131" y="30479"/>
                </a:lnTo>
                <a:lnTo>
                  <a:pt x="263715" y="27939"/>
                </a:lnTo>
                <a:lnTo>
                  <a:pt x="264820" y="25400"/>
                </a:lnTo>
                <a:lnTo>
                  <a:pt x="266407" y="24129"/>
                </a:lnTo>
                <a:lnTo>
                  <a:pt x="268401" y="21589"/>
                </a:lnTo>
                <a:lnTo>
                  <a:pt x="270725" y="20320"/>
                </a:lnTo>
                <a:lnTo>
                  <a:pt x="296951" y="20320"/>
                </a:lnTo>
                <a:lnTo>
                  <a:pt x="303923" y="21589"/>
                </a:lnTo>
                <a:lnTo>
                  <a:pt x="310857" y="21589"/>
                </a:lnTo>
                <a:lnTo>
                  <a:pt x="344665" y="27939"/>
                </a:lnTo>
                <a:lnTo>
                  <a:pt x="351243" y="30479"/>
                </a:lnTo>
                <a:lnTo>
                  <a:pt x="357758" y="31750"/>
                </a:lnTo>
                <a:lnTo>
                  <a:pt x="395325" y="46989"/>
                </a:lnTo>
                <a:lnTo>
                  <a:pt x="429971" y="67310"/>
                </a:lnTo>
                <a:lnTo>
                  <a:pt x="461200" y="91439"/>
                </a:lnTo>
                <a:lnTo>
                  <a:pt x="471917" y="101600"/>
                </a:lnTo>
                <a:lnTo>
                  <a:pt x="434797" y="101600"/>
                </a:lnTo>
                <a:lnTo>
                  <a:pt x="435267" y="102870"/>
                </a:lnTo>
                <a:close/>
              </a:path>
              <a:path w="551815" h="571500">
                <a:moveTo>
                  <a:pt x="176129" y="65613"/>
                </a:moveTo>
                <a:lnTo>
                  <a:pt x="187909" y="46989"/>
                </a:lnTo>
                <a:lnTo>
                  <a:pt x="175207" y="39113"/>
                </a:lnTo>
                <a:lnTo>
                  <a:pt x="199986" y="31750"/>
                </a:lnTo>
                <a:lnTo>
                  <a:pt x="206806" y="55879"/>
                </a:lnTo>
                <a:lnTo>
                  <a:pt x="186095" y="62229"/>
                </a:lnTo>
                <a:lnTo>
                  <a:pt x="183514" y="62229"/>
                </a:lnTo>
                <a:lnTo>
                  <a:pt x="176129" y="65613"/>
                </a:lnTo>
                <a:close/>
              </a:path>
              <a:path w="551815" h="571500">
                <a:moveTo>
                  <a:pt x="213685" y="63500"/>
                </a:moveTo>
                <a:lnTo>
                  <a:pt x="181952" y="63500"/>
                </a:lnTo>
                <a:lnTo>
                  <a:pt x="206806" y="55879"/>
                </a:lnTo>
                <a:lnTo>
                  <a:pt x="199986" y="31750"/>
                </a:lnTo>
                <a:lnTo>
                  <a:pt x="239680" y="31750"/>
                </a:lnTo>
                <a:lnTo>
                  <a:pt x="249885" y="34289"/>
                </a:lnTo>
                <a:lnTo>
                  <a:pt x="213685" y="63500"/>
                </a:lnTo>
                <a:close/>
              </a:path>
              <a:path w="551815" h="571500">
                <a:moveTo>
                  <a:pt x="324548" y="567689"/>
                </a:moveTo>
                <a:lnTo>
                  <a:pt x="226936" y="567689"/>
                </a:lnTo>
                <a:lnTo>
                  <a:pt x="220167" y="566420"/>
                </a:lnTo>
                <a:lnTo>
                  <a:pt x="213461" y="563879"/>
                </a:lnTo>
                <a:lnTo>
                  <a:pt x="200240" y="561339"/>
                </a:lnTo>
                <a:lnTo>
                  <a:pt x="193725" y="558800"/>
                </a:lnTo>
                <a:lnTo>
                  <a:pt x="187274" y="557529"/>
                </a:lnTo>
                <a:lnTo>
                  <a:pt x="168300" y="549910"/>
                </a:lnTo>
                <a:lnTo>
                  <a:pt x="132702" y="532129"/>
                </a:lnTo>
                <a:lnTo>
                  <a:pt x="100279" y="508000"/>
                </a:lnTo>
                <a:lnTo>
                  <a:pt x="90284" y="500379"/>
                </a:lnTo>
                <a:lnTo>
                  <a:pt x="80695" y="490220"/>
                </a:lnTo>
                <a:lnTo>
                  <a:pt x="71577" y="481329"/>
                </a:lnTo>
                <a:lnTo>
                  <a:pt x="62903" y="471170"/>
                </a:lnTo>
                <a:lnTo>
                  <a:pt x="39852" y="438150"/>
                </a:lnTo>
                <a:lnTo>
                  <a:pt x="21628" y="402589"/>
                </a:lnTo>
                <a:lnTo>
                  <a:pt x="8597" y="364489"/>
                </a:lnTo>
                <a:lnTo>
                  <a:pt x="4229" y="344170"/>
                </a:lnTo>
                <a:lnTo>
                  <a:pt x="3098" y="337820"/>
                </a:lnTo>
                <a:lnTo>
                  <a:pt x="0" y="289560"/>
                </a:lnTo>
                <a:lnTo>
                  <a:pt x="228" y="281939"/>
                </a:lnTo>
                <a:lnTo>
                  <a:pt x="4876" y="243839"/>
                </a:lnTo>
                <a:lnTo>
                  <a:pt x="14757" y="205739"/>
                </a:lnTo>
                <a:lnTo>
                  <a:pt x="35420" y="160020"/>
                </a:lnTo>
                <a:lnTo>
                  <a:pt x="41821" y="149860"/>
                </a:lnTo>
                <a:lnTo>
                  <a:pt x="48679" y="138429"/>
                </a:lnTo>
                <a:lnTo>
                  <a:pt x="56006" y="128270"/>
                </a:lnTo>
                <a:lnTo>
                  <a:pt x="63753" y="119379"/>
                </a:lnTo>
                <a:lnTo>
                  <a:pt x="71932" y="109220"/>
                </a:lnTo>
                <a:lnTo>
                  <a:pt x="80530" y="100329"/>
                </a:lnTo>
                <a:lnTo>
                  <a:pt x="89509" y="92710"/>
                </a:lnTo>
                <a:lnTo>
                  <a:pt x="98869" y="83820"/>
                </a:lnTo>
                <a:lnTo>
                  <a:pt x="139839" y="55879"/>
                </a:lnTo>
                <a:lnTo>
                  <a:pt x="174345" y="39370"/>
                </a:lnTo>
                <a:lnTo>
                  <a:pt x="175207" y="39113"/>
                </a:lnTo>
                <a:lnTo>
                  <a:pt x="187909" y="46989"/>
                </a:lnTo>
                <a:lnTo>
                  <a:pt x="176129" y="65613"/>
                </a:lnTo>
                <a:lnTo>
                  <a:pt x="172427" y="67310"/>
                </a:lnTo>
                <a:lnTo>
                  <a:pt x="172961" y="67310"/>
                </a:lnTo>
                <a:lnTo>
                  <a:pt x="162140" y="72389"/>
                </a:lnTo>
                <a:lnTo>
                  <a:pt x="162661" y="72389"/>
                </a:lnTo>
                <a:lnTo>
                  <a:pt x="152120" y="77470"/>
                </a:lnTo>
                <a:lnTo>
                  <a:pt x="152615" y="77470"/>
                </a:lnTo>
                <a:lnTo>
                  <a:pt x="142367" y="83820"/>
                </a:lnTo>
                <a:lnTo>
                  <a:pt x="142862" y="83820"/>
                </a:lnTo>
                <a:lnTo>
                  <a:pt x="132918" y="90170"/>
                </a:lnTo>
                <a:lnTo>
                  <a:pt x="133388" y="90170"/>
                </a:lnTo>
                <a:lnTo>
                  <a:pt x="123774" y="96520"/>
                </a:lnTo>
                <a:lnTo>
                  <a:pt x="124231" y="96520"/>
                </a:lnTo>
                <a:lnTo>
                  <a:pt x="116494" y="102870"/>
                </a:lnTo>
                <a:lnTo>
                  <a:pt x="115392" y="102870"/>
                </a:lnTo>
                <a:lnTo>
                  <a:pt x="106451" y="110489"/>
                </a:lnTo>
                <a:lnTo>
                  <a:pt x="106870" y="110489"/>
                </a:lnTo>
                <a:lnTo>
                  <a:pt x="99522" y="118110"/>
                </a:lnTo>
                <a:lnTo>
                  <a:pt x="98704" y="118110"/>
                </a:lnTo>
                <a:lnTo>
                  <a:pt x="90512" y="127000"/>
                </a:lnTo>
                <a:lnTo>
                  <a:pt x="90893" y="127000"/>
                </a:lnTo>
                <a:lnTo>
                  <a:pt x="84210" y="134620"/>
                </a:lnTo>
                <a:lnTo>
                  <a:pt x="83451" y="134620"/>
                </a:lnTo>
                <a:lnTo>
                  <a:pt x="76984" y="143510"/>
                </a:lnTo>
                <a:lnTo>
                  <a:pt x="76403" y="143510"/>
                </a:lnTo>
                <a:lnTo>
                  <a:pt x="69418" y="153670"/>
                </a:lnTo>
                <a:lnTo>
                  <a:pt x="69748" y="153670"/>
                </a:lnTo>
                <a:lnTo>
                  <a:pt x="63195" y="162560"/>
                </a:lnTo>
                <a:lnTo>
                  <a:pt x="63500" y="162560"/>
                </a:lnTo>
                <a:lnTo>
                  <a:pt x="57391" y="172720"/>
                </a:lnTo>
                <a:lnTo>
                  <a:pt x="57670" y="172720"/>
                </a:lnTo>
                <a:lnTo>
                  <a:pt x="52031" y="182879"/>
                </a:lnTo>
                <a:lnTo>
                  <a:pt x="52285" y="182879"/>
                </a:lnTo>
                <a:lnTo>
                  <a:pt x="47117" y="193039"/>
                </a:lnTo>
                <a:lnTo>
                  <a:pt x="47358" y="193039"/>
                </a:lnTo>
                <a:lnTo>
                  <a:pt x="43192" y="203200"/>
                </a:lnTo>
                <a:lnTo>
                  <a:pt x="42887" y="203200"/>
                </a:lnTo>
                <a:lnTo>
                  <a:pt x="38696" y="214629"/>
                </a:lnTo>
                <a:lnTo>
                  <a:pt x="38887" y="214629"/>
                </a:lnTo>
                <a:lnTo>
                  <a:pt x="35613" y="224789"/>
                </a:lnTo>
                <a:lnTo>
                  <a:pt x="35382" y="224789"/>
                </a:lnTo>
                <a:lnTo>
                  <a:pt x="32547" y="236220"/>
                </a:lnTo>
                <a:lnTo>
                  <a:pt x="32334" y="236220"/>
                </a:lnTo>
                <a:lnTo>
                  <a:pt x="30962" y="242570"/>
                </a:lnTo>
                <a:lnTo>
                  <a:pt x="29794" y="247650"/>
                </a:lnTo>
                <a:lnTo>
                  <a:pt x="28752" y="254000"/>
                </a:lnTo>
                <a:lnTo>
                  <a:pt x="28041" y="259079"/>
                </a:lnTo>
                <a:lnTo>
                  <a:pt x="27889" y="259079"/>
                </a:lnTo>
                <a:lnTo>
                  <a:pt x="27076" y="265429"/>
                </a:lnTo>
                <a:lnTo>
                  <a:pt x="26441" y="271779"/>
                </a:lnTo>
                <a:lnTo>
                  <a:pt x="26052" y="276860"/>
                </a:lnTo>
                <a:lnTo>
                  <a:pt x="25615" y="283210"/>
                </a:lnTo>
                <a:lnTo>
                  <a:pt x="25433" y="288289"/>
                </a:lnTo>
                <a:lnTo>
                  <a:pt x="25400" y="302260"/>
                </a:lnTo>
                <a:lnTo>
                  <a:pt x="25653" y="308610"/>
                </a:lnTo>
                <a:lnTo>
                  <a:pt x="26060" y="314960"/>
                </a:lnTo>
                <a:lnTo>
                  <a:pt x="26631" y="321310"/>
                </a:lnTo>
                <a:lnTo>
                  <a:pt x="27343" y="327660"/>
                </a:lnTo>
                <a:lnTo>
                  <a:pt x="28232" y="334010"/>
                </a:lnTo>
                <a:lnTo>
                  <a:pt x="29260" y="340360"/>
                </a:lnTo>
                <a:lnTo>
                  <a:pt x="30441" y="346710"/>
                </a:lnTo>
                <a:lnTo>
                  <a:pt x="30655" y="346710"/>
                </a:lnTo>
                <a:lnTo>
                  <a:pt x="31762" y="351789"/>
                </a:lnTo>
                <a:lnTo>
                  <a:pt x="33235" y="358139"/>
                </a:lnTo>
                <a:lnTo>
                  <a:pt x="34861" y="364489"/>
                </a:lnTo>
                <a:lnTo>
                  <a:pt x="36614" y="370839"/>
                </a:lnTo>
                <a:lnTo>
                  <a:pt x="36923" y="370839"/>
                </a:lnTo>
                <a:lnTo>
                  <a:pt x="38519" y="375920"/>
                </a:lnTo>
                <a:lnTo>
                  <a:pt x="40563" y="382270"/>
                </a:lnTo>
                <a:lnTo>
                  <a:pt x="40906" y="382270"/>
                </a:lnTo>
                <a:lnTo>
                  <a:pt x="42735" y="387350"/>
                </a:lnTo>
                <a:lnTo>
                  <a:pt x="45046" y="393700"/>
                </a:lnTo>
                <a:lnTo>
                  <a:pt x="45454" y="393700"/>
                </a:lnTo>
                <a:lnTo>
                  <a:pt x="50139" y="403860"/>
                </a:lnTo>
                <a:lnTo>
                  <a:pt x="49872" y="403860"/>
                </a:lnTo>
                <a:lnTo>
                  <a:pt x="55676" y="415289"/>
                </a:lnTo>
                <a:lnTo>
                  <a:pt x="55384" y="415289"/>
                </a:lnTo>
                <a:lnTo>
                  <a:pt x="61722" y="425450"/>
                </a:lnTo>
                <a:lnTo>
                  <a:pt x="61404" y="425450"/>
                </a:lnTo>
                <a:lnTo>
                  <a:pt x="68249" y="435610"/>
                </a:lnTo>
                <a:lnTo>
                  <a:pt x="67906" y="435610"/>
                </a:lnTo>
                <a:lnTo>
                  <a:pt x="75234" y="445770"/>
                </a:lnTo>
                <a:lnTo>
                  <a:pt x="74879" y="445770"/>
                </a:lnTo>
                <a:lnTo>
                  <a:pt x="82689" y="454660"/>
                </a:lnTo>
                <a:lnTo>
                  <a:pt x="82296" y="454660"/>
                </a:lnTo>
                <a:lnTo>
                  <a:pt x="90576" y="464820"/>
                </a:lnTo>
                <a:lnTo>
                  <a:pt x="91414" y="464820"/>
                </a:lnTo>
                <a:lnTo>
                  <a:pt x="98882" y="472439"/>
                </a:lnTo>
                <a:lnTo>
                  <a:pt x="98450" y="472439"/>
                </a:lnTo>
                <a:lnTo>
                  <a:pt x="107581" y="481329"/>
                </a:lnTo>
                <a:lnTo>
                  <a:pt x="107137" y="481329"/>
                </a:lnTo>
                <a:lnTo>
                  <a:pt x="116687" y="488950"/>
                </a:lnTo>
                <a:lnTo>
                  <a:pt x="116217" y="488950"/>
                </a:lnTo>
                <a:lnTo>
                  <a:pt x="126161" y="496570"/>
                </a:lnTo>
                <a:lnTo>
                  <a:pt x="125666" y="496570"/>
                </a:lnTo>
                <a:lnTo>
                  <a:pt x="135991" y="502920"/>
                </a:lnTo>
                <a:lnTo>
                  <a:pt x="135483" y="502920"/>
                </a:lnTo>
                <a:lnTo>
                  <a:pt x="146151" y="510539"/>
                </a:lnTo>
                <a:lnTo>
                  <a:pt x="147835" y="510539"/>
                </a:lnTo>
                <a:lnTo>
                  <a:pt x="156654" y="515620"/>
                </a:lnTo>
                <a:lnTo>
                  <a:pt x="156108" y="515620"/>
                </a:lnTo>
                <a:lnTo>
                  <a:pt x="167462" y="521970"/>
                </a:lnTo>
                <a:lnTo>
                  <a:pt x="169232" y="521970"/>
                </a:lnTo>
                <a:lnTo>
                  <a:pt x="178549" y="527050"/>
                </a:lnTo>
                <a:lnTo>
                  <a:pt x="181095" y="527050"/>
                </a:lnTo>
                <a:lnTo>
                  <a:pt x="184061" y="528320"/>
                </a:lnTo>
                <a:lnTo>
                  <a:pt x="183769" y="528320"/>
                </a:lnTo>
                <a:lnTo>
                  <a:pt x="189788" y="530860"/>
                </a:lnTo>
                <a:lnTo>
                  <a:pt x="189483" y="530860"/>
                </a:lnTo>
                <a:lnTo>
                  <a:pt x="195567" y="533400"/>
                </a:lnTo>
                <a:lnTo>
                  <a:pt x="195275" y="533400"/>
                </a:lnTo>
                <a:lnTo>
                  <a:pt x="201422" y="534670"/>
                </a:lnTo>
                <a:lnTo>
                  <a:pt x="201117" y="534670"/>
                </a:lnTo>
                <a:lnTo>
                  <a:pt x="207327" y="537210"/>
                </a:lnTo>
                <a:lnTo>
                  <a:pt x="210159" y="537210"/>
                </a:lnTo>
                <a:lnTo>
                  <a:pt x="213296" y="538479"/>
                </a:lnTo>
                <a:lnTo>
                  <a:pt x="212991" y="538479"/>
                </a:lnTo>
                <a:lnTo>
                  <a:pt x="219328" y="539750"/>
                </a:lnTo>
                <a:lnTo>
                  <a:pt x="219024" y="539750"/>
                </a:lnTo>
                <a:lnTo>
                  <a:pt x="225412" y="541020"/>
                </a:lnTo>
                <a:lnTo>
                  <a:pt x="225107" y="541020"/>
                </a:lnTo>
                <a:lnTo>
                  <a:pt x="231559" y="542289"/>
                </a:lnTo>
                <a:lnTo>
                  <a:pt x="231241" y="542289"/>
                </a:lnTo>
                <a:lnTo>
                  <a:pt x="237744" y="543560"/>
                </a:lnTo>
                <a:lnTo>
                  <a:pt x="243674" y="543560"/>
                </a:lnTo>
                <a:lnTo>
                  <a:pt x="250278" y="544829"/>
                </a:lnTo>
                <a:lnTo>
                  <a:pt x="256298" y="544829"/>
                </a:lnTo>
                <a:lnTo>
                  <a:pt x="263004" y="546100"/>
                </a:lnTo>
                <a:lnTo>
                  <a:pt x="392290" y="546100"/>
                </a:lnTo>
                <a:lnTo>
                  <a:pt x="383184" y="549910"/>
                </a:lnTo>
                <a:lnTo>
                  <a:pt x="364210" y="557529"/>
                </a:lnTo>
                <a:lnTo>
                  <a:pt x="357758" y="558800"/>
                </a:lnTo>
                <a:lnTo>
                  <a:pt x="351243" y="561339"/>
                </a:lnTo>
                <a:lnTo>
                  <a:pt x="338023" y="563879"/>
                </a:lnTo>
                <a:lnTo>
                  <a:pt x="331317" y="566420"/>
                </a:lnTo>
                <a:lnTo>
                  <a:pt x="324548" y="567689"/>
                </a:lnTo>
                <a:close/>
              </a:path>
              <a:path w="551815" h="571500">
                <a:moveTo>
                  <a:pt x="139712" y="123189"/>
                </a:moveTo>
                <a:lnTo>
                  <a:pt x="176129" y="65613"/>
                </a:lnTo>
                <a:lnTo>
                  <a:pt x="183514" y="62229"/>
                </a:lnTo>
                <a:lnTo>
                  <a:pt x="181952" y="63500"/>
                </a:lnTo>
                <a:lnTo>
                  <a:pt x="213685" y="63500"/>
                </a:lnTo>
                <a:lnTo>
                  <a:pt x="139712" y="123189"/>
                </a:lnTo>
                <a:close/>
              </a:path>
              <a:path w="551815" h="571500">
                <a:moveTo>
                  <a:pt x="181952" y="63500"/>
                </a:moveTo>
                <a:lnTo>
                  <a:pt x="183514" y="62229"/>
                </a:lnTo>
                <a:lnTo>
                  <a:pt x="186095" y="62229"/>
                </a:lnTo>
                <a:lnTo>
                  <a:pt x="181952" y="63500"/>
                </a:lnTo>
                <a:close/>
              </a:path>
              <a:path w="551815" h="571500">
                <a:moveTo>
                  <a:pt x="453034" y="119379"/>
                </a:moveTo>
                <a:lnTo>
                  <a:pt x="443903" y="110489"/>
                </a:lnTo>
                <a:lnTo>
                  <a:pt x="444347" y="110489"/>
                </a:lnTo>
                <a:lnTo>
                  <a:pt x="434797" y="101600"/>
                </a:lnTo>
                <a:lnTo>
                  <a:pt x="471917" y="101600"/>
                </a:lnTo>
                <a:lnTo>
                  <a:pt x="479907" y="110489"/>
                </a:lnTo>
                <a:lnTo>
                  <a:pt x="486413" y="118110"/>
                </a:lnTo>
                <a:lnTo>
                  <a:pt x="452602" y="118110"/>
                </a:lnTo>
                <a:lnTo>
                  <a:pt x="453034" y="119379"/>
                </a:lnTo>
                <a:close/>
              </a:path>
              <a:path w="551815" h="571500">
                <a:moveTo>
                  <a:pt x="114947" y="104139"/>
                </a:moveTo>
                <a:lnTo>
                  <a:pt x="115392" y="102870"/>
                </a:lnTo>
                <a:lnTo>
                  <a:pt x="116494" y="102870"/>
                </a:lnTo>
                <a:lnTo>
                  <a:pt x="114947" y="104139"/>
                </a:lnTo>
                <a:close/>
              </a:path>
              <a:path w="551815" h="571500">
                <a:moveTo>
                  <a:pt x="98298" y="119379"/>
                </a:moveTo>
                <a:lnTo>
                  <a:pt x="98704" y="118110"/>
                </a:lnTo>
                <a:lnTo>
                  <a:pt x="99522" y="118110"/>
                </a:lnTo>
                <a:lnTo>
                  <a:pt x="98298" y="119379"/>
                </a:lnTo>
                <a:close/>
              </a:path>
              <a:path w="551815" h="571500">
                <a:moveTo>
                  <a:pt x="469176" y="137160"/>
                </a:moveTo>
                <a:lnTo>
                  <a:pt x="460908" y="127000"/>
                </a:lnTo>
                <a:lnTo>
                  <a:pt x="461314" y="127000"/>
                </a:lnTo>
                <a:lnTo>
                  <a:pt x="452602" y="118110"/>
                </a:lnTo>
                <a:lnTo>
                  <a:pt x="486413" y="118110"/>
                </a:lnTo>
                <a:lnTo>
                  <a:pt x="488581" y="120650"/>
                </a:lnTo>
                <a:lnTo>
                  <a:pt x="496760" y="130810"/>
                </a:lnTo>
                <a:lnTo>
                  <a:pt x="500608" y="135889"/>
                </a:lnTo>
                <a:lnTo>
                  <a:pt x="468795" y="135889"/>
                </a:lnTo>
                <a:lnTo>
                  <a:pt x="469176" y="137160"/>
                </a:lnTo>
                <a:close/>
              </a:path>
              <a:path w="551815" h="571500">
                <a:moveTo>
                  <a:pt x="83096" y="135889"/>
                </a:moveTo>
                <a:lnTo>
                  <a:pt x="83451" y="134620"/>
                </a:lnTo>
                <a:lnTo>
                  <a:pt x="84210" y="134620"/>
                </a:lnTo>
                <a:lnTo>
                  <a:pt x="83096" y="135889"/>
                </a:lnTo>
                <a:close/>
              </a:path>
              <a:path w="551815" h="571500">
                <a:moveTo>
                  <a:pt x="483577" y="156210"/>
                </a:moveTo>
                <a:lnTo>
                  <a:pt x="476237" y="146050"/>
                </a:lnTo>
                <a:lnTo>
                  <a:pt x="476605" y="146050"/>
                </a:lnTo>
                <a:lnTo>
                  <a:pt x="468795" y="135889"/>
                </a:lnTo>
                <a:lnTo>
                  <a:pt x="500608" y="135889"/>
                </a:lnTo>
                <a:lnTo>
                  <a:pt x="504456" y="140970"/>
                </a:lnTo>
                <a:lnTo>
                  <a:pt x="511632" y="152400"/>
                </a:lnTo>
                <a:lnTo>
                  <a:pt x="513108" y="154939"/>
                </a:lnTo>
                <a:lnTo>
                  <a:pt x="483234" y="154939"/>
                </a:lnTo>
                <a:lnTo>
                  <a:pt x="483577" y="156210"/>
                </a:lnTo>
                <a:close/>
              </a:path>
              <a:path w="551815" h="571500">
                <a:moveTo>
                  <a:pt x="76060" y="144779"/>
                </a:moveTo>
                <a:lnTo>
                  <a:pt x="76403" y="143510"/>
                </a:lnTo>
                <a:lnTo>
                  <a:pt x="76984" y="143510"/>
                </a:lnTo>
                <a:lnTo>
                  <a:pt x="76060" y="144779"/>
                </a:lnTo>
                <a:close/>
              </a:path>
              <a:path w="551815" h="571500">
                <a:moveTo>
                  <a:pt x="490080" y="166370"/>
                </a:moveTo>
                <a:lnTo>
                  <a:pt x="483234" y="154939"/>
                </a:lnTo>
                <a:lnTo>
                  <a:pt x="513108" y="154939"/>
                </a:lnTo>
                <a:lnTo>
                  <a:pt x="518274" y="163829"/>
                </a:lnTo>
                <a:lnTo>
                  <a:pt x="518883" y="165100"/>
                </a:lnTo>
                <a:lnTo>
                  <a:pt x="489762" y="165100"/>
                </a:lnTo>
                <a:lnTo>
                  <a:pt x="490080" y="166370"/>
                </a:lnTo>
                <a:close/>
              </a:path>
              <a:path w="551815" h="571500">
                <a:moveTo>
                  <a:pt x="501611" y="187960"/>
                </a:moveTo>
                <a:lnTo>
                  <a:pt x="495807" y="176529"/>
                </a:lnTo>
                <a:lnTo>
                  <a:pt x="496100" y="176529"/>
                </a:lnTo>
                <a:lnTo>
                  <a:pt x="489762" y="165100"/>
                </a:lnTo>
                <a:lnTo>
                  <a:pt x="518883" y="165100"/>
                </a:lnTo>
                <a:lnTo>
                  <a:pt x="529247" y="186689"/>
                </a:lnTo>
                <a:lnTo>
                  <a:pt x="501345" y="186689"/>
                </a:lnTo>
                <a:lnTo>
                  <a:pt x="501611" y="187960"/>
                </a:lnTo>
                <a:close/>
              </a:path>
              <a:path w="551815" h="571500">
                <a:moveTo>
                  <a:pt x="508863" y="204470"/>
                </a:moveTo>
                <a:lnTo>
                  <a:pt x="506425" y="198120"/>
                </a:lnTo>
                <a:lnTo>
                  <a:pt x="506615" y="198120"/>
                </a:lnTo>
                <a:lnTo>
                  <a:pt x="501345" y="186689"/>
                </a:lnTo>
                <a:lnTo>
                  <a:pt x="529247" y="186689"/>
                </a:lnTo>
                <a:lnTo>
                  <a:pt x="529856" y="187960"/>
                </a:lnTo>
                <a:lnTo>
                  <a:pt x="532434" y="194310"/>
                </a:lnTo>
                <a:lnTo>
                  <a:pt x="534822" y="200660"/>
                </a:lnTo>
                <a:lnTo>
                  <a:pt x="535721" y="203200"/>
                </a:lnTo>
                <a:lnTo>
                  <a:pt x="508749" y="203200"/>
                </a:lnTo>
                <a:lnTo>
                  <a:pt x="508863" y="204470"/>
                </a:lnTo>
                <a:close/>
              </a:path>
              <a:path w="551815" h="571500">
                <a:moveTo>
                  <a:pt x="42672" y="204470"/>
                </a:moveTo>
                <a:lnTo>
                  <a:pt x="42887" y="203200"/>
                </a:lnTo>
                <a:lnTo>
                  <a:pt x="43192" y="203200"/>
                </a:lnTo>
                <a:lnTo>
                  <a:pt x="42672" y="204470"/>
                </a:lnTo>
                <a:close/>
              </a:path>
              <a:path w="551815" h="571500">
                <a:moveTo>
                  <a:pt x="513067" y="215900"/>
                </a:moveTo>
                <a:lnTo>
                  <a:pt x="510921" y="209550"/>
                </a:lnTo>
                <a:lnTo>
                  <a:pt x="508749" y="203200"/>
                </a:lnTo>
                <a:lnTo>
                  <a:pt x="535721" y="203200"/>
                </a:lnTo>
                <a:lnTo>
                  <a:pt x="537070" y="207010"/>
                </a:lnTo>
                <a:lnTo>
                  <a:pt x="539165" y="213360"/>
                </a:lnTo>
                <a:lnTo>
                  <a:pt x="539551" y="214629"/>
                </a:lnTo>
                <a:lnTo>
                  <a:pt x="512965" y="214629"/>
                </a:lnTo>
                <a:lnTo>
                  <a:pt x="513067" y="215900"/>
                </a:lnTo>
                <a:close/>
              </a:path>
              <a:path w="551815" h="571500">
                <a:moveTo>
                  <a:pt x="518325" y="233679"/>
                </a:moveTo>
                <a:lnTo>
                  <a:pt x="516623" y="227329"/>
                </a:lnTo>
                <a:lnTo>
                  <a:pt x="514857" y="220979"/>
                </a:lnTo>
                <a:lnTo>
                  <a:pt x="512965" y="214629"/>
                </a:lnTo>
                <a:lnTo>
                  <a:pt x="539551" y="214629"/>
                </a:lnTo>
                <a:lnTo>
                  <a:pt x="541096" y="219710"/>
                </a:lnTo>
                <a:lnTo>
                  <a:pt x="542886" y="227329"/>
                </a:lnTo>
                <a:lnTo>
                  <a:pt x="544177" y="232410"/>
                </a:lnTo>
                <a:lnTo>
                  <a:pt x="518248" y="232410"/>
                </a:lnTo>
                <a:lnTo>
                  <a:pt x="518325" y="233679"/>
                </a:lnTo>
                <a:close/>
              </a:path>
              <a:path w="551815" h="571500">
                <a:moveTo>
                  <a:pt x="35204" y="226060"/>
                </a:moveTo>
                <a:lnTo>
                  <a:pt x="35382" y="224789"/>
                </a:lnTo>
                <a:lnTo>
                  <a:pt x="35613" y="224789"/>
                </a:lnTo>
                <a:lnTo>
                  <a:pt x="35204" y="226060"/>
                </a:lnTo>
                <a:close/>
              </a:path>
              <a:path w="551815" h="571500">
                <a:moveTo>
                  <a:pt x="546823" y="346710"/>
                </a:moveTo>
                <a:lnTo>
                  <a:pt x="521042" y="346710"/>
                </a:lnTo>
                <a:lnTo>
                  <a:pt x="522287" y="340360"/>
                </a:lnTo>
                <a:lnTo>
                  <a:pt x="523303" y="334010"/>
                </a:lnTo>
                <a:lnTo>
                  <a:pt x="524179" y="327660"/>
                </a:lnTo>
                <a:lnTo>
                  <a:pt x="524890" y="321310"/>
                </a:lnTo>
                <a:lnTo>
                  <a:pt x="525449" y="314960"/>
                </a:lnTo>
                <a:lnTo>
                  <a:pt x="525843" y="308610"/>
                </a:lnTo>
                <a:lnTo>
                  <a:pt x="526084" y="302260"/>
                </a:lnTo>
                <a:lnTo>
                  <a:pt x="526042" y="288289"/>
                </a:lnTo>
                <a:lnTo>
                  <a:pt x="525830" y="281939"/>
                </a:lnTo>
                <a:lnTo>
                  <a:pt x="525424" y="275589"/>
                </a:lnTo>
                <a:lnTo>
                  <a:pt x="524852" y="269239"/>
                </a:lnTo>
                <a:lnTo>
                  <a:pt x="524128" y="264160"/>
                </a:lnTo>
                <a:lnTo>
                  <a:pt x="523252" y="257810"/>
                </a:lnTo>
                <a:lnTo>
                  <a:pt x="522224" y="251460"/>
                </a:lnTo>
                <a:lnTo>
                  <a:pt x="521042" y="245110"/>
                </a:lnTo>
                <a:lnTo>
                  <a:pt x="519722" y="238760"/>
                </a:lnTo>
                <a:lnTo>
                  <a:pt x="518248" y="232410"/>
                </a:lnTo>
                <a:lnTo>
                  <a:pt x="544177" y="232410"/>
                </a:lnTo>
                <a:lnTo>
                  <a:pt x="550760" y="274320"/>
                </a:lnTo>
                <a:lnTo>
                  <a:pt x="551472" y="288289"/>
                </a:lnTo>
                <a:lnTo>
                  <a:pt x="551472" y="302260"/>
                </a:lnTo>
                <a:lnTo>
                  <a:pt x="547255" y="344170"/>
                </a:lnTo>
                <a:lnTo>
                  <a:pt x="546823" y="346710"/>
                </a:lnTo>
                <a:close/>
              </a:path>
              <a:path w="551815" h="571500">
                <a:moveTo>
                  <a:pt x="32232" y="237489"/>
                </a:moveTo>
                <a:lnTo>
                  <a:pt x="32334" y="236220"/>
                </a:lnTo>
                <a:lnTo>
                  <a:pt x="32547" y="236220"/>
                </a:lnTo>
                <a:lnTo>
                  <a:pt x="32232" y="237489"/>
                </a:lnTo>
                <a:close/>
              </a:path>
              <a:path w="551815" h="571500">
                <a:moveTo>
                  <a:pt x="27851" y="260350"/>
                </a:moveTo>
                <a:lnTo>
                  <a:pt x="27889" y="259079"/>
                </a:lnTo>
                <a:lnTo>
                  <a:pt x="28041" y="259079"/>
                </a:lnTo>
                <a:lnTo>
                  <a:pt x="27851" y="260350"/>
                </a:lnTo>
                <a:close/>
              </a:path>
              <a:path w="551815" h="571500">
                <a:moveTo>
                  <a:pt x="524890" y="270510"/>
                </a:moveTo>
                <a:lnTo>
                  <a:pt x="524738" y="269239"/>
                </a:lnTo>
                <a:lnTo>
                  <a:pt x="524890" y="270510"/>
                </a:lnTo>
                <a:close/>
              </a:path>
              <a:path w="551815" h="571500">
                <a:moveTo>
                  <a:pt x="525449" y="276860"/>
                </a:moveTo>
                <a:lnTo>
                  <a:pt x="525350" y="275589"/>
                </a:lnTo>
                <a:lnTo>
                  <a:pt x="525449" y="276860"/>
                </a:lnTo>
                <a:close/>
              </a:path>
              <a:path w="551815" h="571500">
                <a:moveTo>
                  <a:pt x="25946" y="278129"/>
                </a:moveTo>
                <a:lnTo>
                  <a:pt x="25971" y="276860"/>
                </a:lnTo>
                <a:lnTo>
                  <a:pt x="25946" y="278129"/>
                </a:lnTo>
                <a:close/>
              </a:path>
              <a:path w="551815" h="571500">
                <a:moveTo>
                  <a:pt x="525843" y="283210"/>
                </a:moveTo>
                <a:lnTo>
                  <a:pt x="525773" y="281939"/>
                </a:lnTo>
                <a:lnTo>
                  <a:pt x="525843" y="283210"/>
                </a:lnTo>
                <a:close/>
              </a:path>
              <a:path w="551815" h="571500">
                <a:moveTo>
                  <a:pt x="30655" y="346710"/>
                </a:moveTo>
                <a:lnTo>
                  <a:pt x="30441" y="346710"/>
                </a:lnTo>
                <a:lnTo>
                  <a:pt x="30378" y="345439"/>
                </a:lnTo>
                <a:lnTo>
                  <a:pt x="30655" y="346710"/>
                </a:lnTo>
                <a:close/>
              </a:path>
              <a:path w="551815" h="571500">
                <a:moveTo>
                  <a:pt x="541096" y="370839"/>
                </a:moveTo>
                <a:lnTo>
                  <a:pt x="514857" y="370839"/>
                </a:lnTo>
                <a:lnTo>
                  <a:pt x="516712" y="364489"/>
                </a:lnTo>
                <a:lnTo>
                  <a:pt x="518325" y="358139"/>
                </a:lnTo>
                <a:lnTo>
                  <a:pt x="519785" y="351789"/>
                </a:lnTo>
                <a:lnTo>
                  <a:pt x="521106" y="345439"/>
                </a:lnTo>
                <a:lnTo>
                  <a:pt x="521042" y="346710"/>
                </a:lnTo>
                <a:lnTo>
                  <a:pt x="546823" y="346710"/>
                </a:lnTo>
                <a:lnTo>
                  <a:pt x="545960" y="351789"/>
                </a:lnTo>
                <a:lnTo>
                  <a:pt x="544499" y="358139"/>
                </a:lnTo>
                <a:lnTo>
                  <a:pt x="542886" y="364489"/>
                </a:lnTo>
                <a:lnTo>
                  <a:pt x="541096" y="370839"/>
                </a:lnTo>
                <a:close/>
              </a:path>
              <a:path w="551815" h="571500">
                <a:moveTo>
                  <a:pt x="36923" y="370839"/>
                </a:moveTo>
                <a:lnTo>
                  <a:pt x="36614" y="370839"/>
                </a:lnTo>
                <a:lnTo>
                  <a:pt x="36525" y="369570"/>
                </a:lnTo>
                <a:lnTo>
                  <a:pt x="36923" y="370839"/>
                </a:lnTo>
                <a:close/>
              </a:path>
              <a:path w="551815" h="571500">
                <a:moveTo>
                  <a:pt x="537489" y="382270"/>
                </a:moveTo>
                <a:lnTo>
                  <a:pt x="510921" y="382270"/>
                </a:lnTo>
                <a:lnTo>
                  <a:pt x="513067" y="375920"/>
                </a:lnTo>
                <a:lnTo>
                  <a:pt x="514959" y="369570"/>
                </a:lnTo>
                <a:lnTo>
                  <a:pt x="514857" y="370839"/>
                </a:lnTo>
                <a:lnTo>
                  <a:pt x="541096" y="370839"/>
                </a:lnTo>
                <a:lnTo>
                  <a:pt x="539165" y="377189"/>
                </a:lnTo>
                <a:lnTo>
                  <a:pt x="537489" y="382270"/>
                </a:lnTo>
                <a:close/>
              </a:path>
              <a:path w="551815" h="571500">
                <a:moveTo>
                  <a:pt x="40906" y="382270"/>
                </a:moveTo>
                <a:lnTo>
                  <a:pt x="40563" y="382270"/>
                </a:lnTo>
                <a:lnTo>
                  <a:pt x="40449" y="381000"/>
                </a:lnTo>
                <a:lnTo>
                  <a:pt x="40906" y="382270"/>
                </a:lnTo>
                <a:close/>
              </a:path>
              <a:path w="551815" h="571500">
                <a:moveTo>
                  <a:pt x="533389" y="393700"/>
                </a:moveTo>
                <a:lnTo>
                  <a:pt x="506425" y="393700"/>
                </a:lnTo>
                <a:lnTo>
                  <a:pt x="508863" y="387350"/>
                </a:lnTo>
                <a:lnTo>
                  <a:pt x="511022" y="381000"/>
                </a:lnTo>
                <a:lnTo>
                  <a:pt x="510921" y="382270"/>
                </a:lnTo>
                <a:lnTo>
                  <a:pt x="537489" y="382270"/>
                </a:lnTo>
                <a:lnTo>
                  <a:pt x="537070" y="383539"/>
                </a:lnTo>
                <a:lnTo>
                  <a:pt x="534822" y="389889"/>
                </a:lnTo>
                <a:lnTo>
                  <a:pt x="533389" y="393700"/>
                </a:lnTo>
                <a:close/>
              </a:path>
              <a:path w="551815" h="571500">
                <a:moveTo>
                  <a:pt x="45454" y="393700"/>
                </a:moveTo>
                <a:lnTo>
                  <a:pt x="45046" y="393700"/>
                </a:lnTo>
                <a:lnTo>
                  <a:pt x="44869" y="392429"/>
                </a:lnTo>
                <a:lnTo>
                  <a:pt x="45454" y="393700"/>
                </a:lnTo>
                <a:close/>
              </a:path>
              <a:path w="551815" h="571500">
                <a:moveTo>
                  <a:pt x="493693" y="464820"/>
                </a:moveTo>
                <a:lnTo>
                  <a:pt x="460908" y="464820"/>
                </a:lnTo>
                <a:lnTo>
                  <a:pt x="469176" y="454660"/>
                </a:lnTo>
                <a:lnTo>
                  <a:pt x="468795" y="454660"/>
                </a:lnTo>
                <a:lnTo>
                  <a:pt x="476605" y="445770"/>
                </a:lnTo>
                <a:lnTo>
                  <a:pt x="476237" y="445770"/>
                </a:lnTo>
                <a:lnTo>
                  <a:pt x="483577" y="435610"/>
                </a:lnTo>
                <a:lnTo>
                  <a:pt x="483234" y="435610"/>
                </a:lnTo>
                <a:lnTo>
                  <a:pt x="490080" y="425450"/>
                </a:lnTo>
                <a:lnTo>
                  <a:pt x="489762" y="425450"/>
                </a:lnTo>
                <a:lnTo>
                  <a:pt x="496100" y="415289"/>
                </a:lnTo>
                <a:lnTo>
                  <a:pt x="495807" y="415289"/>
                </a:lnTo>
                <a:lnTo>
                  <a:pt x="501611" y="403860"/>
                </a:lnTo>
                <a:lnTo>
                  <a:pt x="501345" y="403860"/>
                </a:lnTo>
                <a:lnTo>
                  <a:pt x="506615" y="392429"/>
                </a:lnTo>
                <a:lnTo>
                  <a:pt x="506425" y="393700"/>
                </a:lnTo>
                <a:lnTo>
                  <a:pt x="533389" y="393700"/>
                </a:lnTo>
                <a:lnTo>
                  <a:pt x="511632" y="438150"/>
                </a:lnTo>
                <a:lnTo>
                  <a:pt x="496760" y="461010"/>
                </a:lnTo>
                <a:lnTo>
                  <a:pt x="493693" y="464820"/>
                </a:lnTo>
                <a:close/>
              </a:path>
              <a:path w="551815" h="571500">
                <a:moveTo>
                  <a:pt x="91414" y="464820"/>
                </a:moveTo>
                <a:lnTo>
                  <a:pt x="90576" y="464820"/>
                </a:lnTo>
                <a:lnTo>
                  <a:pt x="90170" y="463550"/>
                </a:lnTo>
                <a:lnTo>
                  <a:pt x="91414" y="464820"/>
                </a:lnTo>
                <a:close/>
              </a:path>
              <a:path w="551815" h="571500">
                <a:moveTo>
                  <a:pt x="448217" y="510539"/>
                </a:moveTo>
                <a:lnTo>
                  <a:pt x="405320" y="510539"/>
                </a:lnTo>
                <a:lnTo>
                  <a:pt x="416001" y="502920"/>
                </a:lnTo>
                <a:lnTo>
                  <a:pt x="415493" y="502920"/>
                </a:lnTo>
                <a:lnTo>
                  <a:pt x="425818" y="496570"/>
                </a:lnTo>
                <a:lnTo>
                  <a:pt x="425323" y="496570"/>
                </a:lnTo>
                <a:lnTo>
                  <a:pt x="435267" y="488950"/>
                </a:lnTo>
                <a:lnTo>
                  <a:pt x="434797" y="488950"/>
                </a:lnTo>
                <a:lnTo>
                  <a:pt x="444347" y="481329"/>
                </a:lnTo>
                <a:lnTo>
                  <a:pt x="443903" y="481329"/>
                </a:lnTo>
                <a:lnTo>
                  <a:pt x="453034" y="472439"/>
                </a:lnTo>
                <a:lnTo>
                  <a:pt x="452602" y="472439"/>
                </a:lnTo>
                <a:lnTo>
                  <a:pt x="461314" y="463550"/>
                </a:lnTo>
                <a:lnTo>
                  <a:pt x="460908" y="464820"/>
                </a:lnTo>
                <a:lnTo>
                  <a:pt x="493693" y="464820"/>
                </a:lnTo>
                <a:lnTo>
                  <a:pt x="488581" y="471170"/>
                </a:lnTo>
                <a:lnTo>
                  <a:pt x="479907" y="481329"/>
                </a:lnTo>
                <a:lnTo>
                  <a:pt x="470776" y="490220"/>
                </a:lnTo>
                <a:lnTo>
                  <a:pt x="461200" y="500379"/>
                </a:lnTo>
                <a:lnTo>
                  <a:pt x="451192" y="508000"/>
                </a:lnTo>
                <a:lnTo>
                  <a:pt x="448217" y="510539"/>
                </a:lnTo>
                <a:close/>
              </a:path>
              <a:path w="551815" h="571500">
                <a:moveTo>
                  <a:pt x="147835" y="510539"/>
                </a:moveTo>
                <a:lnTo>
                  <a:pt x="146151" y="510539"/>
                </a:lnTo>
                <a:lnTo>
                  <a:pt x="145630" y="509270"/>
                </a:lnTo>
                <a:lnTo>
                  <a:pt x="147835" y="510539"/>
                </a:lnTo>
                <a:close/>
              </a:path>
              <a:path w="551815" h="571500">
                <a:moveTo>
                  <a:pt x="433573" y="521970"/>
                </a:moveTo>
                <a:lnTo>
                  <a:pt x="384022" y="521970"/>
                </a:lnTo>
                <a:lnTo>
                  <a:pt x="395376" y="515620"/>
                </a:lnTo>
                <a:lnTo>
                  <a:pt x="394830" y="515620"/>
                </a:lnTo>
                <a:lnTo>
                  <a:pt x="405853" y="509270"/>
                </a:lnTo>
                <a:lnTo>
                  <a:pt x="405320" y="510539"/>
                </a:lnTo>
                <a:lnTo>
                  <a:pt x="448217" y="510539"/>
                </a:lnTo>
                <a:lnTo>
                  <a:pt x="440778" y="516889"/>
                </a:lnTo>
                <a:lnTo>
                  <a:pt x="433573" y="521970"/>
                </a:lnTo>
                <a:close/>
              </a:path>
              <a:path w="551815" h="571500">
                <a:moveTo>
                  <a:pt x="169232" y="521970"/>
                </a:moveTo>
                <a:lnTo>
                  <a:pt x="167462" y="521970"/>
                </a:lnTo>
                <a:lnTo>
                  <a:pt x="166903" y="520700"/>
                </a:lnTo>
                <a:lnTo>
                  <a:pt x="169232" y="521970"/>
                </a:lnTo>
                <a:close/>
              </a:path>
              <a:path w="551815" h="571500">
                <a:moveTo>
                  <a:pt x="426241" y="527050"/>
                </a:moveTo>
                <a:lnTo>
                  <a:pt x="372935" y="527050"/>
                </a:lnTo>
                <a:lnTo>
                  <a:pt x="384581" y="520700"/>
                </a:lnTo>
                <a:lnTo>
                  <a:pt x="384022" y="521970"/>
                </a:lnTo>
                <a:lnTo>
                  <a:pt x="433573" y="521970"/>
                </a:lnTo>
                <a:lnTo>
                  <a:pt x="429971" y="524510"/>
                </a:lnTo>
                <a:lnTo>
                  <a:pt x="426241" y="527050"/>
                </a:lnTo>
                <a:close/>
              </a:path>
              <a:path w="551815" h="571500">
                <a:moveTo>
                  <a:pt x="181095" y="527050"/>
                </a:moveTo>
                <a:lnTo>
                  <a:pt x="178549" y="527050"/>
                </a:lnTo>
                <a:lnTo>
                  <a:pt x="178130" y="525779"/>
                </a:lnTo>
                <a:lnTo>
                  <a:pt x="181095" y="527050"/>
                </a:lnTo>
                <a:close/>
              </a:path>
              <a:path w="551815" h="571500">
                <a:moveTo>
                  <a:pt x="409536" y="537210"/>
                </a:moveTo>
                <a:lnTo>
                  <a:pt x="344157" y="537210"/>
                </a:lnTo>
                <a:lnTo>
                  <a:pt x="350367" y="534670"/>
                </a:lnTo>
                <a:lnTo>
                  <a:pt x="350062" y="534670"/>
                </a:lnTo>
                <a:lnTo>
                  <a:pt x="356209" y="533400"/>
                </a:lnTo>
                <a:lnTo>
                  <a:pt x="355917" y="533400"/>
                </a:lnTo>
                <a:lnTo>
                  <a:pt x="361988" y="530860"/>
                </a:lnTo>
                <a:lnTo>
                  <a:pt x="361696" y="530860"/>
                </a:lnTo>
                <a:lnTo>
                  <a:pt x="367715" y="528320"/>
                </a:lnTo>
                <a:lnTo>
                  <a:pt x="367423" y="528320"/>
                </a:lnTo>
                <a:lnTo>
                  <a:pt x="373354" y="525779"/>
                </a:lnTo>
                <a:lnTo>
                  <a:pt x="372935" y="527050"/>
                </a:lnTo>
                <a:lnTo>
                  <a:pt x="426241" y="527050"/>
                </a:lnTo>
                <a:lnTo>
                  <a:pt x="418782" y="532129"/>
                </a:lnTo>
                <a:lnTo>
                  <a:pt x="409536" y="537210"/>
                </a:lnTo>
                <a:close/>
              </a:path>
              <a:path w="551815" h="571500">
                <a:moveTo>
                  <a:pt x="210159" y="537210"/>
                </a:moveTo>
                <a:lnTo>
                  <a:pt x="207327" y="537210"/>
                </a:lnTo>
                <a:lnTo>
                  <a:pt x="207022" y="535939"/>
                </a:lnTo>
                <a:lnTo>
                  <a:pt x="210159" y="537210"/>
                </a:lnTo>
                <a:close/>
              </a:path>
              <a:path w="551815" h="571500">
                <a:moveTo>
                  <a:pt x="392290" y="546100"/>
                </a:moveTo>
                <a:lnTo>
                  <a:pt x="288480" y="546100"/>
                </a:lnTo>
                <a:lnTo>
                  <a:pt x="295186" y="544829"/>
                </a:lnTo>
                <a:lnTo>
                  <a:pt x="301205" y="544829"/>
                </a:lnTo>
                <a:lnTo>
                  <a:pt x="307809" y="543560"/>
                </a:lnTo>
                <a:lnTo>
                  <a:pt x="313740" y="543560"/>
                </a:lnTo>
                <a:lnTo>
                  <a:pt x="320243" y="542289"/>
                </a:lnTo>
                <a:lnTo>
                  <a:pt x="319925" y="542289"/>
                </a:lnTo>
                <a:lnTo>
                  <a:pt x="326377" y="541020"/>
                </a:lnTo>
                <a:lnTo>
                  <a:pt x="326072" y="541020"/>
                </a:lnTo>
                <a:lnTo>
                  <a:pt x="332460" y="539750"/>
                </a:lnTo>
                <a:lnTo>
                  <a:pt x="332155" y="539750"/>
                </a:lnTo>
                <a:lnTo>
                  <a:pt x="338493" y="538479"/>
                </a:lnTo>
                <a:lnTo>
                  <a:pt x="338188" y="538479"/>
                </a:lnTo>
                <a:lnTo>
                  <a:pt x="344462" y="535939"/>
                </a:lnTo>
                <a:lnTo>
                  <a:pt x="344157" y="537210"/>
                </a:lnTo>
                <a:lnTo>
                  <a:pt x="409536" y="537210"/>
                </a:lnTo>
                <a:lnTo>
                  <a:pt x="407225" y="538479"/>
                </a:lnTo>
                <a:lnTo>
                  <a:pt x="395325" y="544829"/>
                </a:lnTo>
                <a:lnTo>
                  <a:pt x="392290" y="546100"/>
                </a:lnTo>
                <a:close/>
              </a:path>
              <a:path w="551815" h="571500">
                <a:moveTo>
                  <a:pt x="303923" y="570229"/>
                </a:moveTo>
                <a:lnTo>
                  <a:pt x="247561" y="570229"/>
                </a:lnTo>
                <a:lnTo>
                  <a:pt x="233756" y="567689"/>
                </a:lnTo>
                <a:lnTo>
                  <a:pt x="317728" y="567689"/>
                </a:lnTo>
                <a:lnTo>
                  <a:pt x="303923" y="570229"/>
                </a:lnTo>
                <a:close/>
              </a:path>
              <a:path w="551815" h="571500">
                <a:moveTo>
                  <a:pt x="289928" y="571500"/>
                </a:moveTo>
                <a:lnTo>
                  <a:pt x="261556" y="571500"/>
                </a:lnTo>
                <a:lnTo>
                  <a:pt x="254533" y="570229"/>
                </a:lnTo>
                <a:lnTo>
                  <a:pt x="296951" y="570229"/>
                </a:lnTo>
                <a:lnTo>
                  <a:pt x="289928" y="57150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7760944" y="3832313"/>
            <a:ext cx="317500" cy="323850"/>
          </a:xfrm>
          <a:custGeom>
            <a:avLst/>
            <a:gdLst/>
            <a:ahLst/>
            <a:cxnLst/>
            <a:rect l="l" t="t" r="r" b="b"/>
            <a:pathLst>
              <a:path w="317500" h="323850">
                <a:moveTo>
                  <a:pt x="70838" y="32907"/>
                </a:moveTo>
                <a:lnTo>
                  <a:pt x="3835" y="0"/>
                </a:lnTo>
                <a:lnTo>
                  <a:pt x="144322" y="20320"/>
                </a:lnTo>
                <a:lnTo>
                  <a:pt x="141738" y="22860"/>
                </a:lnTo>
                <a:lnTo>
                  <a:pt x="94640" y="22860"/>
                </a:lnTo>
                <a:lnTo>
                  <a:pt x="75272" y="30479"/>
                </a:lnTo>
                <a:lnTo>
                  <a:pt x="70838" y="32907"/>
                </a:lnTo>
                <a:close/>
              </a:path>
              <a:path w="317500" h="323850">
                <a:moveTo>
                  <a:pt x="192278" y="36829"/>
                </a:moveTo>
                <a:lnTo>
                  <a:pt x="185216" y="34289"/>
                </a:lnTo>
                <a:lnTo>
                  <a:pt x="185839" y="34289"/>
                </a:lnTo>
                <a:lnTo>
                  <a:pt x="178650" y="33020"/>
                </a:lnTo>
                <a:lnTo>
                  <a:pt x="172618" y="33020"/>
                </a:lnTo>
                <a:lnTo>
                  <a:pt x="165214" y="31750"/>
                </a:lnTo>
                <a:lnTo>
                  <a:pt x="155701" y="31750"/>
                </a:lnTo>
                <a:lnTo>
                  <a:pt x="145999" y="20320"/>
                </a:lnTo>
                <a:lnTo>
                  <a:pt x="146062" y="17779"/>
                </a:lnTo>
                <a:lnTo>
                  <a:pt x="156337" y="6350"/>
                </a:lnTo>
                <a:lnTo>
                  <a:pt x="166814" y="6350"/>
                </a:lnTo>
                <a:lnTo>
                  <a:pt x="198297" y="11429"/>
                </a:lnTo>
                <a:lnTo>
                  <a:pt x="213207" y="16510"/>
                </a:lnTo>
                <a:lnTo>
                  <a:pt x="220421" y="19050"/>
                </a:lnTo>
                <a:lnTo>
                  <a:pt x="227457" y="22860"/>
                </a:lnTo>
                <a:lnTo>
                  <a:pt x="234302" y="25400"/>
                </a:lnTo>
                <a:lnTo>
                  <a:pt x="240944" y="29210"/>
                </a:lnTo>
                <a:lnTo>
                  <a:pt x="247383" y="34289"/>
                </a:lnTo>
                <a:lnTo>
                  <a:pt x="249453" y="35560"/>
                </a:lnTo>
                <a:lnTo>
                  <a:pt x="191668" y="35560"/>
                </a:lnTo>
                <a:lnTo>
                  <a:pt x="192278" y="36829"/>
                </a:lnTo>
                <a:close/>
              </a:path>
              <a:path w="317500" h="323850">
                <a:moveTo>
                  <a:pt x="71365" y="64348"/>
                </a:moveTo>
                <a:lnTo>
                  <a:pt x="83997" y="39370"/>
                </a:lnTo>
                <a:lnTo>
                  <a:pt x="70838" y="32907"/>
                </a:lnTo>
                <a:lnTo>
                  <a:pt x="75272" y="30479"/>
                </a:lnTo>
                <a:lnTo>
                  <a:pt x="94640" y="22860"/>
                </a:lnTo>
                <a:lnTo>
                  <a:pt x="103517" y="46989"/>
                </a:lnTo>
                <a:lnTo>
                  <a:pt x="89100" y="52070"/>
                </a:lnTo>
                <a:lnTo>
                  <a:pt x="88061" y="52070"/>
                </a:lnTo>
                <a:lnTo>
                  <a:pt x="85496" y="53339"/>
                </a:lnTo>
                <a:lnTo>
                  <a:pt x="86224" y="53339"/>
                </a:lnTo>
                <a:lnTo>
                  <a:pt x="82550" y="55879"/>
                </a:lnTo>
                <a:lnTo>
                  <a:pt x="83019" y="55879"/>
                </a:lnTo>
                <a:lnTo>
                  <a:pt x="79463" y="58420"/>
                </a:lnTo>
                <a:lnTo>
                  <a:pt x="78143" y="58420"/>
                </a:lnTo>
                <a:lnTo>
                  <a:pt x="74285" y="62229"/>
                </a:lnTo>
                <a:lnTo>
                  <a:pt x="73431" y="62229"/>
                </a:lnTo>
                <a:lnTo>
                  <a:pt x="71365" y="64348"/>
                </a:lnTo>
                <a:close/>
              </a:path>
              <a:path w="317500" h="323850">
                <a:moveTo>
                  <a:pt x="104266" y="59689"/>
                </a:moveTo>
                <a:lnTo>
                  <a:pt x="77685" y="59689"/>
                </a:lnTo>
                <a:lnTo>
                  <a:pt x="83019" y="55879"/>
                </a:lnTo>
                <a:lnTo>
                  <a:pt x="82550" y="55879"/>
                </a:lnTo>
                <a:lnTo>
                  <a:pt x="86981" y="52816"/>
                </a:lnTo>
                <a:lnTo>
                  <a:pt x="103517" y="46989"/>
                </a:lnTo>
                <a:lnTo>
                  <a:pt x="94640" y="22860"/>
                </a:lnTo>
                <a:lnTo>
                  <a:pt x="141738" y="22860"/>
                </a:lnTo>
                <a:lnTo>
                  <a:pt x="104266" y="59689"/>
                </a:lnTo>
                <a:close/>
              </a:path>
              <a:path w="317500" h="323850">
                <a:moveTo>
                  <a:pt x="182803" y="322579"/>
                </a:moveTo>
                <a:lnTo>
                  <a:pt x="134518" y="322579"/>
                </a:lnTo>
                <a:lnTo>
                  <a:pt x="126695" y="321310"/>
                </a:lnTo>
                <a:lnTo>
                  <a:pt x="89865" y="308610"/>
                </a:lnTo>
                <a:lnTo>
                  <a:pt x="63715" y="292100"/>
                </a:lnTo>
                <a:lnTo>
                  <a:pt x="57734" y="288289"/>
                </a:lnTo>
                <a:lnTo>
                  <a:pt x="51968" y="283210"/>
                </a:lnTo>
                <a:lnTo>
                  <a:pt x="46469" y="276860"/>
                </a:lnTo>
                <a:lnTo>
                  <a:pt x="41211" y="271779"/>
                </a:lnTo>
                <a:lnTo>
                  <a:pt x="15646" y="233679"/>
                </a:lnTo>
                <a:lnTo>
                  <a:pt x="12471" y="227329"/>
                </a:lnTo>
                <a:lnTo>
                  <a:pt x="1816" y="189229"/>
                </a:lnTo>
                <a:lnTo>
                  <a:pt x="0" y="165100"/>
                </a:lnTo>
                <a:lnTo>
                  <a:pt x="177" y="157479"/>
                </a:lnTo>
                <a:lnTo>
                  <a:pt x="8534" y="114300"/>
                </a:lnTo>
                <a:lnTo>
                  <a:pt x="11061" y="106679"/>
                </a:lnTo>
                <a:lnTo>
                  <a:pt x="32258" y="69850"/>
                </a:lnTo>
                <a:lnTo>
                  <a:pt x="36728" y="63500"/>
                </a:lnTo>
                <a:lnTo>
                  <a:pt x="62509" y="39370"/>
                </a:lnTo>
                <a:lnTo>
                  <a:pt x="68313" y="34289"/>
                </a:lnTo>
                <a:lnTo>
                  <a:pt x="70838" y="32907"/>
                </a:lnTo>
                <a:lnTo>
                  <a:pt x="83997" y="39370"/>
                </a:lnTo>
                <a:lnTo>
                  <a:pt x="71365" y="64348"/>
                </a:lnTo>
                <a:lnTo>
                  <a:pt x="68478" y="67310"/>
                </a:lnTo>
                <a:lnTo>
                  <a:pt x="68897" y="67310"/>
                </a:lnTo>
                <a:lnTo>
                  <a:pt x="64135" y="71120"/>
                </a:lnTo>
                <a:lnTo>
                  <a:pt x="64541" y="71120"/>
                </a:lnTo>
                <a:lnTo>
                  <a:pt x="61131" y="74929"/>
                </a:lnTo>
                <a:lnTo>
                  <a:pt x="60375" y="74929"/>
                </a:lnTo>
                <a:lnTo>
                  <a:pt x="56057" y="80010"/>
                </a:lnTo>
                <a:lnTo>
                  <a:pt x="56413" y="80010"/>
                </a:lnTo>
                <a:lnTo>
                  <a:pt x="53336" y="83820"/>
                </a:lnTo>
                <a:lnTo>
                  <a:pt x="52654" y="83820"/>
                </a:lnTo>
                <a:lnTo>
                  <a:pt x="49555" y="88900"/>
                </a:lnTo>
                <a:lnTo>
                  <a:pt x="49110" y="88900"/>
                </a:lnTo>
                <a:lnTo>
                  <a:pt x="46205" y="93979"/>
                </a:lnTo>
                <a:lnTo>
                  <a:pt x="45783" y="93979"/>
                </a:lnTo>
                <a:lnTo>
                  <a:pt x="43070" y="99060"/>
                </a:lnTo>
                <a:lnTo>
                  <a:pt x="42684" y="99060"/>
                </a:lnTo>
                <a:lnTo>
                  <a:pt x="39547" y="105410"/>
                </a:lnTo>
                <a:lnTo>
                  <a:pt x="39814" y="105410"/>
                </a:lnTo>
                <a:lnTo>
                  <a:pt x="36931" y="110489"/>
                </a:lnTo>
                <a:lnTo>
                  <a:pt x="37172" y="110489"/>
                </a:lnTo>
                <a:lnTo>
                  <a:pt x="35100" y="115570"/>
                </a:lnTo>
                <a:lnTo>
                  <a:pt x="34798" y="115570"/>
                </a:lnTo>
                <a:lnTo>
                  <a:pt x="32473" y="121920"/>
                </a:lnTo>
                <a:lnTo>
                  <a:pt x="32664" y="121920"/>
                </a:lnTo>
                <a:lnTo>
                  <a:pt x="31028" y="127000"/>
                </a:lnTo>
                <a:lnTo>
                  <a:pt x="30784" y="127000"/>
                </a:lnTo>
                <a:lnTo>
                  <a:pt x="29334" y="133350"/>
                </a:lnTo>
                <a:lnTo>
                  <a:pt x="29184" y="133350"/>
                </a:lnTo>
                <a:lnTo>
                  <a:pt x="27736" y="139700"/>
                </a:lnTo>
                <a:lnTo>
                  <a:pt x="26708" y="146050"/>
                </a:lnTo>
                <a:lnTo>
                  <a:pt x="25971" y="152400"/>
                </a:lnTo>
                <a:lnTo>
                  <a:pt x="25638" y="157479"/>
                </a:lnTo>
                <a:lnTo>
                  <a:pt x="25565" y="158750"/>
                </a:lnTo>
                <a:lnTo>
                  <a:pt x="25400" y="165100"/>
                </a:lnTo>
                <a:lnTo>
                  <a:pt x="25548" y="171450"/>
                </a:lnTo>
                <a:lnTo>
                  <a:pt x="26111" y="179070"/>
                </a:lnTo>
                <a:lnTo>
                  <a:pt x="26974" y="185420"/>
                </a:lnTo>
                <a:lnTo>
                  <a:pt x="28168" y="193039"/>
                </a:lnTo>
                <a:lnTo>
                  <a:pt x="28312" y="193039"/>
                </a:lnTo>
                <a:lnTo>
                  <a:pt x="29667" y="199389"/>
                </a:lnTo>
                <a:lnTo>
                  <a:pt x="29842" y="199389"/>
                </a:lnTo>
                <a:lnTo>
                  <a:pt x="31483" y="205739"/>
                </a:lnTo>
                <a:lnTo>
                  <a:pt x="31750" y="205739"/>
                </a:lnTo>
                <a:lnTo>
                  <a:pt x="33578" y="210820"/>
                </a:lnTo>
                <a:lnTo>
                  <a:pt x="33375" y="210820"/>
                </a:lnTo>
                <a:lnTo>
                  <a:pt x="35979" y="217170"/>
                </a:lnTo>
                <a:lnTo>
                  <a:pt x="35737" y="217170"/>
                </a:lnTo>
                <a:lnTo>
                  <a:pt x="38658" y="223520"/>
                </a:lnTo>
                <a:lnTo>
                  <a:pt x="39037" y="223520"/>
                </a:lnTo>
                <a:lnTo>
                  <a:pt x="41617" y="228600"/>
                </a:lnTo>
                <a:lnTo>
                  <a:pt x="41325" y="228600"/>
                </a:lnTo>
                <a:lnTo>
                  <a:pt x="44843" y="234950"/>
                </a:lnTo>
                <a:lnTo>
                  <a:pt x="45285" y="234950"/>
                </a:lnTo>
                <a:lnTo>
                  <a:pt x="48323" y="240029"/>
                </a:lnTo>
                <a:lnTo>
                  <a:pt x="47980" y="240029"/>
                </a:lnTo>
                <a:lnTo>
                  <a:pt x="52044" y="245110"/>
                </a:lnTo>
                <a:lnTo>
                  <a:pt x="51676" y="245110"/>
                </a:lnTo>
                <a:lnTo>
                  <a:pt x="56019" y="250189"/>
                </a:lnTo>
                <a:lnTo>
                  <a:pt x="55625" y="250189"/>
                </a:lnTo>
                <a:lnTo>
                  <a:pt x="60210" y="255270"/>
                </a:lnTo>
                <a:lnTo>
                  <a:pt x="61013" y="255270"/>
                </a:lnTo>
                <a:lnTo>
                  <a:pt x="64643" y="259079"/>
                </a:lnTo>
                <a:lnTo>
                  <a:pt x="64211" y="259079"/>
                </a:lnTo>
                <a:lnTo>
                  <a:pt x="69278" y="264160"/>
                </a:lnTo>
                <a:lnTo>
                  <a:pt x="68834" y="264160"/>
                </a:lnTo>
                <a:lnTo>
                  <a:pt x="74129" y="267970"/>
                </a:lnTo>
                <a:lnTo>
                  <a:pt x="73660" y="267970"/>
                </a:lnTo>
                <a:lnTo>
                  <a:pt x="79171" y="271779"/>
                </a:lnTo>
                <a:lnTo>
                  <a:pt x="78689" y="271779"/>
                </a:lnTo>
                <a:lnTo>
                  <a:pt x="84416" y="275589"/>
                </a:lnTo>
                <a:lnTo>
                  <a:pt x="83908" y="275589"/>
                </a:lnTo>
                <a:lnTo>
                  <a:pt x="89827" y="279400"/>
                </a:lnTo>
                <a:lnTo>
                  <a:pt x="89306" y="279400"/>
                </a:lnTo>
                <a:lnTo>
                  <a:pt x="95415" y="283210"/>
                </a:lnTo>
                <a:lnTo>
                  <a:pt x="96968" y="283210"/>
                </a:lnTo>
                <a:lnTo>
                  <a:pt x="101168" y="285750"/>
                </a:lnTo>
                <a:lnTo>
                  <a:pt x="100609" y="285750"/>
                </a:lnTo>
                <a:lnTo>
                  <a:pt x="107073" y="288289"/>
                </a:lnTo>
                <a:lnTo>
                  <a:pt x="106502" y="288289"/>
                </a:lnTo>
                <a:lnTo>
                  <a:pt x="113131" y="290829"/>
                </a:lnTo>
                <a:lnTo>
                  <a:pt x="112547" y="290829"/>
                </a:lnTo>
                <a:lnTo>
                  <a:pt x="119329" y="292100"/>
                </a:lnTo>
                <a:lnTo>
                  <a:pt x="118719" y="292100"/>
                </a:lnTo>
                <a:lnTo>
                  <a:pt x="125653" y="294639"/>
                </a:lnTo>
                <a:lnTo>
                  <a:pt x="125031" y="294639"/>
                </a:lnTo>
                <a:lnTo>
                  <a:pt x="132105" y="295910"/>
                </a:lnTo>
                <a:lnTo>
                  <a:pt x="131470" y="295910"/>
                </a:lnTo>
                <a:lnTo>
                  <a:pt x="138658" y="297179"/>
                </a:lnTo>
                <a:lnTo>
                  <a:pt x="138036" y="297179"/>
                </a:lnTo>
                <a:lnTo>
                  <a:pt x="145338" y="298450"/>
                </a:lnTo>
                <a:lnTo>
                  <a:pt x="245237" y="298450"/>
                </a:lnTo>
                <a:lnTo>
                  <a:pt x="240944" y="300989"/>
                </a:lnTo>
                <a:lnTo>
                  <a:pt x="234302" y="304800"/>
                </a:lnTo>
                <a:lnTo>
                  <a:pt x="227457" y="308610"/>
                </a:lnTo>
                <a:lnTo>
                  <a:pt x="213207" y="313689"/>
                </a:lnTo>
                <a:lnTo>
                  <a:pt x="190626" y="321310"/>
                </a:lnTo>
                <a:lnTo>
                  <a:pt x="182803" y="322579"/>
                </a:lnTo>
                <a:close/>
              </a:path>
              <a:path w="317500" h="323850">
                <a:moveTo>
                  <a:pt x="204774" y="40639"/>
                </a:moveTo>
                <a:lnTo>
                  <a:pt x="197993" y="38100"/>
                </a:lnTo>
                <a:lnTo>
                  <a:pt x="198589" y="38100"/>
                </a:lnTo>
                <a:lnTo>
                  <a:pt x="191668" y="35560"/>
                </a:lnTo>
                <a:lnTo>
                  <a:pt x="249453" y="35560"/>
                </a:lnTo>
                <a:lnTo>
                  <a:pt x="253593" y="38100"/>
                </a:lnTo>
                <a:lnTo>
                  <a:pt x="255092" y="39370"/>
                </a:lnTo>
                <a:lnTo>
                  <a:pt x="204190" y="39370"/>
                </a:lnTo>
                <a:lnTo>
                  <a:pt x="204774" y="40639"/>
                </a:lnTo>
                <a:close/>
              </a:path>
              <a:path w="317500" h="323850">
                <a:moveTo>
                  <a:pt x="210820" y="43179"/>
                </a:moveTo>
                <a:lnTo>
                  <a:pt x="204190" y="39370"/>
                </a:lnTo>
                <a:lnTo>
                  <a:pt x="255092" y="39370"/>
                </a:lnTo>
                <a:lnTo>
                  <a:pt x="258089" y="41910"/>
                </a:lnTo>
                <a:lnTo>
                  <a:pt x="210248" y="41910"/>
                </a:lnTo>
                <a:lnTo>
                  <a:pt x="210820" y="43179"/>
                </a:lnTo>
                <a:close/>
              </a:path>
              <a:path w="317500" h="323850">
                <a:moveTo>
                  <a:pt x="216712" y="45720"/>
                </a:moveTo>
                <a:lnTo>
                  <a:pt x="210248" y="41910"/>
                </a:lnTo>
                <a:lnTo>
                  <a:pt x="258089" y="41910"/>
                </a:lnTo>
                <a:lnTo>
                  <a:pt x="259588" y="43179"/>
                </a:lnTo>
                <a:lnTo>
                  <a:pt x="261026" y="44450"/>
                </a:lnTo>
                <a:lnTo>
                  <a:pt x="216154" y="44450"/>
                </a:lnTo>
                <a:lnTo>
                  <a:pt x="216712" y="45720"/>
                </a:lnTo>
                <a:close/>
              </a:path>
              <a:path w="317500" h="323850">
                <a:moveTo>
                  <a:pt x="248488" y="67310"/>
                </a:moveTo>
                <a:lnTo>
                  <a:pt x="243192" y="62229"/>
                </a:lnTo>
                <a:lnTo>
                  <a:pt x="243662" y="62229"/>
                </a:lnTo>
                <a:lnTo>
                  <a:pt x="238150" y="58420"/>
                </a:lnTo>
                <a:lnTo>
                  <a:pt x="238633" y="58420"/>
                </a:lnTo>
                <a:lnTo>
                  <a:pt x="232905" y="54610"/>
                </a:lnTo>
                <a:lnTo>
                  <a:pt x="233413" y="54610"/>
                </a:lnTo>
                <a:lnTo>
                  <a:pt x="227495" y="50800"/>
                </a:lnTo>
                <a:lnTo>
                  <a:pt x="228015" y="50800"/>
                </a:lnTo>
                <a:lnTo>
                  <a:pt x="221907" y="48260"/>
                </a:lnTo>
                <a:lnTo>
                  <a:pt x="222440" y="48260"/>
                </a:lnTo>
                <a:lnTo>
                  <a:pt x="216154" y="44450"/>
                </a:lnTo>
                <a:lnTo>
                  <a:pt x="261026" y="44450"/>
                </a:lnTo>
                <a:lnTo>
                  <a:pt x="265341" y="48260"/>
                </a:lnTo>
                <a:lnTo>
                  <a:pt x="270852" y="53339"/>
                </a:lnTo>
                <a:lnTo>
                  <a:pt x="276110" y="58420"/>
                </a:lnTo>
                <a:lnTo>
                  <a:pt x="281089" y="64770"/>
                </a:lnTo>
                <a:lnTo>
                  <a:pt x="282267" y="66039"/>
                </a:lnTo>
                <a:lnTo>
                  <a:pt x="248043" y="66039"/>
                </a:lnTo>
                <a:lnTo>
                  <a:pt x="248488" y="67310"/>
                </a:lnTo>
                <a:close/>
              </a:path>
              <a:path w="317500" h="323850">
                <a:moveTo>
                  <a:pt x="85496" y="53339"/>
                </a:moveTo>
                <a:lnTo>
                  <a:pt x="88061" y="52070"/>
                </a:lnTo>
                <a:lnTo>
                  <a:pt x="86981" y="52816"/>
                </a:lnTo>
                <a:lnTo>
                  <a:pt x="85496" y="53339"/>
                </a:lnTo>
                <a:close/>
              </a:path>
              <a:path w="317500" h="323850">
                <a:moveTo>
                  <a:pt x="86981" y="52816"/>
                </a:moveTo>
                <a:lnTo>
                  <a:pt x="88061" y="52070"/>
                </a:lnTo>
                <a:lnTo>
                  <a:pt x="89100" y="52070"/>
                </a:lnTo>
                <a:lnTo>
                  <a:pt x="86981" y="52816"/>
                </a:lnTo>
                <a:close/>
              </a:path>
              <a:path w="317500" h="323850">
                <a:moveTo>
                  <a:pt x="86224" y="53339"/>
                </a:moveTo>
                <a:lnTo>
                  <a:pt x="85496" y="53339"/>
                </a:lnTo>
                <a:lnTo>
                  <a:pt x="86981" y="52816"/>
                </a:lnTo>
                <a:lnTo>
                  <a:pt x="86224" y="53339"/>
                </a:lnTo>
                <a:close/>
              </a:path>
              <a:path w="317500" h="323850">
                <a:moveTo>
                  <a:pt x="100389" y="63500"/>
                </a:moveTo>
                <a:lnTo>
                  <a:pt x="72999" y="63500"/>
                </a:lnTo>
                <a:lnTo>
                  <a:pt x="78143" y="58420"/>
                </a:lnTo>
                <a:lnTo>
                  <a:pt x="77685" y="59689"/>
                </a:lnTo>
                <a:lnTo>
                  <a:pt x="104266" y="59689"/>
                </a:lnTo>
                <a:lnTo>
                  <a:pt x="100389" y="63500"/>
                </a:lnTo>
                <a:close/>
              </a:path>
              <a:path w="317500" h="323850">
                <a:moveTo>
                  <a:pt x="77685" y="59689"/>
                </a:moveTo>
                <a:lnTo>
                  <a:pt x="78143" y="58420"/>
                </a:lnTo>
                <a:lnTo>
                  <a:pt x="79463" y="58420"/>
                </a:lnTo>
                <a:lnTo>
                  <a:pt x="77685" y="59689"/>
                </a:lnTo>
                <a:close/>
              </a:path>
              <a:path w="317500" h="323850">
                <a:moveTo>
                  <a:pt x="43535" y="119379"/>
                </a:moveTo>
                <a:lnTo>
                  <a:pt x="71365" y="64348"/>
                </a:lnTo>
                <a:lnTo>
                  <a:pt x="73431" y="62229"/>
                </a:lnTo>
                <a:lnTo>
                  <a:pt x="72999" y="63500"/>
                </a:lnTo>
                <a:lnTo>
                  <a:pt x="100389" y="63500"/>
                </a:lnTo>
                <a:lnTo>
                  <a:pt x="43535" y="119379"/>
                </a:lnTo>
                <a:close/>
              </a:path>
              <a:path w="317500" h="323850">
                <a:moveTo>
                  <a:pt x="72999" y="63500"/>
                </a:moveTo>
                <a:lnTo>
                  <a:pt x="73431" y="62229"/>
                </a:lnTo>
                <a:lnTo>
                  <a:pt x="74285" y="62229"/>
                </a:lnTo>
                <a:lnTo>
                  <a:pt x="72999" y="63500"/>
                </a:lnTo>
                <a:close/>
              </a:path>
              <a:path w="317500" h="323850">
                <a:moveTo>
                  <a:pt x="257517" y="76200"/>
                </a:moveTo>
                <a:lnTo>
                  <a:pt x="252679" y="71120"/>
                </a:lnTo>
                <a:lnTo>
                  <a:pt x="253111" y="71120"/>
                </a:lnTo>
                <a:lnTo>
                  <a:pt x="248043" y="66039"/>
                </a:lnTo>
                <a:lnTo>
                  <a:pt x="282267" y="66039"/>
                </a:lnTo>
                <a:lnTo>
                  <a:pt x="285800" y="69850"/>
                </a:lnTo>
                <a:lnTo>
                  <a:pt x="289336" y="74929"/>
                </a:lnTo>
                <a:lnTo>
                  <a:pt x="257098" y="74929"/>
                </a:lnTo>
                <a:lnTo>
                  <a:pt x="257517" y="76200"/>
                </a:lnTo>
                <a:close/>
              </a:path>
              <a:path w="317500" h="323850">
                <a:moveTo>
                  <a:pt x="59994" y="76200"/>
                </a:moveTo>
                <a:lnTo>
                  <a:pt x="60375" y="74929"/>
                </a:lnTo>
                <a:lnTo>
                  <a:pt x="61131" y="74929"/>
                </a:lnTo>
                <a:lnTo>
                  <a:pt x="59994" y="76200"/>
                </a:lnTo>
                <a:close/>
              </a:path>
              <a:path w="317500" h="323850">
                <a:moveTo>
                  <a:pt x="261696" y="81279"/>
                </a:moveTo>
                <a:lnTo>
                  <a:pt x="257098" y="74929"/>
                </a:lnTo>
                <a:lnTo>
                  <a:pt x="289336" y="74929"/>
                </a:lnTo>
                <a:lnTo>
                  <a:pt x="290220" y="76200"/>
                </a:lnTo>
                <a:lnTo>
                  <a:pt x="292696" y="80010"/>
                </a:lnTo>
                <a:lnTo>
                  <a:pt x="261302" y="80010"/>
                </a:lnTo>
                <a:lnTo>
                  <a:pt x="261696" y="81279"/>
                </a:lnTo>
                <a:close/>
              </a:path>
              <a:path w="317500" h="323850">
                <a:moveTo>
                  <a:pt x="265633" y="86360"/>
                </a:moveTo>
                <a:lnTo>
                  <a:pt x="261302" y="80010"/>
                </a:lnTo>
                <a:lnTo>
                  <a:pt x="292696" y="80010"/>
                </a:lnTo>
                <a:lnTo>
                  <a:pt x="294347" y="82550"/>
                </a:lnTo>
                <a:lnTo>
                  <a:pt x="295622" y="85089"/>
                </a:lnTo>
                <a:lnTo>
                  <a:pt x="265277" y="85089"/>
                </a:lnTo>
                <a:lnTo>
                  <a:pt x="265633" y="86360"/>
                </a:lnTo>
                <a:close/>
              </a:path>
              <a:path w="317500" h="323850">
                <a:moveTo>
                  <a:pt x="52311" y="85089"/>
                </a:moveTo>
                <a:lnTo>
                  <a:pt x="52654" y="83820"/>
                </a:lnTo>
                <a:lnTo>
                  <a:pt x="53336" y="83820"/>
                </a:lnTo>
                <a:lnTo>
                  <a:pt x="52311" y="85089"/>
                </a:lnTo>
                <a:close/>
              </a:path>
              <a:path w="317500" h="323850">
                <a:moveTo>
                  <a:pt x="269341" y="91439"/>
                </a:moveTo>
                <a:lnTo>
                  <a:pt x="265277" y="85089"/>
                </a:lnTo>
                <a:lnTo>
                  <a:pt x="295622" y="85089"/>
                </a:lnTo>
                <a:lnTo>
                  <a:pt x="298170" y="90170"/>
                </a:lnTo>
                <a:lnTo>
                  <a:pt x="268998" y="90170"/>
                </a:lnTo>
                <a:lnTo>
                  <a:pt x="269341" y="91439"/>
                </a:lnTo>
                <a:close/>
              </a:path>
              <a:path w="317500" h="323850">
                <a:moveTo>
                  <a:pt x="48780" y="90170"/>
                </a:moveTo>
                <a:lnTo>
                  <a:pt x="49110" y="88900"/>
                </a:lnTo>
                <a:lnTo>
                  <a:pt x="49555" y="88900"/>
                </a:lnTo>
                <a:lnTo>
                  <a:pt x="48780" y="90170"/>
                </a:lnTo>
                <a:close/>
              </a:path>
              <a:path w="317500" h="323850">
                <a:moveTo>
                  <a:pt x="278930" y="107950"/>
                </a:moveTo>
                <a:lnTo>
                  <a:pt x="275704" y="101600"/>
                </a:lnTo>
                <a:lnTo>
                  <a:pt x="275996" y="101600"/>
                </a:lnTo>
                <a:lnTo>
                  <a:pt x="272478" y="96520"/>
                </a:lnTo>
                <a:lnTo>
                  <a:pt x="272796" y="96520"/>
                </a:lnTo>
                <a:lnTo>
                  <a:pt x="268998" y="90170"/>
                </a:lnTo>
                <a:lnTo>
                  <a:pt x="298170" y="90170"/>
                </a:lnTo>
                <a:lnTo>
                  <a:pt x="301675" y="96520"/>
                </a:lnTo>
                <a:lnTo>
                  <a:pt x="304850" y="102870"/>
                </a:lnTo>
                <a:lnTo>
                  <a:pt x="306273" y="106679"/>
                </a:lnTo>
                <a:lnTo>
                  <a:pt x="278650" y="106679"/>
                </a:lnTo>
                <a:lnTo>
                  <a:pt x="278930" y="107950"/>
                </a:lnTo>
                <a:close/>
              </a:path>
              <a:path w="317500" h="323850">
                <a:moveTo>
                  <a:pt x="45478" y="95250"/>
                </a:moveTo>
                <a:lnTo>
                  <a:pt x="45783" y="93979"/>
                </a:lnTo>
                <a:lnTo>
                  <a:pt x="46205" y="93979"/>
                </a:lnTo>
                <a:lnTo>
                  <a:pt x="45478" y="95250"/>
                </a:lnTo>
                <a:close/>
              </a:path>
              <a:path w="317500" h="323850">
                <a:moveTo>
                  <a:pt x="42392" y="100329"/>
                </a:moveTo>
                <a:lnTo>
                  <a:pt x="42684" y="99060"/>
                </a:lnTo>
                <a:lnTo>
                  <a:pt x="43070" y="99060"/>
                </a:lnTo>
                <a:lnTo>
                  <a:pt x="42392" y="100329"/>
                </a:lnTo>
                <a:close/>
              </a:path>
              <a:path w="317500" h="323850">
                <a:moveTo>
                  <a:pt x="281584" y="114300"/>
                </a:moveTo>
                <a:lnTo>
                  <a:pt x="278650" y="106679"/>
                </a:lnTo>
                <a:lnTo>
                  <a:pt x="306273" y="106679"/>
                </a:lnTo>
                <a:lnTo>
                  <a:pt x="307695" y="110489"/>
                </a:lnTo>
                <a:lnTo>
                  <a:pt x="308525" y="113029"/>
                </a:lnTo>
                <a:lnTo>
                  <a:pt x="281330" y="113029"/>
                </a:lnTo>
                <a:lnTo>
                  <a:pt x="281584" y="114300"/>
                </a:lnTo>
                <a:close/>
              </a:path>
              <a:path w="317500" h="323850">
                <a:moveTo>
                  <a:pt x="317152" y="158750"/>
                </a:moveTo>
                <a:lnTo>
                  <a:pt x="291769" y="158750"/>
                </a:lnTo>
                <a:lnTo>
                  <a:pt x="291731" y="157479"/>
                </a:lnTo>
                <a:lnTo>
                  <a:pt x="291211" y="151129"/>
                </a:lnTo>
                <a:lnTo>
                  <a:pt x="290347" y="144779"/>
                </a:lnTo>
                <a:lnTo>
                  <a:pt x="289153" y="138429"/>
                </a:lnTo>
                <a:lnTo>
                  <a:pt x="287655" y="132079"/>
                </a:lnTo>
                <a:lnTo>
                  <a:pt x="287807" y="132079"/>
                </a:lnTo>
                <a:lnTo>
                  <a:pt x="285838" y="125729"/>
                </a:lnTo>
                <a:lnTo>
                  <a:pt x="286029" y="125729"/>
                </a:lnTo>
                <a:lnTo>
                  <a:pt x="283730" y="119379"/>
                </a:lnTo>
                <a:lnTo>
                  <a:pt x="283946" y="119379"/>
                </a:lnTo>
                <a:lnTo>
                  <a:pt x="281330" y="113029"/>
                </a:lnTo>
                <a:lnTo>
                  <a:pt x="308525" y="113029"/>
                </a:lnTo>
                <a:lnTo>
                  <a:pt x="317119" y="157479"/>
                </a:lnTo>
                <a:lnTo>
                  <a:pt x="317152" y="158750"/>
                </a:lnTo>
                <a:close/>
              </a:path>
              <a:path w="317500" h="323850">
                <a:moveTo>
                  <a:pt x="34582" y="116839"/>
                </a:moveTo>
                <a:lnTo>
                  <a:pt x="34798" y="115570"/>
                </a:lnTo>
                <a:lnTo>
                  <a:pt x="35100" y="115570"/>
                </a:lnTo>
                <a:lnTo>
                  <a:pt x="34582" y="116839"/>
                </a:lnTo>
                <a:close/>
              </a:path>
              <a:path w="317500" h="323850">
                <a:moveTo>
                  <a:pt x="30619" y="128270"/>
                </a:moveTo>
                <a:lnTo>
                  <a:pt x="30784" y="127000"/>
                </a:lnTo>
                <a:lnTo>
                  <a:pt x="31028" y="127000"/>
                </a:lnTo>
                <a:lnTo>
                  <a:pt x="30619" y="128270"/>
                </a:lnTo>
                <a:close/>
              </a:path>
              <a:path w="317500" h="323850">
                <a:moveTo>
                  <a:pt x="29044" y="134620"/>
                </a:moveTo>
                <a:lnTo>
                  <a:pt x="29184" y="133350"/>
                </a:lnTo>
                <a:lnTo>
                  <a:pt x="29334" y="133350"/>
                </a:lnTo>
                <a:lnTo>
                  <a:pt x="29044" y="134620"/>
                </a:lnTo>
                <a:close/>
              </a:path>
              <a:path w="317500" h="323850">
                <a:moveTo>
                  <a:pt x="291274" y="152400"/>
                </a:moveTo>
                <a:lnTo>
                  <a:pt x="291119" y="151129"/>
                </a:lnTo>
                <a:lnTo>
                  <a:pt x="291274" y="152400"/>
                </a:lnTo>
                <a:close/>
              </a:path>
              <a:path w="317500" h="323850">
                <a:moveTo>
                  <a:pt x="291760" y="158618"/>
                </a:moveTo>
                <a:lnTo>
                  <a:pt x="291676" y="157479"/>
                </a:lnTo>
                <a:lnTo>
                  <a:pt x="291760" y="158618"/>
                </a:lnTo>
                <a:close/>
              </a:path>
              <a:path w="317500" h="323850">
                <a:moveTo>
                  <a:pt x="317148" y="172720"/>
                </a:moveTo>
                <a:lnTo>
                  <a:pt x="291731" y="172720"/>
                </a:lnTo>
                <a:lnTo>
                  <a:pt x="291769" y="171450"/>
                </a:lnTo>
                <a:lnTo>
                  <a:pt x="291922" y="165100"/>
                </a:lnTo>
                <a:lnTo>
                  <a:pt x="291760" y="158618"/>
                </a:lnTo>
                <a:lnTo>
                  <a:pt x="291769" y="158750"/>
                </a:lnTo>
                <a:lnTo>
                  <a:pt x="317152" y="158750"/>
                </a:lnTo>
                <a:lnTo>
                  <a:pt x="317322" y="165100"/>
                </a:lnTo>
                <a:lnTo>
                  <a:pt x="317148" y="172720"/>
                </a:lnTo>
                <a:close/>
              </a:path>
              <a:path w="317500" h="323850">
                <a:moveTo>
                  <a:pt x="25645" y="172720"/>
                </a:moveTo>
                <a:lnTo>
                  <a:pt x="25552" y="171450"/>
                </a:lnTo>
                <a:lnTo>
                  <a:pt x="25645" y="172720"/>
                </a:lnTo>
                <a:close/>
              </a:path>
              <a:path w="317500" h="323850">
                <a:moveTo>
                  <a:pt x="291760" y="171581"/>
                </a:moveTo>
                <a:lnTo>
                  <a:pt x="291763" y="171450"/>
                </a:lnTo>
                <a:lnTo>
                  <a:pt x="291760" y="171581"/>
                </a:lnTo>
                <a:close/>
              </a:path>
              <a:path w="317500" h="323850">
                <a:moveTo>
                  <a:pt x="314801" y="193039"/>
                </a:moveTo>
                <a:lnTo>
                  <a:pt x="289153" y="193039"/>
                </a:lnTo>
                <a:lnTo>
                  <a:pt x="290436" y="185420"/>
                </a:lnTo>
                <a:lnTo>
                  <a:pt x="291274" y="179070"/>
                </a:lnTo>
                <a:lnTo>
                  <a:pt x="291760" y="171581"/>
                </a:lnTo>
                <a:lnTo>
                  <a:pt x="291731" y="172720"/>
                </a:lnTo>
                <a:lnTo>
                  <a:pt x="317148" y="172720"/>
                </a:lnTo>
                <a:lnTo>
                  <a:pt x="317119" y="173989"/>
                </a:lnTo>
                <a:lnTo>
                  <a:pt x="316509" y="181610"/>
                </a:lnTo>
                <a:lnTo>
                  <a:pt x="315493" y="189229"/>
                </a:lnTo>
                <a:lnTo>
                  <a:pt x="314801" y="193039"/>
                </a:lnTo>
                <a:close/>
              </a:path>
              <a:path w="317500" h="323850">
                <a:moveTo>
                  <a:pt x="28312" y="193039"/>
                </a:moveTo>
                <a:lnTo>
                  <a:pt x="28168" y="193039"/>
                </a:lnTo>
                <a:lnTo>
                  <a:pt x="28041" y="191770"/>
                </a:lnTo>
                <a:lnTo>
                  <a:pt x="28312" y="193039"/>
                </a:lnTo>
                <a:close/>
              </a:path>
              <a:path w="317500" h="323850">
                <a:moveTo>
                  <a:pt x="313516" y="199389"/>
                </a:moveTo>
                <a:lnTo>
                  <a:pt x="287655" y="199389"/>
                </a:lnTo>
                <a:lnTo>
                  <a:pt x="289280" y="191770"/>
                </a:lnTo>
                <a:lnTo>
                  <a:pt x="289153" y="193039"/>
                </a:lnTo>
                <a:lnTo>
                  <a:pt x="314801" y="193039"/>
                </a:lnTo>
                <a:lnTo>
                  <a:pt x="314109" y="196850"/>
                </a:lnTo>
                <a:lnTo>
                  <a:pt x="313516" y="199389"/>
                </a:lnTo>
                <a:close/>
              </a:path>
              <a:path w="317500" h="323850">
                <a:moveTo>
                  <a:pt x="29842" y="199389"/>
                </a:moveTo>
                <a:lnTo>
                  <a:pt x="29667" y="199389"/>
                </a:lnTo>
                <a:lnTo>
                  <a:pt x="29514" y="198120"/>
                </a:lnTo>
                <a:lnTo>
                  <a:pt x="29842" y="199389"/>
                </a:lnTo>
                <a:close/>
              </a:path>
              <a:path w="317500" h="323850">
                <a:moveTo>
                  <a:pt x="311973" y="205739"/>
                </a:moveTo>
                <a:lnTo>
                  <a:pt x="285838" y="205739"/>
                </a:lnTo>
                <a:lnTo>
                  <a:pt x="287807" y="198120"/>
                </a:lnTo>
                <a:lnTo>
                  <a:pt x="287655" y="199389"/>
                </a:lnTo>
                <a:lnTo>
                  <a:pt x="313516" y="199389"/>
                </a:lnTo>
                <a:lnTo>
                  <a:pt x="312331" y="204470"/>
                </a:lnTo>
                <a:lnTo>
                  <a:pt x="311973" y="205739"/>
                </a:lnTo>
                <a:close/>
              </a:path>
              <a:path w="317500" h="323850">
                <a:moveTo>
                  <a:pt x="31750" y="205739"/>
                </a:moveTo>
                <a:lnTo>
                  <a:pt x="31483" y="205739"/>
                </a:lnTo>
                <a:lnTo>
                  <a:pt x="31292" y="204470"/>
                </a:lnTo>
                <a:lnTo>
                  <a:pt x="31750" y="205739"/>
                </a:lnTo>
                <a:close/>
              </a:path>
              <a:path w="317500" h="323850">
                <a:moveTo>
                  <a:pt x="306273" y="223520"/>
                </a:moveTo>
                <a:lnTo>
                  <a:pt x="278650" y="223520"/>
                </a:lnTo>
                <a:lnTo>
                  <a:pt x="281584" y="217170"/>
                </a:lnTo>
                <a:lnTo>
                  <a:pt x="281330" y="217170"/>
                </a:lnTo>
                <a:lnTo>
                  <a:pt x="283946" y="210820"/>
                </a:lnTo>
                <a:lnTo>
                  <a:pt x="283730" y="210820"/>
                </a:lnTo>
                <a:lnTo>
                  <a:pt x="286029" y="204470"/>
                </a:lnTo>
                <a:lnTo>
                  <a:pt x="285838" y="205739"/>
                </a:lnTo>
                <a:lnTo>
                  <a:pt x="311973" y="205739"/>
                </a:lnTo>
                <a:lnTo>
                  <a:pt x="310184" y="212089"/>
                </a:lnTo>
                <a:lnTo>
                  <a:pt x="307695" y="219710"/>
                </a:lnTo>
                <a:lnTo>
                  <a:pt x="306273" y="223520"/>
                </a:lnTo>
                <a:close/>
              </a:path>
              <a:path w="317500" h="323850">
                <a:moveTo>
                  <a:pt x="39037" y="223520"/>
                </a:moveTo>
                <a:lnTo>
                  <a:pt x="38658" y="223520"/>
                </a:lnTo>
                <a:lnTo>
                  <a:pt x="38392" y="222250"/>
                </a:lnTo>
                <a:lnTo>
                  <a:pt x="39037" y="223520"/>
                </a:lnTo>
                <a:close/>
              </a:path>
              <a:path w="317500" h="323850">
                <a:moveTo>
                  <a:pt x="301091" y="234950"/>
                </a:moveTo>
                <a:lnTo>
                  <a:pt x="272478" y="234950"/>
                </a:lnTo>
                <a:lnTo>
                  <a:pt x="275996" y="228600"/>
                </a:lnTo>
                <a:lnTo>
                  <a:pt x="275704" y="228600"/>
                </a:lnTo>
                <a:lnTo>
                  <a:pt x="278930" y="222250"/>
                </a:lnTo>
                <a:lnTo>
                  <a:pt x="278650" y="223520"/>
                </a:lnTo>
                <a:lnTo>
                  <a:pt x="306273" y="223520"/>
                </a:lnTo>
                <a:lnTo>
                  <a:pt x="304850" y="227329"/>
                </a:lnTo>
                <a:lnTo>
                  <a:pt x="301675" y="233679"/>
                </a:lnTo>
                <a:lnTo>
                  <a:pt x="301091" y="234950"/>
                </a:lnTo>
                <a:close/>
              </a:path>
              <a:path w="317500" h="323850">
                <a:moveTo>
                  <a:pt x="45285" y="234950"/>
                </a:moveTo>
                <a:lnTo>
                  <a:pt x="44843" y="234950"/>
                </a:lnTo>
                <a:lnTo>
                  <a:pt x="44526" y="233679"/>
                </a:lnTo>
                <a:lnTo>
                  <a:pt x="45285" y="234950"/>
                </a:lnTo>
                <a:close/>
              </a:path>
              <a:path w="317500" h="323850">
                <a:moveTo>
                  <a:pt x="289336" y="255270"/>
                </a:moveTo>
                <a:lnTo>
                  <a:pt x="257098" y="255270"/>
                </a:lnTo>
                <a:lnTo>
                  <a:pt x="261696" y="250189"/>
                </a:lnTo>
                <a:lnTo>
                  <a:pt x="261302" y="250189"/>
                </a:lnTo>
                <a:lnTo>
                  <a:pt x="265633" y="245110"/>
                </a:lnTo>
                <a:lnTo>
                  <a:pt x="265277" y="245110"/>
                </a:lnTo>
                <a:lnTo>
                  <a:pt x="269341" y="240029"/>
                </a:lnTo>
                <a:lnTo>
                  <a:pt x="268998" y="240029"/>
                </a:lnTo>
                <a:lnTo>
                  <a:pt x="272796" y="233679"/>
                </a:lnTo>
                <a:lnTo>
                  <a:pt x="272478" y="234950"/>
                </a:lnTo>
                <a:lnTo>
                  <a:pt x="301091" y="234950"/>
                </a:lnTo>
                <a:lnTo>
                  <a:pt x="298170" y="241300"/>
                </a:lnTo>
                <a:lnTo>
                  <a:pt x="294347" y="247650"/>
                </a:lnTo>
                <a:lnTo>
                  <a:pt x="290220" y="254000"/>
                </a:lnTo>
                <a:lnTo>
                  <a:pt x="289336" y="255270"/>
                </a:lnTo>
                <a:close/>
              </a:path>
              <a:path w="317500" h="323850">
                <a:moveTo>
                  <a:pt x="61013" y="255270"/>
                </a:moveTo>
                <a:lnTo>
                  <a:pt x="60210" y="255270"/>
                </a:lnTo>
                <a:lnTo>
                  <a:pt x="59804" y="254000"/>
                </a:lnTo>
                <a:lnTo>
                  <a:pt x="61013" y="255270"/>
                </a:lnTo>
                <a:close/>
              </a:path>
              <a:path w="317500" h="323850">
                <a:moveTo>
                  <a:pt x="265341" y="283210"/>
                </a:moveTo>
                <a:lnTo>
                  <a:pt x="221907" y="283210"/>
                </a:lnTo>
                <a:lnTo>
                  <a:pt x="228015" y="279400"/>
                </a:lnTo>
                <a:lnTo>
                  <a:pt x="227495" y="279400"/>
                </a:lnTo>
                <a:lnTo>
                  <a:pt x="233413" y="275589"/>
                </a:lnTo>
                <a:lnTo>
                  <a:pt x="232905" y="275589"/>
                </a:lnTo>
                <a:lnTo>
                  <a:pt x="238633" y="271779"/>
                </a:lnTo>
                <a:lnTo>
                  <a:pt x="238150" y="271779"/>
                </a:lnTo>
                <a:lnTo>
                  <a:pt x="243662" y="267970"/>
                </a:lnTo>
                <a:lnTo>
                  <a:pt x="243192" y="267970"/>
                </a:lnTo>
                <a:lnTo>
                  <a:pt x="248488" y="264160"/>
                </a:lnTo>
                <a:lnTo>
                  <a:pt x="248043" y="264160"/>
                </a:lnTo>
                <a:lnTo>
                  <a:pt x="253111" y="259079"/>
                </a:lnTo>
                <a:lnTo>
                  <a:pt x="252679" y="259079"/>
                </a:lnTo>
                <a:lnTo>
                  <a:pt x="257517" y="254000"/>
                </a:lnTo>
                <a:lnTo>
                  <a:pt x="257098" y="255270"/>
                </a:lnTo>
                <a:lnTo>
                  <a:pt x="289336" y="255270"/>
                </a:lnTo>
                <a:lnTo>
                  <a:pt x="285800" y="260350"/>
                </a:lnTo>
                <a:lnTo>
                  <a:pt x="281089" y="266700"/>
                </a:lnTo>
                <a:lnTo>
                  <a:pt x="276110" y="271779"/>
                </a:lnTo>
                <a:lnTo>
                  <a:pt x="270852" y="276860"/>
                </a:lnTo>
                <a:lnTo>
                  <a:pt x="265341" y="283210"/>
                </a:lnTo>
                <a:close/>
              </a:path>
              <a:path w="317500" h="323850">
                <a:moveTo>
                  <a:pt x="96968" y="283210"/>
                </a:moveTo>
                <a:lnTo>
                  <a:pt x="95415" y="283210"/>
                </a:lnTo>
                <a:lnTo>
                  <a:pt x="94869" y="281939"/>
                </a:lnTo>
                <a:lnTo>
                  <a:pt x="96968" y="283210"/>
                </a:lnTo>
                <a:close/>
              </a:path>
              <a:path w="317500" h="323850">
                <a:moveTo>
                  <a:pt x="245237" y="298450"/>
                </a:moveTo>
                <a:lnTo>
                  <a:pt x="171983" y="298450"/>
                </a:lnTo>
                <a:lnTo>
                  <a:pt x="179285" y="297179"/>
                </a:lnTo>
                <a:lnTo>
                  <a:pt x="178650" y="297179"/>
                </a:lnTo>
                <a:lnTo>
                  <a:pt x="185839" y="295910"/>
                </a:lnTo>
                <a:lnTo>
                  <a:pt x="185216" y="295910"/>
                </a:lnTo>
                <a:lnTo>
                  <a:pt x="192278" y="294639"/>
                </a:lnTo>
                <a:lnTo>
                  <a:pt x="191668" y="294639"/>
                </a:lnTo>
                <a:lnTo>
                  <a:pt x="198589" y="292100"/>
                </a:lnTo>
                <a:lnTo>
                  <a:pt x="197993" y="292100"/>
                </a:lnTo>
                <a:lnTo>
                  <a:pt x="204774" y="290829"/>
                </a:lnTo>
                <a:lnTo>
                  <a:pt x="204190" y="290829"/>
                </a:lnTo>
                <a:lnTo>
                  <a:pt x="210820" y="288289"/>
                </a:lnTo>
                <a:lnTo>
                  <a:pt x="210248" y="288289"/>
                </a:lnTo>
                <a:lnTo>
                  <a:pt x="216712" y="285750"/>
                </a:lnTo>
                <a:lnTo>
                  <a:pt x="216154" y="285750"/>
                </a:lnTo>
                <a:lnTo>
                  <a:pt x="222440" y="281939"/>
                </a:lnTo>
                <a:lnTo>
                  <a:pt x="221907" y="283210"/>
                </a:lnTo>
                <a:lnTo>
                  <a:pt x="265341" y="283210"/>
                </a:lnTo>
                <a:lnTo>
                  <a:pt x="259588" y="288289"/>
                </a:lnTo>
                <a:lnTo>
                  <a:pt x="253593" y="292100"/>
                </a:lnTo>
                <a:lnTo>
                  <a:pt x="247383" y="297179"/>
                </a:lnTo>
                <a:lnTo>
                  <a:pt x="245237" y="298450"/>
                </a:lnTo>
                <a:close/>
              </a:path>
              <a:path w="317500" h="323850">
                <a:moveTo>
                  <a:pt x="152107" y="298450"/>
                </a:moveTo>
                <a:lnTo>
                  <a:pt x="145338" y="298450"/>
                </a:lnTo>
                <a:lnTo>
                  <a:pt x="144703" y="297179"/>
                </a:lnTo>
                <a:lnTo>
                  <a:pt x="152107" y="298450"/>
                </a:lnTo>
                <a:close/>
              </a:path>
              <a:path w="317500" h="323850">
                <a:moveTo>
                  <a:pt x="171983" y="298450"/>
                </a:moveTo>
                <a:lnTo>
                  <a:pt x="165214" y="298450"/>
                </a:lnTo>
                <a:lnTo>
                  <a:pt x="172618" y="297179"/>
                </a:lnTo>
                <a:lnTo>
                  <a:pt x="171983" y="298450"/>
                </a:lnTo>
                <a:close/>
              </a:path>
              <a:path w="317500" h="323850">
                <a:moveTo>
                  <a:pt x="166814" y="323850"/>
                </a:moveTo>
                <a:lnTo>
                  <a:pt x="150507" y="323850"/>
                </a:lnTo>
                <a:lnTo>
                  <a:pt x="142455" y="322579"/>
                </a:lnTo>
                <a:lnTo>
                  <a:pt x="174866" y="322579"/>
                </a:lnTo>
                <a:lnTo>
                  <a:pt x="166814" y="32385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4225391" y="3718890"/>
            <a:ext cx="907415" cy="0"/>
          </a:xfrm>
          <a:custGeom>
            <a:avLst/>
            <a:gdLst/>
            <a:ahLst/>
            <a:cxnLst/>
            <a:rect l="l" t="t" r="r" b="b"/>
            <a:pathLst>
              <a:path w="907414" h="0">
                <a:moveTo>
                  <a:pt x="0" y="0"/>
                </a:moveTo>
                <a:lnTo>
                  <a:pt x="907148" y="0"/>
                </a:lnTo>
              </a:path>
            </a:pathLst>
          </a:custGeom>
          <a:ln w="31750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4225391" y="3808945"/>
            <a:ext cx="907415" cy="0"/>
          </a:xfrm>
          <a:custGeom>
            <a:avLst/>
            <a:gdLst/>
            <a:ahLst/>
            <a:cxnLst/>
            <a:rect l="l" t="t" r="r" b="b"/>
            <a:pathLst>
              <a:path w="907414" h="0">
                <a:moveTo>
                  <a:pt x="0" y="0"/>
                </a:moveTo>
                <a:lnTo>
                  <a:pt x="907148" y="0"/>
                </a:lnTo>
              </a:path>
            </a:pathLst>
          </a:custGeom>
          <a:ln w="31750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4225391" y="3926078"/>
            <a:ext cx="907415" cy="0"/>
          </a:xfrm>
          <a:custGeom>
            <a:avLst/>
            <a:gdLst/>
            <a:ahLst/>
            <a:cxnLst/>
            <a:rect l="l" t="t" r="r" b="b"/>
            <a:pathLst>
              <a:path w="907414" h="0">
                <a:moveTo>
                  <a:pt x="0" y="0"/>
                </a:moveTo>
                <a:lnTo>
                  <a:pt x="907148" y="0"/>
                </a:lnTo>
              </a:path>
            </a:pathLst>
          </a:custGeom>
          <a:ln w="31750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4225391" y="4043222"/>
            <a:ext cx="907415" cy="0"/>
          </a:xfrm>
          <a:custGeom>
            <a:avLst/>
            <a:gdLst/>
            <a:ahLst/>
            <a:cxnLst/>
            <a:rect l="l" t="t" r="r" b="b"/>
            <a:pathLst>
              <a:path w="907414" h="0">
                <a:moveTo>
                  <a:pt x="0" y="0"/>
                </a:moveTo>
                <a:lnTo>
                  <a:pt x="907148" y="0"/>
                </a:lnTo>
              </a:path>
            </a:pathLst>
          </a:custGeom>
          <a:ln w="31750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4225391" y="4160354"/>
            <a:ext cx="907415" cy="0"/>
          </a:xfrm>
          <a:custGeom>
            <a:avLst/>
            <a:gdLst/>
            <a:ahLst/>
            <a:cxnLst/>
            <a:rect l="l" t="t" r="r" b="b"/>
            <a:pathLst>
              <a:path w="907414" h="0">
                <a:moveTo>
                  <a:pt x="0" y="0"/>
                </a:moveTo>
                <a:lnTo>
                  <a:pt x="907148" y="0"/>
                </a:lnTo>
              </a:path>
            </a:pathLst>
          </a:custGeom>
          <a:ln w="31750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4225391" y="4277486"/>
            <a:ext cx="907415" cy="0"/>
          </a:xfrm>
          <a:custGeom>
            <a:avLst/>
            <a:gdLst/>
            <a:ahLst/>
            <a:cxnLst/>
            <a:rect l="l" t="t" r="r" b="b"/>
            <a:pathLst>
              <a:path w="907414" h="0">
                <a:moveTo>
                  <a:pt x="0" y="0"/>
                </a:moveTo>
                <a:lnTo>
                  <a:pt x="907148" y="0"/>
                </a:lnTo>
              </a:path>
            </a:pathLst>
          </a:custGeom>
          <a:ln w="31750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7466038" y="3722052"/>
            <a:ext cx="907415" cy="0"/>
          </a:xfrm>
          <a:custGeom>
            <a:avLst/>
            <a:gdLst/>
            <a:ahLst/>
            <a:cxnLst/>
            <a:rect l="l" t="t" r="r" b="b"/>
            <a:pathLst>
              <a:path w="907415" h="0">
                <a:moveTo>
                  <a:pt x="0" y="0"/>
                </a:moveTo>
                <a:lnTo>
                  <a:pt x="907148" y="0"/>
                </a:lnTo>
              </a:path>
            </a:pathLst>
          </a:custGeom>
          <a:ln w="31750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7466038" y="3812108"/>
            <a:ext cx="907415" cy="0"/>
          </a:xfrm>
          <a:custGeom>
            <a:avLst/>
            <a:gdLst/>
            <a:ahLst/>
            <a:cxnLst/>
            <a:rect l="l" t="t" r="r" b="b"/>
            <a:pathLst>
              <a:path w="907415" h="0">
                <a:moveTo>
                  <a:pt x="0" y="0"/>
                </a:moveTo>
                <a:lnTo>
                  <a:pt x="907148" y="0"/>
                </a:lnTo>
              </a:path>
            </a:pathLst>
          </a:custGeom>
          <a:ln w="31750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7466038" y="3929253"/>
            <a:ext cx="907415" cy="0"/>
          </a:xfrm>
          <a:custGeom>
            <a:avLst/>
            <a:gdLst/>
            <a:ahLst/>
            <a:cxnLst/>
            <a:rect l="l" t="t" r="r" b="b"/>
            <a:pathLst>
              <a:path w="907415" h="0">
                <a:moveTo>
                  <a:pt x="0" y="0"/>
                </a:moveTo>
                <a:lnTo>
                  <a:pt x="907148" y="0"/>
                </a:lnTo>
              </a:path>
            </a:pathLst>
          </a:custGeom>
          <a:ln w="31750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7466038" y="4046385"/>
            <a:ext cx="907415" cy="0"/>
          </a:xfrm>
          <a:custGeom>
            <a:avLst/>
            <a:gdLst/>
            <a:ahLst/>
            <a:cxnLst/>
            <a:rect l="l" t="t" r="r" b="b"/>
            <a:pathLst>
              <a:path w="907415" h="0">
                <a:moveTo>
                  <a:pt x="0" y="0"/>
                </a:moveTo>
                <a:lnTo>
                  <a:pt x="907148" y="0"/>
                </a:lnTo>
              </a:path>
            </a:pathLst>
          </a:custGeom>
          <a:ln w="31750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7466038" y="4163517"/>
            <a:ext cx="907415" cy="0"/>
          </a:xfrm>
          <a:custGeom>
            <a:avLst/>
            <a:gdLst/>
            <a:ahLst/>
            <a:cxnLst/>
            <a:rect l="l" t="t" r="r" b="b"/>
            <a:pathLst>
              <a:path w="907415" h="0">
                <a:moveTo>
                  <a:pt x="0" y="0"/>
                </a:moveTo>
                <a:lnTo>
                  <a:pt x="907148" y="0"/>
                </a:lnTo>
              </a:path>
            </a:pathLst>
          </a:custGeom>
          <a:ln w="31750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7466038" y="4280661"/>
            <a:ext cx="907415" cy="0"/>
          </a:xfrm>
          <a:custGeom>
            <a:avLst/>
            <a:gdLst/>
            <a:ahLst/>
            <a:cxnLst/>
            <a:rect l="l" t="t" r="r" b="b"/>
            <a:pathLst>
              <a:path w="907415" h="0">
                <a:moveTo>
                  <a:pt x="0" y="0"/>
                </a:moveTo>
                <a:lnTo>
                  <a:pt x="907148" y="0"/>
                </a:lnTo>
              </a:path>
            </a:pathLst>
          </a:custGeom>
          <a:ln w="31750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79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高中物</a:t>
            </a:r>
            <a:r>
              <a:rPr dirty="0" spc="5"/>
              <a:t>理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605326" y="2008022"/>
            <a:ext cx="5556885" cy="0"/>
          </a:xfrm>
          <a:custGeom>
            <a:avLst/>
            <a:gdLst/>
            <a:ahLst/>
            <a:cxnLst/>
            <a:rect l="l" t="t" r="r" b="b"/>
            <a:pathLst>
              <a:path w="5556884" h="0">
                <a:moveTo>
                  <a:pt x="0" y="0"/>
                </a:moveTo>
                <a:lnTo>
                  <a:pt x="5556796" y="0"/>
                </a:lnTo>
              </a:path>
            </a:pathLst>
          </a:custGeom>
          <a:ln w="36144">
            <a:solidFill>
              <a:srgbClr val="01431D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3041904" y="1737360"/>
            <a:ext cx="364490" cy="364490"/>
          </a:xfrm>
          <a:custGeom>
            <a:avLst/>
            <a:gdLst/>
            <a:ahLst/>
            <a:cxnLst/>
            <a:rect l="l" t="t" r="r" b="b"/>
            <a:pathLst>
              <a:path w="364489" h="364489">
                <a:moveTo>
                  <a:pt x="0" y="0"/>
                </a:moveTo>
                <a:lnTo>
                  <a:pt x="364235" y="0"/>
                </a:lnTo>
                <a:lnTo>
                  <a:pt x="364235" y="364236"/>
                </a:lnTo>
                <a:lnTo>
                  <a:pt x="0" y="364236"/>
                </a:lnTo>
                <a:lnTo>
                  <a:pt x="0" y="0"/>
                </a:lnTo>
                <a:close/>
              </a:path>
            </a:pathLst>
          </a:custGeom>
          <a:solidFill>
            <a:srgbClr val="01431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3241548" y="1961388"/>
            <a:ext cx="247015" cy="245745"/>
          </a:xfrm>
          <a:custGeom>
            <a:avLst/>
            <a:gdLst/>
            <a:ahLst/>
            <a:cxnLst/>
            <a:rect l="l" t="t" r="r" b="b"/>
            <a:pathLst>
              <a:path w="247014" h="245744">
                <a:moveTo>
                  <a:pt x="0" y="0"/>
                </a:moveTo>
                <a:lnTo>
                  <a:pt x="246887" y="0"/>
                </a:lnTo>
                <a:lnTo>
                  <a:pt x="246887" y="245363"/>
                </a:lnTo>
                <a:lnTo>
                  <a:pt x="0" y="245363"/>
                </a:lnTo>
                <a:lnTo>
                  <a:pt x="0" y="0"/>
                </a:lnTo>
                <a:close/>
              </a:path>
            </a:pathLst>
          </a:custGeom>
          <a:solidFill>
            <a:srgbClr val="01611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3684104" y="1363560"/>
            <a:ext cx="1549400" cy="4826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00" b="0">
                <a:solidFill>
                  <a:srgbClr val="000000"/>
                </a:solidFill>
                <a:latin typeface="黑体"/>
                <a:cs typeface="黑体"/>
              </a:rPr>
              <a:t>二、涡流</a:t>
            </a:r>
            <a:endParaRPr sz="3000">
              <a:latin typeface="黑体"/>
              <a:cs typeface="黑体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039008" y="2217470"/>
            <a:ext cx="20828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latin typeface="Times New Roman"/>
                <a:cs typeface="Times New Roman"/>
              </a:rPr>
              <a:t>2.</a:t>
            </a:r>
            <a:r>
              <a:rPr dirty="0" sz="2400">
                <a:latin typeface="华文楷体"/>
                <a:cs typeface="华文楷体"/>
              </a:rPr>
              <a:t>涡流的热效应</a:t>
            </a:r>
            <a:endParaRPr sz="2400">
              <a:latin typeface="华文楷体"/>
              <a:cs typeface="华文楷体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631802" y="2232901"/>
            <a:ext cx="18542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latin typeface="华文楷体"/>
                <a:cs typeface="华文楷体"/>
              </a:rPr>
              <a:t>②涡流的防止</a:t>
            </a:r>
            <a:endParaRPr sz="2400">
              <a:latin typeface="华文楷体"/>
              <a:cs typeface="华文楷体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3852671" y="2715767"/>
            <a:ext cx="5061204" cy="323545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7814970" y="3103003"/>
            <a:ext cx="71247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solidFill>
                  <a:srgbClr val="FF0000"/>
                </a:solidFill>
                <a:latin typeface="华文楷体"/>
                <a:cs typeface="华文楷体"/>
              </a:rPr>
              <a:t>硅钢</a:t>
            </a:r>
            <a:r>
              <a:rPr dirty="0" sz="1800" spc="-5" b="1">
                <a:solidFill>
                  <a:srgbClr val="FF0000"/>
                </a:solidFill>
                <a:latin typeface="华文楷体"/>
                <a:cs typeface="华文楷体"/>
              </a:rPr>
              <a:t>片</a:t>
            </a:r>
            <a:endParaRPr sz="1800">
              <a:latin typeface="华文楷体"/>
              <a:cs typeface="华文楷体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7169594" y="3345179"/>
            <a:ext cx="638810" cy="245745"/>
          </a:xfrm>
          <a:custGeom>
            <a:avLst/>
            <a:gdLst/>
            <a:ahLst/>
            <a:cxnLst/>
            <a:rect l="l" t="t" r="r" b="b"/>
            <a:pathLst>
              <a:path w="638809" h="245745">
                <a:moveTo>
                  <a:pt x="10299" y="245630"/>
                </a:moveTo>
                <a:lnTo>
                  <a:pt x="0" y="215595"/>
                </a:lnTo>
                <a:lnTo>
                  <a:pt x="628383" y="0"/>
                </a:lnTo>
                <a:lnTo>
                  <a:pt x="638695" y="30035"/>
                </a:lnTo>
                <a:lnTo>
                  <a:pt x="10299" y="24563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79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高中物</a:t>
            </a:r>
            <a:r>
              <a:rPr dirty="0" spc="5"/>
              <a:t>理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613353" y="2019744"/>
            <a:ext cx="5556885" cy="0"/>
          </a:xfrm>
          <a:custGeom>
            <a:avLst/>
            <a:gdLst/>
            <a:ahLst/>
            <a:cxnLst/>
            <a:rect l="l" t="t" r="r" b="b"/>
            <a:pathLst>
              <a:path w="5556884" h="0">
                <a:moveTo>
                  <a:pt x="0" y="0"/>
                </a:moveTo>
                <a:lnTo>
                  <a:pt x="5556796" y="0"/>
                </a:lnTo>
              </a:path>
            </a:pathLst>
          </a:custGeom>
          <a:ln w="36144">
            <a:solidFill>
              <a:srgbClr val="01431D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3051048" y="1749551"/>
            <a:ext cx="363220" cy="363220"/>
          </a:xfrm>
          <a:custGeom>
            <a:avLst/>
            <a:gdLst/>
            <a:ahLst/>
            <a:cxnLst/>
            <a:rect l="l" t="t" r="r" b="b"/>
            <a:pathLst>
              <a:path w="363220" h="363219">
                <a:moveTo>
                  <a:pt x="0" y="0"/>
                </a:moveTo>
                <a:lnTo>
                  <a:pt x="362712" y="0"/>
                </a:lnTo>
                <a:lnTo>
                  <a:pt x="362712" y="362712"/>
                </a:lnTo>
                <a:lnTo>
                  <a:pt x="0" y="362712"/>
                </a:lnTo>
                <a:lnTo>
                  <a:pt x="0" y="0"/>
                </a:lnTo>
                <a:close/>
              </a:path>
            </a:pathLst>
          </a:custGeom>
          <a:solidFill>
            <a:srgbClr val="01431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3250692" y="1973579"/>
            <a:ext cx="245745" cy="245745"/>
          </a:xfrm>
          <a:custGeom>
            <a:avLst/>
            <a:gdLst/>
            <a:ahLst/>
            <a:cxnLst/>
            <a:rect l="l" t="t" r="r" b="b"/>
            <a:pathLst>
              <a:path w="245745" h="245744">
                <a:moveTo>
                  <a:pt x="0" y="0"/>
                </a:moveTo>
                <a:lnTo>
                  <a:pt x="245364" y="0"/>
                </a:lnTo>
                <a:lnTo>
                  <a:pt x="245364" y="245364"/>
                </a:lnTo>
                <a:lnTo>
                  <a:pt x="0" y="245364"/>
                </a:lnTo>
                <a:lnTo>
                  <a:pt x="0" y="0"/>
                </a:lnTo>
                <a:close/>
              </a:path>
            </a:pathLst>
          </a:custGeom>
          <a:solidFill>
            <a:srgbClr val="01611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3692118" y="1375283"/>
            <a:ext cx="1549400" cy="4826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00" b="0">
                <a:solidFill>
                  <a:srgbClr val="000000"/>
                </a:solidFill>
                <a:latin typeface="黑体"/>
                <a:cs typeface="黑体"/>
              </a:rPr>
              <a:t>二、涡流</a:t>
            </a:r>
            <a:endParaRPr sz="3000">
              <a:latin typeface="黑体"/>
              <a:cs typeface="黑体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047034" y="2229205"/>
            <a:ext cx="20828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latin typeface="Times New Roman"/>
                <a:cs typeface="Times New Roman"/>
              </a:rPr>
              <a:t>2.</a:t>
            </a:r>
            <a:r>
              <a:rPr dirty="0" sz="2400">
                <a:latin typeface="华文楷体"/>
                <a:cs typeface="华文楷体"/>
              </a:rPr>
              <a:t>涡流的热效应</a:t>
            </a:r>
            <a:endParaRPr sz="2400">
              <a:latin typeface="华文楷体"/>
              <a:cs typeface="华文楷体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639828" y="2244623"/>
            <a:ext cx="18542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latin typeface="华文楷体"/>
                <a:cs typeface="华文楷体"/>
              </a:rPr>
              <a:t>②涡流的防止</a:t>
            </a:r>
            <a:endParaRPr sz="2400">
              <a:latin typeface="华文楷体"/>
              <a:cs typeface="华文楷体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3496055" y="2682239"/>
            <a:ext cx="5897880" cy="331774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79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高中物</a:t>
            </a:r>
            <a:r>
              <a:rPr dirty="0" spc="5"/>
              <a:t>理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066288" y="1749551"/>
            <a:ext cx="364490" cy="363220"/>
          </a:xfrm>
          <a:custGeom>
            <a:avLst/>
            <a:gdLst/>
            <a:ahLst/>
            <a:cxnLst/>
            <a:rect l="l" t="t" r="r" b="b"/>
            <a:pathLst>
              <a:path w="364489" h="363219">
                <a:moveTo>
                  <a:pt x="0" y="0"/>
                </a:moveTo>
                <a:lnTo>
                  <a:pt x="364236" y="0"/>
                </a:lnTo>
                <a:lnTo>
                  <a:pt x="364236" y="362712"/>
                </a:lnTo>
                <a:lnTo>
                  <a:pt x="0" y="362712"/>
                </a:lnTo>
                <a:lnTo>
                  <a:pt x="0" y="0"/>
                </a:lnTo>
                <a:close/>
              </a:path>
            </a:pathLst>
          </a:custGeom>
          <a:solidFill>
            <a:srgbClr val="01431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3265932" y="1973579"/>
            <a:ext cx="247015" cy="245745"/>
          </a:xfrm>
          <a:custGeom>
            <a:avLst/>
            <a:gdLst/>
            <a:ahLst/>
            <a:cxnLst/>
            <a:rect l="l" t="t" r="r" b="b"/>
            <a:pathLst>
              <a:path w="247014" h="245744">
                <a:moveTo>
                  <a:pt x="0" y="0"/>
                </a:moveTo>
                <a:lnTo>
                  <a:pt x="246887" y="0"/>
                </a:lnTo>
                <a:lnTo>
                  <a:pt x="246887" y="245364"/>
                </a:lnTo>
                <a:lnTo>
                  <a:pt x="0" y="245364"/>
                </a:lnTo>
                <a:lnTo>
                  <a:pt x="0" y="0"/>
                </a:lnTo>
                <a:close/>
              </a:path>
            </a:pathLst>
          </a:custGeom>
          <a:solidFill>
            <a:srgbClr val="01611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3708158" y="1375283"/>
            <a:ext cx="1549400" cy="4826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00">
                <a:latin typeface="黑体"/>
                <a:cs typeface="黑体"/>
              </a:rPr>
              <a:t>二、涡流</a:t>
            </a:r>
            <a:endParaRPr sz="3000">
              <a:latin typeface="黑体"/>
              <a:cs typeface="黑体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063074" y="2229205"/>
            <a:ext cx="23876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latin typeface="Times New Roman"/>
                <a:cs typeface="Times New Roman"/>
              </a:rPr>
              <a:t>3.</a:t>
            </a:r>
            <a:r>
              <a:rPr dirty="0" sz="2400">
                <a:latin typeface="华文楷体"/>
                <a:cs typeface="华文楷体"/>
              </a:rPr>
              <a:t>涡流的其他应用</a:t>
            </a:r>
            <a:endParaRPr sz="2400">
              <a:latin typeface="华文楷体"/>
              <a:cs typeface="华文楷体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3529584" y="2688335"/>
            <a:ext cx="5756148" cy="326136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79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高中物</a:t>
            </a:r>
            <a:r>
              <a:rPr dirty="0" spc="5"/>
              <a:t>理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066288" y="1744979"/>
            <a:ext cx="364490" cy="364490"/>
          </a:xfrm>
          <a:custGeom>
            <a:avLst/>
            <a:gdLst/>
            <a:ahLst/>
            <a:cxnLst/>
            <a:rect l="l" t="t" r="r" b="b"/>
            <a:pathLst>
              <a:path w="364489" h="364489">
                <a:moveTo>
                  <a:pt x="0" y="0"/>
                </a:moveTo>
                <a:lnTo>
                  <a:pt x="364236" y="0"/>
                </a:lnTo>
                <a:lnTo>
                  <a:pt x="364236" y="364236"/>
                </a:lnTo>
                <a:lnTo>
                  <a:pt x="0" y="364236"/>
                </a:lnTo>
                <a:lnTo>
                  <a:pt x="0" y="0"/>
                </a:lnTo>
                <a:close/>
              </a:path>
            </a:pathLst>
          </a:custGeom>
          <a:solidFill>
            <a:srgbClr val="01431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3265932" y="1969007"/>
            <a:ext cx="247015" cy="247015"/>
          </a:xfrm>
          <a:custGeom>
            <a:avLst/>
            <a:gdLst/>
            <a:ahLst/>
            <a:cxnLst/>
            <a:rect l="l" t="t" r="r" b="b"/>
            <a:pathLst>
              <a:path w="247014" h="247014">
                <a:moveTo>
                  <a:pt x="0" y="0"/>
                </a:moveTo>
                <a:lnTo>
                  <a:pt x="246887" y="0"/>
                </a:lnTo>
                <a:lnTo>
                  <a:pt x="246887" y="246888"/>
                </a:lnTo>
                <a:lnTo>
                  <a:pt x="0" y="246888"/>
                </a:lnTo>
                <a:lnTo>
                  <a:pt x="0" y="0"/>
                </a:lnTo>
                <a:close/>
              </a:path>
            </a:pathLst>
          </a:custGeom>
          <a:solidFill>
            <a:srgbClr val="01611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3708158" y="1371587"/>
            <a:ext cx="1549400" cy="4826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00">
                <a:latin typeface="黑体"/>
                <a:cs typeface="黑体"/>
              </a:rPr>
              <a:t>二、涡流</a:t>
            </a:r>
            <a:endParaRPr sz="3000">
              <a:latin typeface="黑体"/>
              <a:cs typeface="黑体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063074" y="2225497"/>
            <a:ext cx="23876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latin typeface="Times New Roman"/>
                <a:cs typeface="Times New Roman"/>
              </a:rPr>
              <a:t>3.</a:t>
            </a:r>
            <a:r>
              <a:rPr dirty="0" sz="2400">
                <a:latin typeface="华文楷体"/>
                <a:cs typeface="华文楷体"/>
              </a:rPr>
              <a:t>涡流的其他应用</a:t>
            </a:r>
            <a:endParaRPr sz="2400">
              <a:latin typeface="华文楷体"/>
              <a:cs typeface="华文楷体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3944111" y="2692907"/>
            <a:ext cx="4780788" cy="318668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79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高中物</a:t>
            </a:r>
            <a:r>
              <a:rPr dirty="0" spc="5"/>
              <a:t>理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371844" y="3407664"/>
            <a:ext cx="297180" cy="1694814"/>
          </a:xfrm>
          <a:custGeom>
            <a:avLst/>
            <a:gdLst/>
            <a:ahLst/>
            <a:cxnLst/>
            <a:rect l="l" t="t" r="r" b="b"/>
            <a:pathLst>
              <a:path w="297179" h="1694814">
                <a:moveTo>
                  <a:pt x="297179" y="149351"/>
                </a:moveTo>
                <a:lnTo>
                  <a:pt x="0" y="149351"/>
                </a:lnTo>
                <a:lnTo>
                  <a:pt x="149351" y="0"/>
                </a:lnTo>
                <a:lnTo>
                  <a:pt x="297179" y="149351"/>
                </a:lnTo>
                <a:close/>
              </a:path>
              <a:path w="297179" h="1694814">
                <a:moveTo>
                  <a:pt x="224027" y="1694688"/>
                </a:moveTo>
                <a:lnTo>
                  <a:pt x="74675" y="1694688"/>
                </a:lnTo>
                <a:lnTo>
                  <a:pt x="74675" y="149351"/>
                </a:lnTo>
                <a:lnTo>
                  <a:pt x="224027" y="149351"/>
                </a:lnTo>
                <a:lnTo>
                  <a:pt x="224027" y="1694688"/>
                </a:lnTo>
                <a:close/>
              </a:path>
            </a:pathLst>
          </a:custGeom>
          <a:solidFill>
            <a:srgbClr val="92D05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3613353" y="2019744"/>
            <a:ext cx="5556885" cy="0"/>
          </a:xfrm>
          <a:custGeom>
            <a:avLst/>
            <a:gdLst/>
            <a:ahLst/>
            <a:cxnLst/>
            <a:rect l="l" t="t" r="r" b="b"/>
            <a:pathLst>
              <a:path w="5556884" h="0">
                <a:moveTo>
                  <a:pt x="0" y="0"/>
                </a:moveTo>
                <a:lnTo>
                  <a:pt x="5556796" y="0"/>
                </a:lnTo>
              </a:path>
            </a:pathLst>
          </a:custGeom>
          <a:ln w="36144">
            <a:solidFill>
              <a:srgbClr val="01431D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3051048" y="1749551"/>
            <a:ext cx="363220" cy="363220"/>
          </a:xfrm>
          <a:custGeom>
            <a:avLst/>
            <a:gdLst/>
            <a:ahLst/>
            <a:cxnLst/>
            <a:rect l="l" t="t" r="r" b="b"/>
            <a:pathLst>
              <a:path w="363220" h="363219">
                <a:moveTo>
                  <a:pt x="0" y="0"/>
                </a:moveTo>
                <a:lnTo>
                  <a:pt x="362712" y="0"/>
                </a:lnTo>
                <a:lnTo>
                  <a:pt x="362712" y="362712"/>
                </a:lnTo>
                <a:lnTo>
                  <a:pt x="0" y="362712"/>
                </a:lnTo>
                <a:lnTo>
                  <a:pt x="0" y="0"/>
                </a:lnTo>
                <a:close/>
              </a:path>
            </a:pathLst>
          </a:custGeom>
          <a:solidFill>
            <a:srgbClr val="01431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3250692" y="1973579"/>
            <a:ext cx="245745" cy="245745"/>
          </a:xfrm>
          <a:custGeom>
            <a:avLst/>
            <a:gdLst/>
            <a:ahLst/>
            <a:cxnLst/>
            <a:rect l="l" t="t" r="r" b="b"/>
            <a:pathLst>
              <a:path w="245745" h="245744">
                <a:moveTo>
                  <a:pt x="0" y="0"/>
                </a:moveTo>
                <a:lnTo>
                  <a:pt x="245364" y="0"/>
                </a:lnTo>
                <a:lnTo>
                  <a:pt x="245364" y="245364"/>
                </a:lnTo>
                <a:lnTo>
                  <a:pt x="0" y="245364"/>
                </a:lnTo>
                <a:lnTo>
                  <a:pt x="0" y="0"/>
                </a:lnTo>
                <a:close/>
              </a:path>
            </a:pathLst>
          </a:custGeom>
          <a:solidFill>
            <a:srgbClr val="01611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3692118" y="1375283"/>
            <a:ext cx="1549400" cy="4826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00" b="0">
                <a:solidFill>
                  <a:srgbClr val="000000"/>
                </a:solidFill>
                <a:latin typeface="黑体"/>
                <a:cs typeface="黑体"/>
              </a:rPr>
              <a:t>二、涡流</a:t>
            </a:r>
            <a:endParaRPr sz="3000">
              <a:latin typeface="黑体"/>
              <a:cs typeface="黑体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047034" y="2229205"/>
            <a:ext cx="23876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latin typeface="Times New Roman"/>
                <a:cs typeface="Times New Roman"/>
              </a:rPr>
              <a:t>2.</a:t>
            </a:r>
            <a:r>
              <a:rPr dirty="0" sz="2400">
                <a:latin typeface="华文楷体"/>
                <a:cs typeface="华文楷体"/>
              </a:rPr>
              <a:t>涡流的其他应用</a:t>
            </a:r>
            <a:endParaRPr sz="2400">
              <a:latin typeface="华文楷体"/>
              <a:cs typeface="华文楷体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942533" y="4931105"/>
            <a:ext cx="240029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i="1">
                <a:solidFill>
                  <a:srgbClr val="4471C4"/>
                </a:solidFill>
                <a:latin typeface="Times New Roman"/>
                <a:cs typeface="Times New Roman"/>
              </a:rPr>
              <a:t>B</a:t>
            </a:r>
            <a:r>
              <a:rPr dirty="0" baseline="-16908" sz="1725" spc="15">
                <a:solidFill>
                  <a:srgbClr val="4471C4"/>
                </a:solidFill>
                <a:latin typeface="Times New Roman"/>
                <a:cs typeface="Times New Roman"/>
              </a:rPr>
              <a:t>1</a:t>
            </a:r>
            <a:endParaRPr baseline="-16908" sz="1725">
              <a:latin typeface="Times New Roman"/>
              <a:cs typeface="Times New Roman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6198108" y="3462528"/>
            <a:ext cx="287020" cy="1804670"/>
          </a:xfrm>
          <a:custGeom>
            <a:avLst/>
            <a:gdLst/>
            <a:ahLst/>
            <a:cxnLst/>
            <a:rect l="l" t="t" r="r" b="b"/>
            <a:pathLst>
              <a:path w="287020" h="1804670">
                <a:moveTo>
                  <a:pt x="214883" y="1659636"/>
                </a:moveTo>
                <a:lnTo>
                  <a:pt x="71627" y="1659636"/>
                </a:lnTo>
                <a:lnTo>
                  <a:pt x="71627" y="0"/>
                </a:lnTo>
                <a:lnTo>
                  <a:pt x="214883" y="0"/>
                </a:lnTo>
                <a:lnTo>
                  <a:pt x="214883" y="1659636"/>
                </a:lnTo>
                <a:close/>
              </a:path>
              <a:path w="287020" h="1804670">
                <a:moveTo>
                  <a:pt x="143255" y="1804416"/>
                </a:moveTo>
                <a:lnTo>
                  <a:pt x="0" y="1659636"/>
                </a:lnTo>
                <a:lnTo>
                  <a:pt x="286512" y="1659636"/>
                </a:lnTo>
                <a:lnTo>
                  <a:pt x="143255" y="1804416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5333834" y="4175137"/>
            <a:ext cx="2052650" cy="76175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5568162" y="4312805"/>
            <a:ext cx="1644497" cy="53242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5803201" y="4389818"/>
            <a:ext cx="1125969" cy="372071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6037059" y="4464278"/>
            <a:ext cx="654634" cy="225475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6268910" y="3928795"/>
            <a:ext cx="137795" cy="619760"/>
          </a:xfrm>
          <a:custGeom>
            <a:avLst/>
            <a:gdLst/>
            <a:ahLst/>
            <a:cxnLst/>
            <a:rect l="l" t="t" r="r" b="b"/>
            <a:pathLst>
              <a:path w="137795" h="619760">
                <a:moveTo>
                  <a:pt x="137452" y="580555"/>
                </a:moveTo>
                <a:lnTo>
                  <a:pt x="0" y="580555"/>
                </a:lnTo>
                <a:lnTo>
                  <a:pt x="0" y="0"/>
                </a:lnTo>
                <a:lnTo>
                  <a:pt x="137452" y="0"/>
                </a:lnTo>
                <a:lnTo>
                  <a:pt x="137452" y="580555"/>
                </a:lnTo>
                <a:close/>
              </a:path>
              <a:path w="137795" h="619760">
                <a:moveTo>
                  <a:pt x="68732" y="619340"/>
                </a:moveTo>
                <a:lnTo>
                  <a:pt x="41980" y="616583"/>
                </a:lnTo>
                <a:lnTo>
                  <a:pt x="20137" y="609061"/>
                </a:lnTo>
                <a:lnTo>
                  <a:pt x="5411" y="597904"/>
                </a:lnTo>
                <a:lnTo>
                  <a:pt x="12" y="584238"/>
                </a:lnTo>
                <a:lnTo>
                  <a:pt x="1460" y="580555"/>
                </a:lnTo>
                <a:lnTo>
                  <a:pt x="135991" y="580555"/>
                </a:lnTo>
                <a:lnTo>
                  <a:pt x="137452" y="584238"/>
                </a:lnTo>
                <a:lnTo>
                  <a:pt x="132051" y="597904"/>
                </a:lnTo>
                <a:lnTo>
                  <a:pt x="117322" y="609061"/>
                </a:lnTo>
                <a:lnTo>
                  <a:pt x="95478" y="616583"/>
                </a:lnTo>
                <a:lnTo>
                  <a:pt x="68732" y="61934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 txBox="1"/>
          <p:nvPr/>
        </p:nvSpPr>
        <p:spPr>
          <a:xfrm>
            <a:off x="6619265" y="3823881"/>
            <a:ext cx="240029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i="1">
                <a:solidFill>
                  <a:srgbClr val="00AF50"/>
                </a:solidFill>
                <a:latin typeface="Times New Roman"/>
                <a:cs typeface="Times New Roman"/>
              </a:rPr>
              <a:t>B</a:t>
            </a:r>
            <a:r>
              <a:rPr dirty="0" baseline="-16908" sz="1725" spc="15">
                <a:solidFill>
                  <a:srgbClr val="00AF50"/>
                </a:solidFill>
                <a:latin typeface="Times New Roman"/>
                <a:cs typeface="Times New Roman"/>
              </a:rPr>
              <a:t>2</a:t>
            </a:r>
            <a:endParaRPr baseline="-16908" sz="1725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5431282" y="3267722"/>
            <a:ext cx="1891538" cy="604621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5431218" y="3231489"/>
            <a:ext cx="1891538" cy="604621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5431154" y="3195256"/>
            <a:ext cx="1891537" cy="604621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5431104" y="3159023"/>
            <a:ext cx="1891538" cy="604621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5431040" y="3122790"/>
            <a:ext cx="1891538" cy="604621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5430977" y="3086557"/>
            <a:ext cx="1891538" cy="604621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5430913" y="3050311"/>
            <a:ext cx="1891537" cy="604621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5430850" y="3014078"/>
            <a:ext cx="1891538" cy="604621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5430799" y="2977845"/>
            <a:ext cx="1891538" cy="604621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5430735" y="2941612"/>
            <a:ext cx="1891538" cy="604621"/>
          </a:xfrm>
          <a:prstGeom prst="rect">
            <a:avLst/>
          </a:prstGeom>
          <a:blipFill>
            <a:blip r:embed="rId1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6436817" y="3027514"/>
            <a:ext cx="953135" cy="0"/>
          </a:xfrm>
          <a:custGeom>
            <a:avLst/>
            <a:gdLst/>
            <a:ahLst/>
            <a:cxnLst/>
            <a:rect l="l" t="t" r="r" b="b"/>
            <a:pathLst>
              <a:path w="953134" h="0">
                <a:moveTo>
                  <a:pt x="0" y="0"/>
                </a:moveTo>
                <a:lnTo>
                  <a:pt x="953046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6453936" y="3780218"/>
            <a:ext cx="953135" cy="0"/>
          </a:xfrm>
          <a:custGeom>
            <a:avLst/>
            <a:gdLst/>
            <a:ahLst/>
            <a:cxnLst/>
            <a:rect l="l" t="t" r="r" b="b"/>
            <a:pathLst>
              <a:path w="953134" h="0">
                <a:moveTo>
                  <a:pt x="0" y="0"/>
                </a:moveTo>
                <a:lnTo>
                  <a:pt x="953033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7389220" y="2972625"/>
            <a:ext cx="116779" cy="116839"/>
          </a:xfrm>
          <a:prstGeom prst="rect">
            <a:avLst/>
          </a:prstGeom>
          <a:blipFill>
            <a:blip r:embed="rId1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7393767" y="3718268"/>
            <a:ext cx="116779" cy="116852"/>
          </a:xfrm>
          <a:prstGeom prst="rect">
            <a:avLst/>
          </a:prstGeom>
          <a:blipFill>
            <a:blip r:embed="rId1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 txBox="1"/>
          <p:nvPr/>
        </p:nvSpPr>
        <p:spPr>
          <a:xfrm>
            <a:off x="7357186" y="3215335"/>
            <a:ext cx="3435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Times New Roman"/>
                <a:cs typeface="Times New Roman"/>
              </a:rPr>
              <a:t>AC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6446520" y="4140237"/>
            <a:ext cx="149225" cy="407034"/>
          </a:xfrm>
          <a:custGeom>
            <a:avLst/>
            <a:gdLst/>
            <a:ahLst/>
            <a:cxnLst/>
            <a:rect l="l" t="t" r="r" b="b"/>
            <a:pathLst>
              <a:path w="149225" h="407035">
                <a:moveTo>
                  <a:pt x="149085" y="377685"/>
                </a:moveTo>
                <a:lnTo>
                  <a:pt x="0" y="377685"/>
                </a:lnTo>
                <a:lnTo>
                  <a:pt x="0" y="0"/>
                </a:lnTo>
                <a:lnTo>
                  <a:pt x="149085" y="0"/>
                </a:lnTo>
                <a:lnTo>
                  <a:pt x="149085" y="377685"/>
                </a:lnTo>
                <a:close/>
              </a:path>
              <a:path w="149225" h="407035">
                <a:moveTo>
                  <a:pt x="74561" y="407009"/>
                </a:moveTo>
                <a:lnTo>
                  <a:pt x="34482" y="401774"/>
                </a:lnTo>
                <a:lnTo>
                  <a:pt x="3505" y="377685"/>
                </a:lnTo>
                <a:lnTo>
                  <a:pt x="145618" y="377685"/>
                </a:lnTo>
                <a:lnTo>
                  <a:pt x="114641" y="401774"/>
                </a:lnTo>
                <a:lnTo>
                  <a:pt x="74561" y="407009"/>
                </a:lnTo>
                <a:close/>
              </a:path>
            </a:pathLst>
          </a:custGeom>
          <a:solidFill>
            <a:srgbClr val="92D05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 txBox="1"/>
          <p:nvPr/>
        </p:nvSpPr>
        <p:spPr>
          <a:xfrm>
            <a:off x="7167168" y="2686354"/>
            <a:ext cx="16383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" i="1">
                <a:solidFill>
                  <a:srgbClr val="4471C4"/>
                </a:solidFill>
                <a:latin typeface="Times New Roman"/>
                <a:cs typeface="Times New Roman"/>
              </a:rPr>
              <a:t>i</a:t>
            </a:r>
            <a:r>
              <a:rPr dirty="0" baseline="-16908" sz="1725" spc="15">
                <a:solidFill>
                  <a:srgbClr val="4471C4"/>
                </a:solidFill>
                <a:latin typeface="Times New Roman"/>
                <a:cs typeface="Times New Roman"/>
              </a:rPr>
              <a:t>1</a:t>
            </a:r>
            <a:endParaRPr baseline="-16908" sz="1725">
              <a:latin typeface="Times New Roman"/>
              <a:cs typeface="Times New Roman"/>
            </a:endParaRPr>
          </a:p>
        </p:txBody>
      </p:sp>
      <p:sp>
        <p:nvSpPr>
          <p:cNvPr id="36" name="object 36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79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高中物</a:t>
            </a:r>
            <a:r>
              <a:rPr dirty="0" spc="5"/>
              <a:t>理</a:t>
            </a:r>
          </a:p>
        </p:txBody>
      </p:sp>
      <p:sp>
        <p:nvSpPr>
          <p:cNvPr id="33" name="object 33"/>
          <p:cNvSpPr txBox="1"/>
          <p:nvPr/>
        </p:nvSpPr>
        <p:spPr>
          <a:xfrm>
            <a:off x="7356144" y="4536719"/>
            <a:ext cx="62103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FF0000"/>
                </a:solidFill>
                <a:latin typeface="楷体"/>
                <a:cs typeface="楷体"/>
              </a:rPr>
              <a:t>涡流</a:t>
            </a:r>
            <a:r>
              <a:rPr dirty="0" sz="1800" spc="-5" i="1">
                <a:solidFill>
                  <a:srgbClr val="FF0000"/>
                </a:solidFill>
                <a:latin typeface="Times New Roman"/>
                <a:cs typeface="Times New Roman"/>
              </a:rPr>
              <a:t>i</a:t>
            </a:r>
            <a:r>
              <a:rPr dirty="0" baseline="-16908" sz="1725" spc="15">
                <a:solidFill>
                  <a:srgbClr val="FF0000"/>
                </a:solidFill>
                <a:latin typeface="Times New Roman"/>
                <a:cs typeface="Times New Roman"/>
              </a:rPr>
              <a:t>2</a:t>
            </a:r>
            <a:endParaRPr baseline="-16908" sz="1725">
              <a:latin typeface="Times New Roman"/>
              <a:cs typeface="Times New Roman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4706162" y="3229216"/>
            <a:ext cx="71120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华文楷体"/>
                <a:cs typeface="华文楷体"/>
              </a:rPr>
              <a:t>探雷器</a:t>
            </a:r>
            <a:endParaRPr sz="1800">
              <a:latin typeface="华文楷体"/>
              <a:cs typeface="华文楷体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5432793" y="2679852"/>
            <a:ext cx="112776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00AF50"/>
                </a:solidFill>
                <a:latin typeface="楷体"/>
                <a:cs typeface="楷体"/>
              </a:rPr>
              <a:t>感应电流</a:t>
            </a:r>
            <a:r>
              <a:rPr dirty="0" sz="1800" spc="-5" i="1">
                <a:solidFill>
                  <a:srgbClr val="00AF50"/>
                </a:solidFill>
                <a:latin typeface="Times New Roman"/>
                <a:cs typeface="Times New Roman"/>
              </a:rPr>
              <a:t>i</a:t>
            </a:r>
            <a:r>
              <a:rPr dirty="0" baseline="-16908" sz="1725" spc="7">
                <a:solidFill>
                  <a:srgbClr val="00AF50"/>
                </a:solidFill>
                <a:latin typeface="Times New Roman"/>
                <a:cs typeface="Times New Roman"/>
              </a:rPr>
              <a:t>2</a:t>
            </a:r>
            <a:r>
              <a:rPr dirty="0" sz="1800">
                <a:solidFill>
                  <a:srgbClr val="00AF50"/>
                </a:solidFill>
                <a:latin typeface="Times New Roman"/>
                <a:cs typeface="Times New Roman"/>
              </a:rPr>
              <a:t>′</a:t>
            </a:r>
            <a:endParaRPr sz="1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058667" y="1744979"/>
            <a:ext cx="363220" cy="364490"/>
          </a:xfrm>
          <a:custGeom>
            <a:avLst/>
            <a:gdLst/>
            <a:ahLst/>
            <a:cxnLst/>
            <a:rect l="l" t="t" r="r" b="b"/>
            <a:pathLst>
              <a:path w="363220" h="364489">
                <a:moveTo>
                  <a:pt x="0" y="0"/>
                </a:moveTo>
                <a:lnTo>
                  <a:pt x="362711" y="0"/>
                </a:lnTo>
                <a:lnTo>
                  <a:pt x="362711" y="364236"/>
                </a:lnTo>
                <a:lnTo>
                  <a:pt x="0" y="364236"/>
                </a:lnTo>
                <a:lnTo>
                  <a:pt x="0" y="0"/>
                </a:lnTo>
                <a:close/>
              </a:path>
            </a:pathLst>
          </a:custGeom>
          <a:solidFill>
            <a:srgbClr val="01431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3258311" y="1969007"/>
            <a:ext cx="245745" cy="247015"/>
          </a:xfrm>
          <a:custGeom>
            <a:avLst/>
            <a:gdLst/>
            <a:ahLst/>
            <a:cxnLst/>
            <a:rect l="l" t="t" r="r" b="b"/>
            <a:pathLst>
              <a:path w="245745" h="247014">
                <a:moveTo>
                  <a:pt x="0" y="0"/>
                </a:moveTo>
                <a:lnTo>
                  <a:pt x="245363" y="0"/>
                </a:lnTo>
                <a:lnTo>
                  <a:pt x="245363" y="246888"/>
                </a:lnTo>
                <a:lnTo>
                  <a:pt x="0" y="246888"/>
                </a:lnTo>
                <a:lnTo>
                  <a:pt x="0" y="0"/>
                </a:lnTo>
                <a:close/>
              </a:path>
            </a:pathLst>
          </a:custGeom>
          <a:solidFill>
            <a:srgbClr val="01611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3700145" y="1371587"/>
            <a:ext cx="1549400" cy="4826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00">
                <a:latin typeface="黑体"/>
                <a:cs typeface="黑体"/>
              </a:rPr>
              <a:t>二、涡流</a:t>
            </a:r>
            <a:endParaRPr sz="3000">
              <a:latin typeface="黑体"/>
              <a:cs typeface="黑体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055048" y="2225497"/>
            <a:ext cx="23876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latin typeface="Times New Roman"/>
                <a:cs typeface="Times New Roman"/>
              </a:rPr>
              <a:t>3.</a:t>
            </a:r>
            <a:r>
              <a:rPr dirty="0" sz="2400">
                <a:latin typeface="华文楷体"/>
                <a:cs typeface="华文楷体"/>
              </a:rPr>
              <a:t>涡流的其他应用</a:t>
            </a:r>
            <a:endParaRPr sz="2400">
              <a:latin typeface="华文楷体"/>
              <a:cs typeface="华文楷体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4033799" y="2647188"/>
            <a:ext cx="2249424" cy="327812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6617207" y="2055876"/>
            <a:ext cx="2484120" cy="387096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79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高中物</a:t>
            </a:r>
            <a:r>
              <a:rPr dirty="0" spc="5"/>
              <a:t>理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649726" y="2019744"/>
            <a:ext cx="5556885" cy="0"/>
          </a:xfrm>
          <a:custGeom>
            <a:avLst/>
            <a:gdLst/>
            <a:ahLst/>
            <a:cxnLst/>
            <a:rect l="l" t="t" r="r" b="b"/>
            <a:pathLst>
              <a:path w="5556884" h="0">
                <a:moveTo>
                  <a:pt x="0" y="0"/>
                </a:moveTo>
                <a:lnTo>
                  <a:pt x="5556796" y="0"/>
                </a:lnTo>
              </a:path>
            </a:pathLst>
          </a:custGeom>
          <a:ln w="36144">
            <a:solidFill>
              <a:srgbClr val="01431D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3087623" y="1749551"/>
            <a:ext cx="363220" cy="363220"/>
          </a:xfrm>
          <a:custGeom>
            <a:avLst/>
            <a:gdLst/>
            <a:ahLst/>
            <a:cxnLst/>
            <a:rect l="l" t="t" r="r" b="b"/>
            <a:pathLst>
              <a:path w="363220" h="363219">
                <a:moveTo>
                  <a:pt x="0" y="0"/>
                </a:moveTo>
                <a:lnTo>
                  <a:pt x="362712" y="0"/>
                </a:lnTo>
                <a:lnTo>
                  <a:pt x="362712" y="362712"/>
                </a:lnTo>
                <a:lnTo>
                  <a:pt x="0" y="362712"/>
                </a:lnTo>
                <a:lnTo>
                  <a:pt x="0" y="0"/>
                </a:lnTo>
                <a:close/>
              </a:path>
            </a:pathLst>
          </a:custGeom>
          <a:solidFill>
            <a:srgbClr val="01431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3285744" y="1973579"/>
            <a:ext cx="247015" cy="245745"/>
          </a:xfrm>
          <a:custGeom>
            <a:avLst/>
            <a:gdLst/>
            <a:ahLst/>
            <a:cxnLst/>
            <a:rect l="l" t="t" r="r" b="b"/>
            <a:pathLst>
              <a:path w="247014" h="245744">
                <a:moveTo>
                  <a:pt x="0" y="0"/>
                </a:moveTo>
                <a:lnTo>
                  <a:pt x="246887" y="0"/>
                </a:lnTo>
                <a:lnTo>
                  <a:pt x="246887" y="245364"/>
                </a:lnTo>
                <a:lnTo>
                  <a:pt x="0" y="245364"/>
                </a:lnTo>
                <a:lnTo>
                  <a:pt x="0" y="0"/>
                </a:lnTo>
                <a:close/>
              </a:path>
            </a:pathLst>
          </a:custGeom>
          <a:solidFill>
            <a:srgbClr val="01611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3728491" y="1375283"/>
            <a:ext cx="787400" cy="4826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00" b="0">
                <a:solidFill>
                  <a:srgbClr val="000000"/>
                </a:solidFill>
                <a:latin typeface="黑体"/>
                <a:cs typeface="黑体"/>
              </a:rPr>
              <a:t>小结</a:t>
            </a:r>
            <a:endParaRPr sz="3000">
              <a:latin typeface="黑体"/>
              <a:cs typeface="黑体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2766593" y="2546946"/>
            <a:ext cx="1766570" cy="840740"/>
          </a:xfrm>
          <a:custGeom>
            <a:avLst/>
            <a:gdLst/>
            <a:ahLst/>
            <a:cxnLst/>
            <a:rect l="l" t="t" r="r" b="b"/>
            <a:pathLst>
              <a:path w="1766570" h="840739">
                <a:moveTo>
                  <a:pt x="1761553" y="840524"/>
                </a:moveTo>
                <a:lnTo>
                  <a:pt x="4762" y="840524"/>
                </a:lnTo>
                <a:lnTo>
                  <a:pt x="3301" y="840282"/>
                </a:lnTo>
                <a:lnTo>
                  <a:pt x="1968" y="839609"/>
                </a:lnTo>
                <a:lnTo>
                  <a:pt x="914" y="838555"/>
                </a:lnTo>
                <a:lnTo>
                  <a:pt x="241" y="837234"/>
                </a:lnTo>
                <a:lnTo>
                  <a:pt x="0" y="835761"/>
                </a:lnTo>
                <a:lnTo>
                  <a:pt x="0" y="4762"/>
                </a:lnTo>
                <a:lnTo>
                  <a:pt x="4762" y="0"/>
                </a:lnTo>
                <a:lnTo>
                  <a:pt x="1761553" y="0"/>
                </a:lnTo>
                <a:lnTo>
                  <a:pt x="1766316" y="4762"/>
                </a:lnTo>
                <a:lnTo>
                  <a:pt x="9525" y="4762"/>
                </a:lnTo>
                <a:lnTo>
                  <a:pt x="4762" y="9524"/>
                </a:lnTo>
                <a:lnTo>
                  <a:pt x="9525" y="9524"/>
                </a:lnTo>
                <a:lnTo>
                  <a:pt x="9525" y="830999"/>
                </a:lnTo>
                <a:lnTo>
                  <a:pt x="4762" y="830999"/>
                </a:lnTo>
                <a:lnTo>
                  <a:pt x="9525" y="835761"/>
                </a:lnTo>
                <a:lnTo>
                  <a:pt x="1766316" y="835761"/>
                </a:lnTo>
                <a:lnTo>
                  <a:pt x="1766087" y="837234"/>
                </a:lnTo>
                <a:lnTo>
                  <a:pt x="1765401" y="838555"/>
                </a:lnTo>
                <a:lnTo>
                  <a:pt x="1764347" y="839609"/>
                </a:lnTo>
                <a:lnTo>
                  <a:pt x="1763026" y="840282"/>
                </a:lnTo>
                <a:lnTo>
                  <a:pt x="1761553" y="840524"/>
                </a:lnTo>
                <a:close/>
              </a:path>
              <a:path w="1766570" h="840739">
                <a:moveTo>
                  <a:pt x="9525" y="9524"/>
                </a:moveTo>
                <a:lnTo>
                  <a:pt x="4762" y="9524"/>
                </a:lnTo>
                <a:lnTo>
                  <a:pt x="9525" y="4762"/>
                </a:lnTo>
                <a:lnTo>
                  <a:pt x="9525" y="9524"/>
                </a:lnTo>
                <a:close/>
              </a:path>
              <a:path w="1766570" h="840739">
                <a:moveTo>
                  <a:pt x="1756791" y="9524"/>
                </a:moveTo>
                <a:lnTo>
                  <a:pt x="9525" y="9524"/>
                </a:lnTo>
                <a:lnTo>
                  <a:pt x="9525" y="4762"/>
                </a:lnTo>
                <a:lnTo>
                  <a:pt x="1756791" y="4762"/>
                </a:lnTo>
                <a:lnTo>
                  <a:pt x="1756791" y="9524"/>
                </a:lnTo>
                <a:close/>
              </a:path>
              <a:path w="1766570" h="840739">
                <a:moveTo>
                  <a:pt x="1756791" y="835761"/>
                </a:moveTo>
                <a:lnTo>
                  <a:pt x="1756791" y="4762"/>
                </a:lnTo>
                <a:lnTo>
                  <a:pt x="1761553" y="9524"/>
                </a:lnTo>
                <a:lnTo>
                  <a:pt x="1766316" y="9524"/>
                </a:lnTo>
                <a:lnTo>
                  <a:pt x="1766316" y="830999"/>
                </a:lnTo>
                <a:lnTo>
                  <a:pt x="1761553" y="830999"/>
                </a:lnTo>
                <a:lnTo>
                  <a:pt x="1756791" y="835761"/>
                </a:lnTo>
                <a:close/>
              </a:path>
              <a:path w="1766570" h="840739">
                <a:moveTo>
                  <a:pt x="1766316" y="9524"/>
                </a:moveTo>
                <a:lnTo>
                  <a:pt x="1761553" y="9524"/>
                </a:lnTo>
                <a:lnTo>
                  <a:pt x="1756791" y="4762"/>
                </a:lnTo>
                <a:lnTo>
                  <a:pt x="1766316" y="4762"/>
                </a:lnTo>
                <a:lnTo>
                  <a:pt x="1766316" y="9524"/>
                </a:lnTo>
                <a:close/>
              </a:path>
              <a:path w="1766570" h="840739">
                <a:moveTo>
                  <a:pt x="9525" y="835761"/>
                </a:moveTo>
                <a:lnTo>
                  <a:pt x="4762" y="830999"/>
                </a:lnTo>
                <a:lnTo>
                  <a:pt x="9525" y="830999"/>
                </a:lnTo>
                <a:lnTo>
                  <a:pt x="9525" y="835761"/>
                </a:lnTo>
                <a:close/>
              </a:path>
              <a:path w="1766570" h="840739">
                <a:moveTo>
                  <a:pt x="1756791" y="835761"/>
                </a:moveTo>
                <a:lnTo>
                  <a:pt x="9525" y="835761"/>
                </a:lnTo>
                <a:lnTo>
                  <a:pt x="9525" y="830999"/>
                </a:lnTo>
                <a:lnTo>
                  <a:pt x="1756791" y="830999"/>
                </a:lnTo>
                <a:lnTo>
                  <a:pt x="1756791" y="835761"/>
                </a:lnTo>
                <a:close/>
              </a:path>
              <a:path w="1766570" h="840739">
                <a:moveTo>
                  <a:pt x="1766316" y="835761"/>
                </a:moveTo>
                <a:lnTo>
                  <a:pt x="1756791" y="835761"/>
                </a:lnTo>
                <a:lnTo>
                  <a:pt x="1761553" y="830999"/>
                </a:lnTo>
                <a:lnTo>
                  <a:pt x="1766316" y="830999"/>
                </a:lnTo>
                <a:lnTo>
                  <a:pt x="1766316" y="835761"/>
                </a:lnTo>
                <a:close/>
              </a:path>
            </a:pathLst>
          </a:custGeom>
          <a:solidFill>
            <a:srgbClr val="4471C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2850095" y="2548534"/>
            <a:ext cx="1549400" cy="7569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latin typeface="华文楷体"/>
                <a:cs typeface="华文楷体"/>
              </a:rPr>
              <a:t>电磁感应的 两类现象</a:t>
            </a:r>
            <a:endParaRPr sz="2400">
              <a:latin typeface="华文楷体"/>
              <a:cs typeface="华文楷体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609450" y="2978442"/>
            <a:ext cx="15494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latin typeface="华文楷体"/>
                <a:cs typeface="华文楷体"/>
              </a:rPr>
              <a:t>无相对运动</a:t>
            </a:r>
            <a:endParaRPr sz="2400">
              <a:latin typeface="华文楷体"/>
              <a:cs typeface="华文楷体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835055" y="2121369"/>
            <a:ext cx="2338070" cy="7569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latin typeface="华文楷体"/>
                <a:cs typeface="华文楷体"/>
              </a:rPr>
              <a:t>动生</a:t>
            </a:r>
            <a:r>
              <a:rPr dirty="0" sz="2400" spc="-994">
                <a:latin typeface="华文楷体"/>
                <a:cs typeface="华文楷体"/>
              </a:rPr>
              <a:t>：</a:t>
            </a:r>
            <a:r>
              <a:rPr dirty="0" sz="2400">
                <a:latin typeface="华文楷体"/>
                <a:cs typeface="华文楷体"/>
              </a:rPr>
              <a:t>磁场和导体</a:t>
            </a:r>
            <a:endParaRPr sz="2400">
              <a:latin typeface="华文楷体"/>
              <a:cs typeface="华文楷体"/>
            </a:endParaRPr>
          </a:p>
          <a:p>
            <a:pPr marL="800735">
              <a:lnSpc>
                <a:spcPct val="100000"/>
              </a:lnSpc>
            </a:pPr>
            <a:r>
              <a:rPr dirty="0" sz="2400">
                <a:latin typeface="华文楷体"/>
                <a:cs typeface="华文楷体"/>
              </a:rPr>
              <a:t>相对运动</a:t>
            </a:r>
            <a:endParaRPr sz="2400">
              <a:latin typeface="华文楷体"/>
              <a:cs typeface="华文楷体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835055" y="3344202"/>
            <a:ext cx="29337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baseline="30092" sz="3600">
                <a:latin typeface="华文楷体"/>
                <a:cs typeface="华文楷体"/>
              </a:rPr>
              <a:t>感生</a:t>
            </a:r>
            <a:r>
              <a:rPr dirty="0" baseline="30092" sz="3600" spc="-1657">
                <a:latin typeface="华文楷体"/>
                <a:cs typeface="华文楷体"/>
              </a:rPr>
              <a:t>：</a:t>
            </a:r>
            <a:r>
              <a:rPr dirty="0" sz="2400">
                <a:latin typeface="华文楷体"/>
                <a:cs typeface="华文楷体"/>
              </a:rPr>
              <a:t>磁场随时间变化</a:t>
            </a:r>
            <a:endParaRPr sz="2400">
              <a:latin typeface="华文楷体"/>
              <a:cs typeface="华文楷体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8197812" y="3214433"/>
            <a:ext cx="1431290" cy="471805"/>
          </a:xfrm>
          <a:custGeom>
            <a:avLst/>
            <a:gdLst/>
            <a:ahLst/>
            <a:cxnLst/>
            <a:rect l="l" t="t" r="r" b="b"/>
            <a:pathLst>
              <a:path w="1431290" h="471804">
                <a:moveTo>
                  <a:pt x="1425917" y="471182"/>
                </a:moveTo>
                <a:lnTo>
                  <a:pt x="4762" y="471182"/>
                </a:lnTo>
                <a:lnTo>
                  <a:pt x="3289" y="470954"/>
                </a:lnTo>
                <a:lnTo>
                  <a:pt x="1955" y="470280"/>
                </a:lnTo>
                <a:lnTo>
                  <a:pt x="901" y="469226"/>
                </a:lnTo>
                <a:lnTo>
                  <a:pt x="228" y="467893"/>
                </a:lnTo>
                <a:lnTo>
                  <a:pt x="0" y="466420"/>
                </a:lnTo>
                <a:lnTo>
                  <a:pt x="0" y="4762"/>
                </a:lnTo>
                <a:lnTo>
                  <a:pt x="4762" y="0"/>
                </a:lnTo>
                <a:lnTo>
                  <a:pt x="1425917" y="0"/>
                </a:lnTo>
                <a:lnTo>
                  <a:pt x="1430680" y="4762"/>
                </a:lnTo>
                <a:lnTo>
                  <a:pt x="9525" y="4762"/>
                </a:lnTo>
                <a:lnTo>
                  <a:pt x="4762" y="9524"/>
                </a:lnTo>
                <a:lnTo>
                  <a:pt x="9525" y="9524"/>
                </a:lnTo>
                <a:lnTo>
                  <a:pt x="9525" y="461657"/>
                </a:lnTo>
                <a:lnTo>
                  <a:pt x="4762" y="461657"/>
                </a:lnTo>
                <a:lnTo>
                  <a:pt x="9525" y="466420"/>
                </a:lnTo>
                <a:lnTo>
                  <a:pt x="1430680" y="466420"/>
                </a:lnTo>
                <a:lnTo>
                  <a:pt x="1430451" y="467893"/>
                </a:lnTo>
                <a:lnTo>
                  <a:pt x="1429778" y="469226"/>
                </a:lnTo>
                <a:lnTo>
                  <a:pt x="1428724" y="470280"/>
                </a:lnTo>
                <a:lnTo>
                  <a:pt x="1427391" y="470954"/>
                </a:lnTo>
                <a:lnTo>
                  <a:pt x="1425917" y="471182"/>
                </a:lnTo>
                <a:close/>
              </a:path>
              <a:path w="1431290" h="471804">
                <a:moveTo>
                  <a:pt x="9525" y="9524"/>
                </a:moveTo>
                <a:lnTo>
                  <a:pt x="4762" y="9524"/>
                </a:lnTo>
                <a:lnTo>
                  <a:pt x="9525" y="4762"/>
                </a:lnTo>
                <a:lnTo>
                  <a:pt x="9525" y="9524"/>
                </a:lnTo>
                <a:close/>
              </a:path>
              <a:path w="1431290" h="471804">
                <a:moveTo>
                  <a:pt x="1421155" y="9524"/>
                </a:moveTo>
                <a:lnTo>
                  <a:pt x="9525" y="9524"/>
                </a:lnTo>
                <a:lnTo>
                  <a:pt x="9525" y="4762"/>
                </a:lnTo>
                <a:lnTo>
                  <a:pt x="1421155" y="4762"/>
                </a:lnTo>
                <a:lnTo>
                  <a:pt x="1421155" y="9524"/>
                </a:lnTo>
                <a:close/>
              </a:path>
              <a:path w="1431290" h="471804">
                <a:moveTo>
                  <a:pt x="1421155" y="466420"/>
                </a:moveTo>
                <a:lnTo>
                  <a:pt x="1421155" y="4762"/>
                </a:lnTo>
                <a:lnTo>
                  <a:pt x="1425917" y="9524"/>
                </a:lnTo>
                <a:lnTo>
                  <a:pt x="1430680" y="9524"/>
                </a:lnTo>
                <a:lnTo>
                  <a:pt x="1430680" y="461657"/>
                </a:lnTo>
                <a:lnTo>
                  <a:pt x="1425917" y="461657"/>
                </a:lnTo>
                <a:lnTo>
                  <a:pt x="1421155" y="466420"/>
                </a:lnTo>
                <a:close/>
              </a:path>
              <a:path w="1431290" h="471804">
                <a:moveTo>
                  <a:pt x="1430680" y="9524"/>
                </a:moveTo>
                <a:lnTo>
                  <a:pt x="1425917" y="9524"/>
                </a:lnTo>
                <a:lnTo>
                  <a:pt x="1421155" y="4762"/>
                </a:lnTo>
                <a:lnTo>
                  <a:pt x="1430680" y="4762"/>
                </a:lnTo>
                <a:lnTo>
                  <a:pt x="1430680" y="9524"/>
                </a:lnTo>
                <a:close/>
              </a:path>
              <a:path w="1431290" h="471804">
                <a:moveTo>
                  <a:pt x="9525" y="466420"/>
                </a:moveTo>
                <a:lnTo>
                  <a:pt x="4762" y="461657"/>
                </a:lnTo>
                <a:lnTo>
                  <a:pt x="9525" y="461657"/>
                </a:lnTo>
                <a:lnTo>
                  <a:pt x="9525" y="466420"/>
                </a:lnTo>
                <a:close/>
              </a:path>
              <a:path w="1431290" h="471804">
                <a:moveTo>
                  <a:pt x="1421155" y="466420"/>
                </a:moveTo>
                <a:lnTo>
                  <a:pt x="9525" y="466420"/>
                </a:lnTo>
                <a:lnTo>
                  <a:pt x="9525" y="461657"/>
                </a:lnTo>
                <a:lnTo>
                  <a:pt x="1421155" y="461657"/>
                </a:lnTo>
                <a:lnTo>
                  <a:pt x="1421155" y="466420"/>
                </a:lnTo>
                <a:close/>
              </a:path>
              <a:path w="1431290" h="471804">
                <a:moveTo>
                  <a:pt x="1430680" y="466420"/>
                </a:moveTo>
                <a:lnTo>
                  <a:pt x="1421155" y="466420"/>
                </a:lnTo>
                <a:lnTo>
                  <a:pt x="1425917" y="461657"/>
                </a:lnTo>
                <a:lnTo>
                  <a:pt x="1430680" y="461657"/>
                </a:lnTo>
                <a:lnTo>
                  <a:pt x="1430680" y="466420"/>
                </a:lnTo>
                <a:close/>
              </a:path>
            </a:pathLst>
          </a:custGeom>
          <a:solidFill>
            <a:srgbClr val="4471C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8281314" y="3216021"/>
            <a:ext cx="12446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latin typeface="华文楷体"/>
                <a:cs typeface="华文楷体"/>
              </a:rPr>
              <a:t>感生电场</a:t>
            </a:r>
            <a:endParaRPr sz="2400">
              <a:latin typeface="华文楷体"/>
              <a:cs typeface="华文楷体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3427603" y="3444735"/>
            <a:ext cx="95250" cy="1066165"/>
          </a:xfrm>
          <a:custGeom>
            <a:avLst/>
            <a:gdLst/>
            <a:ahLst/>
            <a:cxnLst/>
            <a:rect l="l" t="t" r="r" b="b"/>
            <a:pathLst>
              <a:path w="95250" h="1066164">
                <a:moveTo>
                  <a:pt x="63500" y="994587"/>
                </a:moveTo>
                <a:lnTo>
                  <a:pt x="31750" y="994587"/>
                </a:lnTo>
                <a:lnTo>
                  <a:pt x="31750" y="0"/>
                </a:lnTo>
                <a:lnTo>
                  <a:pt x="63500" y="0"/>
                </a:lnTo>
                <a:lnTo>
                  <a:pt x="63500" y="994587"/>
                </a:lnTo>
                <a:close/>
              </a:path>
              <a:path w="95250" h="1066164">
                <a:moveTo>
                  <a:pt x="47625" y="1066025"/>
                </a:moveTo>
                <a:lnTo>
                  <a:pt x="0" y="970775"/>
                </a:lnTo>
                <a:lnTo>
                  <a:pt x="31750" y="970775"/>
                </a:lnTo>
                <a:lnTo>
                  <a:pt x="31750" y="994587"/>
                </a:lnTo>
                <a:lnTo>
                  <a:pt x="83343" y="994587"/>
                </a:lnTo>
                <a:lnTo>
                  <a:pt x="47625" y="1066025"/>
                </a:lnTo>
                <a:close/>
              </a:path>
              <a:path w="95250" h="1066164">
                <a:moveTo>
                  <a:pt x="83343" y="994587"/>
                </a:moveTo>
                <a:lnTo>
                  <a:pt x="63500" y="994587"/>
                </a:lnTo>
                <a:lnTo>
                  <a:pt x="63500" y="970775"/>
                </a:lnTo>
                <a:lnTo>
                  <a:pt x="95250" y="970775"/>
                </a:lnTo>
                <a:lnTo>
                  <a:pt x="83343" y="99458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3082277" y="4541608"/>
            <a:ext cx="900430" cy="471805"/>
          </a:xfrm>
          <a:custGeom>
            <a:avLst/>
            <a:gdLst/>
            <a:ahLst/>
            <a:cxnLst/>
            <a:rect l="l" t="t" r="r" b="b"/>
            <a:pathLst>
              <a:path w="900429" h="471804">
                <a:moveTo>
                  <a:pt x="895565" y="471195"/>
                </a:moveTo>
                <a:lnTo>
                  <a:pt x="4762" y="471195"/>
                </a:lnTo>
                <a:lnTo>
                  <a:pt x="3289" y="470954"/>
                </a:lnTo>
                <a:lnTo>
                  <a:pt x="1968" y="470280"/>
                </a:lnTo>
                <a:lnTo>
                  <a:pt x="914" y="469226"/>
                </a:lnTo>
                <a:lnTo>
                  <a:pt x="241" y="467906"/>
                </a:lnTo>
                <a:lnTo>
                  <a:pt x="0" y="466432"/>
                </a:lnTo>
                <a:lnTo>
                  <a:pt x="0" y="4762"/>
                </a:lnTo>
                <a:lnTo>
                  <a:pt x="4762" y="0"/>
                </a:lnTo>
                <a:lnTo>
                  <a:pt x="895565" y="0"/>
                </a:lnTo>
                <a:lnTo>
                  <a:pt x="900328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461670"/>
                </a:lnTo>
                <a:lnTo>
                  <a:pt x="4762" y="461670"/>
                </a:lnTo>
                <a:lnTo>
                  <a:pt x="9525" y="466432"/>
                </a:lnTo>
                <a:lnTo>
                  <a:pt x="900328" y="466432"/>
                </a:lnTo>
                <a:lnTo>
                  <a:pt x="900087" y="467906"/>
                </a:lnTo>
                <a:lnTo>
                  <a:pt x="899413" y="469226"/>
                </a:lnTo>
                <a:lnTo>
                  <a:pt x="898359" y="470280"/>
                </a:lnTo>
                <a:lnTo>
                  <a:pt x="897039" y="470954"/>
                </a:lnTo>
                <a:lnTo>
                  <a:pt x="895565" y="471195"/>
                </a:lnTo>
                <a:close/>
              </a:path>
              <a:path w="900429" h="471804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900429" h="471804">
                <a:moveTo>
                  <a:pt x="890803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890803" y="4762"/>
                </a:lnTo>
                <a:lnTo>
                  <a:pt x="890803" y="9525"/>
                </a:lnTo>
                <a:close/>
              </a:path>
              <a:path w="900429" h="471804">
                <a:moveTo>
                  <a:pt x="890803" y="466432"/>
                </a:moveTo>
                <a:lnTo>
                  <a:pt x="890803" y="4762"/>
                </a:lnTo>
                <a:lnTo>
                  <a:pt x="895565" y="9525"/>
                </a:lnTo>
                <a:lnTo>
                  <a:pt x="900328" y="9525"/>
                </a:lnTo>
                <a:lnTo>
                  <a:pt x="900328" y="461670"/>
                </a:lnTo>
                <a:lnTo>
                  <a:pt x="895565" y="461670"/>
                </a:lnTo>
                <a:lnTo>
                  <a:pt x="890803" y="466432"/>
                </a:lnTo>
                <a:close/>
              </a:path>
              <a:path w="900429" h="471804">
                <a:moveTo>
                  <a:pt x="900328" y="9525"/>
                </a:moveTo>
                <a:lnTo>
                  <a:pt x="895565" y="9525"/>
                </a:lnTo>
                <a:lnTo>
                  <a:pt x="890803" y="4762"/>
                </a:lnTo>
                <a:lnTo>
                  <a:pt x="900328" y="4762"/>
                </a:lnTo>
                <a:lnTo>
                  <a:pt x="900328" y="9525"/>
                </a:lnTo>
                <a:close/>
              </a:path>
              <a:path w="900429" h="471804">
                <a:moveTo>
                  <a:pt x="9525" y="466432"/>
                </a:moveTo>
                <a:lnTo>
                  <a:pt x="4762" y="461670"/>
                </a:lnTo>
                <a:lnTo>
                  <a:pt x="9525" y="461670"/>
                </a:lnTo>
                <a:lnTo>
                  <a:pt x="9525" y="466432"/>
                </a:lnTo>
                <a:close/>
              </a:path>
              <a:path w="900429" h="471804">
                <a:moveTo>
                  <a:pt x="890803" y="466432"/>
                </a:moveTo>
                <a:lnTo>
                  <a:pt x="9525" y="466432"/>
                </a:lnTo>
                <a:lnTo>
                  <a:pt x="9525" y="461670"/>
                </a:lnTo>
                <a:lnTo>
                  <a:pt x="890803" y="461670"/>
                </a:lnTo>
                <a:lnTo>
                  <a:pt x="890803" y="466432"/>
                </a:lnTo>
                <a:close/>
              </a:path>
              <a:path w="900429" h="471804">
                <a:moveTo>
                  <a:pt x="900328" y="466432"/>
                </a:moveTo>
                <a:lnTo>
                  <a:pt x="890803" y="466432"/>
                </a:lnTo>
                <a:lnTo>
                  <a:pt x="895565" y="461670"/>
                </a:lnTo>
                <a:lnTo>
                  <a:pt x="900328" y="461670"/>
                </a:lnTo>
                <a:lnTo>
                  <a:pt x="900328" y="466432"/>
                </a:lnTo>
                <a:close/>
              </a:path>
            </a:pathLst>
          </a:custGeom>
          <a:solidFill>
            <a:srgbClr val="4471C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 txBox="1"/>
          <p:nvPr/>
        </p:nvSpPr>
        <p:spPr>
          <a:xfrm>
            <a:off x="3165779" y="4543196"/>
            <a:ext cx="6350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latin typeface="华文楷体"/>
                <a:cs typeface="华文楷体"/>
              </a:rPr>
              <a:t>涡流</a:t>
            </a:r>
            <a:endParaRPr sz="2400">
              <a:latin typeface="华文楷体"/>
              <a:cs typeface="华文楷体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4129468" y="4356938"/>
            <a:ext cx="1173480" cy="840740"/>
          </a:xfrm>
          <a:custGeom>
            <a:avLst/>
            <a:gdLst/>
            <a:ahLst/>
            <a:cxnLst/>
            <a:rect l="l" t="t" r="r" b="b"/>
            <a:pathLst>
              <a:path w="1173479" h="840739">
                <a:moveTo>
                  <a:pt x="1168209" y="840524"/>
                </a:moveTo>
                <a:lnTo>
                  <a:pt x="4762" y="840524"/>
                </a:lnTo>
                <a:lnTo>
                  <a:pt x="3289" y="840295"/>
                </a:lnTo>
                <a:lnTo>
                  <a:pt x="1968" y="839622"/>
                </a:lnTo>
                <a:lnTo>
                  <a:pt x="914" y="838568"/>
                </a:lnTo>
                <a:lnTo>
                  <a:pt x="228" y="837234"/>
                </a:lnTo>
                <a:lnTo>
                  <a:pt x="0" y="835761"/>
                </a:lnTo>
                <a:lnTo>
                  <a:pt x="0" y="4762"/>
                </a:lnTo>
                <a:lnTo>
                  <a:pt x="4762" y="0"/>
                </a:lnTo>
                <a:lnTo>
                  <a:pt x="1168209" y="0"/>
                </a:lnTo>
                <a:lnTo>
                  <a:pt x="1172972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830999"/>
                </a:lnTo>
                <a:lnTo>
                  <a:pt x="4762" y="830999"/>
                </a:lnTo>
                <a:lnTo>
                  <a:pt x="9525" y="835761"/>
                </a:lnTo>
                <a:lnTo>
                  <a:pt x="1172972" y="835761"/>
                </a:lnTo>
                <a:lnTo>
                  <a:pt x="1172743" y="837234"/>
                </a:lnTo>
                <a:lnTo>
                  <a:pt x="1172057" y="838568"/>
                </a:lnTo>
                <a:lnTo>
                  <a:pt x="1171003" y="839622"/>
                </a:lnTo>
                <a:lnTo>
                  <a:pt x="1169682" y="840295"/>
                </a:lnTo>
                <a:lnTo>
                  <a:pt x="1168209" y="840524"/>
                </a:lnTo>
                <a:close/>
              </a:path>
              <a:path w="1173479" h="840739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1173479" h="840739">
                <a:moveTo>
                  <a:pt x="1163447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1163447" y="4762"/>
                </a:lnTo>
                <a:lnTo>
                  <a:pt x="1163447" y="9525"/>
                </a:lnTo>
                <a:close/>
              </a:path>
              <a:path w="1173479" h="840739">
                <a:moveTo>
                  <a:pt x="1163447" y="835761"/>
                </a:moveTo>
                <a:lnTo>
                  <a:pt x="1163447" y="4762"/>
                </a:lnTo>
                <a:lnTo>
                  <a:pt x="1168209" y="9525"/>
                </a:lnTo>
                <a:lnTo>
                  <a:pt x="1172972" y="9525"/>
                </a:lnTo>
                <a:lnTo>
                  <a:pt x="1172972" y="830999"/>
                </a:lnTo>
                <a:lnTo>
                  <a:pt x="1168209" y="830999"/>
                </a:lnTo>
                <a:lnTo>
                  <a:pt x="1163447" y="835761"/>
                </a:lnTo>
                <a:close/>
              </a:path>
              <a:path w="1173479" h="840739">
                <a:moveTo>
                  <a:pt x="1172972" y="9525"/>
                </a:moveTo>
                <a:lnTo>
                  <a:pt x="1168209" y="9525"/>
                </a:lnTo>
                <a:lnTo>
                  <a:pt x="1163447" y="4762"/>
                </a:lnTo>
                <a:lnTo>
                  <a:pt x="1172972" y="4762"/>
                </a:lnTo>
                <a:lnTo>
                  <a:pt x="1172972" y="9525"/>
                </a:lnTo>
                <a:close/>
              </a:path>
              <a:path w="1173479" h="840739">
                <a:moveTo>
                  <a:pt x="9525" y="835761"/>
                </a:moveTo>
                <a:lnTo>
                  <a:pt x="4762" y="830999"/>
                </a:lnTo>
                <a:lnTo>
                  <a:pt x="9525" y="830999"/>
                </a:lnTo>
                <a:lnTo>
                  <a:pt x="9525" y="835761"/>
                </a:lnTo>
                <a:close/>
              </a:path>
              <a:path w="1173479" h="840739">
                <a:moveTo>
                  <a:pt x="1163447" y="835761"/>
                </a:moveTo>
                <a:lnTo>
                  <a:pt x="9525" y="835761"/>
                </a:lnTo>
                <a:lnTo>
                  <a:pt x="9525" y="830999"/>
                </a:lnTo>
                <a:lnTo>
                  <a:pt x="1163447" y="830999"/>
                </a:lnTo>
                <a:lnTo>
                  <a:pt x="1163447" y="835761"/>
                </a:lnTo>
                <a:close/>
              </a:path>
              <a:path w="1173479" h="840739">
                <a:moveTo>
                  <a:pt x="1172972" y="835761"/>
                </a:moveTo>
                <a:lnTo>
                  <a:pt x="1163447" y="835761"/>
                </a:lnTo>
                <a:lnTo>
                  <a:pt x="1168209" y="830999"/>
                </a:lnTo>
                <a:lnTo>
                  <a:pt x="1172972" y="830999"/>
                </a:lnTo>
                <a:lnTo>
                  <a:pt x="1172972" y="835761"/>
                </a:lnTo>
                <a:close/>
              </a:path>
            </a:pathLst>
          </a:custGeom>
          <a:solidFill>
            <a:srgbClr val="4471C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 txBox="1"/>
          <p:nvPr/>
        </p:nvSpPr>
        <p:spPr>
          <a:xfrm>
            <a:off x="4212971" y="4358525"/>
            <a:ext cx="939800" cy="7569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latin typeface="华文楷体"/>
                <a:cs typeface="华文楷体"/>
              </a:rPr>
              <a:t>涡流的 热效应</a:t>
            </a:r>
            <a:endParaRPr sz="2400">
              <a:latin typeface="华文楷体"/>
              <a:cs typeface="华文楷体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5449303" y="4190809"/>
            <a:ext cx="3632835" cy="471805"/>
          </a:xfrm>
          <a:custGeom>
            <a:avLst/>
            <a:gdLst/>
            <a:ahLst/>
            <a:cxnLst/>
            <a:rect l="l" t="t" r="r" b="b"/>
            <a:pathLst>
              <a:path w="3632834" h="471804">
                <a:moveTo>
                  <a:pt x="3627462" y="471182"/>
                </a:moveTo>
                <a:lnTo>
                  <a:pt x="4762" y="471182"/>
                </a:lnTo>
                <a:lnTo>
                  <a:pt x="3289" y="470954"/>
                </a:lnTo>
                <a:lnTo>
                  <a:pt x="1968" y="470268"/>
                </a:lnTo>
                <a:lnTo>
                  <a:pt x="914" y="469226"/>
                </a:lnTo>
                <a:lnTo>
                  <a:pt x="241" y="467893"/>
                </a:lnTo>
                <a:lnTo>
                  <a:pt x="0" y="466420"/>
                </a:lnTo>
                <a:lnTo>
                  <a:pt x="0" y="4762"/>
                </a:lnTo>
                <a:lnTo>
                  <a:pt x="4762" y="0"/>
                </a:lnTo>
                <a:lnTo>
                  <a:pt x="3627462" y="0"/>
                </a:lnTo>
                <a:lnTo>
                  <a:pt x="3632225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461657"/>
                </a:lnTo>
                <a:lnTo>
                  <a:pt x="4762" y="461657"/>
                </a:lnTo>
                <a:lnTo>
                  <a:pt x="9525" y="466420"/>
                </a:lnTo>
                <a:lnTo>
                  <a:pt x="3632225" y="466420"/>
                </a:lnTo>
                <a:lnTo>
                  <a:pt x="3631996" y="467893"/>
                </a:lnTo>
                <a:lnTo>
                  <a:pt x="3631311" y="469226"/>
                </a:lnTo>
                <a:lnTo>
                  <a:pt x="3630256" y="470268"/>
                </a:lnTo>
                <a:lnTo>
                  <a:pt x="3628936" y="470954"/>
                </a:lnTo>
                <a:lnTo>
                  <a:pt x="3627462" y="471182"/>
                </a:lnTo>
                <a:close/>
              </a:path>
              <a:path w="3632834" h="471804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3632834" h="471804">
                <a:moveTo>
                  <a:pt x="3622700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3622700" y="4762"/>
                </a:lnTo>
                <a:lnTo>
                  <a:pt x="3622700" y="9525"/>
                </a:lnTo>
                <a:close/>
              </a:path>
              <a:path w="3632834" h="471804">
                <a:moveTo>
                  <a:pt x="3622700" y="466420"/>
                </a:moveTo>
                <a:lnTo>
                  <a:pt x="3622700" y="4762"/>
                </a:lnTo>
                <a:lnTo>
                  <a:pt x="3627462" y="9525"/>
                </a:lnTo>
                <a:lnTo>
                  <a:pt x="3632225" y="9525"/>
                </a:lnTo>
                <a:lnTo>
                  <a:pt x="3632225" y="461657"/>
                </a:lnTo>
                <a:lnTo>
                  <a:pt x="3627462" y="461657"/>
                </a:lnTo>
                <a:lnTo>
                  <a:pt x="3622700" y="466420"/>
                </a:lnTo>
                <a:close/>
              </a:path>
              <a:path w="3632834" h="471804">
                <a:moveTo>
                  <a:pt x="3632225" y="9525"/>
                </a:moveTo>
                <a:lnTo>
                  <a:pt x="3627462" y="9525"/>
                </a:lnTo>
                <a:lnTo>
                  <a:pt x="3622700" y="4762"/>
                </a:lnTo>
                <a:lnTo>
                  <a:pt x="3632225" y="4762"/>
                </a:lnTo>
                <a:lnTo>
                  <a:pt x="3632225" y="9525"/>
                </a:lnTo>
                <a:close/>
              </a:path>
              <a:path w="3632834" h="471804">
                <a:moveTo>
                  <a:pt x="9525" y="466420"/>
                </a:moveTo>
                <a:lnTo>
                  <a:pt x="4762" y="461657"/>
                </a:lnTo>
                <a:lnTo>
                  <a:pt x="9525" y="461657"/>
                </a:lnTo>
                <a:lnTo>
                  <a:pt x="9525" y="466420"/>
                </a:lnTo>
                <a:close/>
              </a:path>
              <a:path w="3632834" h="471804">
                <a:moveTo>
                  <a:pt x="3622700" y="466420"/>
                </a:moveTo>
                <a:lnTo>
                  <a:pt x="9525" y="466420"/>
                </a:lnTo>
                <a:lnTo>
                  <a:pt x="9525" y="461657"/>
                </a:lnTo>
                <a:lnTo>
                  <a:pt x="3622700" y="461657"/>
                </a:lnTo>
                <a:lnTo>
                  <a:pt x="3622700" y="466420"/>
                </a:lnTo>
                <a:close/>
              </a:path>
              <a:path w="3632834" h="471804">
                <a:moveTo>
                  <a:pt x="3632225" y="466420"/>
                </a:moveTo>
                <a:lnTo>
                  <a:pt x="3622700" y="466420"/>
                </a:lnTo>
                <a:lnTo>
                  <a:pt x="3627462" y="461657"/>
                </a:lnTo>
                <a:lnTo>
                  <a:pt x="3632225" y="461657"/>
                </a:lnTo>
                <a:lnTo>
                  <a:pt x="3632225" y="466420"/>
                </a:lnTo>
                <a:close/>
              </a:path>
            </a:pathLst>
          </a:custGeom>
          <a:solidFill>
            <a:srgbClr val="41709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5449303" y="4840655"/>
            <a:ext cx="4215765" cy="471805"/>
          </a:xfrm>
          <a:custGeom>
            <a:avLst/>
            <a:gdLst/>
            <a:ahLst/>
            <a:cxnLst/>
            <a:rect l="l" t="t" r="r" b="b"/>
            <a:pathLst>
              <a:path w="4215765" h="471804">
                <a:moveTo>
                  <a:pt x="4210723" y="471195"/>
                </a:moveTo>
                <a:lnTo>
                  <a:pt x="4762" y="471195"/>
                </a:lnTo>
                <a:lnTo>
                  <a:pt x="3289" y="470966"/>
                </a:lnTo>
                <a:lnTo>
                  <a:pt x="1968" y="470281"/>
                </a:lnTo>
                <a:lnTo>
                  <a:pt x="914" y="469226"/>
                </a:lnTo>
                <a:lnTo>
                  <a:pt x="241" y="467906"/>
                </a:lnTo>
                <a:lnTo>
                  <a:pt x="0" y="466432"/>
                </a:lnTo>
                <a:lnTo>
                  <a:pt x="0" y="4762"/>
                </a:lnTo>
                <a:lnTo>
                  <a:pt x="4762" y="0"/>
                </a:lnTo>
                <a:lnTo>
                  <a:pt x="4210723" y="0"/>
                </a:lnTo>
                <a:lnTo>
                  <a:pt x="4215485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461670"/>
                </a:lnTo>
                <a:lnTo>
                  <a:pt x="4762" y="461670"/>
                </a:lnTo>
                <a:lnTo>
                  <a:pt x="9525" y="466432"/>
                </a:lnTo>
                <a:lnTo>
                  <a:pt x="4215485" y="466432"/>
                </a:lnTo>
                <a:lnTo>
                  <a:pt x="4215244" y="467906"/>
                </a:lnTo>
                <a:lnTo>
                  <a:pt x="4214571" y="469226"/>
                </a:lnTo>
                <a:lnTo>
                  <a:pt x="4213517" y="470281"/>
                </a:lnTo>
                <a:lnTo>
                  <a:pt x="4212183" y="470966"/>
                </a:lnTo>
                <a:lnTo>
                  <a:pt x="4210723" y="471195"/>
                </a:lnTo>
                <a:close/>
              </a:path>
              <a:path w="4215765" h="471804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4215765" h="471804">
                <a:moveTo>
                  <a:pt x="4205960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4205960" y="4762"/>
                </a:lnTo>
                <a:lnTo>
                  <a:pt x="4205960" y="9525"/>
                </a:lnTo>
                <a:close/>
              </a:path>
              <a:path w="4215765" h="471804">
                <a:moveTo>
                  <a:pt x="4205960" y="466432"/>
                </a:moveTo>
                <a:lnTo>
                  <a:pt x="4205960" y="4762"/>
                </a:lnTo>
                <a:lnTo>
                  <a:pt x="4210723" y="9525"/>
                </a:lnTo>
                <a:lnTo>
                  <a:pt x="4215485" y="9525"/>
                </a:lnTo>
                <a:lnTo>
                  <a:pt x="4215485" y="461670"/>
                </a:lnTo>
                <a:lnTo>
                  <a:pt x="4210723" y="461670"/>
                </a:lnTo>
                <a:lnTo>
                  <a:pt x="4205960" y="466432"/>
                </a:lnTo>
                <a:close/>
              </a:path>
              <a:path w="4215765" h="471804">
                <a:moveTo>
                  <a:pt x="4215485" y="9525"/>
                </a:moveTo>
                <a:lnTo>
                  <a:pt x="4210723" y="9525"/>
                </a:lnTo>
                <a:lnTo>
                  <a:pt x="4205960" y="4762"/>
                </a:lnTo>
                <a:lnTo>
                  <a:pt x="4215485" y="4762"/>
                </a:lnTo>
                <a:lnTo>
                  <a:pt x="4215485" y="9525"/>
                </a:lnTo>
                <a:close/>
              </a:path>
              <a:path w="4215765" h="471804">
                <a:moveTo>
                  <a:pt x="9525" y="466432"/>
                </a:moveTo>
                <a:lnTo>
                  <a:pt x="4762" y="461670"/>
                </a:lnTo>
                <a:lnTo>
                  <a:pt x="9525" y="461670"/>
                </a:lnTo>
                <a:lnTo>
                  <a:pt x="9525" y="466432"/>
                </a:lnTo>
                <a:close/>
              </a:path>
              <a:path w="4215765" h="471804">
                <a:moveTo>
                  <a:pt x="4205960" y="466432"/>
                </a:moveTo>
                <a:lnTo>
                  <a:pt x="9525" y="466432"/>
                </a:lnTo>
                <a:lnTo>
                  <a:pt x="9525" y="461670"/>
                </a:lnTo>
                <a:lnTo>
                  <a:pt x="4205960" y="461670"/>
                </a:lnTo>
                <a:lnTo>
                  <a:pt x="4205960" y="466432"/>
                </a:lnTo>
                <a:close/>
              </a:path>
              <a:path w="4215765" h="471804">
                <a:moveTo>
                  <a:pt x="4215485" y="466432"/>
                </a:moveTo>
                <a:lnTo>
                  <a:pt x="4205960" y="466432"/>
                </a:lnTo>
                <a:lnTo>
                  <a:pt x="4210723" y="461670"/>
                </a:lnTo>
                <a:lnTo>
                  <a:pt x="4215485" y="461670"/>
                </a:lnTo>
                <a:lnTo>
                  <a:pt x="4215485" y="466432"/>
                </a:lnTo>
                <a:close/>
              </a:path>
            </a:pathLst>
          </a:custGeom>
          <a:solidFill>
            <a:srgbClr val="41709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 txBox="1"/>
          <p:nvPr/>
        </p:nvSpPr>
        <p:spPr>
          <a:xfrm>
            <a:off x="5532805" y="4192396"/>
            <a:ext cx="3987800" cy="10414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latin typeface="华文楷体"/>
                <a:cs typeface="华文楷体"/>
              </a:rPr>
              <a:t>利用：电磁炉、真空冶炼</a:t>
            </a:r>
            <a:endParaRPr sz="2400">
              <a:latin typeface="华文楷体"/>
              <a:cs typeface="华文楷体"/>
            </a:endParaRPr>
          </a:p>
          <a:p>
            <a:pPr marL="12700">
              <a:lnSpc>
                <a:spcPct val="100000"/>
              </a:lnSpc>
              <a:spcBef>
                <a:spcPts val="2235"/>
              </a:spcBef>
            </a:pPr>
            <a:r>
              <a:rPr dirty="0" sz="2400">
                <a:latin typeface="华文楷体"/>
                <a:cs typeface="华文楷体"/>
              </a:rPr>
              <a:t>防止：用层叠硅钢片制作铁芯</a:t>
            </a:r>
            <a:endParaRPr sz="2400">
              <a:latin typeface="华文楷体"/>
              <a:cs typeface="华文楷体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4749965" y="2106485"/>
            <a:ext cx="2661285" cy="843915"/>
          </a:xfrm>
          <a:custGeom>
            <a:avLst/>
            <a:gdLst/>
            <a:ahLst/>
            <a:cxnLst/>
            <a:rect l="l" t="t" r="r" b="b"/>
            <a:pathLst>
              <a:path w="2661284" h="843914">
                <a:moveTo>
                  <a:pt x="2660878" y="843699"/>
                </a:moveTo>
                <a:lnTo>
                  <a:pt x="0" y="843699"/>
                </a:lnTo>
                <a:lnTo>
                  <a:pt x="0" y="0"/>
                </a:lnTo>
                <a:lnTo>
                  <a:pt x="2660878" y="0"/>
                </a:lnTo>
                <a:lnTo>
                  <a:pt x="2660878" y="6350"/>
                </a:lnTo>
                <a:lnTo>
                  <a:pt x="12700" y="6350"/>
                </a:lnTo>
                <a:lnTo>
                  <a:pt x="6350" y="12700"/>
                </a:lnTo>
                <a:lnTo>
                  <a:pt x="12700" y="12700"/>
                </a:lnTo>
                <a:lnTo>
                  <a:pt x="12700" y="830999"/>
                </a:lnTo>
                <a:lnTo>
                  <a:pt x="6350" y="830999"/>
                </a:lnTo>
                <a:lnTo>
                  <a:pt x="12700" y="837349"/>
                </a:lnTo>
                <a:lnTo>
                  <a:pt x="2660878" y="837349"/>
                </a:lnTo>
                <a:lnTo>
                  <a:pt x="2660878" y="843699"/>
                </a:lnTo>
                <a:close/>
              </a:path>
              <a:path w="2661284" h="843914">
                <a:moveTo>
                  <a:pt x="12700" y="12700"/>
                </a:moveTo>
                <a:lnTo>
                  <a:pt x="6350" y="12700"/>
                </a:lnTo>
                <a:lnTo>
                  <a:pt x="12700" y="6350"/>
                </a:lnTo>
                <a:lnTo>
                  <a:pt x="12700" y="12700"/>
                </a:lnTo>
                <a:close/>
              </a:path>
              <a:path w="2661284" h="843914">
                <a:moveTo>
                  <a:pt x="2648178" y="12700"/>
                </a:moveTo>
                <a:lnTo>
                  <a:pt x="12700" y="12700"/>
                </a:lnTo>
                <a:lnTo>
                  <a:pt x="12700" y="6350"/>
                </a:lnTo>
                <a:lnTo>
                  <a:pt x="2648178" y="6350"/>
                </a:lnTo>
                <a:lnTo>
                  <a:pt x="2648178" y="12700"/>
                </a:lnTo>
                <a:close/>
              </a:path>
              <a:path w="2661284" h="843914">
                <a:moveTo>
                  <a:pt x="2648178" y="837349"/>
                </a:moveTo>
                <a:lnTo>
                  <a:pt x="2648178" y="6350"/>
                </a:lnTo>
                <a:lnTo>
                  <a:pt x="2654528" y="12700"/>
                </a:lnTo>
                <a:lnTo>
                  <a:pt x="2660878" y="12700"/>
                </a:lnTo>
                <a:lnTo>
                  <a:pt x="2660878" y="830999"/>
                </a:lnTo>
                <a:lnTo>
                  <a:pt x="2654528" y="830999"/>
                </a:lnTo>
                <a:lnTo>
                  <a:pt x="2648178" y="837349"/>
                </a:lnTo>
                <a:close/>
              </a:path>
              <a:path w="2661284" h="843914">
                <a:moveTo>
                  <a:pt x="2660878" y="12700"/>
                </a:moveTo>
                <a:lnTo>
                  <a:pt x="2654528" y="12700"/>
                </a:lnTo>
                <a:lnTo>
                  <a:pt x="2648178" y="6350"/>
                </a:lnTo>
                <a:lnTo>
                  <a:pt x="2660878" y="6350"/>
                </a:lnTo>
                <a:lnTo>
                  <a:pt x="2660878" y="12700"/>
                </a:lnTo>
                <a:close/>
              </a:path>
              <a:path w="2661284" h="843914">
                <a:moveTo>
                  <a:pt x="12700" y="837349"/>
                </a:moveTo>
                <a:lnTo>
                  <a:pt x="6350" y="830999"/>
                </a:lnTo>
                <a:lnTo>
                  <a:pt x="12700" y="830999"/>
                </a:lnTo>
                <a:lnTo>
                  <a:pt x="12700" y="837349"/>
                </a:lnTo>
                <a:close/>
              </a:path>
              <a:path w="2661284" h="843914">
                <a:moveTo>
                  <a:pt x="2648178" y="837349"/>
                </a:moveTo>
                <a:lnTo>
                  <a:pt x="12700" y="837349"/>
                </a:lnTo>
                <a:lnTo>
                  <a:pt x="12700" y="830999"/>
                </a:lnTo>
                <a:lnTo>
                  <a:pt x="2648178" y="830999"/>
                </a:lnTo>
                <a:lnTo>
                  <a:pt x="2648178" y="837349"/>
                </a:lnTo>
                <a:close/>
              </a:path>
              <a:path w="2661284" h="843914">
                <a:moveTo>
                  <a:pt x="2660878" y="837349"/>
                </a:moveTo>
                <a:lnTo>
                  <a:pt x="2648178" y="837349"/>
                </a:lnTo>
                <a:lnTo>
                  <a:pt x="2654528" y="830999"/>
                </a:lnTo>
                <a:lnTo>
                  <a:pt x="2660878" y="830999"/>
                </a:lnTo>
                <a:lnTo>
                  <a:pt x="2660878" y="837349"/>
                </a:lnTo>
                <a:close/>
              </a:path>
            </a:pathLst>
          </a:custGeom>
          <a:solidFill>
            <a:srgbClr val="41709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4749965" y="3011690"/>
            <a:ext cx="3098165" cy="843915"/>
          </a:xfrm>
          <a:custGeom>
            <a:avLst/>
            <a:gdLst/>
            <a:ahLst/>
            <a:cxnLst/>
            <a:rect l="l" t="t" r="r" b="b"/>
            <a:pathLst>
              <a:path w="3098165" h="843914">
                <a:moveTo>
                  <a:pt x="3097758" y="843699"/>
                </a:moveTo>
                <a:lnTo>
                  <a:pt x="0" y="843699"/>
                </a:lnTo>
                <a:lnTo>
                  <a:pt x="0" y="0"/>
                </a:lnTo>
                <a:lnTo>
                  <a:pt x="3097758" y="0"/>
                </a:lnTo>
                <a:lnTo>
                  <a:pt x="3097758" y="6350"/>
                </a:lnTo>
                <a:lnTo>
                  <a:pt x="12700" y="6350"/>
                </a:lnTo>
                <a:lnTo>
                  <a:pt x="6350" y="12700"/>
                </a:lnTo>
                <a:lnTo>
                  <a:pt x="12700" y="12700"/>
                </a:lnTo>
                <a:lnTo>
                  <a:pt x="12700" y="830999"/>
                </a:lnTo>
                <a:lnTo>
                  <a:pt x="6350" y="830999"/>
                </a:lnTo>
                <a:lnTo>
                  <a:pt x="12700" y="837349"/>
                </a:lnTo>
                <a:lnTo>
                  <a:pt x="3097758" y="837349"/>
                </a:lnTo>
                <a:lnTo>
                  <a:pt x="3097758" y="843699"/>
                </a:lnTo>
                <a:close/>
              </a:path>
              <a:path w="3098165" h="843914">
                <a:moveTo>
                  <a:pt x="12700" y="12700"/>
                </a:moveTo>
                <a:lnTo>
                  <a:pt x="6350" y="12700"/>
                </a:lnTo>
                <a:lnTo>
                  <a:pt x="12700" y="6350"/>
                </a:lnTo>
                <a:lnTo>
                  <a:pt x="12700" y="12700"/>
                </a:lnTo>
                <a:close/>
              </a:path>
              <a:path w="3098165" h="843914">
                <a:moveTo>
                  <a:pt x="3085058" y="12700"/>
                </a:moveTo>
                <a:lnTo>
                  <a:pt x="12700" y="12700"/>
                </a:lnTo>
                <a:lnTo>
                  <a:pt x="12700" y="6350"/>
                </a:lnTo>
                <a:lnTo>
                  <a:pt x="3085058" y="6350"/>
                </a:lnTo>
                <a:lnTo>
                  <a:pt x="3085058" y="12700"/>
                </a:lnTo>
                <a:close/>
              </a:path>
              <a:path w="3098165" h="843914">
                <a:moveTo>
                  <a:pt x="3085058" y="837349"/>
                </a:moveTo>
                <a:lnTo>
                  <a:pt x="3085058" y="6350"/>
                </a:lnTo>
                <a:lnTo>
                  <a:pt x="3091408" y="12700"/>
                </a:lnTo>
                <a:lnTo>
                  <a:pt x="3097758" y="12700"/>
                </a:lnTo>
                <a:lnTo>
                  <a:pt x="3097758" y="830999"/>
                </a:lnTo>
                <a:lnTo>
                  <a:pt x="3091408" y="830999"/>
                </a:lnTo>
                <a:lnTo>
                  <a:pt x="3085058" y="837349"/>
                </a:lnTo>
                <a:close/>
              </a:path>
              <a:path w="3098165" h="843914">
                <a:moveTo>
                  <a:pt x="3097758" y="12700"/>
                </a:moveTo>
                <a:lnTo>
                  <a:pt x="3091408" y="12700"/>
                </a:lnTo>
                <a:lnTo>
                  <a:pt x="3085058" y="6350"/>
                </a:lnTo>
                <a:lnTo>
                  <a:pt x="3097758" y="6350"/>
                </a:lnTo>
                <a:lnTo>
                  <a:pt x="3097758" y="12700"/>
                </a:lnTo>
                <a:close/>
              </a:path>
              <a:path w="3098165" h="843914">
                <a:moveTo>
                  <a:pt x="12700" y="837349"/>
                </a:moveTo>
                <a:lnTo>
                  <a:pt x="6350" y="830999"/>
                </a:lnTo>
                <a:lnTo>
                  <a:pt x="12700" y="830999"/>
                </a:lnTo>
                <a:lnTo>
                  <a:pt x="12700" y="837349"/>
                </a:lnTo>
                <a:close/>
              </a:path>
              <a:path w="3098165" h="843914">
                <a:moveTo>
                  <a:pt x="3085058" y="837349"/>
                </a:moveTo>
                <a:lnTo>
                  <a:pt x="12700" y="837349"/>
                </a:lnTo>
                <a:lnTo>
                  <a:pt x="12700" y="830999"/>
                </a:lnTo>
                <a:lnTo>
                  <a:pt x="3085058" y="830999"/>
                </a:lnTo>
                <a:lnTo>
                  <a:pt x="3085058" y="837349"/>
                </a:lnTo>
                <a:close/>
              </a:path>
              <a:path w="3098165" h="843914">
                <a:moveTo>
                  <a:pt x="3097758" y="837349"/>
                </a:moveTo>
                <a:lnTo>
                  <a:pt x="3085058" y="837349"/>
                </a:lnTo>
                <a:lnTo>
                  <a:pt x="3091408" y="830999"/>
                </a:lnTo>
                <a:lnTo>
                  <a:pt x="3097758" y="830999"/>
                </a:lnTo>
                <a:lnTo>
                  <a:pt x="3097758" y="837349"/>
                </a:lnTo>
                <a:close/>
              </a:path>
            </a:pathLst>
          </a:custGeom>
          <a:solidFill>
            <a:srgbClr val="41709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4524768" y="2526576"/>
            <a:ext cx="234950" cy="442595"/>
          </a:xfrm>
          <a:custGeom>
            <a:avLst/>
            <a:gdLst/>
            <a:ahLst/>
            <a:cxnLst/>
            <a:rect l="l" t="t" r="r" b="b"/>
            <a:pathLst>
              <a:path w="234950" h="442594">
                <a:moveTo>
                  <a:pt x="6756" y="442391"/>
                </a:moveTo>
                <a:lnTo>
                  <a:pt x="0" y="438873"/>
                </a:lnTo>
                <a:lnTo>
                  <a:pt x="228155" y="0"/>
                </a:lnTo>
                <a:lnTo>
                  <a:pt x="234924" y="3517"/>
                </a:lnTo>
                <a:lnTo>
                  <a:pt x="6756" y="44239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4522444" y="2964421"/>
            <a:ext cx="240029" cy="472440"/>
          </a:xfrm>
          <a:custGeom>
            <a:avLst/>
            <a:gdLst/>
            <a:ahLst/>
            <a:cxnLst/>
            <a:rect l="l" t="t" r="r" b="b"/>
            <a:pathLst>
              <a:path w="240029" h="472439">
                <a:moveTo>
                  <a:pt x="228155" y="471906"/>
                </a:moveTo>
                <a:lnTo>
                  <a:pt x="0" y="5575"/>
                </a:lnTo>
                <a:lnTo>
                  <a:pt x="11404" y="0"/>
                </a:lnTo>
                <a:lnTo>
                  <a:pt x="239572" y="466331"/>
                </a:lnTo>
                <a:lnTo>
                  <a:pt x="228155" y="47190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7840980" y="3313176"/>
            <a:ext cx="361315" cy="264160"/>
          </a:xfrm>
          <a:custGeom>
            <a:avLst/>
            <a:gdLst/>
            <a:ahLst/>
            <a:cxnLst/>
            <a:rect l="l" t="t" r="r" b="b"/>
            <a:pathLst>
              <a:path w="361315" h="264160">
                <a:moveTo>
                  <a:pt x="131064" y="263651"/>
                </a:moveTo>
                <a:lnTo>
                  <a:pt x="0" y="131063"/>
                </a:lnTo>
                <a:lnTo>
                  <a:pt x="131064" y="0"/>
                </a:lnTo>
                <a:lnTo>
                  <a:pt x="131064" y="65532"/>
                </a:lnTo>
                <a:lnTo>
                  <a:pt x="361188" y="65532"/>
                </a:lnTo>
                <a:lnTo>
                  <a:pt x="361188" y="196596"/>
                </a:lnTo>
                <a:lnTo>
                  <a:pt x="131064" y="196596"/>
                </a:lnTo>
                <a:lnTo>
                  <a:pt x="131064" y="263651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7832394" y="3298012"/>
            <a:ext cx="376555" cy="294005"/>
          </a:xfrm>
          <a:custGeom>
            <a:avLst/>
            <a:gdLst/>
            <a:ahLst/>
            <a:cxnLst/>
            <a:rect l="l" t="t" r="r" b="b"/>
            <a:pathLst>
              <a:path w="376554" h="294004">
                <a:moveTo>
                  <a:pt x="146735" y="293446"/>
                </a:moveTo>
                <a:lnTo>
                  <a:pt x="0" y="146723"/>
                </a:lnTo>
                <a:lnTo>
                  <a:pt x="146735" y="0"/>
                </a:lnTo>
                <a:lnTo>
                  <a:pt x="146735" y="15328"/>
                </a:lnTo>
                <a:lnTo>
                  <a:pt x="134035" y="15328"/>
                </a:lnTo>
                <a:lnTo>
                  <a:pt x="134035" y="30645"/>
                </a:lnTo>
                <a:lnTo>
                  <a:pt x="22453" y="142227"/>
                </a:lnTo>
                <a:lnTo>
                  <a:pt x="13474" y="142227"/>
                </a:lnTo>
                <a:lnTo>
                  <a:pt x="13474" y="151206"/>
                </a:lnTo>
                <a:lnTo>
                  <a:pt x="22453" y="151206"/>
                </a:lnTo>
                <a:lnTo>
                  <a:pt x="134035" y="262788"/>
                </a:lnTo>
                <a:lnTo>
                  <a:pt x="134035" y="278117"/>
                </a:lnTo>
                <a:lnTo>
                  <a:pt x="146735" y="278117"/>
                </a:lnTo>
                <a:lnTo>
                  <a:pt x="146735" y="293446"/>
                </a:lnTo>
                <a:close/>
              </a:path>
              <a:path w="376554" h="294004">
                <a:moveTo>
                  <a:pt x="134035" y="30645"/>
                </a:moveTo>
                <a:lnTo>
                  <a:pt x="134035" y="15328"/>
                </a:lnTo>
                <a:lnTo>
                  <a:pt x="144868" y="19812"/>
                </a:lnTo>
                <a:lnTo>
                  <a:pt x="134035" y="30645"/>
                </a:lnTo>
                <a:close/>
              </a:path>
              <a:path w="376554" h="294004">
                <a:moveTo>
                  <a:pt x="363829" y="87375"/>
                </a:moveTo>
                <a:lnTo>
                  <a:pt x="134035" y="87375"/>
                </a:lnTo>
                <a:lnTo>
                  <a:pt x="134035" y="30645"/>
                </a:lnTo>
                <a:lnTo>
                  <a:pt x="144868" y="19812"/>
                </a:lnTo>
                <a:lnTo>
                  <a:pt x="134035" y="15328"/>
                </a:lnTo>
                <a:lnTo>
                  <a:pt x="146735" y="15328"/>
                </a:lnTo>
                <a:lnTo>
                  <a:pt x="146735" y="74675"/>
                </a:lnTo>
                <a:lnTo>
                  <a:pt x="140385" y="74675"/>
                </a:lnTo>
                <a:lnTo>
                  <a:pt x="146735" y="81025"/>
                </a:lnTo>
                <a:lnTo>
                  <a:pt x="363829" y="81025"/>
                </a:lnTo>
                <a:lnTo>
                  <a:pt x="363829" y="87375"/>
                </a:lnTo>
                <a:close/>
              </a:path>
              <a:path w="376554" h="294004">
                <a:moveTo>
                  <a:pt x="146735" y="81025"/>
                </a:moveTo>
                <a:lnTo>
                  <a:pt x="140385" y="74675"/>
                </a:lnTo>
                <a:lnTo>
                  <a:pt x="146735" y="74675"/>
                </a:lnTo>
                <a:lnTo>
                  <a:pt x="146735" y="81025"/>
                </a:lnTo>
                <a:close/>
              </a:path>
              <a:path w="376554" h="294004">
                <a:moveTo>
                  <a:pt x="376529" y="87375"/>
                </a:moveTo>
                <a:lnTo>
                  <a:pt x="370179" y="87375"/>
                </a:lnTo>
                <a:lnTo>
                  <a:pt x="363829" y="81025"/>
                </a:lnTo>
                <a:lnTo>
                  <a:pt x="146735" y="81025"/>
                </a:lnTo>
                <a:lnTo>
                  <a:pt x="146735" y="74675"/>
                </a:lnTo>
                <a:lnTo>
                  <a:pt x="376529" y="74675"/>
                </a:lnTo>
                <a:lnTo>
                  <a:pt x="376529" y="87375"/>
                </a:lnTo>
                <a:close/>
              </a:path>
              <a:path w="376554" h="294004">
                <a:moveTo>
                  <a:pt x="363829" y="212420"/>
                </a:moveTo>
                <a:lnTo>
                  <a:pt x="363829" y="81025"/>
                </a:lnTo>
                <a:lnTo>
                  <a:pt x="370179" y="87375"/>
                </a:lnTo>
                <a:lnTo>
                  <a:pt x="376529" y="87375"/>
                </a:lnTo>
                <a:lnTo>
                  <a:pt x="376529" y="206070"/>
                </a:lnTo>
                <a:lnTo>
                  <a:pt x="370179" y="206070"/>
                </a:lnTo>
                <a:lnTo>
                  <a:pt x="363829" y="212420"/>
                </a:lnTo>
                <a:close/>
              </a:path>
              <a:path w="376554" h="294004">
                <a:moveTo>
                  <a:pt x="13474" y="151206"/>
                </a:moveTo>
                <a:lnTo>
                  <a:pt x="13474" y="142227"/>
                </a:lnTo>
                <a:lnTo>
                  <a:pt x="17957" y="146723"/>
                </a:lnTo>
                <a:lnTo>
                  <a:pt x="13474" y="151206"/>
                </a:lnTo>
                <a:close/>
              </a:path>
              <a:path w="376554" h="294004">
                <a:moveTo>
                  <a:pt x="17964" y="146716"/>
                </a:moveTo>
                <a:lnTo>
                  <a:pt x="13474" y="142227"/>
                </a:lnTo>
                <a:lnTo>
                  <a:pt x="22453" y="142227"/>
                </a:lnTo>
                <a:lnTo>
                  <a:pt x="17964" y="146716"/>
                </a:lnTo>
                <a:close/>
              </a:path>
              <a:path w="376554" h="294004">
                <a:moveTo>
                  <a:pt x="22453" y="151206"/>
                </a:moveTo>
                <a:lnTo>
                  <a:pt x="13474" y="151206"/>
                </a:lnTo>
                <a:lnTo>
                  <a:pt x="17970" y="146723"/>
                </a:lnTo>
                <a:lnTo>
                  <a:pt x="22453" y="151206"/>
                </a:lnTo>
                <a:close/>
              </a:path>
              <a:path w="376554" h="294004">
                <a:moveTo>
                  <a:pt x="146735" y="278117"/>
                </a:moveTo>
                <a:lnTo>
                  <a:pt x="134035" y="278117"/>
                </a:lnTo>
                <a:lnTo>
                  <a:pt x="144868" y="273621"/>
                </a:lnTo>
                <a:lnTo>
                  <a:pt x="134035" y="262788"/>
                </a:lnTo>
                <a:lnTo>
                  <a:pt x="134035" y="206070"/>
                </a:lnTo>
                <a:lnTo>
                  <a:pt x="363829" y="206070"/>
                </a:lnTo>
                <a:lnTo>
                  <a:pt x="363829" y="212420"/>
                </a:lnTo>
                <a:lnTo>
                  <a:pt x="146735" y="212420"/>
                </a:lnTo>
                <a:lnTo>
                  <a:pt x="140385" y="218770"/>
                </a:lnTo>
                <a:lnTo>
                  <a:pt x="146735" y="218770"/>
                </a:lnTo>
                <a:lnTo>
                  <a:pt x="146735" y="278117"/>
                </a:lnTo>
                <a:close/>
              </a:path>
              <a:path w="376554" h="294004">
                <a:moveTo>
                  <a:pt x="376529" y="218770"/>
                </a:moveTo>
                <a:lnTo>
                  <a:pt x="146735" y="218770"/>
                </a:lnTo>
                <a:lnTo>
                  <a:pt x="146735" y="212420"/>
                </a:lnTo>
                <a:lnTo>
                  <a:pt x="363829" y="212420"/>
                </a:lnTo>
                <a:lnTo>
                  <a:pt x="370179" y="206070"/>
                </a:lnTo>
                <a:lnTo>
                  <a:pt x="376529" y="206070"/>
                </a:lnTo>
                <a:lnTo>
                  <a:pt x="376529" y="218770"/>
                </a:lnTo>
                <a:close/>
              </a:path>
              <a:path w="376554" h="294004">
                <a:moveTo>
                  <a:pt x="146735" y="218770"/>
                </a:moveTo>
                <a:lnTo>
                  <a:pt x="140385" y="218770"/>
                </a:lnTo>
                <a:lnTo>
                  <a:pt x="146735" y="212420"/>
                </a:lnTo>
                <a:lnTo>
                  <a:pt x="146735" y="218770"/>
                </a:lnTo>
                <a:close/>
              </a:path>
              <a:path w="376554" h="294004">
                <a:moveTo>
                  <a:pt x="134035" y="278117"/>
                </a:moveTo>
                <a:lnTo>
                  <a:pt x="134035" y="262788"/>
                </a:lnTo>
                <a:lnTo>
                  <a:pt x="144868" y="273621"/>
                </a:lnTo>
                <a:lnTo>
                  <a:pt x="134035" y="278117"/>
                </a:lnTo>
                <a:close/>
              </a:path>
            </a:pathLst>
          </a:custGeom>
          <a:solidFill>
            <a:srgbClr val="41709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5294198" y="4424845"/>
            <a:ext cx="163830" cy="354330"/>
          </a:xfrm>
          <a:custGeom>
            <a:avLst/>
            <a:gdLst/>
            <a:ahLst/>
            <a:cxnLst/>
            <a:rect l="l" t="t" r="r" b="b"/>
            <a:pathLst>
              <a:path w="163829" h="354329">
                <a:moveTo>
                  <a:pt x="6959" y="353910"/>
                </a:moveTo>
                <a:lnTo>
                  <a:pt x="0" y="350812"/>
                </a:lnTo>
                <a:lnTo>
                  <a:pt x="156387" y="0"/>
                </a:lnTo>
                <a:lnTo>
                  <a:pt x="163347" y="3111"/>
                </a:lnTo>
                <a:lnTo>
                  <a:pt x="6959" y="35391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5292051" y="4774260"/>
            <a:ext cx="167640" cy="305435"/>
          </a:xfrm>
          <a:custGeom>
            <a:avLst/>
            <a:gdLst/>
            <a:ahLst/>
            <a:cxnLst/>
            <a:rect l="l" t="t" r="r" b="b"/>
            <a:pathLst>
              <a:path w="167639" h="305435">
                <a:moveTo>
                  <a:pt x="156387" y="304939"/>
                </a:moveTo>
                <a:lnTo>
                  <a:pt x="0" y="5892"/>
                </a:lnTo>
                <a:lnTo>
                  <a:pt x="11252" y="0"/>
                </a:lnTo>
                <a:lnTo>
                  <a:pt x="167639" y="299046"/>
                </a:lnTo>
                <a:lnTo>
                  <a:pt x="156387" y="30493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79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高中物</a:t>
            </a:r>
            <a:r>
              <a:rPr dirty="0" spc="5"/>
              <a:t>理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2025-04-20T10:11:25Z</dcterms:created>
  <dcterms:modified xsi:type="dcterms:W3CDTF">2025-04-20T10:11:25Z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2023-10-17T00:00:00Z</vt:filetime>
  </property>
  <property fmtid="{D5CDD505-2E9C-101B-9397-08002B2CF9AE}" pid="3" name="Creator">
    <vt:lpwstr>WPS 演示</vt:lpwstr>
  </property>
  <property fmtid="{D5CDD505-2E9C-101B-9397-08002B2CF9AE}" pid="4" name="LastSaved">
    <vt:filetime>2025-04-20T00:00:00Z</vt:filetime>
  </property>
</Properties>
</file>