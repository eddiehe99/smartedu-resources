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83205" y="1749412"/>
            <a:ext cx="1040764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69374" y="1682597"/>
            <a:ext cx="665325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1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21.png"/><Relationship Id="rId5" Type="http://schemas.openxmlformats.org/officeDocument/2006/relationships/image" Target="../media/image31.jpg"/><Relationship Id="rId6" Type="http://schemas.openxmlformats.org/officeDocument/2006/relationships/image" Target="../media/image3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jpg"/><Relationship Id="rId3" Type="http://schemas.openxmlformats.org/officeDocument/2006/relationships/image" Target="../media/image50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9782" y="2073452"/>
            <a:ext cx="55124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互感和自感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4680"/>
                <a:gridCol w="1520190"/>
                <a:gridCol w="341757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主讲人：林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勇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6485" y="2045881"/>
            <a:ext cx="56127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solidFill>
                  <a:srgbClr val="538235"/>
                </a:solidFill>
                <a:latin typeface="微软雅黑"/>
                <a:cs typeface="微软雅黑"/>
              </a:rPr>
              <a:t>互感和自感（第一课时</a:t>
            </a:r>
            <a:r>
              <a:rPr dirty="0" spc="-5" b="1">
                <a:solidFill>
                  <a:srgbClr val="538235"/>
                </a:solidFill>
                <a:latin typeface="微软雅黑"/>
                <a:cs typeface="微软雅黑"/>
              </a:rPr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93149" y="3305242"/>
          <a:ext cx="7017384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7470"/>
                <a:gridCol w="982980"/>
                <a:gridCol w="341757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主讲人：林</a:t>
                      </a:r>
                      <a:r>
                        <a:rPr dirty="0" sz="2800" spc="-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勇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8251" y="1117091"/>
            <a:ext cx="6320028" cy="4369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90682" y="4389424"/>
            <a:ext cx="350735" cy="339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18707" y="4200220"/>
            <a:ext cx="313232" cy="334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7536" y="1141475"/>
            <a:ext cx="6879971" cy="3869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8684" y="2296667"/>
            <a:ext cx="5123688" cy="3541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46294" y="4975161"/>
            <a:ext cx="350735" cy="339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90982" y="5306695"/>
            <a:ext cx="313232" cy="334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45014" y="1136865"/>
            <a:ext cx="5199710" cy="15023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89159" y="2441257"/>
            <a:ext cx="82753" cy="834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13936" y="2361323"/>
            <a:ext cx="166750" cy="1668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20045" y="2262746"/>
            <a:ext cx="250202" cy="2502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38664" y="1130528"/>
            <a:ext cx="5212715" cy="1511300"/>
          </a:xfrm>
          <a:custGeom>
            <a:avLst/>
            <a:gdLst/>
            <a:ahLst/>
            <a:cxnLst/>
            <a:rect l="l" t="t" r="r" b="b"/>
            <a:pathLst>
              <a:path w="5212715" h="1511300">
                <a:moveTo>
                  <a:pt x="3362071" y="12699"/>
                </a:moveTo>
                <a:lnTo>
                  <a:pt x="2996082" y="12699"/>
                </a:lnTo>
                <a:lnTo>
                  <a:pt x="3013379" y="0"/>
                </a:lnTo>
                <a:lnTo>
                  <a:pt x="3347758" y="0"/>
                </a:lnTo>
                <a:lnTo>
                  <a:pt x="3362071" y="12699"/>
                </a:lnTo>
                <a:close/>
              </a:path>
              <a:path w="5212715" h="1511300">
                <a:moveTo>
                  <a:pt x="4247184" y="12699"/>
                </a:moveTo>
                <a:lnTo>
                  <a:pt x="3850271" y="12699"/>
                </a:lnTo>
                <a:lnTo>
                  <a:pt x="3865397" y="0"/>
                </a:lnTo>
                <a:lnTo>
                  <a:pt x="4223004" y="0"/>
                </a:lnTo>
                <a:lnTo>
                  <a:pt x="4247184" y="12699"/>
                </a:lnTo>
                <a:close/>
              </a:path>
              <a:path w="5212715" h="1511300">
                <a:moveTo>
                  <a:pt x="2997873" y="25399"/>
                </a:moveTo>
                <a:lnTo>
                  <a:pt x="2913989" y="25399"/>
                </a:lnTo>
                <a:lnTo>
                  <a:pt x="2929775" y="12699"/>
                </a:lnTo>
                <a:lnTo>
                  <a:pt x="3015068" y="12699"/>
                </a:lnTo>
                <a:lnTo>
                  <a:pt x="2997873" y="25399"/>
                </a:lnTo>
                <a:close/>
              </a:path>
              <a:path w="5212715" h="1511300">
                <a:moveTo>
                  <a:pt x="3443732" y="25399"/>
                </a:moveTo>
                <a:lnTo>
                  <a:pt x="3374250" y="25399"/>
                </a:lnTo>
                <a:lnTo>
                  <a:pt x="3360204" y="12699"/>
                </a:lnTo>
                <a:lnTo>
                  <a:pt x="3430651" y="12699"/>
                </a:lnTo>
                <a:lnTo>
                  <a:pt x="3443732" y="25399"/>
                </a:lnTo>
                <a:close/>
              </a:path>
              <a:path w="5212715" h="1511300">
                <a:moveTo>
                  <a:pt x="3851935" y="25399"/>
                </a:moveTo>
                <a:lnTo>
                  <a:pt x="3763517" y="25399"/>
                </a:lnTo>
                <a:lnTo>
                  <a:pt x="3777462" y="12699"/>
                </a:lnTo>
                <a:lnTo>
                  <a:pt x="3866997" y="12699"/>
                </a:lnTo>
                <a:lnTo>
                  <a:pt x="3851935" y="25399"/>
                </a:lnTo>
                <a:close/>
              </a:path>
              <a:path w="5212715" h="1511300">
                <a:moveTo>
                  <a:pt x="4316679" y="25399"/>
                </a:moveTo>
                <a:lnTo>
                  <a:pt x="4245406" y="25399"/>
                </a:lnTo>
                <a:lnTo>
                  <a:pt x="4221340" y="12699"/>
                </a:lnTo>
                <a:lnTo>
                  <a:pt x="4294047" y="12699"/>
                </a:lnTo>
                <a:lnTo>
                  <a:pt x="4316679" y="25399"/>
                </a:lnTo>
                <a:close/>
              </a:path>
              <a:path w="5212715" h="1511300">
                <a:moveTo>
                  <a:pt x="2916783" y="38099"/>
                </a:moveTo>
                <a:lnTo>
                  <a:pt x="2868663" y="38099"/>
                </a:lnTo>
                <a:lnTo>
                  <a:pt x="2883420" y="25399"/>
                </a:lnTo>
                <a:lnTo>
                  <a:pt x="2932468" y="25399"/>
                </a:lnTo>
                <a:lnTo>
                  <a:pt x="2916783" y="38099"/>
                </a:lnTo>
                <a:close/>
              </a:path>
              <a:path w="5212715" h="1511300">
                <a:moveTo>
                  <a:pt x="3493681" y="38099"/>
                </a:moveTo>
                <a:lnTo>
                  <a:pt x="3440950" y="38099"/>
                </a:lnTo>
                <a:lnTo>
                  <a:pt x="3427958" y="25399"/>
                </a:lnTo>
                <a:lnTo>
                  <a:pt x="3481552" y="25399"/>
                </a:lnTo>
                <a:lnTo>
                  <a:pt x="3493681" y="38099"/>
                </a:lnTo>
                <a:close/>
              </a:path>
              <a:path w="5212715" h="1511300">
                <a:moveTo>
                  <a:pt x="3766121" y="38099"/>
                </a:moveTo>
                <a:lnTo>
                  <a:pt x="3710012" y="38099"/>
                </a:lnTo>
                <a:lnTo>
                  <a:pt x="3723043" y="25399"/>
                </a:lnTo>
                <a:lnTo>
                  <a:pt x="3779989" y="25399"/>
                </a:lnTo>
                <a:lnTo>
                  <a:pt x="3766121" y="38099"/>
                </a:lnTo>
                <a:close/>
              </a:path>
              <a:path w="5212715" h="1511300">
                <a:moveTo>
                  <a:pt x="4381093" y="38099"/>
                </a:moveTo>
                <a:lnTo>
                  <a:pt x="4314151" y="38099"/>
                </a:lnTo>
                <a:lnTo>
                  <a:pt x="4291647" y="25399"/>
                </a:lnTo>
                <a:lnTo>
                  <a:pt x="4360227" y="25399"/>
                </a:lnTo>
                <a:lnTo>
                  <a:pt x="4381093" y="38099"/>
                </a:lnTo>
                <a:close/>
              </a:path>
              <a:path w="5212715" h="1511300">
                <a:moveTo>
                  <a:pt x="2434844" y="50799"/>
                </a:moveTo>
                <a:lnTo>
                  <a:pt x="2082863" y="50799"/>
                </a:lnTo>
                <a:lnTo>
                  <a:pt x="2104161" y="38099"/>
                </a:lnTo>
                <a:lnTo>
                  <a:pt x="2419642" y="38099"/>
                </a:lnTo>
                <a:lnTo>
                  <a:pt x="2434844" y="50799"/>
                </a:lnTo>
                <a:close/>
              </a:path>
              <a:path w="5212715" h="1511300">
                <a:moveTo>
                  <a:pt x="2872117" y="50799"/>
                </a:moveTo>
                <a:lnTo>
                  <a:pt x="2826677" y="50799"/>
                </a:lnTo>
                <a:lnTo>
                  <a:pt x="2840278" y="38099"/>
                </a:lnTo>
                <a:lnTo>
                  <a:pt x="2886760" y="38099"/>
                </a:lnTo>
                <a:lnTo>
                  <a:pt x="2872117" y="50799"/>
                </a:lnTo>
                <a:close/>
              </a:path>
              <a:path w="5212715" h="1511300">
                <a:moveTo>
                  <a:pt x="3528479" y="50799"/>
                </a:moveTo>
                <a:lnTo>
                  <a:pt x="3490163" y="50799"/>
                </a:lnTo>
                <a:lnTo>
                  <a:pt x="3478136" y="38099"/>
                </a:lnTo>
                <a:lnTo>
                  <a:pt x="3517150" y="38099"/>
                </a:lnTo>
                <a:lnTo>
                  <a:pt x="3528479" y="50799"/>
                </a:lnTo>
                <a:close/>
              </a:path>
              <a:path w="5212715" h="1511300">
                <a:moveTo>
                  <a:pt x="3713289" y="50799"/>
                </a:moveTo>
                <a:lnTo>
                  <a:pt x="3672433" y="50799"/>
                </a:lnTo>
                <a:lnTo>
                  <a:pt x="3684701" y="38099"/>
                </a:lnTo>
                <a:lnTo>
                  <a:pt x="3726218" y="38099"/>
                </a:lnTo>
                <a:lnTo>
                  <a:pt x="3713289" y="50799"/>
                </a:lnTo>
                <a:close/>
              </a:path>
              <a:path w="5212715" h="1511300">
                <a:moveTo>
                  <a:pt x="4420882" y="50799"/>
                </a:moveTo>
                <a:lnTo>
                  <a:pt x="4377766" y="50799"/>
                </a:lnTo>
                <a:lnTo>
                  <a:pt x="4357039" y="38099"/>
                </a:lnTo>
                <a:lnTo>
                  <a:pt x="4401324" y="38099"/>
                </a:lnTo>
                <a:lnTo>
                  <a:pt x="4420882" y="50799"/>
                </a:lnTo>
                <a:close/>
              </a:path>
              <a:path w="5212715" h="1511300">
                <a:moveTo>
                  <a:pt x="2084247" y="63499"/>
                </a:moveTo>
                <a:lnTo>
                  <a:pt x="1981073" y="63499"/>
                </a:lnTo>
                <a:lnTo>
                  <a:pt x="2000758" y="50799"/>
                </a:lnTo>
                <a:lnTo>
                  <a:pt x="2105456" y="50799"/>
                </a:lnTo>
                <a:lnTo>
                  <a:pt x="2084247" y="63499"/>
                </a:lnTo>
                <a:close/>
              </a:path>
              <a:path w="5212715" h="1511300">
                <a:moveTo>
                  <a:pt x="2522804" y="63499"/>
                </a:moveTo>
                <a:lnTo>
                  <a:pt x="2433485" y="63499"/>
                </a:lnTo>
                <a:lnTo>
                  <a:pt x="2418334" y="50799"/>
                </a:lnTo>
                <a:lnTo>
                  <a:pt x="2508554" y="50799"/>
                </a:lnTo>
                <a:lnTo>
                  <a:pt x="2522804" y="63499"/>
                </a:lnTo>
                <a:close/>
              </a:path>
              <a:path w="5212715" h="1511300">
                <a:moveTo>
                  <a:pt x="2830855" y="63499"/>
                </a:moveTo>
                <a:lnTo>
                  <a:pt x="2788323" y="63499"/>
                </a:lnTo>
                <a:lnTo>
                  <a:pt x="2800680" y="50799"/>
                </a:lnTo>
                <a:lnTo>
                  <a:pt x="2844342" y="50799"/>
                </a:lnTo>
                <a:lnTo>
                  <a:pt x="2830855" y="63499"/>
                </a:lnTo>
                <a:close/>
              </a:path>
              <a:path w="5212715" h="1511300">
                <a:moveTo>
                  <a:pt x="3560813" y="63499"/>
                </a:moveTo>
                <a:lnTo>
                  <a:pt x="3524364" y="63499"/>
                </a:lnTo>
                <a:lnTo>
                  <a:pt x="3513137" y="50799"/>
                </a:lnTo>
                <a:lnTo>
                  <a:pt x="3550323" y="50799"/>
                </a:lnTo>
                <a:lnTo>
                  <a:pt x="3560813" y="63499"/>
                </a:lnTo>
                <a:close/>
              </a:path>
              <a:path w="5212715" h="1511300">
                <a:moveTo>
                  <a:pt x="3676243" y="63499"/>
                </a:moveTo>
                <a:lnTo>
                  <a:pt x="3637216" y="63499"/>
                </a:lnTo>
                <a:lnTo>
                  <a:pt x="3648684" y="50799"/>
                </a:lnTo>
                <a:lnTo>
                  <a:pt x="3688422" y="50799"/>
                </a:lnTo>
                <a:lnTo>
                  <a:pt x="3676243" y="63499"/>
                </a:lnTo>
                <a:close/>
              </a:path>
              <a:path w="5212715" h="1511300">
                <a:moveTo>
                  <a:pt x="4457903" y="63499"/>
                </a:moveTo>
                <a:lnTo>
                  <a:pt x="4416958" y="63499"/>
                </a:lnTo>
                <a:lnTo>
                  <a:pt x="4397552" y="50799"/>
                </a:lnTo>
                <a:lnTo>
                  <a:pt x="4439742" y="50799"/>
                </a:lnTo>
                <a:lnTo>
                  <a:pt x="4457903" y="63499"/>
                </a:lnTo>
                <a:close/>
              </a:path>
              <a:path w="5212715" h="1511300">
                <a:moveTo>
                  <a:pt x="1983397" y="76199"/>
                </a:moveTo>
                <a:lnTo>
                  <a:pt x="1924215" y="76199"/>
                </a:lnTo>
                <a:lnTo>
                  <a:pt x="1942782" y="63499"/>
                </a:lnTo>
                <a:lnTo>
                  <a:pt x="2002993" y="63499"/>
                </a:lnTo>
                <a:lnTo>
                  <a:pt x="1983397" y="76199"/>
                </a:lnTo>
                <a:close/>
              </a:path>
              <a:path w="5212715" h="1511300">
                <a:moveTo>
                  <a:pt x="2591244" y="76199"/>
                </a:moveTo>
                <a:lnTo>
                  <a:pt x="2520632" y="76199"/>
                </a:lnTo>
                <a:lnTo>
                  <a:pt x="2506459" y="63499"/>
                </a:lnTo>
                <a:lnTo>
                  <a:pt x="2577934" y="63499"/>
                </a:lnTo>
                <a:lnTo>
                  <a:pt x="2591244" y="76199"/>
                </a:lnTo>
                <a:close/>
              </a:path>
              <a:path w="5212715" h="1511300">
                <a:moveTo>
                  <a:pt x="2793314" y="76199"/>
                </a:moveTo>
                <a:lnTo>
                  <a:pt x="2764916" y="76199"/>
                </a:lnTo>
                <a:lnTo>
                  <a:pt x="2776397" y="63499"/>
                </a:lnTo>
                <a:lnTo>
                  <a:pt x="2805531" y="63499"/>
                </a:lnTo>
                <a:lnTo>
                  <a:pt x="2793314" y="76199"/>
                </a:lnTo>
                <a:close/>
              </a:path>
              <a:path w="5212715" h="1511300">
                <a:moveTo>
                  <a:pt x="3590505" y="76199"/>
                </a:moveTo>
                <a:lnTo>
                  <a:pt x="3566007" y="76199"/>
                </a:lnTo>
                <a:lnTo>
                  <a:pt x="3555936" y="63499"/>
                </a:lnTo>
                <a:lnTo>
                  <a:pt x="3580917" y="63499"/>
                </a:lnTo>
                <a:lnTo>
                  <a:pt x="3590505" y="76199"/>
                </a:lnTo>
                <a:close/>
              </a:path>
              <a:path w="5212715" h="1511300">
                <a:moveTo>
                  <a:pt x="3630637" y="76199"/>
                </a:moveTo>
                <a:lnTo>
                  <a:pt x="3604514" y="76199"/>
                </a:lnTo>
                <a:lnTo>
                  <a:pt x="3615118" y="63499"/>
                </a:lnTo>
                <a:lnTo>
                  <a:pt x="3641712" y="63499"/>
                </a:lnTo>
                <a:lnTo>
                  <a:pt x="3630637" y="76199"/>
                </a:lnTo>
                <a:close/>
              </a:path>
              <a:path w="5212715" h="1511300">
                <a:moveTo>
                  <a:pt x="4507801" y="88899"/>
                </a:moveTo>
                <a:lnTo>
                  <a:pt x="4486668" y="88899"/>
                </a:lnTo>
                <a:lnTo>
                  <a:pt x="4470209" y="76199"/>
                </a:lnTo>
                <a:lnTo>
                  <a:pt x="4453331" y="76199"/>
                </a:lnTo>
                <a:lnTo>
                  <a:pt x="4435348" y="63499"/>
                </a:lnTo>
                <a:lnTo>
                  <a:pt x="4475314" y="63499"/>
                </a:lnTo>
                <a:lnTo>
                  <a:pt x="4491951" y="76199"/>
                </a:lnTo>
                <a:lnTo>
                  <a:pt x="4507801" y="88899"/>
                </a:lnTo>
                <a:close/>
              </a:path>
              <a:path w="5212715" h="1511300">
                <a:moveTo>
                  <a:pt x="1927148" y="88899"/>
                </a:moveTo>
                <a:lnTo>
                  <a:pt x="1870964" y="88899"/>
                </a:lnTo>
                <a:lnTo>
                  <a:pt x="1888286" y="76199"/>
                </a:lnTo>
                <a:lnTo>
                  <a:pt x="1945614" y="76199"/>
                </a:lnTo>
                <a:lnTo>
                  <a:pt x="1927148" y="88899"/>
                </a:lnTo>
                <a:close/>
              </a:path>
              <a:path w="5212715" h="1511300">
                <a:moveTo>
                  <a:pt x="2642387" y="88899"/>
                </a:moveTo>
                <a:lnTo>
                  <a:pt x="2588361" y="88899"/>
                </a:lnTo>
                <a:lnTo>
                  <a:pt x="2575128" y="76199"/>
                </a:lnTo>
                <a:lnTo>
                  <a:pt x="2629916" y="76199"/>
                </a:lnTo>
                <a:lnTo>
                  <a:pt x="2642387" y="88899"/>
                </a:lnTo>
                <a:close/>
              </a:path>
              <a:path w="5212715" h="1511300">
                <a:moveTo>
                  <a:pt x="2770505" y="88899"/>
                </a:moveTo>
                <a:lnTo>
                  <a:pt x="2743365" y="88899"/>
                </a:lnTo>
                <a:lnTo>
                  <a:pt x="2753906" y="76199"/>
                </a:lnTo>
                <a:lnTo>
                  <a:pt x="2781833" y="76199"/>
                </a:lnTo>
                <a:lnTo>
                  <a:pt x="2770505" y="88899"/>
                </a:lnTo>
                <a:close/>
              </a:path>
              <a:path w="5212715" h="1511300">
                <a:moveTo>
                  <a:pt x="3596728" y="88899"/>
                </a:moveTo>
                <a:lnTo>
                  <a:pt x="3584879" y="76199"/>
                </a:lnTo>
                <a:lnTo>
                  <a:pt x="3609682" y="76199"/>
                </a:lnTo>
                <a:lnTo>
                  <a:pt x="3596728" y="88899"/>
                </a:lnTo>
                <a:close/>
              </a:path>
              <a:path w="5212715" h="1511300">
                <a:moveTo>
                  <a:pt x="3609568" y="88899"/>
                </a:moveTo>
                <a:lnTo>
                  <a:pt x="3609682" y="76199"/>
                </a:lnTo>
                <a:lnTo>
                  <a:pt x="3620058" y="76199"/>
                </a:lnTo>
                <a:lnTo>
                  <a:pt x="3609568" y="88899"/>
                </a:lnTo>
                <a:close/>
              </a:path>
              <a:path w="5212715" h="1511300">
                <a:moveTo>
                  <a:pt x="1874545" y="101599"/>
                </a:moveTo>
                <a:lnTo>
                  <a:pt x="1837639" y="101599"/>
                </a:lnTo>
                <a:lnTo>
                  <a:pt x="1854073" y="88899"/>
                </a:lnTo>
                <a:lnTo>
                  <a:pt x="1891766" y="88899"/>
                </a:lnTo>
                <a:lnTo>
                  <a:pt x="1874545" y="101599"/>
                </a:lnTo>
                <a:close/>
              </a:path>
              <a:path w="5212715" h="1511300">
                <a:moveTo>
                  <a:pt x="2678430" y="101599"/>
                </a:moveTo>
                <a:lnTo>
                  <a:pt x="2638882" y="101599"/>
                </a:lnTo>
                <a:lnTo>
                  <a:pt x="2626487" y="88899"/>
                </a:lnTo>
                <a:lnTo>
                  <a:pt x="2666644" y="88899"/>
                </a:lnTo>
                <a:lnTo>
                  <a:pt x="2678430" y="101599"/>
                </a:lnTo>
                <a:close/>
              </a:path>
              <a:path w="5212715" h="1511300">
                <a:moveTo>
                  <a:pt x="2749600" y="101599"/>
                </a:moveTo>
                <a:lnTo>
                  <a:pt x="2723730" y="101599"/>
                </a:lnTo>
                <a:lnTo>
                  <a:pt x="2733306" y="88899"/>
                </a:lnTo>
                <a:lnTo>
                  <a:pt x="2759976" y="88899"/>
                </a:lnTo>
                <a:lnTo>
                  <a:pt x="2749600" y="101599"/>
                </a:lnTo>
                <a:close/>
              </a:path>
              <a:path w="5212715" h="1511300">
                <a:moveTo>
                  <a:pt x="4537011" y="101599"/>
                </a:moveTo>
                <a:lnTo>
                  <a:pt x="4502137" y="101599"/>
                </a:lnTo>
                <a:lnTo>
                  <a:pt x="4486478" y="88899"/>
                </a:lnTo>
                <a:lnTo>
                  <a:pt x="4522851" y="88899"/>
                </a:lnTo>
                <a:lnTo>
                  <a:pt x="4537011" y="101599"/>
                </a:lnTo>
                <a:close/>
              </a:path>
              <a:path w="5212715" h="1511300">
                <a:moveTo>
                  <a:pt x="1841690" y="114299"/>
                </a:moveTo>
                <a:lnTo>
                  <a:pt x="1806168" y="114299"/>
                </a:lnTo>
                <a:lnTo>
                  <a:pt x="1821662" y="101599"/>
                </a:lnTo>
                <a:lnTo>
                  <a:pt x="1858010" y="101599"/>
                </a:lnTo>
                <a:lnTo>
                  <a:pt x="1841690" y="114299"/>
                </a:lnTo>
                <a:close/>
              </a:path>
              <a:path w="5212715" h="1511300">
                <a:moveTo>
                  <a:pt x="2706230" y="114299"/>
                </a:moveTo>
                <a:lnTo>
                  <a:pt x="2674429" y="114299"/>
                </a:lnTo>
                <a:lnTo>
                  <a:pt x="2662720" y="101599"/>
                </a:lnTo>
                <a:lnTo>
                  <a:pt x="2701290" y="101599"/>
                </a:lnTo>
                <a:lnTo>
                  <a:pt x="2708869" y="110331"/>
                </a:lnTo>
                <a:lnTo>
                  <a:pt x="2706230" y="114299"/>
                </a:lnTo>
                <a:close/>
              </a:path>
              <a:path w="5212715" h="1511300">
                <a:moveTo>
                  <a:pt x="2722029" y="114299"/>
                </a:moveTo>
                <a:lnTo>
                  <a:pt x="2712313" y="114299"/>
                </a:lnTo>
                <a:lnTo>
                  <a:pt x="2708869" y="110331"/>
                </a:lnTo>
                <a:lnTo>
                  <a:pt x="2714675" y="101599"/>
                </a:lnTo>
                <a:lnTo>
                  <a:pt x="2730893" y="101599"/>
                </a:lnTo>
                <a:lnTo>
                  <a:pt x="2722029" y="114299"/>
                </a:lnTo>
                <a:close/>
              </a:path>
              <a:path w="5212715" h="1511300">
                <a:moveTo>
                  <a:pt x="4550371" y="114299"/>
                </a:moveTo>
                <a:lnTo>
                  <a:pt x="4530534" y="114299"/>
                </a:lnTo>
                <a:lnTo>
                  <a:pt x="4516551" y="101599"/>
                </a:lnTo>
                <a:lnTo>
                  <a:pt x="4543818" y="101599"/>
                </a:lnTo>
                <a:lnTo>
                  <a:pt x="4550371" y="114299"/>
                </a:lnTo>
                <a:close/>
              </a:path>
              <a:path w="5212715" h="1511300">
                <a:moveTo>
                  <a:pt x="2712313" y="114299"/>
                </a:moveTo>
                <a:lnTo>
                  <a:pt x="2706230" y="114299"/>
                </a:lnTo>
                <a:lnTo>
                  <a:pt x="2708869" y="110331"/>
                </a:lnTo>
                <a:lnTo>
                  <a:pt x="2712313" y="114299"/>
                </a:lnTo>
                <a:close/>
              </a:path>
              <a:path w="5212715" h="1511300">
                <a:moveTo>
                  <a:pt x="1810740" y="126999"/>
                </a:moveTo>
                <a:lnTo>
                  <a:pt x="1776666" y="126999"/>
                </a:lnTo>
                <a:lnTo>
                  <a:pt x="1791169" y="114299"/>
                </a:lnTo>
                <a:lnTo>
                  <a:pt x="1826094" y="114299"/>
                </a:lnTo>
                <a:lnTo>
                  <a:pt x="1810740" y="126999"/>
                </a:lnTo>
                <a:close/>
              </a:path>
              <a:path w="5212715" h="1511300">
                <a:moveTo>
                  <a:pt x="2711094" y="126999"/>
                </a:moveTo>
                <a:lnTo>
                  <a:pt x="2696845" y="114299"/>
                </a:lnTo>
                <a:lnTo>
                  <a:pt x="2722232" y="114299"/>
                </a:lnTo>
                <a:lnTo>
                  <a:pt x="2711094" y="126999"/>
                </a:lnTo>
                <a:close/>
              </a:path>
              <a:path w="5212715" h="1511300">
                <a:moveTo>
                  <a:pt x="4568698" y="126999"/>
                </a:moveTo>
                <a:lnTo>
                  <a:pt x="4549432" y="126999"/>
                </a:lnTo>
                <a:lnTo>
                  <a:pt x="4543221" y="114299"/>
                </a:lnTo>
                <a:lnTo>
                  <a:pt x="4562817" y="114299"/>
                </a:lnTo>
                <a:lnTo>
                  <a:pt x="4568698" y="126999"/>
                </a:lnTo>
                <a:close/>
              </a:path>
              <a:path w="5212715" h="1511300">
                <a:moveTo>
                  <a:pt x="1474584" y="139699"/>
                </a:moveTo>
                <a:lnTo>
                  <a:pt x="1099845" y="139699"/>
                </a:lnTo>
                <a:lnTo>
                  <a:pt x="1119632" y="126999"/>
                </a:lnTo>
                <a:lnTo>
                  <a:pt x="1448181" y="126999"/>
                </a:lnTo>
                <a:lnTo>
                  <a:pt x="1474584" y="139699"/>
                </a:lnTo>
                <a:close/>
              </a:path>
              <a:path w="5212715" h="1511300">
                <a:moveTo>
                  <a:pt x="1768094" y="139699"/>
                </a:moveTo>
                <a:lnTo>
                  <a:pt x="1749234" y="139699"/>
                </a:lnTo>
                <a:lnTo>
                  <a:pt x="1762683" y="126999"/>
                </a:lnTo>
                <a:lnTo>
                  <a:pt x="1781924" y="126999"/>
                </a:lnTo>
                <a:lnTo>
                  <a:pt x="1768094" y="139699"/>
                </a:lnTo>
                <a:close/>
              </a:path>
              <a:path w="5212715" h="1511300">
                <a:moveTo>
                  <a:pt x="4584928" y="139699"/>
                </a:moveTo>
                <a:lnTo>
                  <a:pt x="4566297" y="139699"/>
                </a:lnTo>
                <a:lnTo>
                  <a:pt x="4560785" y="126999"/>
                </a:lnTo>
                <a:lnTo>
                  <a:pt x="4579747" y="126999"/>
                </a:lnTo>
                <a:lnTo>
                  <a:pt x="4584928" y="139699"/>
                </a:lnTo>
                <a:close/>
              </a:path>
              <a:path w="5212715" h="1511300">
                <a:moveTo>
                  <a:pt x="1100963" y="152399"/>
                </a:moveTo>
                <a:lnTo>
                  <a:pt x="985126" y="152399"/>
                </a:lnTo>
                <a:lnTo>
                  <a:pt x="1003731" y="139699"/>
                </a:lnTo>
                <a:lnTo>
                  <a:pt x="1120686" y="139699"/>
                </a:lnTo>
                <a:lnTo>
                  <a:pt x="1100963" y="152399"/>
                </a:lnTo>
                <a:close/>
              </a:path>
              <a:path w="5212715" h="1511300">
                <a:moveTo>
                  <a:pt x="1576743" y="152399"/>
                </a:moveTo>
                <a:lnTo>
                  <a:pt x="1473428" y="152399"/>
                </a:lnTo>
                <a:lnTo>
                  <a:pt x="1447114" y="139699"/>
                </a:lnTo>
                <a:lnTo>
                  <a:pt x="1551749" y="139699"/>
                </a:lnTo>
                <a:lnTo>
                  <a:pt x="1576743" y="152399"/>
                </a:lnTo>
                <a:close/>
              </a:path>
              <a:path w="5212715" h="1511300">
                <a:moveTo>
                  <a:pt x="1754949" y="152399"/>
                </a:moveTo>
                <a:lnTo>
                  <a:pt x="1723974" y="152399"/>
                </a:lnTo>
                <a:lnTo>
                  <a:pt x="1736331" y="139699"/>
                </a:lnTo>
                <a:lnTo>
                  <a:pt x="1768246" y="139699"/>
                </a:lnTo>
                <a:lnTo>
                  <a:pt x="1754949" y="152399"/>
                </a:lnTo>
                <a:close/>
              </a:path>
              <a:path w="5212715" h="1511300">
                <a:moveTo>
                  <a:pt x="4598962" y="152399"/>
                </a:moveTo>
                <a:lnTo>
                  <a:pt x="4580966" y="152399"/>
                </a:lnTo>
                <a:lnTo>
                  <a:pt x="4576191" y="139699"/>
                </a:lnTo>
                <a:lnTo>
                  <a:pt x="4594529" y="139699"/>
                </a:lnTo>
                <a:lnTo>
                  <a:pt x="4598962" y="152399"/>
                </a:lnTo>
                <a:close/>
              </a:path>
              <a:path w="5212715" h="1511300">
                <a:moveTo>
                  <a:pt x="987044" y="165099"/>
                </a:moveTo>
                <a:lnTo>
                  <a:pt x="912952" y="165099"/>
                </a:lnTo>
                <a:lnTo>
                  <a:pt x="930643" y="152399"/>
                </a:lnTo>
                <a:lnTo>
                  <a:pt x="1005586" y="152399"/>
                </a:lnTo>
                <a:lnTo>
                  <a:pt x="987044" y="165099"/>
                </a:lnTo>
                <a:close/>
              </a:path>
              <a:path w="5212715" h="1511300">
                <a:moveTo>
                  <a:pt x="1649349" y="165099"/>
                </a:moveTo>
                <a:lnTo>
                  <a:pt x="1574888" y="165099"/>
                </a:lnTo>
                <a:lnTo>
                  <a:pt x="1549984" y="152399"/>
                </a:lnTo>
                <a:lnTo>
                  <a:pt x="1625561" y="152399"/>
                </a:lnTo>
                <a:lnTo>
                  <a:pt x="1649349" y="165099"/>
                </a:lnTo>
                <a:close/>
              </a:path>
              <a:path w="5212715" h="1511300">
                <a:moveTo>
                  <a:pt x="1730336" y="165099"/>
                </a:moveTo>
                <a:lnTo>
                  <a:pt x="1700987" y="165099"/>
                </a:lnTo>
                <a:lnTo>
                  <a:pt x="1712188" y="152399"/>
                </a:lnTo>
                <a:lnTo>
                  <a:pt x="1742516" y="152399"/>
                </a:lnTo>
                <a:lnTo>
                  <a:pt x="1730336" y="165099"/>
                </a:lnTo>
                <a:close/>
              </a:path>
              <a:path w="5212715" h="1511300">
                <a:moveTo>
                  <a:pt x="4607064" y="165099"/>
                </a:moveTo>
                <a:lnTo>
                  <a:pt x="4589500" y="165099"/>
                </a:lnTo>
                <a:lnTo>
                  <a:pt x="4585220" y="152399"/>
                </a:lnTo>
                <a:lnTo>
                  <a:pt x="4603140" y="152399"/>
                </a:lnTo>
                <a:lnTo>
                  <a:pt x="4607064" y="165099"/>
                </a:lnTo>
                <a:close/>
              </a:path>
              <a:path w="5212715" h="1511300">
                <a:moveTo>
                  <a:pt x="915416" y="177799"/>
                </a:moveTo>
                <a:lnTo>
                  <a:pt x="861352" y="177799"/>
                </a:lnTo>
                <a:lnTo>
                  <a:pt x="878293" y="165099"/>
                </a:lnTo>
                <a:lnTo>
                  <a:pt x="933043" y="165099"/>
                </a:lnTo>
                <a:lnTo>
                  <a:pt x="915416" y="177799"/>
                </a:lnTo>
                <a:close/>
              </a:path>
              <a:path w="5212715" h="1511300">
                <a:moveTo>
                  <a:pt x="1708073" y="177799"/>
                </a:moveTo>
                <a:lnTo>
                  <a:pt x="1646923" y="177799"/>
                </a:lnTo>
                <a:lnTo>
                  <a:pt x="1623237" y="165099"/>
                </a:lnTo>
                <a:lnTo>
                  <a:pt x="1719084" y="165099"/>
                </a:lnTo>
                <a:lnTo>
                  <a:pt x="1708073" y="177799"/>
                </a:lnTo>
                <a:close/>
              </a:path>
              <a:path w="5212715" h="1511300">
                <a:moveTo>
                  <a:pt x="4617237" y="177799"/>
                </a:moveTo>
                <a:lnTo>
                  <a:pt x="4600359" y="177799"/>
                </a:lnTo>
                <a:lnTo>
                  <a:pt x="4596853" y="165099"/>
                </a:lnTo>
                <a:lnTo>
                  <a:pt x="4614113" y="165099"/>
                </a:lnTo>
                <a:lnTo>
                  <a:pt x="4617237" y="177799"/>
                </a:lnTo>
                <a:close/>
              </a:path>
              <a:path w="5212715" h="1511300">
                <a:moveTo>
                  <a:pt x="864273" y="190499"/>
                </a:moveTo>
                <a:lnTo>
                  <a:pt x="812126" y="190499"/>
                </a:lnTo>
                <a:lnTo>
                  <a:pt x="828268" y="177799"/>
                </a:lnTo>
                <a:lnTo>
                  <a:pt x="881138" y="177799"/>
                </a:lnTo>
                <a:lnTo>
                  <a:pt x="864273" y="190499"/>
                </a:lnTo>
                <a:close/>
              </a:path>
              <a:path w="5212715" h="1511300">
                <a:moveTo>
                  <a:pt x="4622571" y="190499"/>
                </a:moveTo>
                <a:lnTo>
                  <a:pt x="4608855" y="190499"/>
                </a:lnTo>
                <a:lnTo>
                  <a:pt x="4606150" y="177799"/>
                </a:lnTo>
                <a:lnTo>
                  <a:pt x="4617593" y="177799"/>
                </a:lnTo>
                <a:lnTo>
                  <a:pt x="4622571" y="190499"/>
                </a:lnTo>
                <a:close/>
              </a:path>
              <a:path w="5212715" h="1511300">
                <a:moveTo>
                  <a:pt x="4622571" y="190499"/>
                </a:moveTo>
                <a:lnTo>
                  <a:pt x="4617593" y="177799"/>
                </a:lnTo>
                <a:lnTo>
                  <a:pt x="4620340" y="179175"/>
                </a:lnTo>
                <a:lnTo>
                  <a:pt x="4622571" y="190499"/>
                </a:lnTo>
                <a:close/>
              </a:path>
              <a:path w="5212715" h="1511300">
                <a:moveTo>
                  <a:pt x="4620340" y="179175"/>
                </a:moveTo>
                <a:lnTo>
                  <a:pt x="4617593" y="177799"/>
                </a:lnTo>
                <a:lnTo>
                  <a:pt x="4620069" y="177799"/>
                </a:lnTo>
                <a:lnTo>
                  <a:pt x="4620340" y="179175"/>
                </a:lnTo>
                <a:close/>
              </a:path>
              <a:path w="5212715" h="1511300">
                <a:moveTo>
                  <a:pt x="4642954" y="190499"/>
                </a:moveTo>
                <a:lnTo>
                  <a:pt x="4622571" y="190499"/>
                </a:lnTo>
                <a:lnTo>
                  <a:pt x="4620340" y="179175"/>
                </a:lnTo>
                <a:lnTo>
                  <a:pt x="4642954" y="190499"/>
                </a:lnTo>
                <a:close/>
              </a:path>
              <a:path w="5212715" h="1511300">
                <a:moveTo>
                  <a:pt x="815517" y="203199"/>
                </a:moveTo>
                <a:lnTo>
                  <a:pt x="765441" y="203199"/>
                </a:lnTo>
                <a:lnTo>
                  <a:pt x="780719" y="190499"/>
                </a:lnTo>
                <a:lnTo>
                  <a:pt x="831570" y="190499"/>
                </a:lnTo>
                <a:lnTo>
                  <a:pt x="815517" y="203199"/>
                </a:lnTo>
                <a:close/>
              </a:path>
              <a:path w="5212715" h="1511300">
                <a:moveTo>
                  <a:pt x="4739982" y="203199"/>
                </a:moveTo>
                <a:lnTo>
                  <a:pt x="4641443" y="203199"/>
                </a:lnTo>
                <a:lnTo>
                  <a:pt x="4612665" y="190499"/>
                </a:lnTo>
                <a:lnTo>
                  <a:pt x="4716475" y="190499"/>
                </a:lnTo>
                <a:lnTo>
                  <a:pt x="4739982" y="203199"/>
                </a:lnTo>
                <a:close/>
              </a:path>
              <a:path w="5212715" h="1511300">
                <a:moveTo>
                  <a:pt x="769327" y="215899"/>
                </a:moveTo>
                <a:lnTo>
                  <a:pt x="721474" y="215899"/>
                </a:lnTo>
                <a:lnTo>
                  <a:pt x="735812" y="203199"/>
                </a:lnTo>
                <a:lnTo>
                  <a:pt x="784517" y="203199"/>
                </a:lnTo>
                <a:lnTo>
                  <a:pt x="769327" y="215899"/>
                </a:lnTo>
                <a:close/>
              </a:path>
              <a:path w="5212715" h="1511300">
                <a:moveTo>
                  <a:pt x="4785372" y="215899"/>
                </a:moveTo>
                <a:lnTo>
                  <a:pt x="4737544" y="215899"/>
                </a:lnTo>
                <a:lnTo>
                  <a:pt x="4714163" y="203199"/>
                </a:lnTo>
                <a:lnTo>
                  <a:pt x="4762957" y="203199"/>
                </a:lnTo>
                <a:lnTo>
                  <a:pt x="4785372" y="215899"/>
                </a:lnTo>
                <a:close/>
              </a:path>
              <a:path w="5212715" h="1511300">
                <a:moveTo>
                  <a:pt x="725881" y="228599"/>
                </a:moveTo>
                <a:lnTo>
                  <a:pt x="693737" y="228599"/>
                </a:lnTo>
                <a:lnTo>
                  <a:pt x="707440" y="215899"/>
                </a:lnTo>
                <a:lnTo>
                  <a:pt x="740143" y="215899"/>
                </a:lnTo>
                <a:lnTo>
                  <a:pt x="725881" y="228599"/>
                </a:lnTo>
                <a:close/>
              </a:path>
              <a:path w="5212715" h="1511300">
                <a:moveTo>
                  <a:pt x="4828425" y="228599"/>
                </a:moveTo>
                <a:lnTo>
                  <a:pt x="4782439" y="228599"/>
                </a:lnTo>
                <a:lnTo>
                  <a:pt x="4760150" y="215899"/>
                </a:lnTo>
                <a:lnTo>
                  <a:pt x="4807204" y="215899"/>
                </a:lnTo>
                <a:lnTo>
                  <a:pt x="4828425" y="228599"/>
                </a:lnTo>
                <a:close/>
              </a:path>
              <a:path w="5212715" h="1511300">
                <a:moveTo>
                  <a:pt x="698538" y="241299"/>
                </a:moveTo>
                <a:lnTo>
                  <a:pt x="667334" y="241299"/>
                </a:lnTo>
                <a:lnTo>
                  <a:pt x="680364" y="228599"/>
                </a:lnTo>
                <a:lnTo>
                  <a:pt x="712139" y="228599"/>
                </a:lnTo>
                <a:lnTo>
                  <a:pt x="698538" y="241299"/>
                </a:lnTo>
                <a:close/>
              </a:path>
              <a:path w="5212715" h="1511300">
                <a:moveTo>
                  <a:pt x="4868964" y="241299"/>
                </a:moveTo>
                <a:lnTo>
                  <a:pt x="4845278" y="241299"/>
                </a:lnTo>
                <a:lnTo>
                  <a:pt x="4824831" y="228599"/>
                </a:lnTo>
                <a:lnTo>
                  <a:pt x="4849012" y="228599"/>
                </a:lnTo>
                <a:lnTo>
                  <a:pt x="4868964" y="241299"/>
                </a:lnTo>
                <a:close/>
              </a:path>
              <a:path w="5212715" h="1511300">
                <a:moveTo>
                  <a:pt x="672528" y="253999"/>
                </a:moveTo>
                <a:lnTo>
                  <a:pt x="642302" y="253999"/>
                </a:lnTo>
                <a:lnTo>
                  <a:pt x="654646" y="241299"/>
                </a:lnTo>
                <a:lnTo>
                  <a:pt x="685469" y="241299"/>
                </a:lnTo>
                <a:lnTo>
                  <a:pt x="672528" y="253999"/>
                </a:lnTo>
                <a:close/>
              </a:path>
              <a:path w="5212715" h="1511300">
                <a:moveTo>
                  <a:pt x="4906797" y="253999"/>
                </a:moveTo>
                <a:lnTo>
                  <a:pt x="4883912" y="253999"/>
                </a:lnTo>
                <a:lnTo>
                  <a:pt x="4864785" y="241299"/>
                </a:lnTo>
                <a:lnTo>
                  <a:pt x="4888230" y="241299"/>
                </a:lnTo>
                <a:lnTo>
                  <a:pt x="4906797" y="253999"/>
                </a:lnTo>
                <a:close/>
              </a:path>
              <a:path w="5212715" h="1511300">
                <a:moveTo>
                  <a:pt x="636181" y="266699"/>
                </a:moveTo>
                <a:lnTo>
                  <a:pt x="618705" y="266699"/>
                </a:lnTo>
                <a:lnTo>
                  <a:pt x="630326" y="253999"/>
                </a:lnTo>
                <a:lnTo>
                  <a:pt x="648042" y="253999"/>
                </a:lnTo>
                <a:lnTo>
                  <a:pt x="636181" y="266699"/>
                </a:lnTo>
                <a:close/>
              </a:path>
              <a:path w="5212715" h="1511300">
                <a:moveTo>
                  <a:pt x="4941760" y="266699"/>
                </a:moveTo>
                <a:lnTo>
                  <a:pt x="4902161" y="266699"/>
                </a:lnTo>
                <a:lnTo>
                  <a:pt x="4883746" y="253999"/>
                </a:lnTo>
                <a:lnTo>
                  <a:pt x="4924640" y="253999"/>
                </a:lnTo>
                <a:lnTo>
                  <a:pt x="4941760" y="266699"/>
                </a:lnTo>
                <a:close/>
              </a:path>
              <a:path w="5212715" h="1511300">
                <a:moveTo>
                  <a:pt x="613778" y="279399"/>
                </a:moveTo>
                <a:lnTo>
                  <a:pt x="596569" y="279399"/>
                </a:lnTo>
                <a:lnTo>
                  <a:pt x="607453" y="266699"/>
                </a:lnTo>
                <a:lnTo>
                  <a:pt x="624916" y="266699"/>
                </a:lnTo>
                <a:lnTo>
                  <a:pt x="613778" y="279399"/>
                </a:lnTo>
                <a:close/>
              </a:path>
              <a:path w="5212715" h="1511300">
                <a:moveTo>
                  <a:pt x="4988394" y="292099"/>
                </a:moveTo>
                <a:lnTo>
                  <a:pt x="4967605" y="292099"/>
                </a:lnTo>
                <a:lnTo>
                  <a:pt x="4952238" y="279399"/>
                </a:lnTo>
                <a:lnTo>
                  <a:pt x="4936451" y="279399"/>
                </a:lnTo>
                <a:lnTo>
                  <a:pt x="4919522" y="266699"/>
                </a:lnTo>
                <a:lnTo>
                  <a:pt x="4958092" y="266699"/>
                </a:lnTo>
                <a:lnTo>
                  <a:pt x="4973650" y="279399"/>
                </a:lnTo>
                <a:lnTo>
                  <a:pt x="4988394" y="292099"/>
                </a:lnTo>
                <a:close/>
              </a:path>
              <a:path w="5212715" h="1511300">
                <a:moveTo>
                  <a:pt x="592924" y="292099"/>
                </a:moveTo>
                <a:lnTo>
                  <a:pt x="575970" y="292099"/>
                </a:lnTo>
                <a:lnTo>
                  <a:pt x="586079" y="279399"/>
                </a:lnTo>
                <a:lnTo>
                  <a:pt x="603288" y="279399"/>
                </a:lnTo>
                <a:lnTo>
                  <a:pt x="592924" y="292099"/>
                </a:lnTo>
                <a:close/>
              </a:path>
              <a:path w="5212715" h="1511300">
                <a:moveTo>
                  <a:pt x="573646" y="304799"/>
                </a:moveTo>
                <a:lnTo>
                  <a:pt x="556945" y="304799"/>
                </a:lnTo>
                <a:lnTo>
                  <a:pt x="566267" y="292099"/>
                </a:lnTo>
                <a:lnTo>
                  <a:pt x="583222" y="292099"/>
                </a:lnTo>
                <a:lnTo>
                  <a:pt x="573646" y="304799"/>
                </a:lnTo>
                <a:close/>
              </a:path>
              <a:path w="5212715" h="1511300">
                <a:moveTo>
                  <a:pt x="5008943" y="304799"/>
                </a:moveTo>
                <a:lnTo>
                  <a:pt x="4981943" y="304799"/>
                </a:lnTo>
                <a:lnTo>
                  <a:pt x="4967401" y="292099"/>
                </a:lnTo>
                <a:lnTo>
                  <a:pt x="5002276" y="292099"/>
                </a:lnTo>
                <a:lnTo>
                  <a:pt x="5008943" y="304799"/>
                </a:lnTo>
                <a:close/>
              </a:path>
              <a:path w="5212715" h="1511300">
                <a:moveTo>
                  <a:pt x="556006" y="317499"/>
                </a:moveTo>
                <a:lnTo>
                  <a:pt x="539559" y="317499"/>
                </a:lnTo>
                <a:lnTo>
                  <a:pt x="548043" y="304799"/>
                </a:lnTo>
                <a:lnTo>
                  <a:pt x="564769" y="304799"/>
                </a:lnTo>
                <a:lnTo>
                  <a:pt x="556006" y="317499"/>
                </a:lnTo>
                <a:close/>
              </a:path>
              <a:path w="5212715" h="1511300">
                <a:moveTo>
                  <a:pt x="564616" y="317499"/>
                </a:moveTo>
                <a:lnTo>
                  <a:pt x="564769" y="304799"/>
                </a:lnTo>
                <a:lnTo>
                  <a:pt x="573786" y="304799"/>
                </a:lnTo>
                <a:lnTo>
                  <a:pt x="564616" y="317499"/>
                </a:lnTo>
                <a:close/>
              </a:path>
              <a:path w="5212715" h="1511300">
                <a:moveTo>
                  <a:pt x="5021567" y="317499"/>
                </a:moveTo>
                <a:lnTo>
                  <a:pt x="5001780" y="317499"/>
                </a:lnTo>
                <a:lnTo>
                  <a:pt x="4995265" y="304799"/>
                </a:lnTo>
                <a:lnTo>
                  <a:pt x="5015369" y="304799"/>
                </a:lnTo>
                <a:lnTo>
                  <a:pt x="5021567" y="317499"/>
                </a:lnTo>
                <a:close/>
              </a:path>
              <a:path w="5212715" h="1511300">
                <a:moveTo>
                  <a:pt x="532726" y="342899"/>
                </a:moveTo>
                <a:lnTo>
                  <a:pt x="516623" y="342899"/>
                </a:lnTo>
                <a:lnTo>
                  <a:pt x="523836" y="330199"/>
                </a:lnTo>
                <a:lnTo>
                  <a:pt x="531482" y="317499"/>
                </a:lnTo>
                <a:lnTo>
                  <a:pt x="556158" y="317499"/>
                </a:lnTo>
                <a:lnTo>
                  <a:pt x="547814" y="330199"/>
                </a:lnTo>
                <a:lnTo>
                  <a:pt x="540219" y="330199"/>
                </a:lnTo>
                <a:lnTo>
                  <a:pt x="532726" y="342899"/>
                </a:lnTo>
                <a:close/>
              </a:path>
              <a:path w="5212715" h="1511300">
                <a:moveTo>
                  <a:pt x="5038813" y="330199"/>
                </a:moveTo>
                <a:lnTo>
                  <a:pt x="5019675" y="330199"/>
                </a:lnTo>
                <a:lnTo>
                  <a:pt x="5013820" y="317499"/>
                </a:lnTo>
                <a:lnTo>
                  <a:pt x="5033289" y="317499"/>
                </a:lnTo>
                <a:lnTo>
                  <a:pt x="5038813" y="330199"/>
                </a:lnTo>
                <a:close/>
              </a:path>
              <a:path w="5212715" h="1511300">
                <a:moveTo>
                  <a:pt x="5053977" y="342899"/>
                </a:moveTo>
                <a:lnTo>
                  <a:pt x="5035473" y="342899"/>
                </a:lnTo>
                <a:lnTo>
                  <a:pt x="5030304" y="330199"/>
                </a:lnTo>
                <a:lnTo>
                  <a:pt x="5049164" y="330199"/>
                </a:lnTo>
                <a:lnTo>
                  <a:pt x="5053977" y="342899"/>
                </a:lnTo>
                <a:close/>
              </a:path>
              <a:path w="5212715" h="1511300">
                <a:moveTo>
                  <a:pt x="519404" y="355599"/>
                </a:moveTo>
                <a:lnTo>
                  <a:pt x="503529" y="355599"/>
                </a:lnTo>
                <a:lnTo>
                  <a:pt x="509854" y="342899"/>
                </a:lnTo>
                <a:lnTo>
                  <a:pt x="526008" y="342899"/>
                </a:lnTo>
                <a:lnTo>
                  <a:pt x="519404" y="355599"/>
                </a:lnTo>
                <a:close/>
              </a:path>
              <a:path w="5212715" h="1511300">
                <a:moveTo>
                  <a:pt x="5062893" y="355599"/>
                </a:moveTo>
                <a:lnTo>
                  <a:pt x="5049113" y="355599"/>
                </a:lnTo>
                <a:lnTo>
                  <a:pt x="5044668" y="342899"/>
                </a:lnTo>
                <a:lnTo>
                  <a:pt x="5058562" y="342899"/>
                </a:lnTo>
                <a:lnTo>
                  <a:pt x="5062893" y="355599"/>
                </a:lnTo>
                <a:close/>
              </a:path>
              <a:path w="5212715" h="1511300">
                <a:moveTo>
                  <a:pt x="502805" y="380999"/>
                </a:moveTo>
                <a:lnTo>
                  <a:pt x="487324" y="380999"/>
                </a:lnTo>
                <a:lnTo>
                  <a:pt x="492251" y="368299"/>
                </a:lnTo>
                <a:lnTo>
                  <a:pt x="497662" y="355599"/>
                </a:lnTo>
                <a:lnTo>
                  <a:pt x="513575" y="355599"/>
                </a:lnTo>
                <a:lnTo>
                  <a:pt x="507873" y="368299"/>
                </a:lnTo>
                <a:lnTo>
                  <a:pt x="508050" y="368299"/>
                </a:lnTo>
                <a:lnTo>
                  <a:pt x="502805" y="380999"/>
                </a:lnTo>
                <a:close/>
              </a:path>
              <a:path w="5212715" h="1511300">
                <a:moveTo>
                  <a:pt x="5074373" y="368299"/>
                </a:moveTo>
                <a:lnTo>
                  <a:pt x="5056962" y="368299"/>
                </a:lnTo>
                <a:lnTo>
                  <a:pt x="5053025" y="355599"/>
                </a:lnTo>
                <a:lnTo>
                  <a:pt x="5070805" y="355599"/>
                </a:lnTo>
                <a:lnTo>
                  <a:pt x="5074373" y="368299"/>
                </a:lnTo>
                <a:close/>
              </a:path>
              <a:path w="5212715" h="1511300">
                <a:moveTo>
                  <a:pt x="5080736" y="380999"/>
                </a:moveTo>
                <a:lnTo>
                  <a:pt x="5066855" y="380999"/>
                </a:lnTo>
                <a:lnTo>
                  <a:pt x="5063680" y="368299"/>
                </a:lnTo>
                <a:lnTo>
                  <a:pt x="5077688" y="368299"/>
                </a:lnTo>
                <a:lnTo>
                  <a:pt x="5080736" y="380999"/>
                </a:lnTo>
                <a:close/>
              </a:path>
              <a:path w="5212715" h="1511300">
                <a:moveTo>
                  <a:pt x="487222" y="406399"/>
                </a:moveTo>
                <a:lnTo>
                  <a:pt x="475449" y="406399"/>
                </a:lnTo>
                <a:lnTo>
                  <a:pt x="478917" y="393699"/>
                </a:lnTo>
                <a:lnTo>
                  <a:pt x="482879" y="380999"/>
                </a:lnTo>
                <a:lnTo>
                  <a:pt x="498360" y="380999"/>
                </a:lnTo>
                <a:lnTo>
                  <a:pt x="494068" y="393699"/>
                </a:lnTo>
                <a:lnTo>
                  <a:pt x="490550" y="393699"/>
                </a:lnTo>
                <a:lnTo>
                  <a:pt x="487222" y="406399"/>
                </a:lnTo>
                <a:close/>
              </a:path>
              <a:path w="5212715" h="1511300">
                <a:moveTo>
                  <a:pt x="5086019" y="393699"/>
                </a:moveTo>
                <a:lnTo>
                  <a:pt x="5072164" y="393699"/>
                </a:lnTo>
                <a:lnTo>
                  <a:pt x="5069509" y="380999"/>
                </a:lnTo>
                <a:lnTo>
                  <a:pt x="5083517" y="380999"/>
                </a:lnTo>
                <a:lnTo>
                  <a:pt x="5086019" y="393699"/>
                </a:lnTo>
                <a:close/>
              </a:path>
              <a:path w="5212715" h="1511300">
                <a:moveTo>
                  <a:pt x="5091861" y="406399"/>
                </a:moveTo>
                <a:lnTo>
                  <a:pt x="5078158" y="406399"/>
                </a:lnTo>
                <a:lnTo>
                  <a:pt x="5076317" y="393699"/>
                </a:lnTo>
                <a:lnTo>
                  <a:pt x="5090198" y="393699"/>
                </a:lnTo>
                <a:lnTo>
                  <a:pt x="5091861" y="406399"/>
                </a:lnTo>
                <a:close/>
              </a:path>
              <a:path w="5212715" h="1511300">
                <a:moveTo>
                  <a:pt x="480580" y="431799"/>
                </a:moveTo>
                <a:lnTo>
                  <a:pt x="468147" y="431799"/>
                </a:lnTo>
                <a:lnTo>
                  <a:pt x="470065" y="419099"/>
                </a:lnTo>
                <a:lnTo>
                  <a:pt x="472490" y="406399"/>
                </a:lnTo>
                <a:lnTo>
                  <a:pt x="484644" y="406399"/>
                </a:lnTo>
                <a:lnTo>
                  <a:pt x="482307" y="419099"/>
                </a:lnTo>
                <a:lnTo>
                  <a:pt x="480580" y="431799"/>
                </a:lnTo>
                <a:close/>
              </a:path>
              <a:path w="5212715" h="1511300">
                <a:moveTo>
                  <a:pt x="484530" y="419099"/>
                </a:moveTo>
                <a:lnTo>
                  <a:pt x="484644" y="406399"/>
                </a:lnTo>
                <a:lnTo>
                  <a:pt x="487362" y="406399"/>
                </a:lnTo>
                <a:lnTo>
                  <a:pt x="484530" y="419099"/>
                </a:lnTo>
                <a:close/>
              </a:path>
              <a:path w="5212715" h="1511300">
                <a:moveTo>
                  <a:pt x="5094287" y="419099"/>
                </a:moveTo>
                <a:lnTo>
                  <a:pt x="5081778" y="419099"/>
                </a:lnTo>
                <a:lnTo>
                  <a:pt x="5080774" y="406399"/>
                </a:lnTo>
                <a:lnTo>
                  <a:pt x="5093220" y="406399"/>
                </a:lnTo>
                <a:lnTo>
                  <a:pt x="5094287" y="419099"/>
                </a:lnTo>
                <a:close/>
              </a:path>
              <a:path w="5212715" h="1511300">
                <a:moveTo>
                  <a:pt x="5095519" y="431799"/>
                </a:moveTo>
                <a:lnTo>
                  <a:pt x="5082844" y="431799"/>
                </a:lnTo>
                <a:lnTo>
                  <a:pt x="5082413" y="419099"/>
                </a:lnTo>
                <a:lnTo>
                  <a:pt x="5095062" y="419099"/>
                </a:lnTo>
                <a:lnTo>
                  <a:pt x="5095519" y="431799"/>
                </a:lnTo>
                <a:close/>
              </a:path>
              <a:path w="5212715" h="1511300">
                <a:moveTo>
                  <a:pt x="478929" y="444499"/>
                </a:moveTo>
                <a:lnTo>
                  <a:pt x="466293" y="444499"/>
                </a:lnTo>
                <a:lnTo>
                  <a:pt x="466788" y="431799"/>
                </a:lnTo>
                <a:lnTo>
                  <a:pt x="479386" y="431799"/>
                </a:lnTo>
                <a:lnTo>
                  <a:pt x="478929" y="444499"/>
                </a:lnTo>
                <a:close/>
              </a:path>
              <a:path w="5212715" h="1511300">
                <a:moveTo>
                  <a:pt x="5095443" y="444499"/>
                </a:moveTo>
                <a:lnTo>
                  <a:pt x="5082755" y="444499"/>
                </a:lnTo>
                <a:lnTo>
                  <a:pt x="5082971" y="431799"/>
                </a:lnTo>
                <a:lnTo>
                  <a:pt x="5095671" y="431799"/>
                </a:lnTo>
                <a:lnTo>
                  <a:pt x="5095443" y="444499"/>
                </a:lnTo>
                <a:close/>
              </a:path>
              <a:path w="5212715" h="1511300">
                <a:moveTo>
                  <a:pt x="478370" y="457199"/>
                </a:moveTo>
                <a:lnTo>
                  <a:pt x="465670" y="457199"/>
                </a:lnTo>
                <a:lnTo>
                  <a:pt x="465734" y="444499"/>
                </a:lnTo>
                <a:lnTo>
                  <a:pt x="478434" y="444499"/>
                </a:lnTo>
                <a:lnTo>
                  <a:pt x="478370" y="457199"/>
                </a:lnTo>
                <a:close/>
              </a:path>
              <a:path w="5212715" h="1511300">
                <a:moveTo>
                  <a:pt x="5093639" y="457199"/>
                </a:moveTo>
                <a:lnTo>
                  <a:pt x="5081130" y="457199"/>
                </a:lnTo>
                <a:lnTo>
                  <a:pt x="5082197" y="444499"/>
                </a:lnTo>
                <a:lnTo>
                  <a:pt x="5094770" y="444499"/>
                </a:lnTo>
                <a:lnTo>
                  <a:pt x="5093639" y="457199"/>
                </a:lnTo>
                <a:close/>
              </a:path>
              <a:path w="5212715" h="1511300">
                <a:moveTo>
                  <a:pt x="479374" y="469899"/>
                </a:moveTo>
                <a:lnTo>
                  <a:pt x="466763" y="469899"/>
                </a:lnTo>
                <a:lnTo>
                  <a:pt x="466153" y="457199"/>
                </a:lnTo>
                <a:lnTo>
                  <a:pt x="478802" y="457199"/>
                </a:lnTo>
                <a:lnTo>
                  <a:pt x="479374" y="469899"/>
                </a:lnTo>
                <a:close/>
              </a:path>
              <a:path w="5212715" h="1511300">
                <a:moveTo>
                  <a:pt x="5077929" y="469899"/>
                </a:moveTo>
                <a:lnTo>
                  <a:pt x="5075758" y="469899"/>
                </a:lnTo>
                <a:lnTo>
                  <a:pt x="5078056" y="457199"/>
                </a:lnTo>
                <a:lnTo>
                  <a:pt x="5077929" y="469899"/>
                </a:lnTo>
                <a:close/>
              </a:path>
              <a:path w="5212715" h="1511300">
                <a:moveTo>
                  <a:pt x="5090071" y="469899"/>
                </a:moveTo>
                <a:lnTo>
                  <a:pt x="5077929" y="469899"/>
                </a:lnTo>
                <a:lnTo>
                  <a:pt x="5079822" y="457199"/>
                </a:lnTo>
                <a:lnTo>
                  <a:pt x="5092065" y="457199"/>
                </a:lnTo>
                <a:lnTo>
                  <a:pt x="5090071" y="469899"/>
                </a:lnTo>
                <a:close/>
              </a:path>
              <a:path w="5212715" h="1511300">
                <a:moveTo>
                  <a:pt x="481152" y="482599"/>
                </a:moveTo>
                <a:lnTo>
                  <a:pt x="468706" y="482599"/>
                </a:lnTo>
                <a:lnTo>
                  <a:pt x="467613" y="469899"/>
                </a:lnTo>
                <a:lnTo>
                  <a:pt x="480110" y="469899"/>
                </a:lnTo>
                <a:lnTo>
                  <a:pt x="481152" y="482599"/>
                </a:lnTo>
                <a:close/>
              </a:path>
              <a:path w="5212715" h="1511300">
                <a:moveTo>
                  <a:pt x="5084800" y="482599"/>
                </a:moveTo>
                <a:lnTo>
                  <a:pt x="5070233" y="482599"/>
                </a:lnTo>
                <a:lnTo>
                  <a:pt x="5073332" y="469899"/>
                </a:lnTo>
                <a:lnTo>
                  <a:pt x="5087645" y="469899"/>
                </a:lnTo>
                <a:lnTo>
                  <a:pt x="5084800" y="482599"/>
                </a:lnTo>
                <a:close/>
              </a:path>
              <a:path w="5212715" h="1511300">
                <a:moveTo>
                  <a:pt x="477634" y="507999"/>
                </a:moveTo>
                <a:lnTo>
                  <a:pt x="355447" y="507999"/>
                </a:lnTo>
                <a:lnTo>
                  <a:pt x="378434" y="495299"/>
                </a:lnTo>
                <a:lnTo>
                  <a:pt x="471576" y="495299"/>
                </a:lnTo>
                <a:lnTo>
                  <a:pt x="470026" y="482599"/>
                </a:lnTo>
                <a:lnTo>
                  <a:pt x="483717" y="482599"/>
                </a:lnTo>
                <a:lnTo>
                  <a:pt x="486600" y="495299"/>
                </a:lnTo>
                <a:lnTo>
                  <a:pt x="477634" y="507999"/>
                </a:lnTo>
                <a:close/>
              </a:path>
              <a:path w="5212715" h="1511300">
                <a:moveTo>
                  <a:pt x="5077904" y="495299"/>
                </a:moveTo>
                <a:lnTo>
                  <a:pt x="5063197" y="495299"/>
                </a:lnTo>
                <a:lnTo>
                  <a:pt x="5067071" y="482599"/>
                </a:lnTo>
                <a:lnTo>
                  <a:pt x="5081549" y="482599"/>
                </a:lnTo>
                <a:lnTo>
                  <a:pt x="5077904" y="495299"/>
                </a:lnTo>
                <a:close/>
              </a:path>
              <a:path w="5212715" h="1511300">
                <a:moveTo>
                  <a:pt x="5069459" y="507999"/>
                </a:moveTo>
                <a:lnTo>
                  <a:pt x="5054663" y="507999"/>
                </a:lnTo>
                <a:lnTo>
                  <a:pt x="5059286" y="495299"/>
                </a:lnTo>
                <a:lnTo>
                  <a:pt x="5073878" y="495299"/>
                </a:lnTo>
                <a:lnTo>
                  <a:pt x="5069459" y="507999"/>
                </a:lnTo>
                <a:close/>
              </a:path>
              <a:path w="5212715" h="1511300">
                <a:moveTo>
                  <a:pt x="357124" y="520699"/>
                </a:moveTo>
                <a:lnTo>
                  <a:pt x="289394" y="520699"/>
                </a:lnTo>
                <a:lnTo>
                  <a:pt x="310896" y="507999"/>
                </a:lnTo>
                <a:lnTo>
                  <a:pt x="379984" y="507999"/>
                </a:lnTo>
                <a:lnTo>
                  <a:pt x="357124" y="520699"/>
                </a:lnTo>
                <a:close/>
              </a:path>
              <a:path w="5212715" h="1511300">
                <a:moveTo>
                  <a:pt x="5059502" y="520699"/>
                </a:moveTo>
                <a:lnTo>
                  <a:pt x="5044643" y="520699"/>
                </a:lnTo>
                <a:lnTo>
                  <a:pt x="5050002" y="507999"/>
                </a:lnTo>
                <a:lnTo>
                  <a:pt x="5064658" y="507999"/>
                </a:lnTo>
                <a:lnTo>
                  <a:pt x="5059502" y="520699"/>
                </a:lnTo>
                <a:close/>
              </a:path>
              <a:path w="5212715" h="1511300">
                <a:moveTo>
                  <a:pt x="291846" y="533399"/>
                </a:moveTo>
                <a:lnTo>
                  <a:pt x="228295" y="533399"/>
                </a:lnTo>
                <a:lnTo>
                  <a:pt x="248069" y="520699"/>
                </a:lnTo>
                <a:lnTo>
                  <a:pt x="313220" y="520699"/>
                </a:lnTo>
                <a:lnTo>
                  <a:pt x="291846" y="533399"/>
                </a:lnTo>
                <a:close/>
              </a:path>
              <a:path w="5212715" h="1511300">
                <a:moveTo>
                  <a:pt x="5069332" y="546099"/>
                </a:moveTo>
                <a:lnTo>
                  <a:pt x="5044414" y="546099"/>
                </a:lnTo>
                <a:lnTo>
                  <a:pt x="5026761" y="533399"/>
                </a:lnTo>
                <a:lnTo>
                  <a:pt x="5039258" y="520699"/>
                </a:lnTo>
                <a:lnTo>
                  <a:pt x="5040503" y="520699"/>
                </a:lnTo>
                <a:lnTo>
                  <a:pt x="5041938" y="533399"/>
                </a:lnTo>
                <a:lnTo>
                  <a:pt x="5059959" y="533399"/>
                </a:lnTo>
                <a:lnTo>
                  <a:pt x="5069332" y="546099"/>
                </a:lnTo>
                <a:close/>
              </a:path>
              <a:path w="5212715" h="1511300">
                <a:moveTo>
                  <a:pt x="5048097" y="533399"/>
                </a:moveTo>
                <a:lnTo>
                  <a:pt x="5041938" y="533399"/>
                </a:lnTo>
                <a:lnTo>
                  <a:pt x="5040503" y="520699"/>
                </a:lnTo>
                <a:lnTo>
                  <a:pt x="5048934" y="531593"/>
                </a:lnTo>
                <a:lnTo>
                  <a:pt x="5048097" y="533399"/>
                </a:lnTo>
                <a:close/>
              </a:path>
              <a:path w="5212715" h="1511300">
                <a:moveTo>
                  <a:pt x="5048934" y="531593"/>
                </a:moveTo>
                <a:lnTo>
                  <a:pt x="5040503" y="520699"/>
                </a:lnTo>
                <a:lnTo>
                  <a:pt x="5053977" y="520699"/>
                </a:lnTo>
                <a:lnTo>
                  <a:pt x="5048934" y="531593"/>
                </a:lnTo>
                <a:close/>
              </a:path>
              <a:path w="5212715" h="1511300">
                <a:moveTo>
                  <a:pt x="5050332" y="533399"/>
                </a:moveTo>
                <a:lnTo>
                  <a:pt x="5048097" y="533399"/>
                </a:lnTo>
                <a:lnTo>
                  <a:pt x="5048934" y="531593"/>
                </a:lnTo>
                <a:lnTo>
                  <a:pt x="5050332" y="533399"/>
                </a:lnTo>
                <a:close/>
              </a:path>
              <a:path w="5212715" h="1511300">
                <a:moveTo>
                  <a:pt x="231597" y="546099"/>
                </a:moveTo>
                <a:lnTo>
                  <a:pt x="190665" y="546099"/>
                </a:lnTo>
                <a:lnTo>
                  <a:pt x="209143" y="533399"/>
                </a:lnTo>
                <a:lnTo>
                  <a:pt x="251218" y="533399"/>
                </a:lnTo>
                <a:lnTo>
                  <a:pt x="231597" y="546099"/>
                </a:lnTo>
                <a:close/>
              </a:path>
              <a:path w="5212715" h="1511300">
                <a:moveTo>
                  <a:pt x="194589" y="558799"/>
                </a:moveTo>
                <a:lnTo>
                  <a:pt x="155765" y="558799"/>
                </a:lnTo>
                <a:lnTo>
                  <a:pt x="172859" y="546099"/>
                </a:lnTo>
                <a:lnTo>
                  <a:pt x="212915" y="546099"/>
                </a:lnTo>
                <a:lnTo>
                  <a:pt x="194589" y="558799"/>
                </a:lnTo>
                <a:close/>
              </a:path>
              <a:path w="5212715" h="1511300">
                <a:moveTo>
                  <a:pt x="5087289" y="558799"/>
                </a:moveTo>
                <a:lnTo>
                  <a:pt x="5063007" y="558799"/>
                </a:lnTo>
                <a:lnTo>
                  <a:pt x="5053736" y="546099"/>
                </a:lnTo>
                <a:lnTo>
                  <a:pt x="5078437" y="546099"/>
                </a:lnTo>
                <a:lnTo>
                  <a:pt x="5087289" y="558799"/>
                </a:lnTo>
                <a:close/>
              </a:path>
              <a:path w="5212715" h="1511300">
                <a:moveTo>
                  <a:pt x="144386" y="571499"/>
                </a:moveTo>
                <a:lnTo>
                  <a:pt x="123799" y="571499"/>
                </a:lnTo>
                <a:lnTo>
                  <a:pt x="139395" y="558799"/>
                </a:lnTo>
                <a:lnTo>
                  <a:pt x="160553" y="558799"/>
                </a:lnTo>
                <a:lnTo>
                  <a:pt x="144386" y="571499"/>
                </a:lnTo>
                <a:close/>
              </a:path>
              <a:path w="5212715" h="1511300">
                <a:moveTo>
                  <a:pt x="160375" y="571499"/>
                </a:moveTo>
                <a:lnTo>
                  <a:pt x="160553" y="558799"/>
                </a:lnTo>
                <a:lnTo>
                  <a:pt x="177292" y="558799"/>
                </a:lnTo>
                <a:lnTo>
                  <a:pt x="160375" y="571499"/>
                </a:lnTo>
                <a:close/>
              </a:path>
              <a:path w="5212715" h="1511300">
                <a:moveTo>
                  <a:pt x="5112207" y="571499"/>
                </a:moveTo>
                <a:lnTo>
                  <a:pt x="5088902" y="571499"/>
                </a:lnTo>
                <a:lnTo>
                  <a:pt x="5080431" y="558799"/>
                </a:lnTo>
                <a:lnTo>
                  <a:pt x="5104168" y="558799"/>
                </a:lnTo>
                <a:lnTo>
                  <a:pt x="5112207" y="571499"/>
                </a:lnTo>
                <a:close/>
              </a:path>
              <a:path w="5212715" h="1511300">
                <a:moveTo>
                  <a:pt x="129171" y="584199"/>
                </a:moveTo>
                <a:lnTo>
                  <a:pt x="95008" y="584199"/>
                </a:lnTo>
                <a:lnTo>
                  <a:pt x="108978" y="571499"/>
                </a:lnTo>
                <a:lnTo>
                  <a:pt x="144576" y="571499"/>
                </a:lnTo>
                <a:lnTo>
                  <a:pt x="129171" y="584199"/>
                </a:lnTo>
                <a:close/>
              </a:path>
              <a:path w="5212715" h="1511300">
                <a:moveTo>
                  <a:pt x="5127447" y="584199"/>
                </a:moveTo>
                <a:lnTo>
                  <a:pt x="5104790" y="584199"/>
                </a:lnTo>
                <a:lnTo>
                  <a:pt x="5096878" y="571499"/>
                </a:lnTo>
                <a:lnTo>
                  <a:pt x="5119966" y="571499"/>
                </a:lnTo>
                <a:lnTo>
                  <a:pt x="5127447" y="584199"/>
                </a:lnTo>
                <a:close/>
              </a:path>
              <a:path w="5212715" h="1511300">
                <a:moveTo>
                  <a:pt x="101193" y="596899"/>
                </a:moveTo>
                <a:lnTo>
                  <a:pt x="75552" y="596899"/>
                </a:lnTo>
                <a:lnTo>
                  <a:pt x="81813" y="584199"/>
                </a:lnTo>
                <a:lnTo>
                  <a:pt x="114973" y="584199"/>
                </a:lnTo>
                <a:lnTo>
                  <a:pt x="101193" y="596899"/>
                </a:lnTo>
                <a:close/>
              </a:path>
              <a:path w="5212715" h="1511300">
                <a:moveTo>
                  <a:pt x="5141544" y="596899"/>
                </a:moveTo>
                <a:lnTo>
                  <a:pt x="5119547" y="596899"/>
                </a:lnTo>
                <a:lnTo>
                  <a:pt x="5112194" y="584199"/>
                </a:lnTo>
                <a:lnTo>
                  <a:pt x="5134648" y="584199"/>
                </a:lnTo>
                <a:lnTo>
                  <a:pt x="5141544" y="596899"/>
                </a:lnTo>
                <a:close/>
              </a:path>
              <a:path w="5212715" h="1511300">
                <a:moveTo>
                  <a:pt x="82537" y="609599"/>
                </a:moveTo>
                <a:lnTo>
                  <a:pt x="58102" y="609599"/>
                </a:lnTo>
                <a:lnTo>
                  <a:pt x="63690" y="596899"/>
                </a:lnTo>
                <a:lnTo>
                  <a:pt x="88671" y="596899"/>
                </a:lnTo>
                <a:lnTo>
                  <a:pt x="82537" y="609599"/>
                </a:lnTo>
                <a:close/>
              </a:path>
              <a:path w="5212715" h="1511300">
                <a:moveTo>
                  <a:pt x="5154472" y="609599"/>
                </a:moveTo>
                <a:lnTo>
                  <a:pt x="5133149" y="609599"/>
                </a:lnTo>
                <a:lnTo>
                  <a:pt x="5126367" y="596899"/>
                </a:lnTo>
                <a:lnTo>
                  <a:pt x="5148160" y="596899"/>
                </a:lnTo>
                <a:lnTo>
                  <a:pt x="5154472" y="609599"/>
                </a:lnTo>
                <a:close/>
              </a:path>
              <a:path w="5212715" h="1511300">
                <a:moveTo>
                  <a:pt x="65874" y="622299"/>
                </a:moveTo>
                <a:lnTo>
                  <a:pt x="42710" y="622299"/>
                </a:lnTo>
                <a:lnTo>
                  <a:pt x="47599" y="609599"/>
                </a:lnTo>
                <a:lnTo>
                  <a:pt x="71323" y="609599"/>
                </a:lnTo>
                <a:lnTo>
                  <a:pt x="65874" y="622299"/>
                </a:lnTo>
                <a:close/>
              </a:path>
              <a:path w="5212715" h="1511300">
                <a:moveTo>
                  <a:pt x="5166207" y="622299"/>
                </a:moveTo>
                <a:lnTo>
                  <a:pt x="5151297" y="622299"/>
                </a:lnTo>
                <a:lnTo>
                  <a:pt x="5145417" y="609599"/>
                </a:lnTo>
                <a:lnTo>
                  <a:pt x="5160492" y="609599"/>
                </a:lnTo>
                <a:lnTo>
                  <a:pt x="5166207" y="622299"/>
                </a:lnTo>
                <a:close/>
              </a:path>
              <a:path w="5212715" h="1511300">
                <a:moveTo>
                  <a:pt x="51333" y="634999"/>
                </a:moveTo>
                <a:lnTo>
                  <a:pt x="33642" y="634999"/>
                </a:lnTo>
                <a:lnTo>
                  <a:pt x="38049" y="622299"/>
                </a:lnTo>
                <a:lnTo>
                  <a:pt x="56083" y="622299"/>
                </a:lnTo>
                <a:lnTo>
                  <a:pt x="51333" y="634999"/>
                </a:lnTo>
                <a:close/>
              </a:path>
              <a:path w="5212715" h="1511300">
                <a:moveTo>
                  <a:pt x="5176710" y="634999"/>
                </a:moveTo>
                <a:lnTo>
                  <a:pt x="5161864" y="634999"/>
                </a:lnTo>
                <a:lnTo>
                  <a:pt x="5156606" y="622299"/>
                </a:lnTo>
                <a:lnTo>
                  <a:pt x="5171617" y="622299"/>
                </a:lnTo>
                <a:lnTo>
                  <a:pt x="5176710" y="634999"/>
                </a:lnTo>
                <a:close/>
              </a:path>
              <a:path w="5212715" h="1511300">
                <a:moveTo>
                  <a:pt x="39014" y="647699"/>
                </a:moveTo>
                <a:lnTo>
                  <a:pt x="21920" y="647699"/>
                </a:lnTo>
                <a:lnTo>
                  <a:pt x="25577" y="634999"/>
                </a:lnTo>
                <a:lnTo>
                  <a:pt x="43027" y="634999"/>
                </a:lnTo>
                <a:lnTo>
                  <a:pt x="39014" y="647699"/>
                </a:lnTo>
                <a:close/>
              </a:path>
              <a:path w="5212715" h="1511300">
                <a:moveTo>
                  <a:pt x="5185930" y="647699"/>
                </a:moveTo>
                <a:lnTo>
                  <a:pt x="5171173" y="647699"/>
                </a:lnTo>
                <a:lnTo>
                  <a:pt x="5166537" y="634999"/>
                </a:lnTo>
                <a:lnTo>
                  <a:pt x="5181485" y="634999"/>
                </a:lnTo>
                <a:lnTo>
                  <a:pt x="5185930" y="647699"/>
                </a:lnTo>
                <a:close/>
              </a:path>
              <a:path w="5212715" h="1511300">
                <a:moveTo>
                  <a:pt x="28994" y="660399"/>
                </a:moveTo>
                <a:lnTo>
                  <a:pt x="12547" y="660399"/>
                </a:lnTo>
                <a:lnTo>
                  <a:pt x="15405" y="647699"/>
                </a:lnTo>
                <a:lnTo>
                  <a:pt x="32232" y="647699"/>
                </a:lnTo>
                <a:lnTo>
                  <a:pt x="28994" y="660399"/>
                </a:lnTo>
                <a:close/>
              </a:path>
              <a:path w="5212715" h="1511300">
                <a:moveTo>
                  <a:pt x="5193855" y="660399"/>
                </a:moveTo>
                <a:lnTo>
                  <a:pt x="5179212" y="660399"/>
                </a:lnTo>
                <a:lnTo>
                  <a:pt x="5175224" y="647699"/>
                </a:lnTo>
                <a:lnTo>
                  <a:pt x="5190058" y="647699"/>
                </a:lnTo>
                <a:lnTo>
                  <a:pt x="5193855" y="660399"/>
                </a:lnTo>
                <a:close/>
              </a:path>
              <a:path w="5212715" h="1511300">
                <a:moveTo>
                  <a:pt x="21336" y="673099"/>
                </a:moveTo>
                <a:lnTo>
                  <a:pt x="7670" y="673099"/>
                </a:lnTo>
                <a:lnTo>
                  <a:pt x="9969" y="660399"/>
                </a:lnTo>
                <a:lnTo>
                  <a:pt x="23774" y="660399"/>
                </a:lnTo>
                <a:lnTo>
                  <a:pt x="21336" y="673099"/>
                </a:lnTo>
                <a:close/>
              </a:path>
              <a:path w="5212715" h="1511300">
                <a:moveTo>
                  <a:pt x="5200421" y="673099"/>
                </a:moveTo>
                <a:lnTo>
                  <a:pt x="5185943" y="673099"/>
                </a:lnTo>
                <a:lnTo>
                  <a:pt x="5182616" y="660399"/>
                </a:lnTo>
                <a:lnTo>
                  <a:pt x="5197309" y="660399"/>
                </a:lnTo>
                <a:lnTo>
                  <a:pt x="5200421" y="673099"/>
                </a:lnTo>
                <a:close/>
              </a:path>
              <a:path w="5212715" h="1511300">
                <a:moveTo>
                  <a:pt x="16065" y="685799"/>
                </a:moveTo>
                <a:lnTo>
                  <a:pt x="2540" y="685799"/>
                </a:lnTo>
                <a:lnTo>
                  <a:pt x="3962" y="673099"/>
                </a:lnTo>
                <a:lnTo>
                  <a:pt x="17665" y="673099"/>
                </a:lnTo>
                <a:lnTo>
                  <a:pt x="16065" y="685799"/>
                </a:lnTo>
                <a:close/>
              </a:path>
              <a:path w="5212715" h="1511300">
                <a:moveTo>
                  <a:pt x="5205615" y="685799"/>
                </a:moveTo>
                <a:lnTo>
                  <a:pt x="5191353" y="685799"/>
                </a:lnTo>
                <a:lnTo>
                  <a:pt x="5188699" y="673099"/>
                </a:lnTo>
                <a:lnTo>
                  <a:pt x="5203190" y="673099"/>
                </a:lnTo>
                <a:lnTo>
                  <a:pt x="5205615" y="685799"/>
                </a:lnTo>
                <a:close/>
              </a:path>
              <a:path w="5212715" h="1511300">
                <a:moveTo>
                  <a:pt x="13220" y="698499"/>
                </a:moveTo>
                <a:lnTo>
                  <a:pt x="635" y="698499"/>
                </a:lnTo>
                <a:lnTo>
                  <a:pt x="1435" y="685799"/>
                </a:lnTo>
                <a:lnTo>
                  <a:pt x="13970" y="685799"/>
                </a:lnTo>
                <a:lnTo>
                  <a:pt x="13220" y="698499"/>
                </a:lnTo>
                <a:close/>
              </a:path>
              <a:path w="5212715" h="1511300">
                <a:moveTo>
                  <a:pt x="5210695" y="711199"/>
                </a:moveTo>
                <a:lnTo>
                  <a:pt x="5198173" y="711199"/>
                </a:lnTo>
                <a:lnTo>
                  <a:pt x="5196916" y="698499"/>
                </a:lnTo>
                <a:lnTo>
                  <a:pt x="5195443" y="698499"/>
                </a:lnTo>
                <a:lnTo>
                  <a:pt x="5193474" y="685799"/>
                </a:lnTo>
                <a:lnTo>
                  <a:pt x="5207673" y="685799"/>
                </a:lnTo>
                <a:lnTo>
                  <a:pt x="5209362" y="698499"/>
                </a:lnTo>
                <a:lnTo>
                  <a:pt x="5210695" y="711199"/>
                </a:lnTo>
                <a:close/>
              </a:path>
              <a:path w="5212715" h="1511300">
                <a:moveTo>
                  <a:pt x="12700" y="711199"/>
                </a:moveTo>
                <a:lnTo>
                  <a:pt x="0" y="711199"/>
                </a:lnTo>
                <a:lnTo>
                  <a:pt x="152" y="698499"/>
                </a:lnTo>
                <a:lnTo>
                  <a:pt x="12700" y="698499"/>
                </a:lnTo>
                <a:lnTo>
                  <a:pt x="12700" y="711199"/>
                </a:lnTo>
                <a:close/>
              </a:path>
              <a:path w="5212715" h="1511300">
                <a:moveTo>
                  <a:pt x="12750" y="706966"/>
                </a:moveTo>
                <a:lnTo>
                  <a:pt x="12700" y="698499"/>
                </a:lnTo>
                <a:lnTo>
                  <a:pt x="12852" y="698499"/>
                </a:lnTo>
                <a:lnTo>
                  <a:pt x="12750" y="706966"/>
                </a:lnTo>
                <a:close/>
              </a:path>
              <a:path w="5212715" h="1511300">
                <a:moveTo>
                  <a:pt x="12776" y="711199"/>
                </a:moveTo>
                <a:lnTo>
                  <a:pt x="12750" y="706966"/>
                </a:lnTo>
                <a:lnTo>
                  <a:pt x="12776" y="711199"/>
                </a:lnTo>
                <a:close/>
              </a:path>
              <a:path w="5212715" h="1511300">
                <a:moveTo>
                  <a:pt x="13830" y="723899"/>
                </a:moveTo>
                <a:lnTo>
                  <a:pt x="1295" y="723899"/>
                </a:lnTo>
                <a:lnTo>
                  <a:pt x="723" y="711199"/>
                </a:lnTo>
                <a:lnTo>
                  <a:pt x="13309" y="711199"/>
                </a:lnTo>
                <a:lnTo>
                  <a:pt x="13830" y="723899"/>
                </a:lnTo>
                <a:close/>
              </a:path>
              <a:path w="5212715" h="1511300">
                <a:moveTo>
                  <a:pt x="5212219" y="723899"/>
                </a:moveTo>
                <a:lnTo>
                  <a:pt x="5199545" y="723899"/>
                </a:lnTo>
                <a:lnTo>
                  <a:pt x="5198999" y="711199"/>
                </a:lnTo>
                <a:lnTo>
                  <a:pt x="5211648" y="711199"/>
                </a:lnTo>
                <a:lnTo>
                  <a:pt x="5212219" y="723899"/>
                </a:lnTo>
                <a:close/>
              </a:path>
              <a:path w="5212715" h="1511300">
                <a:moveTo>
                  <a:pt x="17195" y="736599"/>
                </a:moveTo>
                <a:lnTo>
                  <a:pt x="5092" y="736599"/>
                </a:lnTo>
                <a:lnTo>
                  <a:pt x="2908" y="723899"/>
                </a:lnTo>
                <a:lnTo>
                  <a:pt x="15125" y="723899"/>
                </a:lnTo>
                <a:lnTo>
                  <a:pt x="17195" y="736599"/>
                </a:lnTo>
                <a:close/>
              </a:path>
              <a:path w="5212715" h="1511300">
                <a:moveTo>
                  <a:pt x="5211483" y="749299"/>
                </a:moveTo>
                <a:lnTo>
                  <a:pt x="5197792" y="749299"/>
                </a:lnTo>
                <a:lnTo>
                  <a:pt x="5198897" y="736599"/>
                </a:lnTo>
                <a:lnTo>
                  <a:pt x="5199494" y="736599"/>
                </a:lnTo>
                <a:lnTo>
                  <a:pt x="5199710" y="723899"/>
                </a:lnTo>
                <a:lnTo>
                  <a:pt x="5212410" y="723899"/>
                </a:lnTo>
                <a:lnTo>
                  <a:pt x="5212181" y="736599"/>
                </a:lnTo>
                <a:lnTo>
                  <a:pt x="5211483" y="749299"/>
                </a:lnTo>
                <a:close/>
              </a:path>
              <a:path w="5212715" h="1511300">
                <a:moveTo>
                  <a:pt x="30302" y="761999"/>
                </a:moveTo>
                <a:lnTo>
                  <a:pt x="15252" y="761999"/>
                </a:lnTo>
                <a:lnTo>
                  <a:pt x="11290" y="749299"/>
                </a:lnTo>
                <a:lnTo>
                  <a:pt x="7899" y="736599"/>
                </a:lnTo>
                <a:lnTo>
                  <a:pt x="19481" y="736599"/>
                </a:lnTo>
                <a:lnTo>
                  <a:pt x="22682" y="749299"/>
                </a:lnTo>
                <a:lnTo>
                  <a:pt x="26009" y="749299"/>
                </a:lnTo>
                <a:lnTo>
                  <a:pt x="30302" y="761999"/>
                </a:lnTo>
                <a:close/>
              </a:path>
              <a:path w="5212715" h="1511300">
                <a:moveTo>
                  <a:pt x="5208739" y="761999"/>
                </a:moveTo>
                <a:lnTo>
                  <a:pt x="5196332" y="761999"/>
                </a:lnTo>
                <a:lnTo>
                  <a:pt x="5197856" y="749299"/>
                </a:lnTo>
                <a:lnTo>
                  <a:pt x="5210340" y="749299"/>
                </a:lnTo>
                <a:lnTo>
                  <a:pt x="5208739" y="761999"/>
                </a:lnTo>
                <a:close/>
              </a:path>
              <a:path w="5212715" h="1511300">
                <a:moveTo>
                  <a:pt x="40005" y="774699"/>
                </a:moveTo>
                <a:lnTo>
                  <a:pt x="24790" y="774699"/>
                </a:lnTo>
                <a:lnTo>
                  <a:pt x="19748" y="761999"/>
                </a:lnTo>
                <a:lnTo>
                  <a:pt x="34671" y="761999"/>
                </a:lnTo>
                <a:lnTo>
                  <a:pt x="40005" y="774699"/>
                </a:lnTo>
                <a:close/>
              </a:path>
              <a:path w="5212715" h="1511300">
                <a:moveTo>
                  <a:pt x="5201297" y="787399"/>
                </a:moveTo>
                <a:lnTo>
                  <a:pt x="5186426" y="787399"/>
                </a:lnTo>
                <a:lnTo>
                  <a:pt x="5189626" y="774699"/>
                </a:lnTo>
                <a:lnTo>
                  <a:pt x="5192179" y="774699"/>
                </a:lnTo>
                <a:lnTo>
                  <a:pt x="5194554" y="761999"/>
                </a:lnTo>
                <a:lnTo>
                  <a:pt x="5206695" y="761999"/>
                </a:lnTo>
                <a:lnTo>
                  <a:pt x="5204206" y="774699"/>
                </a:lnTo>
                <a:lnTo>
                  <a:pt x="5201297" y="787399"/>
                </a:lnTo>
                <a:close/>
              </a:path>
              <a:path w="5212715" h="1511300">
                <a:moveTo>
                  <a:pt x="58394" y="787399"/>
                </a:moveTo>
                <a:lnTo>
                  <a:pt x="36410" y="787399"/>
                </a:lnTo>
                <a:lnTo>
                  <a:pt x="30353" y="774699"/>
                </a:lnTo>
                <a:lnTo>
                  <a:pt x="51562" y="774699"/>
                </a:lnTo>
                <a:lnTo>
                  <a:pt x="58394" y="787399"/>
                </a:lnTo>
                <a:close/>
              </a:path>
              <a:path w="5212715" h="1511300">
                <a:moveTo>
                  <a:pt x="73113" y="800099"/>
                </a:moveTo>
                <a:lnTo>
                  <a:pt x="50025" y="800099"/>
                </a:lnTo>
                <a:lnTo>
                  <a:pt x="42976" y="787399"/>
                </a:lnTo>
                <a:lnTo>
                  <a:pt x="65316" y="787399"/>
                </a:lnTo>
                <a:lnTo>
                  <a:pt x="73113" y="800099"/>
                </a:lnTo>
                <a:close/>
              </a:path>
              <a:path w="5212715" h="1511300">
                <a:moveTo>
                  <a:pt x="5194223" y="800099"/>
                </a:moveTo>
                <a:lnTo>
                  <a:pt x="5179085" y="800099"/>
                </a:lnTo>
                <a:lnTo>
                  <a:pt x="5183098" y="787399"/>
                </a:lnTo>
                <a:lnTo>
                  <a:pt x="5197970" y="787399"/>
                </a:lnTo>
                <a:lnTo>
                  <a:pt x="5194223" y="800099"/>
                </a:lnTo>
                <a:close/>
              </a:path>
              <a:path w="5212715" h="1511300">
                <a:moveTo>
                  <a:pt x="89712" y="812799"/>
                </a:moveTo>
                <a:lnTo>
                  <a:pt x="65532" y="812799"/>
                </a:lnTo>
                <a:lnTo>
                  <a:pt x="57543" y="800099"/>
                </a:lnTo>
                <a:lnTo>
                  <a:pt x="81000" y="800099"/>
                </a:lnTo>
                <a:lnTo>
                  <a:pt x="89712" y="812799"/>
                </a:lnTo>
                <a:close/>
              </a:path>
              <a:path w="5212715" h="1511300">
                <a:moveTo>
                  <a:pt x="5185524" y="812799"/>
                </a:moveTo>
                <a:lnTo>
                  <a:pt x="5170182" y="812799"/>
                </a:lnTo>
                <a:lnTo>
                  <a:pt x="5174983" y="800099"/>
                </a:lnTo>
                <a:lnTo>
                  <a:pt x="5190070" y="800099"/>
                </a:lnTo>
                <a:lnTo>
                  <a:pt x="5185524" y="812799"/>
                </a:lnTo>
                <a:close/>
              </a:path>
              <a:path w="5212715" h="1511300">
                <a:moveTo>
                  <a:pt x="108115" y="825499"/>
                </a:moveTo>
                <a:lnTo>
                  <a:pt x="82867" y="825499"/>
                </a:lnTo>
                <a:lnTo>
                  <a:pt x="73977" y="812799"/>
                </a:lnTo>
                <a:lnTo>
                  <a:pt x="98526" y="812799"/>
                </a:lnTo>
                <a:lnTo>
                  <a:pt x="108115" y="825499"/>
                </a:lnTo>
                <a:close/>
              </a:path>
              <a:path w="5212715" h="1511300">
                <a:moveTo>
                  <a:pt x="5169522" y="838199"/>
                </a:moveTo>
                <a:lnTo>
                  <a:pt x="5147792" y="838199"/>
                </a:lnTo>
                <a:lnTo>
                  <a:pt x="5154104" y="825499"/>
                </a:lnTo>
                <a:lnTo>
                  <a:pt x="5159743" y="825499"/>
                </a:lnTo>
                <a:lnTo>
                  <a:pt x="5165305" y="812799"/>
                </a:lnTo>
                <a:lnTo>
                  <a:pt x="5180571" y="812799"/>
                </a:lnTo>
                <a:lnTo>
                  <a:pt x="5175237" y="825499"/>
                </a:lnTo>
                <a:lnTo>
                  <a:pt x="5169522" y="838199"/>
                </a:lnTo>
                <a:close/>
              </a:path>
              <a:path w="5212715" h="1511300">
                <a:moveTo>
                  <a:pt x="138925" y="838199"/>
                </a:moveTo>
                <a:lnTo>
                  <a:pt x="112102" y="838199"/>
                </a:lnTo>
                <a:lnTo>
                  <a:pt x="101930" y="825499"/>
                </a:lnTo>
                <a:lnTo>
                  <a:pt x="128092" y="825499"/>
                </a:lnTo>
                <a:lnTo>
                  <a:pt x="138925" y="838199"/>
                </a:lnTo>
                <a:close/>
              </a:path>
              <a:path w="5212715" h="1511300">
                <a:moveTo>
                  <a:pt x="161480" y="850899"/>
                </a:moveTo>
                <a:lnTo>
                  <a:pt x="133642" y="850899"/>
                </a:lnTo>
                <a:lnTo>
                  <a:pt x="122669" y="838199"/>
                </a:lnTo>
                <a:lnTo>
                  <a:pt x="149872" y="838199"/>
                </a:lnTo>
                <a:lnTo>
                  <a:pt x="161480" y="850899"/>
                </a:lnTo>
                <a:close/>
              </a:path>
              <a:path w="5212715" h="1511300">
                <a:moveTo>
                  <a:pt x="5141252" y="850899"/>
                </a:moveTo>
                <a:lnTo>
                  <a:pt x="5134356" y="850899"/>
                </a:lnTo>
                <a:lnTo>
                  <a:pt x="5141404" y="838199"/>
                </a:lnTo>
                <a:lnTo>
                  <a:pt x="5141252" y="850899"/>
                </a:lnTo>
                <a:close/>
              </a:path>
              <a:path w="5212715" h="1511300">
                <a:moveTo>
                  <a:pt x="5156962" y="850899"/>
                </a:moveTo>
                <a:lnTo>
                  <a:pt x="5141252" y="850899"/>
                </a:lnTo>
                <a:lnTo>
                  <a:pt x="5147932" y="838199"/>
                </a:lnTo>
                <a:lnTo>
                  <a:pt x="5163426" y="838199"/>
                </a:lnTo>
                <a:lnTo>
                  <a:pt x="5156962" y="850899"/>
                </a:lnTo>
                <a:close/>
              </a:path>
              <a:path w="5212715" h="1511300">
                <a:moveTo>
                  <a:pt x="198145" y="863599"/>
                </a:moveTo>
                <a:lnTo>
                  <a:pt x="168846" y="863599"/>
                </a:lnTo>
                <a:lnTo>
                  <a:pt x="156743" y="850899"/>
                </a:lnTo>
                <a:lnTo>
                  <a:pt x="185445" y="850899"/>
                </a:lnTo>
                <a:lnTo>
                  <a:pt x="198145" y="863599"/>
                </a:lnTo>
                <a:close/>
              </a:path>
              <a:path w="5212715" h="1511300">
                <a:moveTo>
                  <a:pt x="5127104" y="863599"/>
                </a:moveTo>
                <a:lnTo>
                  <a:pt x="5119484" y="863599"/>
                </a:lnTo>
                <a:lnTo>
                  <a:pt x="5127244" y="850899"/>
                </a:lnTo>
                <a:lnTo>
                  <a:pt x="5127104" y="863599"/>
                </a:lnTo>
                <a:close/>
              </a:path>
              <a:path w="5212715" h="1511300">
                <a:moveTo>
                  <a:pt x="5142941" y="863599"/>
                </a:moveTo>
                <a:lnTo>
                  <a:pt x="5127104" y="863599"/>
                </a:lnTo>
                <a:lnTo>
                  <a:pt x="5134495" y="850899"/>
                </a:lnTo>
                <a:lnTo>
                  <a:pt x="5150129" y="850899"/>
                </a:lnTo>
                <a:lnTo>
                  <a:pt x="5142941" y="863599"/>
                </a:lnTo>
                <a:close/>
              </a:path>
              <a:path w="5212715" h="1511300">
                <a:moveTo>
                  <a:pt x="237959" y="876299"/>
                </a:moveTo>
                <a:lnTo>
                  <a:pt x="194144" y="876299"/>
                </a:lnTo>
                <a:lnTo>
                  <a:pt x="181317" y="863599"/>
                </a:lnTo>
                <a:lnTo>
                  <a:pt x="224243" y="863599"/>
                </a:lnTo>
                <a:lnTo>
                  <a:pt x="237959" y="876299"/>
                </a:lnTo>
                <a:close/>
              </a:path>
              <a:path w="5212715" h="1511300">
                <a:moveTo>
                  <a:pt x="5127510" y="876299"/>
                </a:moveTo>
                <a:lnTo>
                  <a:pt x="5103215" y="876299"/>
                </a:lnTo>
                <a:lnTo>
                  <a:pt x="5111648" y="863599"/>
                </a:lnTo>
                <a:lnTo>
                  <a:pt x="5135410" y="863599"/>
                </a:lnTo>
                <a:lnTo>
                  <a:pt x="5127510" y="876299"/>
                </a:lnTo>
                <a:close/>
              </a:path>
              <a:path w="5212715" h="1511300">
                <a:moveTo>
                  <a:pt x="247438" y="887817"/>
                </a:moveTo>
                <a:lnTo>
                  <a:pt x="234619" y="876299"/>
                </a:lnTo>
                <a:lnTo>
                  <a:pt x="262077" y="876299"/>
                </a:lnTo>
                <a:lnTo>
                  <a:pt x="247438" y="887817"/>
                </a:lnTo>
                <a:close/>
              </a:path>
              <a:path w="5212715" h="1511300">
                <a:moveTo>
                  <a:pt x="263144" y="888999"/>
                </a:moveTo>
                <a:lnTo>
                  <a:pt x="248754" y="888999"/>
                </a:lnTo>
                <a:lnTo>
                  <a:pt x="247438" y="887817"/>
                </a:lnTo>
                <a:lnTo>
                  <a:pt x="262077" y="876299"/>
                </a:lnTo>
                <a:lnTo>
                  <a:pt x="263144" y="888999"/>
                </a:lnTo>
                <a:close/>
              </a:path>
              <a:path w="5212715" h="1511300">
                <a:moveTo>
                  <a:pt x="251142" y="901699"/>
                </a:moveTo>
                <a:lnTo>
                  <a:pt x="223100" y="901699"/>
                </a:lnTo>
                <a:lnTo>
                  <a:pt x="230530" y="888999"/>
                </a:lnTo>
                <a:lnTo>
                  <a:pt x="263144" y="888999"/>
                </a:lnTo>
                <a:lnTo>
                  <a:pt x="262077" y="876299"/>
                </a:lnTo>
                <a:lnTo>
                  <a:pt x="284441" y="876299"/>
                </a:lnTo>
                <a:lnTo>
                  <a:pt x="251142" y="901699"/>
                </a:lnTo>
                <a:close/>
              </a:path>
              <a:path w="5212715" h="1511300">
                <a:moveTo>
                  <a:pt x="5110708" y="888999"/>
                </a:moveTo>
                <a:lnTo>
                  <a:pt x="5085562" y="888999"/>
                </a:lnTo>
                <a:lnTo>
                  <a:pt x="5094681" y="876299"/>
                </a:lnTo>
                <a:lnTo>
                  <a:pt x="5119281" y="876299"/>
                </a:lnTo>
                <a:lnTo>
                  <a:pt x="5110708" y="888999"/>
                </a:lnTo>
                <a:close/>
              </a:path>
              <a:path w="5212715" h="1511300">
                <a:moveTo>
                  <a:pt x="248754" y="888999"/>
                </a:moveTo>
                <a:lnTo>
                  <a:pt x="245935" y="888999"/>
                </a:lnTo>
                <a:lnTo>
                  <a:pt x="247438" y="887817"/>
                </a:lnTo>
                <a:lnTo>
                  <a:pt x="248754" y="888999"/>
                </a:lnTo>
                <a:close/>
              </a:path>
              <a:path w="5212715" h="1511300">
                <a:moveTo>
                  <a:pt x="5092560" y="901699"/>
                </a:moveTo>
                <a:lnTo>
                  <a:pt x="5066601" y="901699"/>
                </a:lnTo>
                <a:lnTo>
                  <a:pt x="5076367" y="888999"/>
                </a:lnTo>
                <a:lnTo>
                  <a:pt x="5101793" y="888999"/>
                </a:lnTo>
                <a:lnTo>
                  <a:pt x="5092560" y="901699"/>
                </a:lnTo>
                <a:close/>
              </a:path>
              <a:path w="5212715" h="1511300">
                <a:moveTo>
                  <a:pt x="222021" y="914399"/>
                </a:moveTo>
                <a:lnTo>
                  <a:pt x="195668" y="914399"/>
                </a:lnTo>
                <a:lnTo>
                  <a:pt x="202196" y="901699"/>
                </a:lnTo>
                <a:lnTo>
                  <a:pt x="229095" y="901699"/>
                </a:lnTo>
                <a:lnTo>
                  <a:pt x="222021" y="914399"/>
                </a:lnTo>
                <a:close/>
              </a:path>
              <a:path w="5212715" h="1511300">
                <a:moveTo>
                  <a:pt x="5073116" y="914399"/>
                </a:moveTo>
                <a:lnTo>
                  <a:pt x="5046345" y="914399"/>
                </a:lnTo>
                <a:lnTo>
                  <a:pt x="5056733" y="901699"/>
                </a:lnTo>
                <a:lnTo>
                  <a:pt x="5082997" y="901699"/>
                </a:lnTo>
                <a:lnTo>
                  <a:pt x="5073116" y="914399"/>
                </a:lnTo>
                <a:close/>
              </a:path>
              <a:path w="5212715" h="1511300">
                <a:moveTo>
                  <a:pt x="202501" y="927099"/>
                </a:moveTo>
                <a:lnTo>
                  <a:pt x="177469" y="927099"/>
                </a:lnTo>
                <a:lnTo>
                  <a:pt x="183311" y="914399"/>
                </a:lnTo>
                <a:lnTo>
                  <a:pt x="208902" y="914399"/>
                </a:lnTo>
                <a:lnTo>
                  <a:pt x="202501" y="927099"/>
                </a:lnTo>
                <a:close/>
              </a:path>
              <a:path w="5212715" h="1511300">
                <a:moveTo>
                  <a:pt x="5052415" y="927099"/>
                </a:moveTo>
                <a:lnTo>
                  <a:pt x="5024831" y="927099"/>
                </a:lnTo>
                <a:lnTo>
                  <a:pt x="5035842" y="914399"/>
                </a:lnTo>
                <a:lnTo>
                  <a:pt x="5062918" y="914399"/>
                </a:lnTo>
                <a:lnTo>
                  <a:pt x="5052415" y="927099"/>
                </a:lnTo>
                <a:close/>
              </a:path>
              <a:path w="5212715" h="1511300">
                <a:moveTo>
                  <a:pt x="185089" y="939799"/>
                </a:moveTo>
                <a:lnTo>
                  <a:pt x="161429" y="939799"/>
                </a:lnTo>
                <a:lnTo>
                  <a:pt x="166535" y="927099"/>
                </a:lnTo>
                <a:lnTo>
                  <a:pt x="190792" y="927099"/>
                </a:lnTo>
                <a:lnTo>
                  <a:pt x="185089" y="939799"/>
                </a:lnTo>
                <a:close/>
              </a:path>
              <a:path w="5212715" h="1511300">
                <a:moveTo>
                  <a:pt x="5030482" y="939799"/>
                </a:moveTo>
                <a:lnTo>
                  <a:pt x="4990325" y="939799"/>
                </a:lnTo>
                <a:lnTo>
                  <a:pt x="5002212" y="927099"/>
                </a:lnTo>
                <a:lnTo>
                  <a:pt x="5041595" y="927099"/>
                </a:lnTo>
                <a:lnTo>
                  <a:pt x="5030482" y="939799"/>
                </a:lnTo>
                <a:close/>
              </a:path>
              <a:path w="5212715" h="1511300">
                <a:moveTo>
                  <a:pt x="169913" y="952499"/>
                </a:moveTo>
                <a:lnTo>
                  <a:pt x="151968" y="952499"/>
                </a:lnTo>
                <a:lnTo>
                  <a:pt x="156578" y="939799"/>
                </a:lnTo>
                <a:lnTo>
                  <a:pt x="174866" y="939799"/>
                </a:lnTo>
                <a:lnTo>
                  <a:pt x="169913" y="952499"/>
                </a:lnTo>
                <a:close/>
              </a:path>
              <a:path w="5212715" h="1511300">
                <a:moveTo>
                  <a:pt x="4995392" y="952499"/>
                </a:moveTo>
                <a:lnTo>
                  <a:pt x="4965865" y="952499"/>
                </a:lnTo>
                <a:lnTo>
                  <a:pt x="4978323" y="939799"/>
                </a:lnTo>
                <a:lnTo>
                  <a:pt x="5007381" y="939799"/>
                </a:lnTo>
                <a:lnTo>
                  <a:pt x="4995392" y="952499"/>
                </a:lnTo>
                <a:close/>
              </a:path>
              <a:path w="5212715" h="1511300">
                <a:moveTo>
                  <a:pt x="157035" y="965199"/>
                </a:moveTo>
                <a:lnTo>
                  <a:pt x="139738" y="965199"/>
                </a:lnTo>
                <a:lnTo>
                  <a:pt x="143548" y="952499"/>
                </a:lnTo>
                <a:lnTo>
                  <a:pt x="161226" y="952499"/>
                </a:lnTo>
                <a:lnTo>
                  <a:pt x="157035" y="965199"/>
                </a:lnTo>
                <a:close/>
              </a:path>
              <a:path w="5212715" h="1511300">
                <a:moveTo>
                  <a:pt x="4970576" y="965199"/>
                </a:moveTo>
                <a:lnTo>
                  <a:pt x="4927130" y="965199"/>
                </a:lnTo>
                <a:lnTo>
                  <a:pt x="4940401" y="952499"/>
                </a:lnTo>
                <a:lnTo>
                  <a:pt x="4983124" y="952499"/>
                </a:lnTo>
                <a:lnTo>
                  <a:pt x="4970576" y="965199"/>
                </a:lnTo>
                <a:close/>
              </a:path>
              <a:path w="5212715" h="1511300">
                <a:moveTo>
                  <a:pt x="146558" y="977899"/>
                </a:moveTo>
                <a:lnTo>
                  <a:pt x="129946" y="977899"/>
                </a:lnTo>
                <a:lnTo>
                  <a:pt x="132930" y="965199"/>
                </a:lnTo>
                <a:lnTo>
                  <a:pt x="149948" y="965199"/>
                </a:lnTo>
                <a:lnTo>
                  <a:pt x="146558" y="977899"/>
                </a:lnTo>
                <a:close/>
              </a:path>
              <a:path w="5212715" h="1511300">
                <a:moveTo>
                  <a:pt x="4899990" y="977899"/>
                </a:moveTo>
                <a:lnTo>
                  <a:pt x="4886032" y="977899"/>
                </a:lnTo>
                <a:lnTo>
                  <a:pt x="4900066" y="965199"/>
                </a:lnTo>
                <a:lnTo>
                  <a:pt x="4899990" y="977899"/>
                </a:lnTo>
                <a:close/>
              </a:path>
              <a:path w="5212715" h="1511300">
                <a:moveTo>
                  <a:pt x="4931321" y="977899"/>
                </a:moveTo>
                <a:lnTo>
                  <a:pt x="4899990" y="977899"/>
                </a:lnTo>
                <a:lnTo>
                  <a:pt x="4913769" y="965199"/>
                </a:lnTo>
                <a:lnTo>
                  <a:pt x="4944668" y="965199"/>
                </a:lnTo>
                <a:lnTo>
                  <a:pt x="4931321" y="977899"/>
                </a:lnTo>
                <a:close/>
              </a:path>
              <a:path w="5212715" h="1511300">
                <a:moveTo>
                  <a:pt x="138557" y="990599"/>
                </a:moveTo>
                <a:lnTo>
                  <a:pt x="124853" y="990599"/>
                </a:lnTo>
                <a:lnTo>
                  <a:pt x="127254" y="977899"/>
                </a:lnTo>
                <a:lnTo>
                  <a:pt x="141097" y="977899"/>
                </a:lnTo>
                <a:lnTo>
                  <a:pt x="138557" y="990599"/>
                </a:lnTo>
                <a:close/>
              </a:path>
              <a:path w="5212715" h="1511300">
                <a:moveTo>
                  <a:pt x="4889754" y="990599"/>
                </a:moveTo>
                <a:lnTo>
                  <a:pt x="4842713" y="990599"/>
                </a:lnTo>
                <a:lnTo>
                  <a:pt x="4857457" y="977899"/>
                </a:lnTo>
                <a:lnTo>
                  <a:pt x="4903863" y="977899"/>
                </a:lnTo>
                <a:lnTo>
                  <a:pt x="4889754" y="990599"/>
                </a:lnTo>
                <a:close/>
              </a:path>
              <a:path w="5212715" h="1511300">
                <a:moveTo>
                  <a:pt x="133045" y="1003299"/>
                </a:moveTo>
                <a:lnTo>
                  <a:pt x="119494" y="1003299"/>
                </a:lnTo>
                <a:lnTo>
                  <a:pt x="120967" y="990599"/>
                </a:lnTo>
                <a:lnTo>
                  <a:pt x="134721" y="990599"/>
                </a:lnTo>
                <a:lnTo>
                  <a:pt x="133045" y="1003299"/>
                </a:lnTo>
                <a:close/>
              </a:path>
              <a:path w="5212715" h="1511300">
                <a:moveTo>
                  <a:pt x="4845989" y="1003299"/>
                </a:moveTo>
                <a:lnTo>
                  <a:pt x="4797298" y="1003299"/>
                </a:lnTo>
                <a:lnTo>
                  <a:pt x="4812728" y="990599"/>
                </a:lnTo>
                <a:lnTo>
                  <a:pt x="4860810" y="990599"/>
                </a:lnTo>
                <a:lnTo>
                  <a:pt x="4845989" y="1003299"/>
                </a:lnTo>
                <a:close/>
              </a:path>
              <a:path w="5212715" h="1511300">
                <a:moveTo>
                  <a:pt x="130784" y="1015999"/>
                </a:moveTo>
                <a:lnTo>
                  <a:pt x="117500" y="1015999"/>
                </a:lnTo>
                <a:lnTo>
                  <a:pt x="118325" y="1003299"/>
                </a:lnTo>
                <a:lnTo>
                  <a:pt x="131864" y="1003299"/>
                </a:lnTo>
                <a:lnTo>
                  <a:pt x="130784" y="1015999"/>
                </a:lnTo>
                <a:close/>
              </a:path>
              <a:path w="5212715" h="1511300">
                <a:moveTo>
                  <a:pt x="4800155" y="1015999"/>
                </a:moveTo>
                <a:lnTo>
                  <a:pt x="4733734" y="1015999"/>
                </a:lnTo>
                <a:lnTo>
                  <a:pt x="4750003" y="1003299"/>
                </a:lnTo>
                <a:lnTo>
                  <a:pt x="4815649" y="1003299"/>
                </a:lnTo>
                <a:lnTo>
                  <a:pt x="4800155" y="1015999"/>
                </a:lnTo>
                <a:close/>
              </a:path>
              <a:path w="5212715" h="1511300">
                <a:moveTo>
                  <a:pt x="129527" y="1028699"/>
                </a:moveTo>
                <a:lnTo>
                  <a:pt x="116827" y="1028699"/>
                </a:lnTo>
                <a:lnTo>
                  <a:pt x="116992" y="1015999"/>
                </a:lnTo>
                <a:lnTo>
                  <a:pt x="129679" y="1015999"/>
                </a:lnTo>
                <a:lnTo>
                  <a:pt x="129527" y="1028699"/>
                </a:lnTo>
                <a:close/>
              </a:path>
              <a:path w="5212715" h="1511300">
                <a:moveTo>
                  <a:pt x="4736058" y="1028699"/>
                </a:moveTo>
                <a:lnTo>
                  <a:pt x="4667008" y="1028699"/>
                </a:lnTo>
                <a:lnTo>
                  <a:pt x="4684026" y="1015999"/>
                </a:lnTo>
                <a:lnTo>
                  <a:pt x="4752390" y="1015999"/>
                </a:lnTo>
                <a:lnTo>
                  <a:pt x="4736058" y="1028699"/>
                </a:lnTo>
                <a:close/>
              </a:path>
              <a:path w="5212715" h="1511300">
                <a:moveTo>
                  <a:pt x="130975" y="1041399"/>
                </a:moveTo>
                <a:lnTo>
                  <a:pt x="117563" y="1041399"/>
                </a:lnTo>
                <a:lnTo>
                  <a:pt x="117005" y="1028699"/>
                </a:lnTo>
                <a:lnTo>
                  <a:pt x="130124" y="1028699"/>
                </a:lnTo>
                <a:lnTo>
                  <a:pt x="130975" y="1041399"/>
                </a:lnTo>
                <a:close/>
              </a:path>
              <a:path w="5212715" h="1511300">
                <a:moveTo>
                  <a:pt x="4668824" y="1041399"/>
                </a:moveTo>
                <a:lnTo>
                  <a:pt x="4543590" y="1041399"/>
                </a:lnTo>
                <a:lnTo>
                  <a:pt x="4561751" y="1028699"/>
                </a:lnTo>
                <a:lnTo>
                  <a:pt x="4685906" y="1028699"/>
                </a:lnTo>
                <a:lnTo>
                  <a:pt x="4668824" y="1041399"/>
                </a:lnTo>
                <a:close/>
              </a:path>
              <a:path w="5212715" h="1511300">
                <a:moveTo>
                  <a:pt x="133489" y="1054099"/>
                </a:moveTo>
                <a:lnTo>
                  <a:pt x="121348" y="1054099"/>
                </a:lnTo>
                <a:lnTo>
                  <a:pt x="119735" y="1041399"/>
                </a:lnTo>
                <a:lnTo>
                  <a:pt x="131978" y="1041399"/>
                </a:lnTo>
                <a:lnTo>
                  <a:pt x="133489" y="1054099"/>
                </a:lnTo>
                <a:close/>
              </a:path>
              <a:path w="5212715" h="1511300">
                <a:moveTo>
                  <a:pt x="4507725" y="1054099"/>
                </a:moveTo>
                <a:lnTo>
                  <a:pt x="4500638" y="1054099"/>
                </a:lnTo>
                <a:lnTo>
                  <a:pt x="4501299" y="1041399"/>
                </a:lnTo>
                <a:lnTo>
                  <a:pt x="4513681" y="1041399"/>
                </a:lnTo>
                <a:lnTo>
                  <a:pt x="4507725" y="1054099"/>
                </a:lnTo>
                <a:close/>
              </a:path>
              <a:path w="5212715" h="1511300">
                <a:moveTo>
                  <a:pt x="4513313" y="1054099"/>
                </a:moveTo>
                <a:lnTo>
                  <a:pt x="4507725" y="1054099"/>
                </a:lnTo>
                <a:lnTo>
                  <a:pt x="4513681" y="1041399"/>
                </a:lnTo>
                <a:lnTo>
                  <a:pt x="4513313" y="1054099"/>
                </a:lnTo>
                <a:close/>
              </a:path>
              <a:path w="5212715" h="1511300">
                <a:moveTo>
                  <a:pt x="4544555" y="1054099"/>
                </a:moveTo>
                <a:lnTo>
                  <a:pt x="4513313" y="1054099"/>
                </a:lnTo>
                <a:lnTo>
                  <a:pt x="4513681" y="1041399"/>
                </a:lnTo>
                <a:lnTo>
                  <a:pt x="4562779" y="1041399"/>
                </a:lnTo>
                <a:lnTo>
                  <a:pt x="4544555" y="1054099"/>
                </a:lnTo>
                <a:close/>
              </a:path>
              <a:path w="5212715" h="1511300">
                <a:moveTo>
                  <a:pt x="139534" y="1066799"/>
                </a:moveTo>
                <a:lnTo>
                  <a:pt x="125577" y="1066799"/>
                </a:lnTo>
                <a:lnTo>
                  <a:pt x="123291" y="1054099"/>
                </a:lnTo>
                <a:lnTo>
                  <a:pt x="137071" y="1054099"/>
                </a:lnTo>
                <a:lnTo>
                  <a:pt x="139534" y="1066799"/>
                </a:lnTo>
                <a:close/>
              </a:path>
              <a:path w="5212715" h="1511300">
                <a:moveTo>
                  <a:pt x="4509363" y="1079499"/>
                </a:moveTo>
                <a:lnTo>
                  <a:pt x="4495063" y="1079499"/>
                </a:lnTo>
                <a:lnTo>
                  <a:pt x="4497171" y="1066799"/>
                </a:lnTo>
                <a:lnTo>
                  <a:pt x="4498670" y="1066799"/>
                </a:lnTo>
                <a:lnTo>
                  <a:pt x="4499914" y="1054099"/>
                </a:lnTo>
                <a:lnTo>
                  <a:pt x="4512449" y="1054099"/>
                </a:lnTo>
                <a:lnTo>
                  <a:pt x="4511128" y="1066799"/>
                </a:lnTo>
                <a:lnTo>
                  <a:pt x="4509363" y="1079499"/>
                </a:lnTo>
                <a:close/>
              </a:path>
              <a:path w="5212715" h="1511300">
                <a:moveTo>
                  <a:pt x="148285" y="1079499"/>
                </a:moveTo>
                <a:lnTo>
                  <a:pt x="131114" y="1079499"/>
                </a:lnTo>
                <a:lnTo>
                  <a:pt x="128193" y="1066799"/>
                </a:lnTo>
                <a:lnTo>
                  <a:pt x="144907" y="1066799"/>
                </a:lnTo>
                <a:lnTo>
                  <a:pt x="148285" y="1079499"/>
                </a:lnTo>
                <a:close/>
              </a:path>
              <a:path w="5212715" h="1511300">
                <a:moveTo>
                  <a:pt x="159702" y="1092199"/>
                </a:moveTo>
                <a:lnTo>
                  <a:pt x="141757" y="1092199"/>
                </a:lnTo>
                <a:lnTo>
                  <a:pt x="137909" y="1079499"/>
                </a:lnTo>
                <a:lnTo>
                  <a:pt x="155435" y="1079499"/>
                </a:lnTo>
                <a:lnTo>
                  <a:pt x="159702" y="1092199"/>
                </a:lnTo>
                <a:close/>
              </a:path>
              <a:path w="5212715" h="1511300">
                <a:moveTo>
                  <a:pt x="4504474" y="1092199"/>
                </a:moveTo>
                <a:lnTo>
                  <a:pt x="4489818" y="1092199"/>
                </a:lnTo>
                <a:lnTo>
                  <a:pt x="4492777" y="1079499"/>
                </a:lnTo>
                <a:lnTo>
                  <a:pt x="4507141" y="1079499"/>
                </a:lnTo>
                <a:lnTo>
                  <a:pt x="4504474" y="1092199"/>
                </a:lnTo>
                <a:close/>
              </a:path>
              <a:path w="5212715" h="1511300">
                <a:moveTo>
                  <a:pt x="168757" y="1104899"/>
                </a:moveTo>
                <a:lnTo>
                  <a:pt x="150329" y="1104899"/>
                </a:lnTo>
                <a:lnTo>
                  <a:pt x="145897" y="1092199"/>
                </a:lnTo>
                <a:lnTo>
                  <a:pt x="163931" y="1092199"/>
                </a:lnTo>
                <a:lnTo>
                  <a:pt x="168757" y="1104899"/>
                </a:lnTo>
                <a:close/>
              </a:path>
              <a:path w="5212715" h="1511300">
                <a:moveTo>
                  <a:pt x="4497870" y="1104899"/>
                </a:moveTo>
                <a:lnTo>
                  <a:pt x="4482985" y="1104899"/>
                </a:lnTo>
                <a:lnTo>
                  <a:pt x="4486757" y="1092199"/>
                </a:lnTo>
                <a:lnTo>
                  <a:pt x="4501388" y="1092199"/>
                </a:lnTo>
                <a:lnTo>
                  <a:pt x="4497870" y="1104899"/>
                </a:lnTo>
                <a:close/>
              </a:path>
              <a:path w="5212715" h="1511300">
                <a:moveTo>
                  <a:pt x="184442" y="1117599"/>
                </a:moveTo>
                <a:lnTo>
                  <a:pt x="165303" y="1117599"/>
                </a:lnTo>
                <a:lnTo>
                  <a:pt x="160045" y="1104899"/>
                </a:lnTo>
                <a:lnTo>
                  <a:pt x="178790" y="1104899"/>
                </a:lnTo>
                <a:lnTo>
                  <a:pt x="184442" y="1117599"/>
                </a:lnTo>
                <a:close/>
              </a:path>
              <a:path w="5212715" h="1511300">
                <a:moveTo>
                  <a:pt x="4489602" y="1117599"/>
                </a:moveTo>
                <a:lnTo>
                  <a:pt x="4474578" y="1117599"/>
                </a:lnTo>
                <a:lnTo>
                  <a:pt x="4479137" y="1104899"/>
                </a:lnTo>
                <a:lnTo>
                  <a:pt x="4493933" y="1104899"/>
                </a:lnTo>
                <a:lnTo>
                  <a:pt x="4489602" y="1117599"/>
                </a:lnTo>
                <a:close/>
              </a:path>
              <a:path w="5212715" h="1511300">
                <a:moveTo>
                  <a:pt x="202565" y="1130299"/>
                </a:moveTo>
                <a:lnTo>
                  <a:pt x="182714" y="1130299"/>
                </a:lnTo>
                <a:lnTo>
                  <a:pt x="176644" y="1117599"/>
                </a:lnTo>
                <a:lnTo>
                  <a:pt x="196126" y="1117599"/>
                </a:lnTo>
                <a:lnTo>
                  <a:pt x="202565" y="1130299"/>
                </a:lnTo>
                <a:close/>
              </a:path>
              <a:path w="5212715" h="1511300">
                <a:moveTo>
                  <a:pt x="4479747" y="1130299"/>
                </a:moveTo>
                <a:lnTo>
                  <a:pt x="4464608" y="1130299"/>
                </a:lnTo>
                <a:lnTo>
                  <a:pt x="4469942" y="1117599"/>
                </a:lnTo>
                <a:lnTo>
                  <a:pt x="4484865" y="1117599"/>
                </a:lnTo>
                <a:lnTo>
                  <a:pt x="4479747" y="1130299"/>
                </a:lnTo>
                <a:close/>
              </a:path>
              <a:path w="5212715" h="1511300">
                <a:moveTo>
                  <a:pt x="222999" y="1142999"/>
                </a:moveTo>
                <a:lnTo>
                  <a:pt x="202425" y="1142999"/>
                </a:lnTo>
                <a:lnTo>
                  <a:pt x="195605" y="1130299"/>
                </a:lnTo>
                <a:lnTo>
                  <a:pt x="215811" y="1130299"/>
                </a:lnTo>
                <a:lnTo>
                  <a:pt x="222999" y="1142999"/>
                </a:lnTo>
                <a:close/>
              </a:path>
              <a:path w="5212715" h="1511300">
                <a:moveTo>
                  <a:pt x="4468342" y="1142999"/>
                </a:moveTo>
                <a:lnTo>
                  <a:pt x="4453102" y="1142999"/>
                </a:lnTo>
                <a:lnTo>
                  <a:pt x="4459211" y="1130299"/>
                </a:lnTo>
                <a:lnTo>
                  <a:pt x="4474235" y="1130299"/>
                </a:lnTo>
                <a:lnTo>
                  <a:pt x="4468342" y="1142999"/>
                </a:lnTo>
                <a:close/>
              </a:path>
              <a:path w="5212715" h="1511300">
                <a:moveTo>
                  <a:pt x="253644" y="1155699"/>
                </a:moveTo>
                <a:lnTo>
                  <a:pt x="224345" y="1155699"/>
                </a:lnTo>
                <a:lnTo>
                  <a:pt x="216801" y="1142999"/>
                </a:lnTo>
                <a:lnTo>
                  <a:pt x="245529" y="1142999"/>
                </a:lnTo>
                <a:lnTo>
                  <a:pt x="253644" y="1155699"/>
                </a:lnTo>
                <a:close/>
              </a:path>
              <a:path w="5212715" h="1511300">
                <a:moveTo>
                  <a:pt x="4455452" y="1155699"/>
                </a:moveTo>
                <a:lnTo>
                  <a:pt x="4440123" y="1155699"/>
                </a:lnTo>
                <a:lnTo>
                  <a:pt x="4446955" y="1142999"/>
                </a:lnTo>
                <a:lnTo>
                  <a:pt x="4462081" y="1142999"/>
                </a:lnTo>
                <a:lnTo>
                  <a:pt x="4455452" y="1155699"/>
                </a:lnTo>
                <a:close/>
              </a:path>
              <a:path w="5212715" h="1511300">
                <a:moveTo>
                  <a:pt x="279044" y="1168399"/>
                </a:moveTo>
                <a:lnTo>
                  <a:pt x="248348" y="1168399"/>
                </a:lnTo>
                <a:lnTo>
                  <a:pt x="240118" y="1155699"/>
                </a:lnTo>
                <a:lnTo>
                  <a:pt x="270256" y="1155699"/>
                </a:lnTo>
                <a:lnTo>
                  <a:pt x="279044" y="1168399"/>
                </a:lnTo>
                <a:close/>
              </a:path>
              <a:path w="5212715" h="1511300">
                <a:moveTo>
                  <a:pt x="4441126" y="1168399"/>
                </a:moveTo>
                <a:lnTo>
                  <a:pt x="4425696" y="1168399"/>
                </a:lnTo>
                <a:lnTo>
                  <a:pt x="4433239" y="1155699"/>
                </a:lnTo>
                <a:lnTo>
                  <a:pt x="4448467" y="1155699"/>
                </a:lnTo>
                <a:lnTo>
                  <a:pt x="4441126" y="1168399"/>
                </a:lnTo>
                <a:close/>
              </a:path>
              <a:path w="5212715" h="1511300">
                <a:moveTo>
                  <a:pt x="315937" y="1181099"/>
                </a:moveTo>
                <a:lnTo>
                  <a:pt x="274383" y="1181099"/>
                </a:lnTo>
                <a:lnTo>
                  <a:pt x="265468" y="1168399"/>
                </a:lnTo>
                <a:lnTo>
                  <a:pt x="296925" y="1168399"/>
                </a:lnTo>
                <a:lnTo>
                  <a:pt x="315937" y="1181099"/>
                </a:lnTo>
                <a:close/>
              </a:path>
              <a:path w="5212715" h="1511300">
                <a:moveTo>
                  <a:pt x="4425403" y="1181099"/>
                </a:moveTo>
                <a:lnTo>
                  <a:pt x="4409846" y="1181099"/>
                </a:lnTo>
                <a:lnTo>
                  <a:pt x="4418088" y="1168399"/>
                </a:lnTo>
                <a:lnTo>
                  <a:pt x="4433443" y="1168399"/>
                </a:lnTo>
                <a:lnTo>
                  <a:pt x="4425403" y="1181099"/>
                </a:lnTo>
                <a:close/>
              </a:path>
              <a:path w="5212715" h="1511300">
                <a:moveTo>
                  <a:pt x="355942" y="1193799"/>
                </a:moveTo>
                <a:lnTo>
                  <a:pt x="311937" y="1193799"/>
                </a:lnTo>
                <a:lnTo>
                  <a:pt x="292735" y="1181099"/>
                </a:lnTo>
                <a:lnTo>
                  <a:pt x="335394" y="1181099"/>
                </a:lnTo>
                <a:lnTo>
                  <a:pt x="355942" y="1193799"/>
                </a:lnTo>
                <a:close/>
              </a:path>
              <a:path w="5212715" h="1511300">
                <a:moveTo>
                  <a:pt x="4408335" y="1193799"/>
                </a:moveTo>
                <a:lnTo>
                  <a:pt x="4383544" y="1193799"/>
                </a:lnTo>
                <a:lnTo>
                  <a:pt x="4392764" y="1181099"/>
                </a:lnTo>
                <a:lnTo>
                  <a:pt x="4417034" y="1181099"/>
                </a:lnTo>
                <a:lnTo>
                  <a:pt x="4408335" y="1193799"/>
                </a:lnTo>
                <a:close/>
              </a:path>
              <a:path w="5212715" h="1511300">
                <a:moveTo>
                  <a:pt x="421297" y="1206499"/>
                </a:moveTo>
                <a:lnTo>
                  <a:pt x="352602" y="1206499"/>
                </a:lnTo>
                <a:lnTo>
                  <a:pt x="331901" y="1193799"/>
                </a:lnTo>
                <a:lnTo>
                  <a:pt x="398703" y="1193799"/>
                </a:lnTo>
                <a:lnTo>
                  <a:pt x="421297" y="1206499"/>
                </a:lnTo>
                <a:close/>
              </a:path>
              <a:path w="5212715" h="1511300">
                <a:moveTo>
                  <a:pt x="4389945" y="1206499"/>
                </a:moveTo>
                <a:lnTo>
                  <a:pt x="4364367" y="1206499"/>
                </a:lnTo>
                <a:lnTo>
                  <a:pt x="4374235" y="1193799"/>
                </a:lnTo>
                <a:lnTo>
                  <a:pt x="4399292" y="1193799"/>
                </a:lnTo>
                <a:lnTo>
                  <a:pt x="4389945" y="1206499"/>
                </a:lnTo>
                <a:close/>
              </a:path>
              <a:path w="5212715" h="1511300">
                <a:moveTo>
                  <a:pt x="492239" y="1219199"/>
                </a:moveTo>
                <a:lnTo>
                  <a:pt x="418858" y="1219199"/>
                </a:lnTo>
                <a:lnTo>
                  <a:pt x="396125" y="1206499"/>
                </a:lnTo>
                <a:lnTo>
                  <a:pt x="467893" y="1206499"/>
                </a:lnTo>
                <a:lnTo>
                  <a:pt x="492239" y="1219199"/>
                </a:lnTo>
                <a:close/>
              </a:path>
              <a:path w="5212715" h="1511300">
                <a:moveTo>
                  <a:pt x="4370298" y="1219199"/>
                </a:moveTo>
                <a:lnTo>
                  <a:pt x="4333265" y="1219199"/>
                </a:lnTo>
                <a:lnTo>
                  <a:pt x="4344047" y="1206499"/>
                </a:lnTo>
                <a:lnTo>
                  <a:pt x="4380280" y="1206499"/>
                </a:lnTo>
                <a:lnTo>
                  <a:pt x="4370298" y="1219199"/>
                </a:lnTo>
                <a:close/>
              </a:path>
              <a:path w="5212715" h="1511300">
                <a:moveTo>
                  <a:pt x="727481" y="1231899"/>
                </a:moveTo>
                <a:lnTo>
                  <a:pt x="490639" y="1231899"/>
                </a:lnTo>
                <a:lnTo>
                  <a:pt x="466153" y="1219199"/>
                </a:lnTo>
                <a:lnTo>
                  <a:pt x="710361" y="1219199"/>
                </a:lnTo>
                <a:lnTo>
                  <a:pt x="727481" y="1231899"/>
                </a:lnTo>
                <a:close/>
              </a:path>
              <a:path w="5212715" h="1511300">
                <a:moveTo>
                  <a:pt x="4338535" y="1231899"/>
                </a:moveTo>
                <a:lnTo>
                  <a:pt x="4311040" y="1231899"/>
                </a:lnTo>
                <a:lnTo>
                  <a:pt x="4322406" y="1219199"/>
                </a:lnTo>
                <a:lnTo>
                  <a:pt x="4349419" y="1219199"/>
                </a:lnTo>
                <a:lnTo>
                  <a:pt x="4338535" y="1231899"/>
                </a:lnTo>
                <a:close/>
              </a:path>
              <a:path w="5212715" h="1511300">
                <a:moveTo>
                  <a:pt x="796366" y="1269999"/>
                </a:moveTo>
                <a:lnTo>
                  <a:pt x="754126" y="1269999"/>
                </a:lnTo>
                <a:lnTo>
                  <a:pt x="736942" y="1257299"/>
                </a:lnTo>
                <a:lnTo>
                  <a:pt x="720559" y="1244599"/>
                </a:lnTo>
                <a:lnTo>
                  <a:pt x="705053" y="1231899"/>
                </a:lnTo>
                <a:lnTo>
                  <a:pt x="727303" y="1231899"/>
                </a:lnTo>
                <a:lnTo>
                  <a:pt x="743521" y="1244599"/>
                </a:lnTo>
                <a:lnTo>
                  <a:pt x="743356" y="1244599"/>
                </a:lnTo>
                <a:lnTo>
                  <a:pt x="760361" y="1257299"/>
                </a:lnTo>
                <a:lnTo>
                  <a:pt x="777836" y="1257299"/>
                </a:lnTo>
                <a:lnTo>
                  <a:pt x="796366" y="1269999"/>
                </a:lnTo>
                <a:close/>
              </a:path>
              <a:path w="5212715" h="1511300">
                <a:moveTo>
                  <a:pt x="4304169" y="1244599"/>
                </a:moveTo>
                <a:lnTo>
                  <a:pt x="4275569" y="1244599"/>
                </a:lnTo>
                <a:lnTo>
                  <a:pt x="4287761" y="1231899"/>
                </a:lnTo>
                <a:lnTo>
                  <a:pt x="4315904" y="1231899"/>
                </a:lnTo>
                <a:lnTo>
                  <a:pt x="4304169" y="1244599"/>
                </a:lnTo>
                <a:close/>
              </a:path>
              <a:path w="5212715" h="1511300">
                <a:moveTo>
                  <a:pt x="4279861" y="1257299"/>
                </a:moveTo>
                <a:lnTo>
                  <a:pt x="4237672" y="1257299"/>
                </a:lnTo>
                <a:lnTo>
                  <a:pt x="4250651" y="1244599"/>
                </a:lnTo>
                <a:lnTo>
                  <a:pt x="4292155" y="1244599"/>
                </a:lnTo>
                <a:lnTo>
                  <a:pt x="4279861" y="1257299"/>
                </a:lnTo>
                <a:close/>
              </a:path>
              <a:path w="5212715" h="1511300">
                <a:moveTo>
                  <a:pt x="4241444" y="1269999"/>
                </a:moveTo>
                <a:lnTo>
                  <a:pt x="4197502" y="1269999"/>
                </a:lnTo>
                <a:lnTo>
                  <a:pt x="4211218" y="1257299"/>
                </a:lnTo>
                <a:lnTo>
                  <a:pt x="4254512" y="1257299"/>
                </a:lnTo>
                <a:lnTo>
                  <a:pt x="4241444" y="1269999"/>
                </a:lnTo>
                <a:close/>
              </a:path>
              <a:path w="5212715" h="1511300">
                <a:moveTo>
                  <a:pt x="835329" y="1295399"/>
                </a:moveTo>
                <a:lnTo>
                  <a:pt x="810158" y="1295399"/>
                </a:lnTo>
                <a:lnTo>
                  <a:pt x="790740" y="1282699"/>
                </a:lnTo>
                <a:lnTo>
                  <a:pt x="772058" y="1269999"/>
                </a:lnTo>
                <a:lnTo>
                  <a:pt x="796213" y="1269999"/>
                </a:lnTo>
                <a:lnTo>
                  <a:pt x="815479" y="1282699"/>
                </a:lnTo>
                <a:lnTo>
                  <a:pt x="815340" y="1282699"/>
                </a:lnTo>
                <a:lnTo>
                  <a:pt x="835329" y="1295399"/>
                </a:lnTo>
                <a:close/>
              </a:path>
              <a:path w="5212715" h="1511300">
                <a:moveTo>
                  <a:pt x="3485984" y="1282699"/>
                </a:moveTo>
                <a:lnTo>
                  <a:pt x="3433838" y="1282699"/>
                </a:lnTo>
                <a:lnTo>
                  <a:pt x="3441242" y="1269999"/>
                </a:lnTo>
                <a:lnTo>
                  <a:pt x="3465309" y="1269999"/>
                </a:lnTo>
                <a:lnTo>
                  <a:pt x="3485984" y="1282699"/>
                </a:lnTo>
                <a:close/>
              </a:path>
              <a:path w="5212715" h="1511300">
                <a:moveTo>
                  <a:pt x="4186758" y="1282699"/>
                </a:moveTo>
                <a:lnTo>
                  <a:pt x="4140657" y="1282699"/>
                </a:lnTo>
                <a:lnTo>
                  <a:pt x="4155274" y="1269999"/>
                </a:lnTo>
                <a:lnTo>
                  <a:pt x="4200779" y="1269999"/>
                </a:lnTo>
                <a:lnTo>
                  <a:pt x="4186758" y="1282699"/>
                </a:lnTo>
                <a:close/>
              </a:path>
              <a:path w="5212715" h="1511300">
                <a:moveTo>
                  <a:pt x="855878" y="1295399"/>
                </a:moveTo>
                <a:lnTo>
                  <a:pt x="835329" y="1295399"/>
                </a:lnTo>
                <a:lnTo>
                  <a:pt x="835190" y="1282699"/>
                </a:lnTo>
                <a:lnTo>
                  <a:pt x="855878" y="1295399"/>
                </a:lnTo>
                <a:close/>
              </a:path>
              <a:path w="5212715" h="1511300">
                <a:moveTo>
                  <a:pt x="3438385" y="1295399"/>
                </a:moveTo>
                <a:lnTo>
                  <a:pt x="3417785" y="1295399"/>
                </a:lnTo>
                <a:lnTo>
                  <a:pt x="3423577" y="1282699"/>
                </a:lnTo>
                <a:lnTo>
                  <a:pt x="3443719" y="1282699"/>
                </a:lnTo>
                <a:lnTo>
                  <a:pt x="3438385" y="1295399"/>
                </a:lnTo>
                <a:close/>
              </a:path>
              <a:path w="5212715" h="1511300">
                <a:moveTo>
                  <a:pt x="3550246" y="1295399"/>
                </a:moveTo>
                <a:lnTo>
                  <a:pt x="3483330" y="1295399"/>
                </a:lnTo>
                <a:lnTo>
                  <a:pt x="3462528" y="1282699"/>
                </a:lnTo>
                <a:lnTo>
                  <a:pt x="3528326" y="1282699"/>
                </a:lnTo>
                <a:lnTo>
                  <a:pt x="3550246" y="1295399"/>
                </a:lnTo>
                <a:close/>
              </a:path>
              <a:path w="5212715" h="1511300">
                <a:moveTo>
                  <a:pt x="4143336" y="1295399"/>
                </a:moveTo>
                <a:lnTo>
                  <a:pt x="4064812" y="1295399"/>
                </a:lnTo>
                <a:lnTo>
                  <a:pt x="4080446" y="1282699"/>
                </a:lnTo>
                <a:lnTo>
                  <a:pt x="4158030" y="1282699"/>
                </a:lnTo>
                <a:lnTo>
                  <a:pt x="4143336" y="1295399"/>
                </a:lnTo>
                <a:close/>
              </a:path>
              <a:path w="5212715" h="1511300">
                <a:moveTo>
                  <a:pt x="921575" y="1320799"/>
                </a:moveTo>
                <a:lnTo>
                  <a:pt x="872591" y="1320799"/>
                </a:lnTo>
                <a:lnTo>
                  <a:pt x="851090" y="1308099"/>
                </a:lnTo>
                <a:lnTo>
                  <a:pt x="830275" y="1295399"/>
                </a:lnTo>
                <a:lnTo>
                  <a:pt x="855751" y="1295399"/>
                </a:lnTo>
                <a:lnTo>
                  <a:pt x="877112" y="1308099"/>
                </a:lnTo>
                <a:lnTo>
                  <a:pt x="898906" y="1308099"/>
                </a:lnTo>
                <a:lnTo>
                  <a:pt x="921575" y="1320799"/>
                </a:lnTo>
                <a:close/>
              </a:path>
              <a:path w="5212715" h="1511300">
                <a:moveTo>
                  <a:pt x="3426853" y="1308099"/>
                </a:moveTo>
                <a:lnTo>
                  <a:pt x="3405619" y="1308099"/>
                </a:lnTo>
                <a:lnTo>
                  <a:pt x="3411982" y="1295399"/>
                </a:lnTo>
                <a:lnTo>
                  <a:pt x="3432771" y="1295399"/>
                </a:lnTo>
                <a:lnTo>
                  <a:pt x="3426853" y="1308099"/>
                </a:lnTo>
                <a:close/>
              </a:path>
              <a:path w="5212715" h="1511300">
                <a:moveTo>
                  <a:pt x="3664762" y="1308099"/>
                </a:moveTo>
                <a:lnTo>
                  <a:pt x="3548176" y="1308099"/>
                </a:lnTo>
                <a:lnTo>
                  <a:pt x="3526167" y="1295399"/>
                </a:lnTo>
                <a:lnTo>
                  <a:pt x="3641090" y="1295399"/>
                </a:lnTo>
                <a:lnTo>
                  <a:pt x="3664762" y="1308099"/>
                </a:lnTo>
                <a:close/>
              </a:path>
              <a:path w="5212715" h="1511300">
                <a:moveTo>
                  <a:pt x="4066793" y="1308099"/>
                </a:moveTo>
                <a:lnTo>
                  <a:pt x="3967695" y="1308099"/>
                </a:lnTo>
                <a:lnTo>
                  <a:pt x="3984371" y="1295399"/>
                </a:lnTo>
                <a:lnTo>
                  <a:pt x="4082491" y="1295399"/>
                </a:lnTo>
                <a:lnTo>
                  <a:pt x="4066793" y="1308099"/>
                </a:lnTo>
                <a:close/>
              </a:path>
              <a:path w="5212715" h="1511300">
                <a:moveTo>
                  <a:pt x="3414153" y="1320799"/>
                </a:moveTo>
                <a:lnTo>
                  <a:pt x="3392284" y="1320799"/>
                </a:lnTo>
                <a:lnTo>
                  <a:pt x="3399218" y="1308099"/>
                </a:lnTo>
                <a:lnTo>
                  <a:pt x="3420643" y="1308099"/>
                </a:lnTo>
                <a:lnTo>
                  <a:pt x="3414153" y="1320799"/>
                </a:lnTo>
                <a:close/>
              </a:path>
              <a:path w="5212715" h="1511300">
                <a:moveTo>
                  <a:pt x="3968877" y="1320799"/>
                </a:moveTo>
                <a:lnTo>
                  <a:pt x="3663632" y="1320799"/>
                </a:lnTo>
                <a:lnTo>
                  <a:pt x="3639883" y="1308099"/>
                </a:lnTo>
                <a:lnTo>
                  <a:pt x="3985602" y="1308099"/>
                </a:lnTo>
                <a:lnTo>
                  <a:pt x="3968877" y="1320799"/>
                </a:lnTo>
                <a:close/>
              </a:path>
              <a:path w="5212715" h="1511300">
                <a:moveTo>
                  <a:pt x="992974" y="1346199"/>
                </a:moveTo>
                <a:lnTo>
                  <a:pt x="940968" y="1346199"/>
                </a:lnTo>
                <a:lnTo>
                  <a:pt x="917536" y="1333499"/>
                </a:lnTo>
                <a:lnTo>
                  <a:pt x="894740" y="1320799"/>
                </a:lnTo>
                <a:lnTo>
                  <a:pt x="921461" y="1320799"/>
                </a:lnTo>
                <a:lnTo>
                  <a:pt x="944765" y="1333499"/>
                </a:lnTo>
                <a:lnTo>
                  <a:pt x="968463" y="1333499"/>
                </a:lnTo>
                <a:lnTo>
                  <a:pt x="992974" y="1346199"/>
                </a:lnTo>
                <a:close/>
              </a:path>
              <a:path w="5212715" h="1511300">
                <a:moveTo>
                  <a:pt x="3400336" y="1333499"/>
                </a:moveTo>
                <a:lnTo>
                  <a:pt x="3377844" y="1333499"/>
                </a:lnTo>
                <a:lnTo>
                  <a:pt x="3385324" y="1320799"/>
                </a:lnTo>
                <a:lnTo>
                  <a:pt x="3407384" y="1320799"/>
                </a:lnTo>
                <a:lnTo>
                  <a:pt x="3400336" y="1333499"/>
                </a:lnTo>
                <a:close/>
              </a:path>
              <a:path w="5212715" h="1511300">
                <a:moveTo>
                  <a:pt x="3377539" y="1346199"/>
                </a:moveTo>
                <a:lnTo>
                  <a:pt x="3354133" y="1346199"/>
                </a:lnTo>
                <a:lnTo>
                  <a:pt x="3362413" y="1333499"/>
                </a:lnTo>
                <a:lnTo>
                  <a:pt x="3385400" y="1333499"/>
                </a:lnTo>
                <a:lnTo>
                  <a:pt x="3377539" y="1346199"/>
                </a:lnTo>
                <a:close/>
              </a:path>
              <a:path w="5212715" h="1511300">
                <a:moveTo>
                  <a:pt x="1043495" y="1358899"/>
                </a:moveTo>
                <a:lnTo>
                  <a:pt x="989609" y="1358899"/>
                </a:lnTo>
                <a:lnTo>
                  <a:pt x="964996" y="1346199"/>
                </a:lnTo>
                <a:lnTo>
                  <a:pt x="1017854" y="1346199"/>
                </a:lnTo>
                <a:lnTo>
                  <a:pt x="1043495" y="1358899"/>
                </a:lnTo>
                <a:close/>
              </a:path>
              <a:path w="5212715" h="1511300">
                <a:moveTo>
                  <a:pt x="3361016" y="1358899"/>
                </a:moveTo>
                <a:lnTo>
                  <a:pt x="3337001" y="1358899"/>
                </a:lnTo>
                <a:lnTo>
                  <a:pt x="3345802" y="1346199"/>
                </a:lnTo>
                <a:lnTo>
                  <a:pt x="3369411" y="1346199"/>
                </a:lnTo>
                <a:lnTo>
                  <a:pt x="3361016" y="1358899"/>
                </a:lnTo>
                <a:close/>
              </a:path>
              <a:path w="5212715" h="1511300">
                <a:moveTo>
                  <a:pt x="1096187" y="1371599"/>
                </a:moveTo>
                <a:lnTo>
                  <a:pt x="1040561" y="1371599"/>
                </a:lnTo>
                <a:lnTo>
                  <a:pt x="1014806" y="1358899"/>
                </a:lnTo>
                <a:lnTo>
                  <a:pt x="1069479" y="1358899"/>
                </a:lnTo>
                <a:lnTo>
                  <a:pt x="1096187" y="1371599"/>
                </a:lnTo>
                <a:close/>
              </a:path>
              <a:path w="5212715" h="1511300">
                <a:moveTo>
                  <a:pt x="2023478" y="1371599"/>
                </a:moveTo>
                <a:lnTo>
                  <a:pt x="1937194" y="1371599"/>
                </a:lnTo>
                <a:lnTo>
                  <a:pt x="1964207" y="1358899"/>
                </a:lnTo>
                <a:lnTo>
                  <a:pt x="2008936" y="1358899"/>
                </a:lnTo>
                <a:lnTo>
                  <a:pt x="2023478" y="1371599"/>
                </a:lnTo>
                <a:close/>
              </a:path>
              <a:path w="5212715" h="1511300">
                <a:moveTo>
                  <a:pt x="3343465" y="1371599"/>
                </a:moveTo>
                <a:lnTo>
                  <a:pt x="3318840" y="1371599"/>
                </a:lnTo>
                <a:lnTo>
                  <a:pt x="3328149" y="1358899"/>
                </a:lnTo>
                <a:lnTo>
                  <a:pt x="3352368" y="1358899"/>
                </a:lnTo>
                <a:lnTo>
                  <a:pt x="3343465" y="1371599"/>
                </a:lnTo>
                <a:close/>
              </a:path>
              <a:path w="5212715" h="1511300">
                <a:moveTo>
                  <a:pt x="1178991" y="1384299"/>
                </a:moveTo>
                <a:lnTo>
                  <a:pt x="1093647" y="1384299"/>
                </a:lnTo>
                <a:lnTo>
                  <a:pt x="1066838" y="1371599"/>
                </a:lnTo>
                <a:lnTo>
                  <a:pt x="1150823" y="1371599"/>
                </a:lnTo>
                <a:lnTo>
                  <a:pt x="1178991" y="1384299"/>
                </a:lnTo>
                <a:close/>
              </a:path>
              <a:path w="5212715" h="1511300">
                <a:moveTo>
                  <a:pt x="1939785" y="1384299"/>
                </a:moveTo>
                <a:lnTo>
                  <a:pt x="1853387" y="1384299"/>
                </a:lnTo>
                <a:lnTo>
                  <a:pt x="1881911" y="1371599"/>
                </a:lnTo>
                <a:lnTo>
                  <a:pt x="1966899" y="1371599"/>
                </a:lnTo>
                <a:lnTo>
                  <a:pt x="1939785" y="1384299"/>
                </a:lnTo>
                <a:close/>
              </a:path>
              <a:path w="5212715" h="1511300">
                <a:moveTo>
                  <a:pt x="2053971" y="1384299"/>
                </a:moveTo>
                <a:lnTo>
                  <a:pt x="2017547" y="1384299"/>
                </a:lnTo>
                <a:lnTo>
                  <a:pt x="2002866" y="1371599"/>
                </a:lnTo>
                <a:lnTo>
                  <a:pt x="2038299" y="1371599"/>
                </a:lnTo>
                <a:lnTo>
                  <a:pt x="2053971" y="1384299"/>
                </a:lnTo>
                <a:close/>
              </a:path>
              <a:path w="5212715" h="1511300">
                <a:moveTo>
                  <a:pt x="3315271" y="1384299"/>
                </a:moveTo>
                <a:lnTo>
                  <a:pt x="3289744" y="1384299"/>
                </a:lnTo>
                <a:lnTo>
                  <a:pt x="3299777" y="1371599"/>
                </a:lnTo>
                <a:lnTo>
                  <a:pt x="3324910" y="1371599"/>
                </a:lnTo>
                <a:lnTo>
                  <a:pt x="3315271" y="1384299"/>
                </a:lnTo>
                <a:close/>
              </a:path>
              <a:path w="5212715" h="1511300">
                <a:moveTo>
                  <a:pt x="1265872" y="1396999"/>
                </a:moveTo>
                <a:lnTo>
                  <a:pt x="1177023" y="1396999"/>
                </a:lnTo>
                <a:lnTo>
                  <a:pt x="1148753" y="1384299"/>
                </a:lnTo>
                <a:lnTo>
                  <a:pt x="1236395" y="1384299"/>
                </a:lnTo>
                <a:lnTo>
                  <a:pt x="1265872" y="1396999"/>
                </a:lnTo>
                <a:close/>
              </a:path>
              <a:path w="5212715" h="1511300">
                <a:moveTo>
                  <a:pt x="1855393" y="1396999"/>
                </a:moveTo>
                <a:lnTo>
                  <a:pt x="1765350" y="1396999"/>
                </a:lnTo>
                <a:lnTo>
                  <a:pt x="1795221" y="1384299"/>
                </a:lnTo>
                <a:lnTo>
                  <a:pt x="1884006" y="1384299"/>
                </a:lnTo>
                <a:lnTo>
                  <a:pt x="1855393" y="1396999"/>
                </a:lnTo>
                <a:close/>
              </a:path>
              <a:path w="5212715" h="1511300">
                <a:moveTo>
                  <a:pt x="2103831" y="1409699"/>
                </a:moveTo>
                <a:lnTo>
                  <a:pt x="2064956" y="1409699"/>
                </a:lnTo>
                <a:lnTo>
                  <a:pt x="2048611" y="1396999"/>
                </a:lnTo>
                <a:lnTo>
                  <a:pt x="2032800" y="1384299"/>
                </a:lnTo>
                <a:lnTo>
                  <a:pt x="2053831" y="1384299"/>
                </a:lnTo>
                <a:lnTo>
                  <a:pt x="2070061" y="1396999"/>
                </a:lnTo>
                <a:lnTo>
                  <a:pt x="2086559" y="1396999"/>
                </a:lnTo>
                <a:lnTo>
                  <a:pt x="2103831" y="1409699"/>
                </a:lnTo>
                <a:close/>
              </a:path>
              <a:path w="5212715" h="1511300">
                <a:moveTo>
                  <a:pt x="3295256" y="1396999"/>
                </a:moveTo>
                <a:lnTo>
                  <a:pt x="3258502" y="1396999"/>
                </a:lnTo>
                <a:lnTo>
                  <a:pt x="3269234" y="1384299"/>
                </a:lnTo>
                <a:lnTo>
                  <a:pt x="3305390" y="1384299"/>
                </a:lnTo>
                <a:lnTo>
                  <a:pt x="3295256" y="1396999"/>
                </a:lnTo>
                <a:close/>
              </a:path>
              <a:path w="5212715" h="1511300">
                <a:moveTo>
                  <a:pt x="1418412" y="1409699"/>
                </a:moveTo>
                <a:lnTo>
                  <a:pt x="1264437" y="1409699"/>
                </a:lnTo>
                <a:lnTo>
                  <a:pt x="1234871" y="1396999"/>
                </a:lnTo>
                <a:lnTo>
                  <a:pt x="1387132" y="1396999"/>
                </a:lnTo>
                <a:lnTo>
                  <a:pt x="1418412" y="1409699"/>
                </a:lnTo>
                <a:close/>
              </a:path>
              <a:path w="5212715" h="1511300">
                <a:moveTo>
                  <a:pt x="1766798" y="1409699"/>
                </a:moveTo>
                <a:lnTo>
                  <a:pt x="1610588" y="1409699"/>
                </a:lnTo>
                <a:lnTo>
                  <a:pt x="1642338" y="1396999"/>
                </a:lnTo>
                <a:lnTo>
                  <a:pt x="1796757" y="1396999"/>
                </a:lnTo>
                <a:lnTo>
                  <a:pt x="1766798" y="1409699"/>
                </a:lnTo>
                <a:close/>
              </a:path>
              <a:path w="5212715" h="1511300">
                <a:moveTo>
                  <a:pt x="3263506" y="1409699"/>
                </a:moveTo>
                <a:lnTo>
                  <a:pt x="3225215" y="1409699"/>
                </a:lnTo>
                <a:lnTo>
                  <a:pt x="3236607" y="1396999"/>
                </a:lnTo>
                <a:lnTo>
                  <a:pt x="3274314" y="1396999"/>
                </a:lnTo>
                <a:lnTo>
                  <a:pt x="3263506" y="1409699"/>
                </a:lnTo>
                <a:close/>
              </a:path>
              <a:path w="5212715" h="1511300">
                <a:moveTo>
                  <a:pt x="1611147" y="1422399"/>
                </a:moveTo>
                <a:lnTo>
                  <a:pt x="1417866" y="1422399"/>
                </a:lnTo>
                <a:lnTo>
                  <a:pt x="1386484" y="1409699"/>
                </a:lnTo>
                <a:lnTo>
                  <a:pt x="1642986" y="1409699"/>
                </a:lnTo>
                <a:lnTo>
                  <a:pt x="1611147" y="1422399"/>
                </a:lnTo>
                <a:close/>
              </a:path>
              <a:path w="5212715" h="1511300">
                <a:moveTo>
                  <a:pt x="2139683" y="1422399"/>
                </a:moveTo>
                <a:lnTo>
                  <a:pt x="2099233" y="1422399"/>
                </a:lnTo>
                <a:lnTo>
                  <a:pt x="2081834" y="1409699"/>
                </a:lnTo>
                <a:lnTo>
                  <a:pt x="2121395" y="1409699"/>
                </a:lnTo>
                <a:lnTo>
                  <a:pt x="2139683" y="1422399"/>
                </a:lnTo>
                <a:close/>
              </a:path>
              <a:path w="5212715" h="1511300">
                <a:moveTo>
                  <a:pt x="3229737" y="1422399"/>
                </a:moveTo>
                <a:lnTo>
                  <a:pt x="3201936" y="1422399"/>
                </a:lnTo>
                <a:lnTo>
                  <a:pt x="3213760" y="1409699"/>
                </a:lnTo>
                <a:lnTo>
                  <a:pt x="3241217" y="1409699"/>
                </a:lnTo>
                <a:lnTo>
                  <a:pt x="3229737" y="1422399"/>
                </a:lnTo>
                <a:close/>
              </a:path>
              <a:path w="5212715" h="1511300">
                <a:moveTo>
                  <a:pt x="2177478" y="1435099"/>
                </a:moveTo>
                <a:lnTo>
                  <a:pt x="2135543" y="1435099"/>
                </a:lnTo>
                <a:lnTo>
                  <a:pt x="2117140" y="1422399"/>
                </a:lnTo>
                <a:lnTo>
                  <a:pt x="2158238" y="1422399"/>
                </a:lnTo>
                <a:lnTo>
                  <a:pt x="2177478" y="1435099"/>
                </a:lnTo>
                <a:close/>
              </a:path>
              <a:path w="5212715" h="1511300">
                <a:moveTo>
                  <a:pt x="3194050" y="1435099"/>
                </a:moveTo>
                <a:lnTo>
                  <a:pt x="3152876" y="1435099"/>
                </a:lnTo>
                <a:lnTo>
                  <a:pt x="3165513" y="1422399"/>
                </a:lnTo>
                <a:lnTo>
                  <a:pt x="3206153" y="1422399"/>
                </a:lnTo>
                <a:lnTo>
                  <a:pt x="3194050" y="1435099"/>
                </a:lnTo>
                <a:close/>
              </a:path>
              <a:path w="5212715" h="1511300">
                <a:moveTo>
                  <a:pt x="2217140" y="1447799"/>
                </a:moveTo>
                <a:lnTo>
                  <a:pt x="2173770" y="1447799"/>
                </a:lnTo>
                <a:lnTo>
                  <a:pt x="2154428" y="1435099"/>
                </a:lnTo>
                <a:lnTo>
                  <a:pt x="2196985" y="1435099"/>
                </a:lnTo>
                <a:lnTo>
                  <a:pt x="2217140" y="1447799"/>
                </a:lnTo>
                <a:close/>
              </a:path>
              <a:path w="5212715" h="1511300">
                <a:moveTo>
                  <a:pt x="3156508" y="1447799"/>
                </a:moveTo>
                <a:lnTo>
                  <a:pt x="3100654" y="1447799"/>
                </a:lnTo>
                <a:lnTo>
                  <a:pt x="3127260" y="1435099"/>
                </a:lnTo>
                <a:lnTo>
                  <a:pt x="3169234" y="1435099"/>
                </a:lnTo>
                <a:lnTo>
                  <a:pt x="3156508" y="1447799"/>
                </a:lnTo>
                <a:close/>
              </a:path>
              <a:path w="5212715" h="1511300">
                <a:moveTo>
                  <a:pt x="2279878" y="1460499"/>
                </a:moveTo>
                <a:lnTo>
                  <a:pt x="2213838" y="1460499"/>
                </a:lnTo>
                <a:lnTo>
                  <a:pt x="2193582" y="1447799"/>
                </a:lnTo>
                <a:lnTo>
                  <a:pt x="2258453" y="1447799"/>
                </a:lnTo>
                <a:lnTo>
                  <a:pt x="2279878" y="1460499"/>
                </a:lnTo>
                <a:close/>
              </a:path>
              <a:path w="5212715" h="1511300">
                <a:moveTo>
                  <a:pt x="3103816" y="1460499"/>
                </a:moveTo>
                <a:lnTo>
                  <a:pt x="3045574" y="1460499"/>
                </a:lnTo>
                <a:lnTo>
                  <a:pt x="3073590" y="1447799"/>
                </a:lnTo>
                <a:lnTo>
                  <a:pt x="3130550" y="1447799"/>
                </a:lnTo>
                <a:lnTo>
                  <a:pt x="3103816" y="1460499"/>
                </a:lnTo>
                <a:close/>
              </a:path>
              <a:path w="5212715" h="1511300">
                <a:moveTo>
                  <a:pt x="2346210" y="1473199"/>
                </a:moveTo>
                <a:lnTo>
                  <a:pt x="2277148" y="1473199"/>
                </a:lnTo>
                <a:lnTo>
                  <a:pt x="2255634" y="1460499"/>
                </a:lnTo>
                <a:lnTo>
                  <a:pt x="2323630" y="1460499"/>
                </a:lnTo>
                <a:lnTo>
                  <a:pt x="2346210" y="1473199"/>
                </a:lnTo>
                <a:close/>
              </a:path>
              <a:path w="5212715" h="1511300">
                <a:moveTo>
                  <a:pt x="3048241" y="1473199"/>
                </a:moveTo>
                <a:lnTo>
                  <a:pt x="2987802" y="1473199"/>
                </a:lnTo>
                <a:lnTo>
                  <a:pt x="3017126" y="1460499"/>
                </a:lnTo>
                <a:lnTo>
                  <a:pt x="3076371" y="1460499"/>
                </a:lnTo>
                <a:lnTo>
                  <a:pt x="3048241" y="1473199"/>
                </a:lnTo>
                <a:close/>
              </a:path>
              <a:path w="5212715" h="1511300">
                <a:moveTo>
                  <a:pt x="2415794" y="1485899"/>
                </a:moveTo>
                <a:lnTo>
                  <a:pt x="2344026" y="1485899"/>
                </a:lnTo>
                <a:lnTo>
                  <a:pt x="2321356" y="1473199"/>
                </a:lnTo>
                <a:lnTo>
                  <a:pt x="2392172" y="1473199"/>
                </a:lnTo>
                <a:lnTo>
                  <a:pt x="2415794" y="1485899"/>
                </a:lnTo>
                <a:close/>
              </a:path>
              <a:path w="5212715" h="1511300">
                <a:moveTo>
                  <a:pt x="2990011" y="1485899"/>
                </a:moveTo>
                <a:lnTo>
                  <a:pt x="2912211" y="1485899"/>
                </a:lnTo>
                <a:lnTo>
                  <a:pt x="2927667" y="1473199"/>
                </a:lnTo>
                <a:lnTo>
                  <a:pt x="3019437" y="1473199"/>
                </a:lnTo>
                <a:lnTo>
                  <a:pt x="2990011" y="1485899"/>
                </a:lnTo>
                <a:close/>
              </a:path>
              <a:path w="5212715" h="1511300">
                <a:moveTo>
                  <a:pt x="2563342" y="1498599"/>
                </a:moveTo>
                <a:lnTo>
                  <a:pt x="2414130" y="1498599"/>
                </a:lnTo>
                <a:lnTo>
                  <a:pt x="2390419" y="1485899"/>
                </a:lnTo>
                <a:lnTo>
                  <a:pt x="2537980" y="1485899"/>
                </a:lnTo>
                <a:lnTo>
                  <a:pt x="2563342" y="1498599"/>
                </a:lnTo>
                <a:close/>
              </a:path>
              <a:path w="5212715" h="1511300">
                <a:moveTo>
                  <a:pt x="2913811" y="1498599"/>
                </a:moveTo>
                <a:lnTo>
                  <a:pt x="2784335" y="1498599"/>
                </a:lnTo>
                <a:lnTo>
                  <a:pt x="2800781" y="1485899"/>
                </a:lnTo>
                <a:lnTo>
                  <a:pt x="2929331" y="1485899"/>
                </a:lnTo>
                <a:lnTo>
                  <a:pt x="2913811" y="1498599"/>
                </a:lnTo>
                <a:close/>
              </a:path>
              <a:path w="5212715" h="1511300">
                <a:moveTo>
                  <a:pt x="2785084" y="1511299"/>
                </a:moveTo>
                <a:lnTo>
                  <a:pt x="2562656" y="1511299"/>
                </a:lnTo>
                <a:lnTo>
                  <a:pt x="2537218" y="1498599"/>
                </a:lnTo>
                <a:lnTo>
                  <a:pt x="2801594" y="1498599"/>
                </a:lnTo>
                <a:lnTo>
                  <a:pt x="2785084" y="151129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82825" y="1207769"/>
            <a:ext cx="5094792" cy="13262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543678" y="1250924"/>
            <a:ext cx="338455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00"/>
                </a:solidFill>
                <a:latin typeface="华文楷体"/>
                <a:cs typeface="华文楷体"/>
              </a:rPr>
              <a:t>①什么是音频信号</a:t>
            </a:r>
            <a:r>
              <a:rPr dirty="0" sz="2400" spc="-5" b="1">
                <a:solidFill>
                  <a:srgbClr val="000000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b="1">
                <a:solidFill>
                  <a:srgbClr val="000000"/>
                </a:solidFill>
                <a:latin typeface="华文楷体"/>
                <a:cs typeface="华文楷体"/>
              </a:rPr>
              <a:t>②为什么能在扩音器</a:t>
            </a:r>
            <a:r>
              <a:rPr dirty="0" sz="2400" spc="-5" b="1">
                <a:solidFill>
                  <a:srgbClr val="000000"/>
                </a:solidFill>
                <a:latin typeface="华文楷体"/>
                <a:cs typeface="华文楷体"/>
              </a:rPr>
              <a:t>上 </a:t>
            </a:r>
            <a:r>
              <a:rPr dirty="0" sz="2400" b="1">
                <a:solidFill>
                  <a:srgbClr val="000000"/>
                </a:solidFill>
                <a:latin typeface="华文楷体"/>
                <a:cs typeface="华文楷体"/>
              </a:rPr>
              <a:t>听见由手机输出的声音</a:t>
            </a:r>
            <a:r>
              <a:rPr dirty="0" sz="2400" spc="-5" b="1">
                <a:solidFill>
                  <a:srgbClr val="000000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411" y="2293620"/>
            <a:ext cx="1150619" cy="17251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77711" y="2136648"/>
            <a:ext cx="3046476" cy="2106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564617" y="3759098"/>
            <a:ext cx="272910" cy="2645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20787" y="3955592"/>
            <a:ext cx="244779" cy="2604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97262" y="1123810"/>
            <a:ext cx="5199710" cy="15023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41407" y="2428189"/>
            <a:ext cx="83820" cy="834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66197" y="2348268"/>
            <a:ext cx="166319" cy="1668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72293" y="2249690"/>
            <a:ext cx="249770" cy="2502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90912" y="1117460"/>
            <a:ext cx="5212715" cy="1511300"/>
          </a:xfrm>
          <a:custGeom>
            <a:avLst/>
            <a:gdLst/>
            <a:ahLst/>
            <a:cxnLst/>
            <a:rect l="l" t="t" r="r" b="b"/>
            <a:pathLst>
              <a:path w="5212715" h="1511300">
                <a:moveTo>
                  <a:pt x="3362070" y="12699"/>
                </a:moveTo>
                <a:lnTo>
                  <a:pt x="2996082" y="12699"/>
                </a:lnTo>
                <a:lnTo>
                  <a:pt x="3013379" y="0"/>
                </a:lnTo>
                <a:lnTo>
                  <a:pt x="3347758" y="0"/>
                </a:lnTo>
                <a:lnTo>
                  <a:pt x="3362070" y="12699"/>
                </a:lnTo>
                <a:close/>
              </a:path>
              <a:path w="5212715" h="1511300">
                <a:moveTo>
                  <a:pt x="4247184" y="12699"/>
                </a:moveTo>
                <a:lnTo>
                  <a:pt x="3850271" y="12699"/>
                </a:lnTo>
                <a:lnTo>
                  <a:pt x="3865410" y="0"/>
                </a:lnTo>
                <a:lnTo>
                  <a:pt x="4223004" y="0"/>
                </a:lnTo>
                <a:lnTo>
                  <a:pt x="4247184" y="12699"/>
                </a:lnTo>
                <a:close/>
              </a:path>
              <a:path w="5212715" h="1511300">
                <a:moveTo>
                  <a:pt x="2997873" y="25399"/>
                </a:moveTo>
                <a:lnTo>
                  <a:pt x="2913989" y="25399"/>
                </a:lnTo>
                <a:lnTo>
                  <a:pt x="2929788" y="12699"/>
                </a:lnTo>
                <a:lnTo>
                  <a:pt x="3015068" y="12699"/>
                </a:lnTo>
                <a:lnTo>
                  <a:pt x="2997873" y="25399"/>
                </a:lnTo>
                <a:close/>
              </a:path>
              <a:path w="5212715" h="1511300">
                <a:moveTo>
                  <a:pt x="3443732" y="25399"/>
                </a:moveTo>
                <a:lnTo>
                  <a:pt x="3374250" y="25399"/>
                </a:lnTo>
                <a:lnTo>
                  <a:pt x="3360204" y="12699"/>
                </a:lnTo>
                <a:lnTo>
                  <a:pt x="3430663" y="12699"/>
                </a:lnTo>
                <a:lnTo>
                  <a:pt x="3443732" y="25399"/>
                </a:lnTo>
                <a:close/>
              </a:path>
              <a:path w="5212715" h="1511300">
                <a:moveTo>
                  <a:pt x="3851948" y="25399"/>
                </a:moveTo>
                <a:lnTo>
                  <a:pt x="3763530" y="25399"/>
                </a:lnTo>
                <a:lnTo>
                  <a:pt x="3777475" y="12699"/>
                </a:lnTo>
                <a:lnTo>
                  <a:pt x="3867010" y="12699"/>
                </a:lnTo>
                <a:lnTo>
                  <a:pt x="3851948" y="25399"/>
                </a:lnTo>
                <a:close/>
              </a:path>
              <a:path w="5212715" h="1511300">
                <a:moveTo>
                  <a:pt x="4316679" y="25399"/>
                </a:moveTo>
                <a:lnTo>
                  <a:pt x="4245406" y="25399"/>
                </a:lnTo>
                <a:lnTo>
                  <a:pt x="4221352" y="12699"/>
                </a:lnTo>
                <a:lnTo>
                  <a:pt x="4294047" y="12699"/>
                </a:lnTo>
                <a:lnTo>
                  <a:pt x="4316679" y="25399"/>
                </a:lnTo>
                <a:close/>
              </a:path>
              <a:path w="5212715" h="1511300">
                <a:moveTo>
                  <a:pt x="2916783" y="38099"/>
                </a:moveTo>
                <a:lnTo>
                  <a:pt x="2868675" y="38099"/>
                </a:lnTo>
                <a:lnTo>
                  <a:pt x="2883420" y="25399"/>
                </a:lnTo>
                <a:lnTo>
                  <a:pt x="2932468" y="25399"/>
                </a:lnTo>
                <a:lnTo>
                  <a:pt x="2916783" y="38099"/>
                </a:lnTo>
                <a:close/>
              </a:path>
              <a:path w="5212715" h="1511300">
                <a:moveTo>
                  <a:pt x="3493681" y="38099"/>
                </a:moveTo>
                <a:lnTo>
                  <a:pt x="3440950" y="38099"/>
                </a:lnTo>
                <a:lnTo>
                  <a:pt x="3427958" y="25399"/>
                </a:lnTo>
                <a:lnTo>
                  <a:pt x="3481565" y="25399"/>
                </a:lnTo>
                <a:lnTo>
                  <a:pt x="3493681" y="38099"/>
                </a:lnTo>
                <a:close/>
              </a:path>
              <a:path w="5212715" h="1511300">
                <a:moveTo>
                  <a:pt x="3766121" y="38099"/>
                </a:moveTo>
                <a:lnTo>
                  <a:pt x="3710025" y="38099"/>
                </a:lnTo>
                <a:lnTo>
                  <a:pt x="3723043" y="25399"/>
                </a:lnTo>
                <a:lnTo>
                  <a:pt x="3779989" y="25399"/>
                </a:lnTo>
                <a:lnTo>
                  <a:pt x="3766121" y="38099"/>
                </a:lnTo>
                <a:close/>
              </a:path>
              <a:path w="5212715" h="1511300">
                <a:moveTo>
                  <a:pt x="4381106" y="38099"/>
                </a:moveTo>
                <a:lnTo>
                  <a:pt x="4314164" y="38099"/>
                </a:lnTo>
                <a:lnTo>
                  <a:pt x="4291647" y="25399"/>
                </a:lnTo>
                <a:lnTo>
                  <a:pt x="4360240" y="25399"/>
                </a:lnTo>
                <a:lnTo>
                  <a:pt x="4381106" y="38099"/>
                </a:lnTo>
                <a:close/>
              </a:path>
              <a:path w="5212715" h="1511300">
                <a:moveTo>
                  <a:pt x="2434843" y="50799"/>
                </a:moveTo>
                <a:lnTo>
                  <a:pt x="2082876" y="50799"/>
                </a:lnTo>
                <a:lnTo>
                  <a:pt x="2104174" y="38099"/>
                </a:lnTo>
                <a:lnTo>
                  <a:pt x="2419642" y="38099"/>
                </a:lnTo>
                <a:lnTo>
                  <a:pt x="2434843" y="50799"/>
                </a:lnTo>
                <a:close/>
              </a:path>
              <a:path w="5212715" h="1511300">
                <a:moveTo>
                  <a:pt x="2872130" y="50799"/>
                </a:moveTo>
                <a:lnTo>
                  <a:pt x="2826677" y="50799"/>
                </a:lnTo>
                <a:lnTo>
                  <a:pt x="2840291" y="38099"/>
                </a:lnTo>
                <a:lnTo>
                  <a:pt x="2886760" y="38099"/>
                </a:lnTo>
                <a:lnTo>
                  <a:pt x="2872130" y="50799"/>
                </a:lnTo>
                <a:close/>
              </a:path>
              <a:path w="5212715" h="1511300">
                <a:moveTo>
                  <a:pt x="3528491" y="50799"/>
                </a:moveTo>
                <a:lnTo>
                  <a:pt x="3490163" y="50799"/>
                </a:lnTo>
                <a:lnTo>
                  <a:pt x="3478148" y="38099"/>
                </a:lnTo>
                <a:lnTo>
                  <a:pt x="3517150" y="38099"/>
                </a:lnTo>
                <a:lnTo>
                  <a:pt x="3528491" y="50799"/>
                </a:lnTo>
                <a:close/>
              </a:path>
              <a:path w="5212715" h="1511300">
                <a:moveTo>
                  <a:pt x="3713289" y="50799"/>
                </a:moveTo>
                <a:lnTo>
                  <a:pt x="3672433" y="50799"/>
                </a:lnTo>
                <a:lnTo>
                  <a:pt x="3684714" y="38099"/>
                </a:lnTo>
                <a:lnTo>
                  <a:pt x="3726230" y="38099"/>
                </a:lnTo>
                <a:lnTo>
                  <a:pt x="3713289" y="50799"/>
                </a:lnTo>
                <a:close/>
              </a:path>
              <a:path w="5212715" h="1511300">
                <a:moveTo>
                  <a:pt x="4420882" y="50799"/>
                </a:moveTo>
                <a:lnTo>
                  <a:pt x="4377766" y="50799"/>
                </a:lnTo>
                <a:lnTo>
                  <a:pt x="4357039" y="38099"/>
                </a:lnTo>
                <a:lnTo>
                  <a:pt x="4401324" y="38099"/>
                </a:lnTo>
                <a:lnTo>
                  <a:pt x="4420882" y="50799"/>
                </a:lnTo>
                <a:close/>
              </a:path>
              <a:path w="5212715" h="1511300">
                <a:moveTo>
                  <a:pt x="2084247" y="63499"/>
                </a:moveTo>
                <a:lnTo>
                  <a:pt x="1981073" y="63499"/>
                </a:lnTo>
                <a:lnTo>
                  <a:pt x="2000770" y="50799"/>
                </a:lnTo>
                <a:lnTo>
                  <a:pt x="2105456" y="50799"/>
                </a:lnTo>
                <a:lnTo>
                  <a:pt x="2084247" y="63499"/>
                </a:lnTo>
                <a:close/>
              </a:path>
              <a:path w="5212715" h="1511300">
                <a:moveTo>
                  <a:pt x="2522804" y="63499"/>
                </a:moveTo>
                <a:lnTo>
                  <a:pt x="2433485" y="63499"/>
                </a:lnTo>
                <a:lnTo>
                  <a:pt x="2418333" y="50799"/>
                </a:lnTo>
                <a:lnTo>
                  <a:pt x="2508567" y="50799"/>
                </a:lnTo>
                <a:lnTo>
                  <a:pt x="2522804" y="63499"/>
                </a:lnTo>
                <a:close/>
              </a:path>
              <a:path w="5212715" h="1511300">
                <a:moveTo>
                  <a:pt x="2830855" y="63499"/>
                </a:moveTo>
                <a:lnTo>
                  <a:pt x="2788323" y="63499"/>
                </a:lnTo>
                <a:lnTo>
                  <a:pt x="2800680" y="50799"/>
                </a:lnTo>
                <a:lnTo>
                  <a:pt x="2844342" y="50799"/>
                </a:lnTo>
                <a:lnTo>
                  <a:pt x="2830855" y="63499"/>
                </a:lnTo>
                <a:close/>
              </a:path>
              <a:path w="5212715" h="1511300">
                <a:moveTo>
                  <a:pt x="3560825" y="63499"/>
                </a:moveTo>
                <a:lnTo>
                  <a:pt x="3524376" y="63499"/>
                </a:lnTo>
                <a:lnTo>
                  <a:pt x="3513137" y="50799"/>
                </a:lnTo>
                <a:lnTo>
                  <a:pt x="3550323" y="50799"/>
                </a:lnTo>
                <a:lnTo>
                  <a:pt x="3560825" y="63499"/>
                </a:lnTo>
                <a:close/>
              </a:path>
              <a:path w="5212715" h="1511300">
                <a:moveTo>
                  <a:pt x="3676243" y="63499"/>
                </a:moveTo>
                <a:lnTo>
                  <a:pt x="3637216" y="63499"/>
                </a:lnTo>
                <a:lnTo>
                  <a:pt x="3648684" y="50799"/>
                </a:lnTo>
                <a:lnTo>
                  <a:pt x="3688422" y="50799"/>
                </a:lnTo>
                <a:lnTo>
                  <a:pt x="3676243" y="63499"/>
                </a:lnTo>
                <a:close/>
              </a:path>
              <a:path w="5212715" h="1511300">
                <a:moveTo>
                  <a:pt x="4457903" y="63499"/>
                </a:moveTo>
                <a:lnTo>
                  <a:pt x="4416958" y="63499"/>
                </a:lnTo>
                <a:lnTo>
                  <a:pt x="4397552" y="50799"/>
                </a:lnTo>
                <a:lnTo>
                  <a:pt x="4439754" y="50799"/>
                </a:lnTo>
                <a:lnTo>
                  <a:pt x="4457903" y="63499"/>
                </a:lnTo>
                <a:close/>
              </a:path>
              <a:path w="5212715" h="1511300">
                <a:moveTo>
                  <a:pt x="1983397" y="76199"/>
                </a:moveTo>
                <a:lnTo>
                  <a:pt x="1924215" y="76199"/>
                </a:lnTo>
                <a:lnTo>
                  <a:pt x="1942795" y="63499"/>
                </a:lnTo>
                <a:lnTo>
                  <a:pt x="2002993" y="63499"/>
                </a:lnTo>
                <a:lnTo>
                  <a:pt x="1983397" y="76199"/>
                </a:lnTo>
                <a:close/>
              </a:path>
              <a:path w="5212715" h="1511300">
                <a:moveTo>
                  <a:pt x="2591244" y="76199"/>
                </a:moveTo>
                <a:lnTo>
                  <a:pt x="2520632" y="76199"/>
                </a:lnTo>
                <a:lnTo>
                  <a:pt x="2506459" y="63499"/>
                </a:lnTo>
                <a:lnTo>
                  <a:pt x="2577947" y="63499"/>
                </a:lnTo>
                <a:lnTo>
                  <a:pt x="2591244" y="76199"/>
                </a:lnTo>
                <a:close/>
              </a:path>
              <a:path w="5212715" h="1511300">
                <a:moveTo>
                  <a:pt x="2793314" y="76199"/>
                </a:moveTo>
                <a:lnTo>
                  <a:pt x="2764929" y="76199"/>
                </a:lnTo>
                <a:lnTo>
                  <a:pt x="2776397" y="63499"/>
                </a:lnTo>
                <a:lnTo>
                  <a:pt x="2805531" y="63499"/>
                </a:lnTo>
                <a:lnTo>
                  <a:pt x="2793314" y="76199"/>
                </a:lnTo>
                <a:close/>
              </a:path>
              <a:path w="5212715" h="1511300">
                <a:moveTo>
                  <a:pt x="3590505" y="76199"/>
                </a:moveTo>
                <a:lnTo>
                  <a:pt x="3566020" y="76199"/>
                </a:lnTo>
                <a:lnTo>
                  <a:pt x="3555936" y="63499"/>
                </a:lnTo>
                <a:lnTo>
                  <a:pt x="3580917" y="63499"/>
                </a:lnTo>
                <a:lnTo>
                  <a:pt x="3590505" y="76199"/>
                </a:lnTo>
                <a:close/>
              </a:path>
              <a:path w="5212715" h="1511300">
                <a:moveTo>
                  <a:pt x="3630637" y="76199"/>
                </a:moveTo>
                <a:lnTo>
                  <a:pt x="3604526" y="76199"/>
                </a:lnTo>
                <a:lnTo>
                  <a:pt x="3615131" y="63499"/>
                </a:lnTo>
                <a:lnTo>
                  <a:pt x="3641724" y="63499"/>
                </a:lnTo>
                <a:lnTo>
                  <a:pt x="3630637" y="76199"/>
                </a:lnTo>
                <a:close/>
              </a:path>
              <a:path w="5212715" h="1511300">
                <a:moveTo>
                  <a:pt x="4507814" y="88899"/>
                </a:moveTo>
                <a:lnTo>
                  <a:pt x="4486681" y="88899"/>
                </a:lnTo>
                <a:lnTo>
                  <a:pt x="4470222" y="76199"/>
                </a:lnTo>
                <a:lnTo>
                  <a:pt x="4453331" y="76199"/>
                </a:lnTo>
                <a:lnTo>
                  <a:pt x="4435347" y="63499"/>
                </a:lnTo>
                <a:lnTo>
                  <a:pt x="4475314" y="63499"/>
                </a:lnTo>
                <a:lnTo>
                  <a:pt x="4491951" y="76199"/>
                </a:lnTo>
                <a:lnTo>
                  <a:pt x="4507814" y="88899"/>
                </a:lnTo>
                <a:close/>
              </a:path>
              <a:path w="5212715" h="1511300">
                <a:moveTo>
                  <a:pt x="1927148" y="88899"/>
                </a:moveTo>
                <a:lnTo>
                  <a:pt x="1870964" y="88899"/>
                </a:lnTo>
                <a:lnTo>
                  <a:pt x="1888299" y="76199"/>
                </a:lnTo>
                <a:lnTo>
                  <a:pt x="1945614" y="76199"/>
                </a:lnTo>
                <a:lnTo>
                  <a:pt x="1927148" y="88899"/>
                </a:lnTo>
                <a:close/>
              </a:path>
              <a:path w="5212715" h="1511300">
                <a:moveTo>
                  <a:pt x="2642387" y="88899"/>
                </a:moveTo>
                <a:lnTo>
                  <a:pt x="2588361" y="88899"/>
                </a:lnTo>
                <a:lnTo>
                  <a:pt x="2575128" y="76199"/>
                </a:lnTo>
                <a:lnTo>
                  <a:pt x="2629916" y="76199"/>
                </a:lnTo>
                <a:lnTo>
                  <a:pt x="2642387" y="88899"/>
                </a:lnTo>
                <a:close/>
              </a:path>
              <a:path w="5212715" h="1511300">
                <a:moveTo>
                  <a:pt x="2770517" y="88899"/>
                </a:moveTo>
                <a:lnTo>
                  <a:pt x="2743365" y="88899"/>
                </a:lnTo>
                <a:lnTo>
                  <a:pt x="2753906" y="76199"/>
                </a:lnTo>
                <a:lnTo>
                  <a:pt x="2781833" y="76199"/>
                </a:lnTo>
                <a:lnTo>
                  <a:pt x="2770517" y="88899"/>
                </a:lnTo>
                <a:close/>
              </a:path>
              <a:path w="5212715" h="1511300">
                <a:moveTo>
                  <a:pt x="3596728" y="88899"/>
                </a:moveTo>
                <a:lnTo>
                  <a:pt x="3584892" y="76199"/>
                </a:lnTo>
                <a:lnTo>
                  <a:pt x="3609682" y="76199"/>
                </a:lnTo>
                <a:lnTo>
                  <a:pt x="3596728" y="88899"/>
                </a:lnTo>
                <a:close/>
              </a:path>
              <a:path w="5212715" h="1511300">
                <a:moveTo>
                  <a:pt x="3609568" y="88899"/>
                </a:moveTo>
                <a:lnTo>
                  <a:pt x="3609682" y="76199"/>
                </a:lnTo>
                <a:lnTo>
                  <a:pt x="3620058" y="76199"/>
                </a:lnTo>
                <a:lnTo>
                  <a:pt x="3609568" y="88899"/>
                </a:lnTo>
                <a:close/>
              </a:path>
              <a:path w="5212715" h="1511300">
                <a:moveTo>
                  <a:pt x="1874558" y="101599"/>
                </a:moveTo>
                <a:lnTo>
                  <a:pt x="1837639" y="101599"/>
                </a:lnTo>
                <a:lnTo>
                  <a:pt x="1854073" y="88899"/>
                </a:lnTo>
                <a:lnTo>
                  <a:pt x="1891766" y="88899"/>
                </a:lnTo>
                <a:lnTo>
                  <a:pt x="1874558" y="101599"/>
                </a:lnTo>
                <a:close/>
              </a:path>
              <a:path w="5212715" h="1511300">
                <a:moveTo>
                  <a:pt x="2678429" y="101599"/>
                </a:moveTo>
                <a:lnTo>
                  <a:pt x="2638882" y="101599"/>
                </a:lnTo>
                <a:lnTo>
                  <a:pt x="2626499" y="88899"/>
                </a:lnTo>
                <a:lnTo>
                  <a:pt x="2666644" y="88899"/>
                </a:lnTo>
                <a:lnTo>
                  <a:pt x="2678429" y="101599"/>
                </a:lnTo>
                <a:close/>
              </a:path>
              <a:path w="5212715" h="1511300">
                <a:moveTo>
                  <a:pt x="2749613" y="101599"/>
                </a:moveTo>
                <a:lnTo>
                  <a:pt x="2723743" y="101599"/>
                </a:lnTo>
                <a:lnTo>
                  <a:pt x="2733306" y="88899"/>
                </a:lnTo>
                <a:lnTo>
                  <a:pt x="2759989" y="88899"/>
                </a:lnTo>
                <a:lnTo>
                  <a:pt x="2749613" y="101599"/>
                </a:lnTo>
                <a:close/>
              </a:path>
              <a:path w="5212715" h="1511300">
                <a:moveTo>
                  <a:pt x="4537024" y="101599"/>
                </a:moveTo>
                <a:lnTo>
                  <a:pt x="4502149" y="101599"/>
                </a:lnTo>
                <a:lnTo>
                  <a:pt x="4486490" y="88899"/>
                </a:lnTo>
                <a:lnTo>
                  <a:pt x="4522850" y="88899"/>
                </a:lnTo>
                <a:lnTo>
                  <a:pt x="4537024" y="101599"/>
                </a:lnTo>
                <a:close/>
              </a:path>
              <a:path w="5212715" h="1511300">
                <a:moveTo>
                  <a:pt x="1841703" y="114299"/>
                </a:moveTo>
                <a:lnTo>
                  <a:pt x="1806168" y="114299"/>
                </a:lnTo>
                <a:lnTo>
                  <a:pt x="1821662" y="101599"/>
                </a:lnTo>
                <a:lnTo>
                  <a:pt x="1858010" y="101599"/>
                </a:lnTo>
                <a:lnTo>
                  <a:pt x="1841703" y="114299"/>
                </a:lnTo>
                <a:close/>
              </a:path>
              <a:path w="5212715" h="1511300">
                <a:moveTo>
                  <a:pt x="2706242" y="114299"/>
                </a:moveTo>
                <a:lnTo>
                  <a:pt x="2674429" y="114299"/>
                </a:lnTo>
                <a:lnTo>
                  <a:pt x="2662732" y="101599"/>
                </a:lnTo>
                <a:lnTo>
                  <a:pt x="2701302" y="101599"/>
                </a:lnTo>
                <a:lnTo>
                  <a:pt x="2708875" y="110334"/>
                </a:lnTo>
                <a:lnTo>
                  <a:pt x="2706242" y="114299"/>
                </a:lnTo>
                <a:close/>
              </a:path>
              <a:path w="5212715" h="1511300">
                <a:moveTo>
                  <a:pt x="2722029" y="114299"/>
                </a:moveTo>
                <a:lnTo>
                  <a:pt x="2712313" y="114299"/>
                </a:lnTo>
                <a:lnTo>
                  <a:pt x="2708875" y="110334"/>
                </a:lnTo>
                <a:lnTo>
                  <a:pt x="2714675" y="101599"/>
                </a:lnTo>
                <a:lnTo>
                  <a:pt x="2730893" y="101599"/>
                </a:lnTo>
                <a:lnTo>
                  <a:pt x="2722029" y="114299"/>
                </a:lnTo>
                <a:close/>
              </a:path>
              <a:path w="5212715" h="1511300">
                <a:moveTo>
                  <a:pt x="4550384" y="114299"/>
                </a:moveTo>
                <a:lnTo>
                  <a:pt x="4530534" y="114299"/>
                </a:lnTo>
                <a:lnTo>
                  <a:pt x="4516564" y="101599"/>
                </a:lnTo>
                <a:lnTo>
                  <a:pt x="4543818" y="101599"/>
                </a:lnTo>
                <a:lnTo>
                  <a:pt x="4550384" y="114299"/>
                </a:lnTo>
                <a:close/>
              </a:path>
              <a:path w="5212715" h="1511300">
                <a:moveTo>
                  <a:pt x="2712313" y="114299"/>
                </a:moveTo>
                <a:lnTo>
                  <a:pt x="2706242" y="114299"/>
                </a:lnTo>
                <a:lnTo>
                  <a:pt x="2708875" y="110334"/>
                </a:lnTo>
                <a:lnTo>
                  <a:pt x="2712313" y="114299"/>
                </a:lnTo>
                <a:close/>
              </a:path>
              <a:path w="5212715" h="1511300">
                <a:moveTo>
                  <a:pt x="1810740" y="126999"/>
                </a:moveTo>
                <a:lnTo>
                  <a:pt x="1776666" y="126999"/>
                </a:lnTo>
                <a:lnTo>
                  <a:pt x="1791169" y="114299"/>
                </a:lnTo>
                <a:lnTo>
                  <a:pt x="1826107" y="114299"/>
                </a:lnTo>
                <a:lnTo>
                  <a:pt x="1810740" y="126999"/>
                </a:lnTo>
                <a:close/>
              </a:path>
              <a:path w="5212715" h="1511300">
                <a:moveTo>
                  <a:pt x="2711094" y="126999"/>
                </a:moveTo>
                <a:lnTo>
                  <a:pt x="2696844" y="114299"/>
                </a:lnTo>
                <a:lnTo>
                  <a:pt x="2722232" y="114299"/>
                </a:lnTo>
                <a:lnTo>
                  <a:pt x="2711094" y="126999"/>
                </a:lnTo>
                <a:close/>
              </a:path>
              <a:path w="5212715" h="1511300">
                <a:moveTo>
                  <a:pt x="4568697" y="126999"/>
                </a:moveTo>
                <a:lnTo>
                  <a:pt x="4549444" y="126999"/>
                </a:lnTo>
                <a:lnTo>
                  <a:pt x="4543221" y="114299"/>
                </a:lnTo>
                <a:lnTo>
                  <a:pt x="4562817" y="114299"/>
                </a:lnTo>
                <a:lnTo>
                  <a:pt x="4568697" y="126999"/>
                </a:lnTo>
                <a:close/>
              </a:path>
              <a:path w="5212715" h="1511300">
                <a:moveTo>
                  <a:pt x="1474584" y="139699"/>
                </a:moveTo>
                <a:lnTo>
                  <a:pt x="1099845" y="139699"/>
                </a:lnTo>
                <a:lnTo>
                  <a:pt x="1119644" y="126999"/>
                </a:lnTo>
                <a:lnTo>
                  <a:pt x="1448180" y="126999"/>
                </a:lnTo>
                <a:lnTo>
                  <a:pt x="1474584" y="139699"/>
                </a:lnTo>
                <a:close/>
              </a:path>
              <a:path w="5212715" h="1511300">
                <a:moveTo>
                  <a:pt x="1768093" y="139699"/>
                </a:moveTo>
                <a:lnTo>
                  <a:pt x="1749234" y="139699"/>
                </a:lnTo>
                <a:lnTo>
                  <a:pt x="1762696" y="126999"/>
                </a:lnTo>
                <a:lnTo>
                  <a:pt x="1781924" y="126999"/>
                </a:lnTo>
                <a:lnTo>
                  <a:pt x="1768093" y="139699"/>
                </a:lnTo>
                <a:close/>
              </a:path>
              <a:path w="5212715" h="1511300">
                <a:moveTo>
                  <a:pt x="4584928" y="139699"/>
                </a:moveTo>
                <a:lnTo>
                  <a:pt x="4566297" y="139699"/>
                </a:lnTo>
                <a:lnTo>
                  <a:pt x="4560785" y="126999"/>
                </a:lnTo>
                <a:lnTo>
                  <a:pt x="4579759" y="126999"/>
                </a:lnTo>
                <a:lnTo>
                  <a:pt x="4584928" y="139699"/>
                </a:lnTo>
                <a:close/>
              </a:path>
              <a:path w="5212715" h="1511300">
                <a:moveTo>
                  <a:pt x="1100963" y="152399"/>
                </a:moveTo>
                <a:lnTo>
                  <a:pt x="985126" y="152399"/>
                </a:lnTo>
                <a:lnTo>
                  <a:pt x="1003744" y="139699"/>
                </a:lnTo>
                <a:lnTo>
                  <a:pt x="1120698" y="139699"/>
                </a:lnTo>
                <a:lnTo>
                  <a:pt x="1100963" y="152399"/>
                </a:lnTo>
                <a:close/>
              </a:path>
              <a:path w="5212715" h="1511300">
                <a:moveTo>
                  <a:pt x="1576743" y="152399"/>
                </a:moveTo>
                <a:lnTo>
                  <a:pt x="1473428" y="152399"/>
                </a:lnTo>
                <a:lnTo>
                  <a:pt x="1447114" y="139699"/>
                </a:lnTo>
                <a:lnTo>
                  <a:pt x="1551749" y="139699"/>
                </a:lnTo>
                <a:lnTo>
                  <a:pt x="1576743" y="152399"/>
                </a:lnTo>
                <a:close/>
              </a:path>
              <a:path w="5212715" h="1511300">
                <a:moveTo>
                  <a:pt x="1754949" y="152399"/>
                </a:moveTo>
                <a:lnTo>
                  <a:pt x="1723974" y="152399"/>
                </a:lnTo>
                <a:lnTo>
                  <a:pt x="1736331" y="139699"/>
                </a:lnTo>
                <a:lnTo>
                  <a:pt x="1768246" y="139699"/>
                </a:lnTo>
                <a:lnTo>
                  <a:pt x="1754949" y="152399"/>
                </a:lnTo>
                <a:close/>
              </a:path>
              <a:path w="5212715" h="1511300">
                <a:moveTo>
                  <a:pt x="4598974" y="152399"/>
                </a:moveTo>
                <a:lnTo>
                  <a:pt x="4580978" y="152399"/>
                </a:lnTo>
                <a:lnTo>
                  <a:pt x="4576191" y="139699"/>
                </a:lnTo>
                <a:lnTo>
                  <a:pt x="4594542" y="139699"/>
                </a:lnTo>
                <a:lnTo>
                  <a:pt x="4598974" y="152399"/>
                </a:lnTo>
                <a:close/>
              </a:path>
              <a:path w="5212715" h="1511300">
                <a:moveTo>
                  <a:pt x="987043" y="165099"/>
                </a:moveTo>
                <a:lnTo>
                  <a:pt x="912952" y="165099"/>
                </a:lnTo>
                <a:lnTo>
                  <a:pt x="930643" y="152399"/>
                </a:lnTo>
                <a:lnTo>
                  <a:pt x="1005586" y="152399"/>
                </a:lnTo>
                <a:lnTo>
                  <a:pt x="987043" y="165099"/>
                </a:lnTo>
                <a:close/>
              </a:path>
              <a:path w="5212715" h="1511300">
                <a:moveTo>
                  <a:pt x="1649349" y="165099"/>
                </a:moveTo>
                <a:lnTo>
                  <a:pt x="1574888" y="165099"/>
                </a:lnTo>
                <a:lnTo>
                  <a:pt x="1549984" y="152399"/>
                </a:lnTo>
                <a:lnTo>
                  <a:pt x="1625561" y="152399"/>
                </a:lnTo>
                <a:lnTo>
                  <a:pt x="1649349" y="165099"/>
                </a:lnTo>
                <a:close/>
              </a:path>
              <a:path w="5212715" h="1511300">
                <a:moveTo>
                  <a:pt x="1730336" y="165099"/>
                </a:moveTo>
                <a:lnTo>
                  <a:pt x="1700999" y="165099"/>
                </a:lnTo>
                <a:lnTo>
                  <a:pt x="1712201" y="152399"/>
                </a:lnTo>
                <a:lnTo>
                  <a:pt x="1742528" y="152399"/>
                </a:lnTo>
                <a:lnTo>
                  <a:pt x="1730336" y="165099"/>
                </a:lnTo>
                <a:close/>
              </a:path>
              <a:path w="5212715" h="1511300">
                <a:moveTo>
                  <a:pt x="4607064" y="165099"/>
                </a:moveTo>
                <a:lnTo>
                  <a:pt x="4589500" y="165099"/>
                </a:lnTo>
                <a:lnTo>
                  <a:pt x="4585220" y="152399"/>
                </a:lnTo>
                <a:lnTo>
                  <a:pt x="4603153" y="152399"/>
                </a:lnTo>
                <a:lnTo>
                  <a:pt x="4607064" y="165099"/>
                </a:lnTo>
                <a:close/>
              </a:path>
              <a:path w="5212715" h="1511300">
                <a:moveTo>
                  <a:pt x="915428" y="177799"/>
                </a:moveTo>
                <a:lnTo>
                  <a:pt x="861364" y="177799"/>
                </a:lnTo>
                <a:lnTo>
                  <a:pt x="878306" y="165099"/>
                </a:lnTo>
                <a:lnTo>
                  <a:pt x="933043" y="165099"/>
                </a:lnTo>
                <a:lnTo>
                  <a:pt x="915428" y="177799"/>
                </a:lnTo>
                <a:close/>
              </a:path>
              <a:path w="5212715" h="1511300">
                <a:moveTo>
                  <a:pt x="1708073" y="177799"/>
                </a:moveTo>
                <a:lnTo>
                  <a:pt x="1646923" y="177799"/>
                </a:lnTo>
                <a:lnTo>
                  <a:pt x="1623237" y="165099"/>
                </a:lnTo>
                <a:lnTo>
                  <a:pt x="1719084" y="165099"/>
                </a:lnTo>
                <a:lnTo>
                  <a:pt x="1708073" y="177799"/>
                </a:lnTo>
                <a:close/>
              </a:path>
              <a:path w="5212715" h="1511300">
                <a:moveTo>
                  <a:pt x="4617237" y="177799"/>
                </a:moveTo>
                <a:lnTo>
                  <a:pt x="4600371" y="177799"/>
                </a:lnTo>
                <a:lnTo>
                  <a:pt x="4596853" y="165099"/>
                </a:lnTo>
                <a:lnTo>
                  <a:pt x="4614113" y="165099"/>
                </a:lnTo>
                <a:lnTo>
                  <a:pt x="4617237" y="177799"/>
                </a:lnTo>
                <a:close/>
              </a:path>
              <a:path w="5212715" h="1511300">
                <a:moveTo>
                  <a:pt x="864273" y="190499"/>
                </a:moveTo>
                <a:lnTo>
                  <a:pt x="812139" y="190499"/>
                </a:lnTo>
                <a:lnTo>
                  <a:pt x="828268" y="177799"/>
                </a:lnTo>
                <a:lnTo>
                  <a:pt x="881138" y="177799"/>
                </a:lnTo>
                <a:lnTo>
                  <a:pt x="864273" y="190499"/>
                </a:lnTo>
                <a:close/>
              </a:path>
              <a:path w="5212715" h="1511300">
                <a:moveTo>
                  <a:pt x="4622571" y="190499"/>
                </a:moveTo>
                <a:lnTo>
                  <a:pt x="4608855" y="190499"/>
                </a:lnTo>
                <a:lnTo>
                  <a:pt x="4606150" y="177799"/>
                </a:lnTo>
                <a:lnTo>
                  <a:pt x="4617593" y="177799"/>
                </a:lnTo>
                <a:lnTo>
                  <a:pt x="4622571" y="190499"/>
                </a:lnTo>
                <a:close/>
              </a:path>
              <a:path w="5212715" h="1511300">
                <a:moveTo>
                  <a:pt x="4622571" y="190499"/>
                </a:moveTo>
                <a:lnTo>
                  <a:pt x="4617593" y="177799"/>
                </a:lnTo>
                <a:lnTo>
                  <a:pt x="4620352" y="179181"/>
                </a:lnTo>
                <a:lnTo>
                  <a:pt x="4622571" y="190499"/>
                </a:lnTo>
                <a:close/>
              </a:path>
              <a:path w="5212715" h="1511300">
                <a:moveTo>
                  <a:pt x="4620352" y="179181"/>
                </a:moveTo>
                <a:lnTo>
                  <a:pt x="4617593" y="177799"/>
                </a:lnTo>
                <a:lnTo>
                  <a:pt x="4620082" y="177799"/>
                </a:lnTo>
                <a:lnTo>
                  <a:pt x="4620352" y="179181"/>
                </a:lnTo>
                <a:close/>
              </a:path>
              <a:path w="5212715" h="1511300">
                <a:moveTo>
                  <a:pt x="4642967" y="190499"/>
                </a:moveTo>
                <a:lnTo>
                  <a:pt x="4622571" y="190499"/>
                </a:lnTo>
                <a:lnTo>
                  <a:pt x="4620352" y="179181"/>
                </a:lnTo>
                <a:lnTo>
                  <a:pt x="4642967" y="190499"/>
                </a:lnTo>
                <a:close/>
              </a:path>
              <a:path w="5212715" h="1511300">
                <a:moveTo>
                  <a:pt x="815517" y="203199"/>
                </a:moveTo>
                <a:lnTo>
                  <a:pt x="765454" y="203199"/>
                </a:lnTo>
                <a:lnTo>
                  <a:pt x="780719" y="190499"/>
                </a:lnTo>
                <a:lnTo>
                  <a:pt x="831570" y="190499"/>
                </a:lnTo>
                <a:lnTo>
                  <a:pt x="815517" y="203199"/>
                </a:lnTo>
                <a:close/>
              </a:path>
              <a:path w="5212715" h="1511300">
                <a:moveTo>
                  <a:pt x="4739995" y="203199"/>
                </a:moveTo>
                <a:lnTo>
                  <a:pt x="4641443" y="203199"/>
                </a:lnTo>
                <a:lnTo>
                  <a:pt x="4612665" y="190499"/>
                </a:lnTo>
                <a:lnTo>
                  <a:pt x="4716487" y="190499"/>
                </a:lnTo>
                <a:lnTo>
                  <a:pt x="4739995" y="203199"/>
                </a:lnTo>
                <a:close/>
              </a:path>
              <a:path w="5212715" h="1511300">
                <a:moveTo>
                  <a:pt x="769327" y="215899"/>
                </a:moveTo>
                <a:lnTo>
                  <a:pt x="721474" y="215899"/>
                </a:lnTo>
                <a:lnTo>
                  <a:pt x="735825" y="203199"/>
                </a:lnTo>
                <a:lnTo>
                  <a:pt x="784517" y="203199"/>
                </a:lnTo>
                <a:lnTo>
                  <a:pt x="769327" y="215899"/>
                </a:lnTo>
                <a:close/>
              </a:path>
              <a:path w="5212715" h="1511300">
                <a:moveTo>
                  <a:pt x="4785372" y="215899"/>
                </a:moveTo>
                <a:lnTo>
                  <a:pt x="4737544" y="215899"/>
                </a:lnTo>
                <a:lnTo>
                  <a:pt x="4714163" y="203199"/>
                </a:lnTo>
                <a:lnTo>
                  <a:pt x="4762969" y="203199"/>
                </a:lnTo>
                <a:lnTo>
                  <a:pt x="4785372" y="215899"/>
                </a:lnTo>
                <a:close/>
              </a:path>
              <a:path w="5212715" h="1511300">
                <a:moveTo>
                  <a:pt x="725893" y="228599"/>
                </a:moveTo>
                <a:lnTo>
                  <a:pt x="693737" y="228599"/>
                </a:lnTo>
                <a:lnTo>
                  <a:pt x="707440" y="215899"/>
                </a:lnTo>
                <a:lnTo>
                  <a:pt x="740143" y="215899"/>
                </a:lnTo>
                <a:lnTo>
                  <a:pt x="725893" y="228599"/>
                </a:lnTo>
                <a:close/>
              </a:path>
              <a:path w="5212715" h="1511300">
                <a:moveTo>
                  <a:pt x="4828425" y="228599"/>
                </a:moveTo>
                <a:lnTo>
                  <a:pt x="4782439" y="228599"/>
                </a:lnTo>
                <a:lnTo>
                  <a:pt x="4760150" y="215899"/>
                </a:lnTo>
                <a:lnTo>
                  <a:pt x="4807204" y="215899"/>
                </a:lnTo>
                <a:lnTo>
                  <a:pt x="4828425" y="228599"/>
                </a:lnTo>
                <a:close/>
              </a:path>
              <a:path w="5212715" h="1511300">
                <a:moveTo>
                  <a:pt x="698538" y="241299"/>
                </a:moveTo>
                <a:lnTo>
                  <a:pt x="667334" y="241299"/>
                </a:lnTo>
                <a:lnTo>
                  <a:pt x="680364" y="228599"/>
                </a:lnTo>
                <a:lnTo>
                  <a:pt x="712139" y="228599"/>
                </a:lnTo>
                <a:lnTo>
                  <a:pt x="698538" y="241299"/>
                </a:lnTo>
                <a:close/>
              </a:path>
              <a:path w="5212715" h="1511300">
                <a:moveTo>
                  <a:pt x="4868964" y="241299"/>
                </a:moveTo>
                <a:lnTo>
                  <a:pt x="4845291" y="241299"/>
                </a:lnTo>
                <a:lnTo>
                  <a:pt x="4824831" y="228599"/>
                </a:lnTo>
                <a:lnTo>
                  <a:pt x="4849025" y="228599"/>
                </a:lnTo>
                <a:lnTo>
                  <a:pt x="4868964" y="241299"/>
                </a:lnTo>
                <a:close/>
              </a:path>
              <a:path w="5212715" h="1511300">
                <a:moveTo>
                  <a:pt x="672541" y="253999"/>
                </a:moveTo>
                <a:lnTo>
                  <a:pt x="642302" y="253999"/>
                </a:lnTo>
                <a:lnTo>
                  <a:pt x="654646" y="241299"/>
                </a:lnTo>
                <a:lnTo>
                  <a:pt x="685469" y="241299"/>
                </a:lnTo>
                <a:lnTo>
                  <a:pt x="672541" y="253999"/>
                </a:lnTo>
                <a:close/>
              </a:path>
              <a:path w="5212715" h="1511300">
                <a:moveTo>
                  <a:pt x="4906797" y="253999"/>
                </a:moveTo>
                <a:lnTo>
                  <a:pt x="4883912" y="253999"/>
                </a:lnTo>
                <a:lnTo>
                  <a:pt x="4864798" y="241299"/>
                </a:lnTo>
                <a:lnTo>
                  <a:pt x="4888230" y="241299"/>
                </a:lnTo>
                <a:lnTo>
                  <a:pt x="4906797" y="253999"/>
                </a:lnTo>
                <a:close/>
              </a:path>
              <a:path w="5212715" h="1511300">
                <a:moveTo>
                  <a:pt x="636181" y="266699"/>
                </a:moveTo>
                <a:lnTo>
                  <a:pt x="618705" y="266699"/>
                </a:lnTo>
                <a:lnTo>
                  <a:pt x="630326" y="253999"/>
                </a:lnTo>
                <a:lnTo>
                  <a:pt x="648055" y="253999"/>
                </a:lnTo>
                <a:lnTo>
                  <a:pt x="636181" y="266699"/>
                </a:lnTo>
                <a:close/>
              </a:path>
              <a:path w="5212715" h="1511300">
                <a:moveTo>
                  <a:pt x="4941760" y="266699"/>
                </a:moveTo>
                <a:lnTo>
                  <a:pt x="4902174" y="266699"/>
                </a:lnTo>
                <a:lnTo>
                  <a:pt x="4883759" y="253999"/>
                </a:lnTo>
                <a:lnTo>
                  <a:pt x="4924653" y="253999"/>
                </a:lnTo>
                <a:lnTo>
                  <a:pt x="4941760" y="266699"/>
                </a:lnTo>
                <a:close/>
              </a:path>
              <a:path w="5212715" h="1511300">
                <a:moveTo>
                  <a:pt x="613790" y="279399"/>
                </a:moveTo>
                <a:lnTo>
                  <a:pt x="596582" y="279399"/>
                </a:lnTo>
                <a:lnTo>
                  <a:pt x="607453" y="266699"/>
                </a:lnTo>
                <a:lnTo>
                  <a:pt x="624916" y="266699"/>
                </a:lnTo>
                <a:lnTo>
                  <a:pt x="613790" y="279399"/>
                </a:lnTo>
                <a:close/>
              </a:path>
              <a:path w="5212715" h="1511300">
                <a:moveTo>
                  <a:pt x="4988407" y="292099"/>
                </a:moveTo>
                <a:lnTo>
                  <a:pt x="4967605" y="292099"/>
                </a:lnTo>
                <a:lnTo>
                  <a:pt x="4952250" y="279399"/>
                </a:lnTo>
                <a:lnTo>
                  <a:pt x="4936451" y="279399"/>
                </a:lnTo>
                <a:lnTo>
                  <a:pt x="4919522" y="266699"/>
                </a:lnTo>
                <a:lnTo>
                  <a:pt x="4958105" y="266699"/>
                </a:lnTo>
                <a:lnTo>
                  <a:pt x="4973662" y="279399"/>
                </a:lnTo>
                <a:lnTo>
                  <a:pt x="4988407" y="292099"/>
                </a:lnTo>
                <a:close/>
              </a:path>
              <a:path w="5212715" h="1511300">
                <a:moveTo>
                  <a:pt x="592924" y="292099"/>
                </a:moveTo>
                <a:lnTo>
                  <a:pt x="575983" y="292099"/>
                </a:lnTo>
                <a:lnTo>
                  <a:pt x="586092" y="279399"/>
                </a:lnTo>
                <a:lnTo>
                  <a:pt x="603288" y="279399"/>
                </a:lnTo>
                <a:lnTo>
                  <a:pt x="592924" y="292099"/>
                </a:lnTo>
                <a:close/>
              </a:path>
              <a:path w="5212715" h="1511300">
                <a:moveTo>
                  <a:pt x="573646" y="304799"/>
                </a:moveTo>
                <a:lnTo>
                  <a:pt x="556958" y="304799"/>
                </a:lnTo>
                <a:lnTo>
                  <a:pt x="566267" y="292099"/>
                </a:lnTo>
                <a:lnTo>
                  <a:pt x="583222" y="292099"/>
                </a:lnTo>
                <a:lnTo>
                  <a:pt x="573646" y="304799"/>
                </a:lnTo>
                <a:close/>
              </a:path>
              <a:path w="5212715" h="1511300">
                <a:moveTo>
                  <a:pt x="5008943" y="304799"/>
                </a:moveTo>
                <a:lnTo>
                  <a:pt x="4981943" y="304799"/>
                </a:lnTo>
                <a:lnTo>
                  <a:pt x="4967401" y="292099"/>
                </a:lnTo>
                <a:lnTo>
                  <a:pt x="5002288" y="292099"/>
                </a:lnTo>
                <a:lnTo>
                  <a:pt x="5008943" y="304799"/>
                </a:lnTo>
                <a:close/>
              </a:path>
              <a:path w="5212715" h="1511300">
                <a:moveTo>
                  <a:pt x="556005" y="317499"/>
                </a:moveTo>
                <a:lnTo>
                  <a:pt x="539559" y="317499"/>
                </a:lnTo>
                <a:lnTo>
                  <a:pt x="548055" y="304799"/>
                </a:lnTo>
                <a:lnTo>
                  <a:pt x="564768" y="304799"/>
                </a:lnTo>
                <a:lnTo>
                  <a:pt x="556005" y="317499"/>
                </a:lnTo>
                <a:close/>
              </a:path>
              <a:path w="5212715" h="1511300">
                <a:moveTo>
                  <a:pt x="564616" y="317499"/>
                </a:moveTo>
                <a:lnTo>
                  <a:pt x="564768" y="304799"/>
                </a:lnTo>
                <a:lnTo>
                  <a:pt x="573786" y="304799"/>
                </a:lnTo>
                <a:lnTo>
                  <a:pt x="564616" y="317499"/>
                </a:lnTo>
                <a:close/>
              </a:path>
              <a:path w="5212715" h="1511300">
                <a:moveTo>
                  <a:pt x="5021567" y="317499"/>
                </a:moveTo>
                <a:lnTo>
                  <a:pt x="5001793" y="317499"/>
                </a:lnTo>
                <a:lnTo>
                  <a:pt x="4995265" y="304799"/>
                </a:lnTo>
                <a:lnTo>
                  <a:pt x="5015369" y="304799"/>
                </a:lnTo>
                <a:lnTo>
                  <a:pt x="5021567" y="317499"/>
                </a:lnTo>
                <a:close/>
              </a:path>
              <a:path w="5212715" h="1511300">
                <a:moveTo>
                  <a:pt x="532726" y="342899"/>
                </a:moveTo>
                <a:lnTo>
                  <a:pt x="516623" y="342899"/>
                </a:lnTo>
                <a:lnTo>
                  <a:pt x="523836" y="330199"/>
                </a:lnTo>
                <a:lnTo>
                  <a:pt x="531482" y="317499"/>
                </a:lnTo>
                <a:lnTo>
                  <a:pt x="556158" y="317499"/>
                </a:lnTo>
                <a:lnTo>
                  <a:pt x="547827" y="330199"/>
                </a:lnTo>
                <a:lnTo>
                  <a:pt x="540219" y="330199"/>
                </a:lnTo>
                <a:lnTo>
                  <a:pt x="532726" y="342899"/>
                </a:lnTo>
                <a:close/>
              </a:path>
              <a:path w="5212715" h="1511300">
                <a:moveTo>
                  <a:pt x="5038826" y="330199"/>
                </a:moveTo>
                <a:lnTo>
                  <a:pt x="5019674" y="330199"/>
                </a:lnTo>
                <a:lnTo>
                  <a:pt x="5013820" y="317499"/>
                </a:lnTo>
                <a:lnTo>
                  <a:pt x="5033302" y="317499"/>
                </a:lnTo>
                <a:lnTo>
                  <a:pt x="5038826" y="330199"/>
                </a:lnTo>
                <a:close/>
              </a:path>
              <a:path w="5212715" h="1511300">
                <a:moveTo>
                  <a:pt x="5053990" y="342899"/>
                </a:moveTo>
                <a:lnTo>
                  <a:pt x="5035473" y="342899"/>
                </a:lnTo>
                <a:lnTo>
                  <a:pt x="5030317" y="330199"/>
                </a:lnTo>
                <a:lnTo>
                  <a:pt x="5049164" y="330199"/>
                </a:lnTo>
                <a:lnTo>
                  <a:pt x="5053990" y="342899"/>
                </a:lnTo>
                <a:close/>
              </a:path>
              <a:path w="5212715" h="1511300">
                <a:moveTo>
                  <a:pt x="519404" y="355599"/>
                </a:moveTo>
                <a:lnTo>
                  <a:pt x="503529" y="355599"/>
                </a:lnTo>
                <a:lnTo>
                  <a:pt x="509854" y="342899"/>
                </a:lnTo>
                <a:lnTo>
                  <a:pt x="526008" y="342899"/>
                </a:lnTo>
                <a:lnTo>
                  <a:pt x="519404" y="355599"/>
                </a:lnTo>
                <a:close/>
              </a:path>
              <a:path w="5212715" h="1511300">
                <a:moveTo>
                  <a:pt x="5062893" y="355599"/>
                </a:moveTo>
                <a:lnTo>
                  <a:pt x="5049113" y="355599"/>
                </a:lnTo>
                <a:lnTo>
                  <a:pt x="5044668" y="342899"/>
                </a:lnTo>
                <a:lnTo>
                  <a:pt x="5058562" y="342899"/>
                </a:lnTo>
                <a:lnTo>
                  <a:pt x="5062893" y="355599"/>
                </a:lnTo>
                <a:close/>
              </a:path>
              <a:path w="5212715" h="1511300">
                <a:moveTo>
                  <a:pt x="502818" y="380999"/>
                </a:moveTo>
                <a:lnTo>
                  <a:pt x="487324" y="380999"/>
                </a:lnTo>
                <a:lnTo>
                  <a:pt x="492264" y="368299"/>
                </a:lnTo>
                <a:lnTo>
                  <a:pt x="497662" y="355599"/>
                </a:lnTo>
                <a:lnTo>
                  <a:pt x="513588" y="355599"/>
                </a:lnTo>
                <a:lnTo>
                  <a:pt x="507885" y="368299"/>
                </a:lnTo>
                <a:lnTo>
                  <a:pt x="508050" y="368299"/>
                </a:lnTo>
                <a:lnTo>
                  <a:pt x="502818" y="380999"/>
                </a:lnTo>
                <a:close/>
              </a:path>
              <a:path w="5212715" h="1511300">
                <a:moveTo>
                  <a:pt x="5074386" y="368299"/>
                </a:moveTo>
                <a:lnTo>
                  <a:pt x="5056974" y="368299"/>
                </a:lnTo>
                <a:lnTo>
                  <a:pt x="5053025" y="355599"/>
                </a:lnTo>
                <a:lnTo>
                  <a:pt x="5070805" y="355599"/>
                </a:lnTo>
                <a:lnTo>
                  <a:pt x="5074386" y="368299"/>
                </a:lnTo>
                <a:close/>
              </a:path>
              <a:path w="5212715" h="1511300">
                <a:moveTo>
                  <a:pt x="5080736" y="380999"/>
                </a:moveTo>
                <a:lnTo>
                  <a:pt x="5066855" y="380999"/>
                </a:lnTo>
                <a:lnTo>
                  <a:pt x="5063680" y="368299"/>
                </a:lnTo>
                <a:lnTo>
                  <a:pt x="5077688" y="368299"/>
                </a:lnTo>
                <a:lnTo>
                  <a:pt x="5080736" y="380999"/>
                </a:lnTo>
                <a:close/>
              </a:path>
              <a:path w="5212715" h="1511300">
                <a:moveTo>
                  <a:pt x="487235" y="406399"/>
                </a:moveTo>
                <a:lnTo>
                  <a:pt x="475449" y="406399"/>
                </a:lnTo>
                <a:lnTo>
                  <a:pt x="478916" y="393699"/>
                </a:lnTo>
                <a:lnTo>
                  <a:pt x="482879" y="380999"/>
                </a:lnTo>
                <a:lnTo>
                  <a:pt x="498360" y="380999"/>
                </a:lnTo>
                <a:lnTo>
                  <a:pt x="494068" y="393699"/>
                </a:lnTo>
                <a:lnTo>
                  <a:pt x="490550" y="393699"/>
                </a:lnTo>
                <a:lnTo>
                  <a:pt x="487235" y="406399"/>
                </a:lnTo>
                <a:close/>
              </a:path>
              <a:path w="5212715" h="1511300">
                <a:moveTo>
                  <a:pt x="5086032" y="393699"/>
                </a:moveTo>
                <a:lnTo>
                  <a:pt x="5072164" y="393699"/>
                </a:lnTo>
                <a:lnTo>
                  <a:pt x="5069509" y="380999"/>
                </a:lnTo>
                <a:lnTo>
                  <a:pt x="5083517" y="380999"/>
                </a:lnTo>
                <a:lnTo>
                  <a:pt x="5086032" y="393699"/>
                </a:lnTo>
                <a:close/>
              </a:path>
              <a:path w="5212715" h="1511300">
                <a:moveTo>
                  <a:pt x="5091861" y="406399"/>
                </a:moveTo>
                <a:lnTo>
                  <a:pt x="5078158" y="406399"/>
                </a:lnTo>
                <a:lnTo>
                  <a:pt x="5076317" y="393699"/>
                </a:lnTo>
                <a:lnTo>
                  <a:pt x="5090198" y="393699"/>
                </a:lnTo>
                <a:lnTo>
                  <a:pt x="5091861" y="406399"/>
                </a:lnTo>
                <a:close/>
              </a:path>
              <a:path w="5212715" h="1511300">
                <a:moveTo>
                  <a:pt x="480580" y="431799"/>
                </a:moveTo>
                <a:lnTo>
                  <a:pt x="468147" y="431799"/>
                </a:lnTo>
                <a:lnTo>
                  <a:pt x="470065" y="419099"/>
                </a:lnTo>
                <a:lnTo>
                  <a:pt x="472503" y="406399"/>
                </a:lnTo>
                <a:lnTo>
                  <a:pt x="484644" y="406399"/>
                </a:lnTo>
                <a:lnTo>
                  <a:pt x="482307" y="419099"/>
                </a:lnTo>
                <a:lnTo>
                  <a:pt x="480580" y="431799"/>
                </a:lnTo>
                <a:close/>
              </a:path>
              <a:path w="5212715" h="1511300">
                <a:moveTo>
                  <a:pt x="484530" y="419099"/>
                </a:moveTo>
                <a:lnTo>
                  <a:pt x="484644" y="406399"/>
                </a:lnTo>
                <a:lnTo>
                  <a:pt x="487362" y="406399"/>
                </a:lnTo>
                <a:lnTo>
                  <a:pt x="484530" y="419099"/>
                </a:lnTo>
                <a:close/>
              </a:path>
              <a:path w="5212715" h="1511300">
                <a:moveTo>
                  <a:pt x="5094287" y="419099"/>
                </a:moveTo>
                <a:lnTo>
                  <a:pt x="5081777" y="419099"/>
                </a:lnTo>
                <a:lnTo>
                  <a:pt x="5080774" y="406399"/>
                </a:lnTo>
                <a:lnTo>
                  <a:pt x="5093220" y="406399"/>
                </a:lnTo>
                <a:lnTo>
                  <a:pt x="5094287" y="419099"/>
                </a:lnTo>
                <a:close/>
              </a:path>
              <a:path w="5212715" h="1511300">
                <a:moveTo>
                  <a:pt x="5095519" y="431799"/>
                </a:moveTo>
                <a:lnTo>
                  <a:pt x="5082857" y="431799"/>
                </a:lnTo>
                <a:lnTo>
                  <a:pt x="5082413" y="419099"/>
                </a:lnTo>
                <a:lnTo>
                  <a:pt x="5095062" y="419099"/>
                </a:lnTo>
                <a:lnTo>
                  <a:pt x="5095519" y="431799"/>
                </a:lnTo>
                <a:close/>
              </a:path>
              <a:path w="5212715" h="1511300">
                <a:moveTo>
                  <a:pt x="478929" y="444499"/>
                </a:moveTo>
                <a:lnTo>
                  <a:pt x="466293" y="444499"/>
                </a:lnTo>
                <a:lnTo>
                  <a:pt x="466788" y="431799"/>
                </a:lnTo>
                <a:lnTo>
                  <a:pt x="479386" y="431799"/>
                </a:lnTo>
                <a:lnTo>
                  <a:pt x="478929" y="444499"/>
                </a:lnTo>
                <a:close/>
              </a:path>
              <a:path w="5212715" h="1511300">
                <a:moveTo>
                  <a:pt x="5095455" y="444499"/>
                </a:moveTo>
                <a:lnTo>
                  <a:pt x="5082768" y="444499"/>
                </a:lnTo>
                <a:lnTo>
                  <a:pt x="5082984" y="431799"/>
                </a:lnTo>
                <a:lnTo>
                  <a:pt x="5095684" y="431799"/>
                </a:lnTo>
                <a:lnTo>
                  <a:pt x="5095455" y="444499"/>
                </a:lnTo>
                <a:close/>
              </a:path>
              <a:path w="5212715" h="1511300">
                <a:moveTo>
                  <a:pt x="478370" y="457199"/>
                </a:moveTo>
                <a:lnTo>
                  <a:pt x="465670" y="457199"/>
                </a:lnTo>
                <a:lnTo>
                  <a:pt x="465747" y="444499"/>
                </a:lnTo>
                <a:lnTo>
                  <a:pt x="478434" y="444499"/>
                </a:lnTo>
                <a:lnTo>
                  <a:pt x="478370" y="457199"/>
                </a:lnTo>
                <a:close/>
              </a:path>
              <a:path w="5212715" h="1511300">
                <a:moveTo>
                  <a:pt x="5093639" y="457199"/>
                </a:moveTo>
                <a:lnTo>
                  <a:pt x="5081143" y="457199"/>
                </a:lnTo>
                <a:lnTo>
                  <a:pt x="5082197" y="444499"/>
                </a:lnTo>
                <a:lnTo>
                  <a:pt x="5094770" y="444499"/>
                </a:lnTo>
                <a:lnTo>
                  <a:pt x="5093639" y="457199"/>
                </a:lnTo>
                <a:close/>
              </a:path>
              <a:path w="5212715" h="1511300">
                <a:moveTo>
                  <a:pt x="479386" y="469899"/>
                </a:moveTo>
                <a:lnTo>
                  <a:pt x="466775" y="469899"/>
                </a:lnTo>
                <a:lnTo>
                  <a:pt x="466166" y="457199"/>
                </a:lnTo>
                <a:lnTo>
                  <a:pt x="478802" y="457199"/>
                </a:lnTo>
                <a:lnTo>
                  <a:pt x="479386" y="469899"/>
                </a:lnTo>
                <a:close/>
              </a:path>
              <a:path w="5212715" h="1511300">
                <a:moveTo>
                  <a:pt x="5077942" y="469899"/>
                </a:moveTo>
                <a:lnTo>
                  <a:pt x="5075758" y="469899"/>
                </a:lnTo>
                <a:lnTo>
                  <a:pt x="5078056" y="457199"/>
                </a:lnTo>
                <a:lnTo>
                  <a:pt x="5077942" y="469899"/>
                </a:lnTo>
                <a:close/>
              </a:path>
              <a:path w="5212715" h="1511300">
                <a:moveTo>
                  <a:pt x="5090071" y="469899"/>
                </a:moveTo>
                <a:lnTo>
                  <a:pt x="5077942" y="469899"/>
                </a:lnTo>
                <a:lnTo>
                  <a:pt x="5079834" y="457199"/>
                </a:lnTo>
                <a:lnTo>
                  <a:pt x="5092065" y="457199"/>
                </a:lnTo>
                <a:lnTo>
                  <a:pt x="5090071" y="469899"/>
                </a:lnTo>
                <a:close/>
              </a:path>
              <a:path w="5212715" h="1511300">
                <a:moveTo>
                  <a:pt x="481152" y="482599"/>
                </a:moveTo>
                <a:lnTo>
                  <a:pt x="468706" y="482599"/>
                </a:lnTo>
                <a:lnTo>
                  <a:pt x="467613" y="469899"/>
                </a:lnTo>
                <a:lnTo>
                  <a:pt x="480110" y="469899"/>
                </a:lnTo>
                <a:lnTo>
                  <a:pt x="481152" y="482599"/>
                </a:lnTo>
                <a:close/>
              </a:path>
              <a:path w="5212715" h="1511300">
                <a:moveTo>
                  <a:pt x="5084800" y="482599"/>
                </a:moveTo>
                <a:lnTo>
                  <a:pt x="5070246" y="482599"/>
                </a:lnTo>
                <a:lnTo>
                  <a:pt x="5073332" y="469899"/>
                </a:lnTo>
                <a:lnTo>
                  <a:pt x="5087645" y="469899"/>
                </a:lnTo>
                <a:lnTo>
                  <a:pt x="5084800" y="482599"/>
                </a:lnTo>
                <a:close/>
              </a:path>
              <a:path w="5212715" h="1511300">
                <a:moveTo>
                  <a:pt x="477634" y="507999"/>
                </a:moveTo>
                <a:lnTo>
                  <a:pt x="355447" y="507999"/>
                </a:lnTo>
                <a:lnTo>
                  <a:pt x="378447" y="495299"/>
                </a:lnTo>
                <a:lnTo>
                  <a:pt x="471589" y="495299"/>
                </a:lnTo>
                <a:lnTo>
                  <a:pt x="470026" y="482599"/>
                </a:lnTo>
                <a:lnTo>
                  <a:pt x="483717" y="482599"/>
                </a:lnTo>
                <a:lnTo>
                  <a:pt x="486613" y="495299"/>
                </a:lnTo>
                <a:lnTo>
                  <a:pt x="477634" y="507999"/>
                </a:lnTo>
                <a:close/>
              </a:path>
              <a:path w="5212715" h="1511300">
                <a:moveTo>
                  <a:pt x="5077917" y="495299"/>
                </a:moveTo>
                <a:lnTo>
                  <a:pt x="5063197" y="495299"/>
                </a:lnTo>
                <a:lnTo>
                  <a:pt x="5067071" y="482599"/>
                </a:lnTo>
                <a:lnTo>
                  <a:pt x="5081562" y="482599"/>
                </a:lnTo>
                <a:lnTo>
                  <a:pt x="5077917" y="495299"/>
                </a:lnTo>
                <a:close/>
              </a:path>
              <a:path w="5212715" h="1511300">
                <a:moveTo>
                  <a:pt x="5069459" y="507999"/>
                </a:moveTo>
                <a:lnTo>
                  <a:pt x="5054663" y="507999"/>
                </a:lnTo>
                <a:lnTo>
                  <a:pt x="5059286" y="495299"/>
                </a:lnTo>
                <a:lnTo>
                  <a:pt x="5073878" y="495299"/>
                </a:lnTo>
                <a:lnTo>
                  <a:pt x="5069459" y="507999"/>
                </a:lnTo>
                <a:close/>
              </a:path>
              <a:path w="5212715" h="1511300">
                <a:moveTo>
                  <a:pt x="357124" y="520699"/>
                </a:moveTo>
                <a:lnTo>
                  <a:pt x="289394" y="520699"/>
                </a:lnTo>
                <a:lnTo>
                  <a:pt x="310895" y="507999"/>
                </a:lnTo>
                <a:lnTo>
                  <a:pt x="379996" y="507999"/>
                </a:lnTo>
                <a:lnTo>
                  <a:pt x="357124" y="520699"/>
                </a:lnTo>
                <a:close/>
              </a:path>
              <a:path w="5212715" h="1511300">
                <a:moveTo>
                  <a:pt x="5059502" y="520699"/>
                </a:moveTo>
                <a:lnTo>
                  <a:pt x="5044655" y="520699"/>
                </a:lnTo>
                <a:lnTo>
                  <a:pt x="5050002" y="507999"/>
                </a:lnTo>
                <a:lnTo>
                  <a:pt x="5064671" y="507999"/>
                </a:lnTo>
                <a:lnTo>
                  <a:pt x="5059502" y="520699"/>
                </a:lnTo>
                <a:close/>
              </a:path>
              <a:path w="5212715" h="1511300">
                <a:moveTo>
                  <a:pt x="291858" y="533399"/>
                </a:moveTo>
                <a:lnTo>
                  <a:pt x="228295" y="533399"/>
                </a:lnTo>
                <a:lnTo>
                  <a:pt x="248069" y="520699"/>
                </a:lnTo>
                <a:lnTo>
                  <a:pt x="313220" y="520699"/>
                </a:lnTo>
                <a:lnTo>
                  <a:pt x="291858" y="533399"/>
                </a:lnTo>
                <a:close/>
              </a:path>
              <a:path w="5212715" h="1511300">
                <a:moveTo>
                  <a:pt x="5069332" y="546099"/>
                </a:moveTo>
                <a:lnTo>
                  <a:pt x="5044414" y="546099"/>
                </a:lnTo>
                <a:lnTo>
                  <a:pt x="5026761" y="533399"/>
                </a:lnTo>
                <a:lnTo>
                  <a:pt x="5039271" y="520699"/>
                </a:lnTo>
                <a:lnTo>
                  <a:pt x="5040515" y="520699"/>
                </a:lnTo>
                <a:lnTo>
                  <a:pt x="5041950" y="533399"/>
                </a:lnTo>
                <a:lnTo>
                  <a:pt x="5059959" y="533399"/>
                </a:lnTo>
                <a:lnTo>
                  <a:pt x="5069332" y="546099"/>
                </a:lnTo>
                <a:close/>
              </a:path>
              <a:path w="5212715" h="1511300">
                <a:moveTo>
                  <a:pt x="5048097" y="533399"/>
                </a:moveTo>
                <a:lnTo>
                  <a:pt x="5041950" y="533399"/>
                </a:lnTo>
                <a:lnTo>
                  <a:pt x="5040515" y="520699"/>
                </a:lnTo>
                <a:lnTo>
                  <a:pt x="5048938" y="531582"/>
                </a:lnTo>
                <a:lnTo>
                  <a:pt x="5048097" y="533399"/>
                </a:lnTo>
                <a:close/>
              </a:path>
              <a:path w="5212715" h="1511300">
                <a:moveTo>
                  <a:pt x="5048938" y="531582"/>
                </a:moveTo>
                <a:lnTo>
                  <a:pt x="5040515" y="520699"/>
                </a:lnTo>
                <a:lnTo>
                  <a:pt x="5053977" y="520699"/>
                </a:lnTo>
                <a:lnTo>
                  <a:pt x="5048938" y="531582"/>
                </a:lnTo>
                <a:close/>
              </a:path>
              <a:path w="5212715" h="1511300">
                <a:moveTo>
                  <a:pt x="5050345" y="533399"/>
                </a:moveTo>
                <a:lnTo>
                  <a:pt x="5048097" y="533399"/>
                </a:lnTo>
                <a:lnTo>
                  <a:pt x="5048938" y="531582"/>
                </a:lnTo>
                <a:lnTo>
                  <a:pt x="5050345" y="533399"/>
                </a:lnTo>
                <a:close/>
              </a:path>
              <a:path w="5212715" h="1511300">
                <a:moveTo>
                  <a:pt x="231609" y="546099"/>
                </a:moveTo>
                <a:lnTo>
                  <a:pt x="190665" y="546099"/>
                </a:lnTo>
                <a:lnTo>
                  <a:pt x="209156" y="533399"/>
                </a:lnTo>
                <a:lnTo>
                  <a:pt x="251231" y="533399"/>
                </a:lnTo>
                <a:lnTo>
                  <a:pt x="231609" y="546099"/>
                </a:lnTo>
                <a:close/>
              </a:path>
              <a:path w="5212715" h="1511300">
                <a:moveTo>
                  <a:pt x="194602" y="558799"/>
                </a:moveTo>
                <a:lnTo>
                  <a:pt x="155765" y="558799"/>
                </a:lnTo>
                <a:lnTo>
                  <a:pt x="172859" y="546099"/>
                </a:lnTo>
                <a:lnTo>
                  <a:pt x="212928" y="546099"/>
                </a:lnTo>
                <a:lnTo>
                  <a:pt x="194602" y="558799"/>
                </a:lnTo>
                <a:close/>
              </a:path>
              <a:path w="5212715" h="1511300">
                <a:moveTo>
                  <a:pt x="5087289" y="558799"/>
                </a:moveTo>
                <a:lnTo>
                  <a:pt x="5063007" y="558799"/>
                </a:lnTo>
                <a:lnTo>
                  <a:pt x="5053736" y="546099"/>
                </a:lnTo>
                <a:lnTo>
                  <a:pt x="5078437" y="546099"/>
                </a:lnTo>
                <a:lnTo>
                  <a:pt x="5087289" y="558799"/>
                </a:lnTo>
                <a:close/>
              </a:path>
              <a:path w="5212715" h="1511300">
                <a:moveTo>
                  <a:pt x="144386" y="571499"/>
                </a:moveTo>
                <a:lnTo>
                  <a:pt x="123799" y="571499"/>
                </a:lnTo>
                <a:lnTo>
                  <a:pt x="139407" y="558799"/>
                </a:lnTo>
                <a:lnTo>
                  <a:pt x="160553" y="558799"/>
                </a:lnTo>
                <a:lnTo>
                  <a:pt x="144386" y="571499"/>
                </a:lnTo>
                <a:close/>
              </a:path>
              <a:path w="5212715" h="1511300">
                <a:moveTo>
                  <a:pt x="160375" y="571499"/>
                </a:moveTo>
                <a:lnTo>
                  <a:pt x="160553" y="558799"/>
                </a:lnTo>
                <a:lnTo>
                  <a:pt x="177291" y="558799"/>
                </a:lnTo>
                <a:lnTo>
                  <a:pt x="160375" y="571499"/>
                </a:lnTo>
                <a:close/>
              </a:path>
              <a:path w="5212715" h="1511300">
                <a:moveTo>
                  <a:pt x="5112219" y="571499"/>
                </a:moveTo>
                <a:lnTo>
                  <a:pt x="5088902" y="571499"/>
                </a:lnTo>
                <a:lnTo>
                  <a:pt x="5080431" y="558799"/>
                </a:lnTo>
                <a:lnTo>
                  <a:pt x="5104180" y="558799"/>
                </a:lnTo>
                <a:lnTo>
                  <a:pt x="5112219" y="571499"/>
                </a:lnTo>
                <a:close/>
              </a:path>
              <a:path w="5212715" h="1511300">
                <a:moveTo>
                  <a:pt x="129171" y="584199"/>
                </a:moveTo>
                <a:lnTo>
                  <a:pt x="95008" y="584199"/>
                </a:lnTo>
                <a:lnTo>
                  <a:pt x="108991" y="571499"/>
                </a:lnTo>
                <a:lnTo>
                  <a:pt x="144576" y="571499"/>
                </a:lnTo>
                <a:lnTo>
                  <a:pt x="129171" y="584199"/>
                </a:lnTo>
                <a:close/>
              </a:path>
              <a:path w="5212715" h="1511300">
                <a:moveTo>
                  <a:pt x="5127447" y="584199"/>
                </a:moveTo>
                <a:lnTo>
                  <a:pt x="5104803" y="584199"/>
                </a:lnTo>
                <a:lnTo>
                  <a:pt x="5096878" y="571499"/>
                </a:lnTo>
                <a:lnTo>
                  <a:pt x="5119979" y="571499"/>
                </a:lnTo>
                <a:lnTo>
                  <a:pt x="5127447" y="584199"/>
                </a:lnTo>
                <a:close/>
              </a:path>
              <a:path w="5212715" h="1511300">
                <a:moveTo>
                  <a:pt x="101206" y="596899"/>
                </a:moveTo>
                <a:lnTo>
                  <a:pt x="75552" y="596899"/>
                </a:lnTo>
                <a:lnTo>
                  <a:pt x="81813" y="584199"/>
                </a:lnTo>
                <a:lnTo>
                  <a:pt x="114985" y="584199"/>
                </a:lnTo>
                <a:lnTo>
                  <a:pt x="101206" y="596899"/>
                </a:lnTo>
                <a:close/>
              </a:path>
              <a:path w="5212715" h="1511300">
                <a:moveTo>
                  <a:pt x="5141556" y="596899"/>
                </a:moveTo>
                <a:lnTo>
                  <a:pt x="5119560" y="596899"/>
                </a:lnTo>
                <a:lnTo>
                  <a:pt x="5112207" y="584199"/>
                </a:lnTo>
                <a:lnTo>
                  <a:pt x="5134648" y="584199"/>
                </a:lnTo>
                <a:lnTo>
                  <a:pt x="5141556" y="596899"/>
                </a:lnTo>
                <a:close/>
              </a:path>
              <a:path w="5212715" h="1511300">
                <a:moveTo>
                  <a:pt x="82550" y="609599"/>
                </a:moveTo>
                <a:lnTo>
                  <a:pt x="58102" y="609599"/>
                </a:lnTo>
                <a:lnTo>
                  <a:pt x="63690" y="596899"/>
                </a:lnTo>
                <a:lnTo>
                  <a:pt x="88684" y="596899"/>
                </a:lnTo>
                <a:lnTo>
                  <a:pt x="82550" y="609599"/>
                </a:lnTo>
                <a:close/>
              </a:path>
              <a:path w="5212715" h="1511300">
                <a:moveTo>
                  <a:pt x="5154485" y="609599"/>
                </a:moveTo>
                <a:lnTo>
                  <a:pt x="5133149" y="609599"/>
                </a:lnTo>
                <a:lnTo>
                  <a:pt x="5126380" y="596899"/>
                </a:lnTo>
                <a:lnTo>
                  <a:pt x="5148160" y="596899"/>
                </a:lnTo>
                <a:lnTo>
                  <a:pt x="5154485" y="609599"/>
                </a:lnTo>
                <a:close/>
              </a:path>
              <a:path w="5212715" h="1511300">
                <a:moveTo>
                  <a:pt x="65874" y="622299"/>
                </a:moveTo>
                <a:lnTo>
                  <a:pt x="42710" y="622299"/>
                </a:lnTo>
                <a:lnTo>
                  <a:pt x="47612" y="609599"/>
                </a:lnTo>
                <a:lnTo>
                  <a:pt x="71335" y="609599"/>
                </a:lnTo>
                <a:lnTo>
                  <a:pt x="65874" y="622299"/>
                </a:lnTo>
                <a:close/>
              </a:path>
              <a:path w="5212715" h="1511300">
                <a:moveTo>
                  <a:pt x="5166207" y="622299"/>
                </a:moveTo>
                <a:lnTo>
                  <a:pt x="5151310" y="622299"/>
                </a:lnTo>
                <a:lnTo>
                  <a:pt x="5145417" y="609599"/>
                </a:lnTo>
                <a:lnTo>
                  <a:pt x="5160505" y="609599"/>
                </a:lnTo>
                <a:lnTo>
                  <a:pt x="5166207" y="622299"/>
                </a:lnTo>
                <a:close/>
              </a:path>
              <a:path w="5212715" h="1511300">
                <a:moveTo>
                  <a:pt x="51333" y="634999"/>
                </a:moveTo>
                <a:lnTo>
                  <a:pt x="33642" y="634999"/>
                </a:lnTo>
                <a:lnTo>
                  <a:pt x="38061" y="622299"/>
                </a:lnTo>
                <a:lnTo>
                  <a:pt x="56083" y="622299"/>
                </a:lnTo>
                <a:lnTo>
                  <a:pt x="51333" y="634999"/>
                </a:lnTo>
                <a:close/>
              </a:path>
              <a:path w="5212715" h="1511300">
                <a:moveTo>
                  <a:pt x="5176710" y="634999"/>
                </a:moveTo>
                <a:lnTo>
                  <a:pt x="5161876" y="634999"/>
                </a:lnTo>
                <a:lnTo>
                  <a:pt x="5156606" y="622299"/>
                </a:lnTo>
                <a:lnTo>
                  <a:pt x="5171617" y="622299"/>
                </a:lnTo>
                <a:lnTo>
                  <a:pt x="5176710" y="634999"/>
                </a:lnTo>
                <a:close/>
              </a:path>
              <a:path w="5212715" h="1511300">
                <a:moveTo>
                  <a:pt x="39027" y="647699"/>
                </a:moveTo>
                <a:lnTo>
                  <a:pt x="21920" y="647699"/>
                </a:lnTo>
                <a:lnTo>
                  <a:pt x="25577" y="634999"/>
                </a:lnTo>
                <a:lnTo>
                  <a:pt x="43027" y="634999"/>
                </a:lnTo>
                <a:lnTo>
                  <a:pt x="39027" y="647699"/>
                </a:lnTo>
                <a:close/>
              </a:path>
              <a:path w="5212715" h="1511300">
                <a:moveTo>
                  <a:pt x="5185930" y="647699"/>
                </a:moveTo>
                <a:lnTo>
                  <a:pt x="5171186" y="647699"/>
                </a:lnTo>
                <a:lnTo>
                  <a:pt x="5166550" y="634999"/>
                </a:lnTo>
                <a:lnTo>
                  <a:pt x="5181485" y="634999"/>
                </a:lnTo>
                <a:lnTo>
                  <a:pt x="5185930" y="647699"/>
                </a:lnTo>
                <a:close/>
              </a:path>
              <a:path w="5212715" h="1511300">
                <a:moveTo>
                  <a:pt x="29006" y="660399"/>
                </a:moveTo>
                <a:lnTo>
                  <a:pt x="12547" y="660399"/>
                </a:lnTo>
                <a:lnTo>
                  <a:pt x="15405" y="647699"/>
                </a:lnTo>
                <a:lnTo>
                  <a:pt x="32245" y="647699"/>
                </a:lnTo>
                <a:lnTo>
                  <a:pt x="29006" y="660399"/>
                </a:lnTo>
                <a:close/>
              </a:path>
              <a:path w="5212715" h="1511300">
                <a:moveTo>
                  <a:pt x="5193855" y="660399"/>
                </a:moveTo>
                <a:lnTo>
                  <a:pt x="5179212" y="660399"/>
                </a:lnTo>
                <a:lnTo>
                  <a:pt x="5175224" y="647699"/>
                </a:lnTo>
                <a:lnTo>
                  <a:pt x="5190058" y="647699"/>
                </a:lnTo>
                <a:lnTo>
                  <a:pt x="5193855" y="660399"/>
                </a:lnTo>
                <a:close/>
              </a:path>
              <a:path w="5212715" h="1511300">
                <a:moveTo>
                  <a:pt x="21336" y="673099"/>
                </a:moveTo>
                <a:lnTo>
                  <a:pt x="7683" y="673099"/>
                </a:lnTo>
                <a:lnTo>
                  <a:pt x="9969" y="660399"/>
                </a:lnTo>
                <a:lnTo>
                  <a:pt x="23774" y="660399"/>
                </a:lnTo>
                <a:lnTo>
                  <a:pt x="21336" y="673099"/>
                </a:lnTo>
                <a:close/>
              </a:path>
              <a:path w="5212715" h="1511300">
                <a:moveTo>
                  <a:pt x="5200434" y="673099"/>
                </a:moveTo>
                <a:lnTo>
                  <a:pt x="5185943" y="673099"/>
                </a:lnTo>
                <a:lnTo>
                  <a:pt x="5182616" y="660399"/>
                </a:lnTo>
                <a:lnTo>
                  <a:pt x="5197309" y="660399"/>
                </a:lnTo>
                <a:lnTo>
                  <a:pt x="5200434" y="673099"/>
                </a:lnTo>
                <a:close/>
              </a:path>
              <a:path w="5212715" h="1511300">
                <a:moveTo>
                  <a:pt x="16078" y="685799"/>
                </a:moveTo>
                <a:lnTo>
                  <a:pt x="2552" y="685799"/>
                </a:lnTo>
                <a:lnTo>
                  <a:pt x="3962" y="673099"/>
                </a:lnTo>
                <a:lnTo>
                  <a:pt x="17678" y="673099"/>
                </a:lnTo>
                <a:lnTo>
                  <a:pt x="16078" y="685799"/>
                </a:lnTo>
                <a:close/>
              </a:path>
              <a:path w="5212715" h="1511300">
                <a:moveTo>
                  <a:pt x="5205615" y="685799"/>
                </a:moveTo>
                <a:lnTo>
                  <a:pt x="5191366" y="685799"/>
                </a:lnTo>
                <a:lnTo>
                  <a:pt x="5188712" y="673099"/>
                </a:lnTo>
                <a:lnTo>
                  <a:pt x="5203202" y="673099"/>
                </a:lnTo>
                <a:lnTo>
                  <a:pt x="5205615" y="685799"/>
                </a:lnTo>
                <a:close/>
              </a:path>
              <a:path w="5212715" h="1511300">
                <a:moveTo>
                  <a:pt x="13233" y="698499"/>
                </a:moveTo>
                <a:lnTo>
                  <a:pt x="647" y="698499"/>
                </a:lnTo>
                <a:lnTo>
                  <a:pt x="1435" y="685799"/>
                </a:lnTo>
                <a:lnTo>
                  <a:pt x="13969" y="685799"/>
                </a:lnTo>
                <a:lnTo>
                  <a:pt x="13233" y="698499"/>
                </a:lnTo>
                <a:close/>
              </a:path>
              <a:path w="5212715" h="1511300">
                <a:moveTo>
                  <a:pt x="5210695" y="711199"/>
                </a:moveTo>
                <a:lnTo>
                  <a:pt x="5198186" y="711199"/>
                </a:lnTo>
                <a:lnTo>
                  <a:pt x="5196916" y="698499"/>
                </a:lnTo>
                <a:lnTo>
                  <a:pt x="5195443" y="698499"/>
                </a:lnTo>
                <a:lnTo>
                  <a:pt x="5193474" y="685799"/>
                </a:lnTo>
                <a:lnTo>
                  <a:pt x="5207673" y="685799"/>
                </a:lnTo>
                <a:lnTo>
                  <a:pt x="5209374" y="698499"/>
                </a:lnTo>
                <a:lnTo>
                  <a:pt x="5210695" y="711199"/>
                </a:lnTo>
                <a:close/>
              </a:path>
              <a:path w="5212715" h="1511300">
                <a:moveTo>
                  <a:pt x="12700" y="711199"/>
                </a:moveTo>
                <a:lnTo>
                  <a:pt x="0" y="711199"/>
                </a:lnTo>
                <a:lnTo>
                  <a:pt x="165" y="698499"/>
                </a:lnTo>
                <a:lnTo>
                  <a:pt x="12700" y="698499"/>
                </a:lnTo>
                <a:lnTo>
                  <a:pt x="12700" y="711199"/>
                </a:lnTo>
                <a:close/>
              </a:path>
              <a:path w="5212715" h="1511300">
                <a:moveTo>
                  <a:pt x="12750" y="706966"/>
                </a:moveTo>
                <a:lnTo>
                  <a:pt x="12700" y="698499"/>
                </a:lnTo>
                <a:lnTo>
                  <a:pt x="12852" y="698499"/>
                </a:lnTo>
                <a:lnTo>
                  <a:pt x="12750" y="706966"/>
                </a:lnTo>
                <a:close/>
              </a:path>
              <a:path w="5212715" h="1511300">
                <a:moveTo>
                  <a:pt x="12776" y="711199"/>
                </a:moveTo>
                <a:lnTo>
                  <a:pt x="12750" y="706966"/>
                </a:lnTo>
                <a:lnTo>
                  <a:pt x="12776" y="711199"/>
                </a:lnTo>
                <a:close/>
              </a:path>
              <a:path w="5212715" h="1511300">
                <a:moveTo>
                  <a:pt x="13830" y="723899"/>
                </a:moveTo>
                <a:lnTo>
                  <a:pt x="1295" y="723899"/>
                </a:lnTo>
                <a:lnTo>
                  <a:pt x="736" y="711199"/>
                </a:lnTo>
                <a:lnTo>
                  <a:pt x="13309" y="711199"/>
                </a:lnTo>
                <a:lnTo>
                  <a:pt x="13830" y="723899"/>
                </a:lnTo>
                <a:close/>
              </a:path>
              <a:path w="5212715" h="1511300">
                <a:moveTo>
                  <a:pt x="5212219" y="723899"/>
                </a:moveTo>
                <a:lnTo>
                  <a:pt x="5199545" y="723899"/>
                </a:lnTo>
                <a:lnTo>
                  <a:pt x="5198998" y="711199"/>
                </a:lnTo>
                <a:lnTo>
                  <a:pt x="5211648" y="711199"/>
                </a:lnTo>
                <a:lnTo>
                  <a:pt x="5212219" y="723899"/>
                </a:lnTo>
                <a:close/>
              </a:path>
              <a:path w="5212715" h="1511300">
                <a:moveTo>
                  <a:pt x="17195" y="736599"/>
                </a:moveTo>
                <a:lnTo>
                  <a:pt x="5105" y="736599"/>
                </a:lnTo>
                <a:lnTo>
                  <a:pt x="2908" y="723899"/>
                </a:lnTo>
                <a:lnTo>
                  <a:pt x="15125" y="723899"/>
                </a:lnTo>
                <a:lnTo>
                  <a:pt x="17195" y="736599"/>
                </a:lnTo>
                <a:close/>
              </a:path>
              <a:path w="5212715" h="1511300">
                <a:moveTo>
                  <a:pt x="5211483" y="749299"/>
                </a:moveTo>
                <a:lnTo>
                  <a:pt x="5197805" y="749299"/>
                </a:lnTo>
                <a:lnTo>
                  <a:pt x="5198897" y="736599"/>
                </a:lnTo>
                <a:lnTo>
                  <a:pt x="5199494" y="736599"/>
                </a:lnTo>
                <a:lnTo>
                  <a:pt x="5199710" y="723899"/>
                </a:lnTo>
                <a:lnTo>
                  <a:pt x="5212410" y="723899"/>
                </a:lnTo>
                <a:lnTo>
                  <a:pt x="5212181" y="736599"/>
                </a:lnTo>
                <a:lnTo>
                  <a:pt x="5211483" y="749299"/>
                </a:lnTo>
                <a:close/>
              </a:path>
              <a:path w="5212715" h="1511300">
                <a:moveTo>
                  <a:pt x="30302" y="761999"/>
                </a:moveTo>
                <a:lnTo>
                  <a:pt x="15252" y="761999"/>
                </a:lnTo>
                <a:lnTo>
                  <a:pt x="11302" y="749299"/>
                </a:lnTo>
                <a:lnTo>
                  <a:pt x="7912" y="736599"/>
                </a:lnTo>
                <a:lnTo>
                  <a:pt x="19494" y="736599"/>
                </a:lnTo>
                <a:lnTo>
                  <a:pt x="22682" y="749299"/>
                </a:lnTo>
                <a:lnTo>
                  <a:pt x="26022" y="749299"/>
                </a:lnTo>
                <a:lnTo>
                  <a:pt x="30302" y="761999"/>
                </a:lnTo>
                <a:close/>
              </a:path>
              <a:path w="5212715" h="1511300">
                <a:moveTo>
                  <a:pt x="5208739" y="761999"/>
                </a:moveTo>
                <a:lnTo>
                  <a:pt x="5196332" y="761999"/>
                </a:lnTo>
                <a:lnTo>
                  <a:pt x="5197856" y="749299"/>
                </a:lnTo>
                <a:lnTo>
                  <a:pt x="5210340" y="749299"/>
                </a:lnTo>
                <a:lnTo>
                  <a:pt x="5208739" y="761999"/>
                </a:lnTo>
                <a:close/>
              </a:path>
              <a:path w="5212715" h="1511300">
                <a:moveTo>
                  <a:pt x="40017" y="774699"/>
                </a:moveTo>
                <a:lnTo>
                  <a:pt x="24790" y="774699"/>
                </a:lnTo>
                <a:lnTo>
                  <a:pt x="19761" y="761999"/>
                </a:lnTo>
                <a:lnTo>
                  <a:pt x="34670" y="761999"/>
                </a:lnTo>
                <a:lnTo>
                  <a:pt x="40017" y="774699"/>
                </a:lnTo>
                <a:close/>
              </a:path>
              <a:path w="5212715" h="1511300">
                <a:moveTo>
                  <a:pt x="5201310" y="787399"/>
                </a:moveTo>
                <a:lnTo>
                  <a:pt x="5186425" y="787399"/>
                </a:lnTo>
                <a:lnTo>
                  <a:pt x="5189626" y="774699"/>
                </a:lnTo>
                <a:lnTo>
                  <a:pt x="5192191" y="774699"/>
                </a:lnTo>
                <a:lnTo>
                  <a:pt x="5194566" y="761999"/>
                </a:lnTo>
                <a:lnTo>
                  <a:pt x="5206695" y="761999"/>
                </a:lnTo>
                <a:lnTo>
                  <a:pt x="5204218" y="774699"/>
                </a:lnTo>
                <a:lnTo>
                  <a:pt x="5201310" y="787399"/>
                </a:lnTo>
                <a:close/>
              </a:path>
              <a:path w="5212715" h="1511300">
                <a:moveTo>
                  <a:pt x="58407" y="787399"/>
                </a:moveTo>
                <a:lnTo>
                  <a:pt x="36423" y="787399"/>
                </a:lnTo>
                <a:lnTo>
                  <a:pt x="30352" y="774699"/>
                </a:lnTo>
                <a:lnTo>
                  <a:pt x="51562" y="774699"/>
                </a:lnTo>
                <a:lnTo>
                  <a:pt x="58407" y="787399"/>
                </a:lnTo>
                <a:close/>
              </a:path>
              <a:path w="5212715" h="1511300">
                <a:moveTo>
                  <a:pt x="73126" y="800099"/>
                </a:moveTo>
                <a:lnTo>
                  <a:pt x="50025" y="800099"/>
                </a:lnTo>
                <a:lnTo>
                  <a:pt x="42989" y="787399"/>
                </a:lnTo>
                <a:lnTo>
                  <a:pt x="65328" y="787399"/>
                </a:lnTo>
                <a:lnTo>
                  <a:pt x="73126" y="800099"/>
                </a:lnTo>
                <a:close/>
              </a:path>
              <a:path w="5212715" h="1511300">
                <a:moveTo>
                  <a:pt x="5194236" y="800099"/>
                </a:moveTo>
                <a:lnTo>
                  <a:pt x="5179085" y="800099"/>
                </a:lnTo>
                <a:lnTo>
                  <a:pt x="5183098" y="787399"/>
                </a:lnTo>
                <a:lnTo>
                  <a:pt x="5197970" y="787399"/>
                </a:lnTo>
                <a:lnTo>
                  <a:pt x="5194236" y="800099"/>
                </a:lnTo>
                <a:close/>
              </a:path>
              <a:path w="5212715" h="1511300">
                <a:moveTo>
                  <a:pt x="89712" y="812799"/>
                </a:moveTo>
                <a:lnTo>
                  <a:pt x="65544" y="812799"/>
                </a:lnTo>
                <a:lnTo>
                  <a:pt x="57556" y="800099"/>
                </a:lnTo>
                <a:lnTo>
                  <a:pt x="81013" y="800099"/>
                </a:lnTo>
                <a:lnTo>
                  <a:pt x="89712" y="812799"/>
                </a:lnTo>
                <a:close/>
              </a:path>
              <a:path w="5212715" h="1511300">
                <a:moveTo>
                  <a:pt x="5185524" y="812799"/>
                </a:moveTo>
                <a:lnTo>
                  <a:pt x="5170182" y="812799"/>
                </a:lnTo>
                <a:lnTo>
                  <a:pt x="5174983" y="800099"/>
                </a:lnTo>
                <a:lnTo>
                  <a:pt x="5190083" y="800099"/>
                </a:lnTo>
                <a:lnTo>
                  <a:pt x="5185524" y="812799"/>
                </a:lnTo>
                <a:close/>
              </a:path>
              <a:path w="5212715" h="1511300">
                <a:moveTo>
                  <a:pt x="108115" y="825499"/>
                </a:moveTo>
                <a:lnTo>
                  <a:pt x="82867" y="825499"/>
                </a:lnTo>
                <a:lnTo>
                  <a:pt x="73977" y="812799"/>
                </a:lnTo>
                <a:lnTo>
                  <a:pt x="98539" y="812799"/>
                </a:lnTo>
                <a:lnTo>
                  <a:pt x="108115" y="825499"/>
                </a:lnTo>
                <a:close/>
              </a:path>
              <a:path w="5212715" h="1511300">
                <a:moveTo>
                  <a:pt x="5169522" y="838199"/>
                </a:moveTo>
                <a:lnTo>
                  <a:pt x="5147792" y="838199"/>
                </a:lnTo>
                <a:lnTo>
                  <a:pt x="5154104" y="825499"/>
                </a:lnTo>
                <a:lnTo>
                  <a:pt x="5159743" y="825499"/>
                </a:lnTo>
                <a:lnTo>
                  <a:pt x="5165305" y="812799"/>
                </a:lnTo>
                <a:lnTo>
                  <a:pt x="5180584" y="812799"/>
                </a:lnTo>
                <a:lnTo>
                  <a:pt x="5175237" y="825499"/>
                </a:lnTo>
                <a:lnTo>
                  <a:pt x="5169522" y="838199"/>
                </a:lnTo>
                <a:close/>
              </a:path>
              <a:path w="5212715" h="1511300">
                <a:moveTo>
                  <a:pt x="138925" y="838199"/>
                </a:moveTo>
                <a:lnTo>
                  <a:pt x="112102" y="838199"/>
                </a:lnTo>
                <a:lnTo>
                  <a:pt x="101942" y="825499"/>
                </a:lnTo>
                <a:lnTo>
                  <a:pt x="128104" y="825499"/>
                </a:lnTo>
                <a:lnTo>
                  <a:pt x="138925" y="838199"/>
                </a:lnTo>
                <a:close/>
              </a:path>
              <a:path w="5212715" h="1511300">
                <a:moveTo>
                  <a:pt x="161480" y="850899"/>
                </a:moveTo>
                <a:lnTo>
                  <a:pt x="133642" y="850899"/>
                </a:lnTo>
                <a:lnTo>
                  <a:pt x="122669" y="838199"/>
                </a:lnTo>
                <a:lnTo>
                  <a:pt x="149872" y="838199"/>
                </a:lnTo>
                <a:lnTo>
                  <a:pt x="161480" y="850899"/>
                </a:lnTo>
                <a:close/>
              </a:path>
              <a:path w="5212715" h="1511300">
                <a:moveTo>
                  <a:pt x="5141252" y="850899"/>
                </a:moveTo>
                <a:lnTo>
                  <a:pt x="5134356" y="850899"/>
                </a:lnTo>
                <a:lnTo>
                  <a:pt x="5141404" y="838199"/>
                </a:lnTo>
                <a:lnTo>
                  <a:pt x="5141252" y="850899"/>
                </a:lnTo>
                <a:close/>
              </a:path>
              <a:path w="5212715" h="1511300">
                <a:moveTo>
                  <a:pt x="5156962" y="850899"/>
                </a:moveTo>
                <a:lnTo>
                  <a:pt x="5141252" y="850899"/>
                </a:lnTo>
                <a:lnTo>
                  <a:pt x="5147945" y="838199"/>
                </a:lnTo>
                <a:lnTo>
                  <a:pt x="5163426" y="838199"/>
                </a:lnTo>
                <a:lnTo>
                  <a:pt x="5156962" y="850899"/>
                </a:lnTo>
                <a:close/>
              </a:path>
              <a:path w="5212715" h="1511300">
                <a:moveTo>
                  <a:pt x="198145" y="863599"/>
                </a:moveTo>
                <a:lnTo>
                  <a:pt x="168846" y="863599"/>
                </a:lnTo>
                <a:lnTo>
                  <a:pt x="156743" y="850899"/>
                </a:lnTo>
                <a:lnTo>
                  <a:pt x="185445" y="850899"/>
                </a:lnTo>
                <a:lnTo>
                  <a:pt x="198145" y="863599"/>
                </a:lnTo>
                <a:close/>
              </a:path>
              <a:path w="5212715" h="1511300">
                <a:moveTo>
                  <a:pt x="5127104" y="863599"/>
                </a:moveTo>
                <a:lnTo>
                  <a:pt x="5119484" y="863599"/>
                </a:lnTo>
                <a:lnTo>
                  <a:pt x="5127244" y="850899"/>
                </a:lnTo>
                <a:lnTo>
                  <a:pt x="5127104" y="863599"/>
                </a:lnTo>
                <a:close/>
              </a:path>
              <a:path w="5212715" h="1511300">
                <a:moveTo>
                  <a:pt x="5142953" y="863599"/>
                </a:moveTo>
                <a:lnTo>
                  <a:pt x="5127104" y="863599"/>
                </a:lnTo>
                <a:lnTo>
                  <a:pt x="5134508" y="850899"/>
                </a:lnTo>
                <a:lnTo>
                  <a:pt x="5150142" y="850899"/>
                </a:lnTo>
                <a:lnTo>
                  <a:pt x="5142953" y="863599"/>
                </a:lnTo>
                <a:close/>
              </a:path>
              <a:path w="5212715" h="1511300">
                <a:moveTo>
                  <a:pt x="237959" y="876299"/>
                </a:moveTo>
                <a:lnTo>
                  <a:pt x="194144" y="876299"/>
                </a:lnTo>
                <a:lnTo>
                  <a:pt x="181317" y="863599"/>
                </a:lnTo>
                <a:lnTo>
                  <a:pt x="224256" y="863599"/>
                </a:lnTo>
                <a:lnTo>
                  <a:pt x="237959" y="876299"/>
                </a:lnTo>
                <a:close/>
              </a:path>
              <a:path w="5212715" h="1511300">
                <a:moveTo>
                  <a:pt x="5127523" y="876299"/>
                </a:moveTo>
                <a:lnTo>
                  <a:pt x="5103215" y="876299"/>
                </a:lnTo>
                <a:lnTo>
                  <a:pt x="5111661" y="863599"/>
                </a:lnTo>
                <a:lnTo>
                  <a:pt x="5135410" y="863599"/>
                </a:lnTo>
                <a:lnTo>
                  <a:pt x="5127523" y="876299"/>
                </a:lnTo>
                <a:close/>
              </a:path>
              <a:path w="5212715" h="1511300">
                <a:moveTo>
                  <a:pt x="247439" y="887817"/>
                </a:moveTo>
                <a:lnTo>
                  <a:pt x="234619" y="876299"/>
                </a:lnTo>
                <a:lnTo>
                  <a:pt x="262089" y="876299"/>
                </a:lnTo>
                <a:lnTo>
                  <a:pt x="247439" y="887817"/>
                </a:lnTo>
                <a:close/>
              </a:path>
              <a:path w="5212715" h="1511300">
                <a:moveTo>
                  <a:pt x="263143" y="888999"/>
                </a:moveTo>
                <a:lnTo>
                  <a:pt x="248754" y="888999"/>
                </a:lnTo>
                <a:lnTo>
                  <a:pt x="247439" y="887817"/>
                </a:lnTo>
                <a:lnTo>
                  <a:pt x="262089" y="876299"/>
                </a:lnTo>
                <a:lnTo>
                  <a:pt x="263143" y="888999"/>
                </a:lnTo>
                <a:close/>
              </a:path>
              <a:path w="5212715" h="1511300">
                <a:moveTo>
                  <a:pt x="251142" y="901699"/>
                </a:moveTo>
                <a:lnTo>
                  <a:pt x="223100" y="901699"/>
                </a:lnTo>
                <a:lnTo>
                  <a:pt x="230530" y="888999"/>
                </a:lnTo>
                <a:lnTo>
                  <a:pt x="263143" y="888999"/>
                </a:lnTo>
                <a:lnTo>
                  <a:pt x="262089" y="876299"/>
                </a:lnTo>
                <a:lnTo>
                  <a:pt x="284441" y="876299"/>
                </a:lnTo>
                <a:lnTo>
                  <a:pt x="251142" y="901699"/>
                </a:lnTo>
                <a:close/>
              </a:path>
              <a:path w="5212715" h="1511300">
                <a:moveTo>
                  <a:pt x="5110708" y="888999"/>
                </a:moveTo>
                <a:lnTo>
                  <a:pt x="5085575" y="888999"/>
                </a:lnTo>
                <a:lnTo>
                  <a:pt x="5094681" y="876299"/>
                </a:lnTo>
                <a:lnTo>
                  <a:pt x="5119281" y="876299"/>
                </a:lnTo>
                <a:lnTo>
                  <a:pt x="5110708" y="888999"/>
                </a:lnTo>
                <a:close/>
              </a:path>
              <a:path w="5212715" h="1511300">
                <a:moveTo>
                  <a:pt x="248754" y="888999"/>
                </a:moveTo>
                <a:lnTo>
                  <a:pt x="245935" y="888999"/>
                </a:lnTo>
                <a:lnTo>
                  <a:pt x="247439" y="887817"/>
                </a:lnTo>
                <a:lnTo>
                  <a:pt x="248754" y="888999"/>
                </a:lnTo>
                <a:close/>
              </a:path>
              <a:path w="5212715" h="1511300">
                <a:moveTo>
                  <a:pt x="5092560" y="901699"/>
                </a:moveTo>
                <a:lnTo>
                  <a:pt x="5066601" y="901699"/>
                </a:lnTo>
                <a:lnTo>
                  <a:pt x="5076367" y="888999"/>
                </a:lnTo>
                <a:lnTo>
                  <a:pt x="5101805" y="888999"/>
                </a:lnTo>
                <a:lnTo>
                  <a:pt x="5092560" y="901699"/>
                </a:lnTo>
                <a:close/>
              </a:path>
              <a:path w="5212715" h="1511300">
                <a:moveTo>
                  <a:pt x="222034" y="914399"/>
                </a:moveTo>
                <a:lnTo>
                  <a:pt x="195668" y="914399"/>
                </a:lnTo>
                <a:lnTo>
                  <a:pt x="202196" y="901699"/>
                </a:lnTo>
                <a:lnTo>
                  <a:pt x="229107" y="901699"/>
                </a:lnTo>
                <a:lnTo>
                  <a:pt x="222034" y="914399"/>
                </a:lnTo>
                <a:close/>
              </a:path>
              <a:path w="5212715" h="1511300">
                <a:moveTo>
                  <a:pt x="5073116" y="914399"/>
                </a:moveTo>
                <a:lnTo>
                  <a:pt x="5046345" y="914399"/>
                </a:lnTo>
                <a:lnTo>
                  <a:pt x="5056746" y="901699"/>
                </a:lnTo>
                <a:lnTo>
                  <a:pt x="5082997" y="901699"/>
                </a:lnTo>
                <a:lnTo>
                  <a:pt x="5073116" y="914399"/>
                </a:lnTo>
                <a:close/>
              </a:path>
              <a:path w="5212715" h="1511300">
                <a:moveTo>
                  <a:pt x="202501" y="927099"/>
                </a:moveTo>
                <a:lnTo>
                  <a:pt x="177482" y="927099"/>
                </a:lnTo>
                <a:lnTo>
                  <a:pt x="183311" y="914399"/>
                </a:lnTo>
                <a:lnTo>
                  <a:pt x="208902" y="914399"/>
                </a:lnTo>
                <a:lnTo>
                  <a:pt x="202501" y="927099"/>
                </a:lnTo>
                <a:close/>
              </a:path>
              <a:path w="5212715" h="1511300">
                <a:moveTo>
                  <a:pt x="5052415" y="927099"/>
                </a:moveTo>
                <a:lnTo>
                  <a:pt x="5024831" y="927099"/>
                </a:lnTo>
                <a:lnTo>
                  <a:pt x="5035842" y="914399"/>
                </a:lnTo>
                <a:lnTo>
                  <a:pt x="5062918" y="914399"/>
                </a:lnTo>
                <a:lnTo>
                  <a:pt x="5052415" y="927099"/>
                </a:lnTo>
                <a:close/>
              </a:path>
              <a:path w="5212715" h="1511300">
                <a:moveTo>
                  <a:pt x="185102" y="939799"/>
                </a:moveTo>
                <a:lnTo>
                  <a:pt x="161429" y="939799"/>
                </a:lnTo>
                <a:lnTo>
                  <a:pt x="166535" y="927099"/>
                </a:lnTo>
                <a:lnTo>
                  <a:pt x="190792" y="927099"/>
                </a:lnTo>
                <a:lnTo>
                  <a:pt x="185102" y="939799"/>
                </a:lnTo>
                <a:close/>
              </a:path>
              <a:path w="5212715" h="1511300">
                <a:moveTo>
                  <a:pt x="5030495" y="939799"/>
                </a:moveTo>
                <a:lnTo>
                  <a:pt x="4990325" y="939799"/>
                </a:lnTo>
                <a:lnTo>
                  <a:pt x="5002212" y="927099"/>
                </a:lnTo>
                <a:lnTo>
                  <a:pt x="5041607" y="927099"/>
                </a:lnTo>
                <a:lnTo>
                  <a:pt x="5030495" y="939799"/>
                </a:lnTo>
                <a:close/>
              </a:path>
              <a:path w="5212715" h="1511300">
                <a:moveTo>
                  <a:pt x="169913" y="952499"/>
                </a:moveTo>
                <a:lnTo>
                  <a:pt x="151980" y="952499"/>
                </a:lnTo>
                <a:lnTo>
                  <a:pt x="156578" y="939799"/>
                </a:lnTo>
                <a:lnTo>
                  <a:pt x="174866" y="939799"/>
                </a:lnTo>
                <a:lnTo>
                  <a:pt x="169913" y="952499"/>
                </a:lnTo>
                <a:close/>
              </a:path>
              <a:path w="5212715" h="1511300">
                <a:moveTo>
                  <a:pt x="4995392" y="952499"/>
                </a:moveTo>
                <a:lnTo>
                  <a:pt x="4965877" y="952499"/>
                </a:lnTo>
                <a:lnTo>
                  <a:pt x="4978336" y="939799"/>
                </a:lnTo>
                <a:lnTo>
                  <a:pt x="5007381" y="939799"/>
                </a:lnTo>
                <a:lnTo>
                  <a:pt x="4995392" y="952499"/>
                </a:lnTo>
                <a:close/>
              </a:path>
              <a:path w="5212715" h="1511300">
                <a:moveTo>
                  <a:pt x="157048" y="965199"/>
                </a:moveTo>
                <a:lnTo>
                  <a:pt x="139738" y="965199"/>
                </a:lnTo>
                <a:lnTo>
                  <a:pt x="143548" y="952499"/>
                </a:lnTo>
                <a:lnTo>
                  <a:pt x="161226" y="952499"/>
                </a:lnTo>
                <a:lnTo>
                  <a:pt x="157048" y="965199"/>
                </a:lnTo>
                <a:close/>
              </a:path>
              <a:path w="5212715" h="1511300">
                <a:moveTo>
                  <a:pt x="4970576" y="965199"/>
                </a:moveTo>
                <a:lnTo>
                  <a:pt x="4927130" y="965199"/>
                </a:lnTo>
                <a:lnTo>
                  <a:pt x="4940401" y="952499"/>
                </a:lnTo>
                <a:lnTo>
                  <a:pt x="4983124" y="952499"/>
                </a:lnTo>
                <a:lnTo>
                  <a:pt x="4970576" y="965199"/>
                </a:lnTo>
                <a:close/>
              </a:path>
              <a:path w="5212715" h="1511300">
                <a:moveTo>
                  <a:pt x="146570" y="977899"/>
                </a:moveTo>
                <a:lnTo>
                  <a:pt x="129959" y="977899"/>
                </a:lnTo>
                <a:lnTo>
                  <a:pt x="132930" y="965199"/>
                </a:lnTo>
                <a:lnTo>
                  <a:pt x="149948" y="965199"/>
                </a:lnTo>
                <a:lnTo>
                  <a:pt x="146570" y="977899"/>
                </a:lnTo>
                <a:close/>
              </a:path>
              <a:path w="5212715" h="1511300">
                <a:moveTo>
                  <a:pt x="4899990" y="977899"/>
                </a:moveTo>
                <a:lnTo>
                  <a:pt x="4886032" y="977899"/>
                </a:lnTo>
                <a:lnTo>
                  <a:pt x="4900066" y="965199"/>
                </a:lnTo>
                <a:lnTo>
                  <a:pt x="4899990" y="977899"/>
                </a:lnTo>
                <a:close/>
              </a:path>
              <a:path w="5212715" h="1511300">
                <a:moveTo>
                  <a:pt x="4931333" y="977899"/>
                </a:moveTo>
                <a:lnTo>
                  <a:pt x="4899990" y="977899"/>
                </a:lnTo>
                <a:lnTo>
                  <a:pt x="4913769" y="965199"/>
                </a:lnTo>
                <a:lnTo>
                  <a:pt x="4944681" y="965199"/>
                </a:lnTo>
                <a:lnTo>
                  <a:pt x="4931333" y="977899"/>
                </a:lnTo>
                <a:close/>
              </a:path>
              <a:path w="5212715" h="1511300">
                <a:moveTo>
                  <a:pt x="138556" y="990599"/>
                </a:moveTo>
                <a:lnTo>
                  <a:pt x="124866" y="990599"/>
                </a:lnTo>
                <a:lnTo>
                  <a:pt x="127253" y="977899"/>
                </a:lnTo>
                <a:lnTo>
                  <a:pt x="141097" y="977899"/>
                </a:lnTo>
                <a:lnTo>
                  <a:pt x="138556" y="990599"/>
                </a:lnTo>
                <a:close/>
              </a:path>
              <a:path w="5212715" h="1511300">
                <a:moveTo>
                  <a:pt x="4889754" y="990599"/>
                </a:moveTo>
                <a:lnTo>
                  <a:pt x="4842713" y="990599"/>
                </a:lnTo>
                <a:lnTo>
                  <a:pt x="4857470" y="977899"/>
                </a:lnTo>
                <a:lnTo>
                  <a:pt x="4903863" y="977899"/>
                </a:lnTo>
                <a:lnTo>
                  <a:pt x="4889754" y="990599"/>
                </a:lnTo>
                <a:close/>
              </a:path>
              <a:path w="5212715" h="1511300">
                <a:moveTo>
                  <a:pt x="133045" y="1003299"/>
                </a:moveTo>
                <a:lnTo>
                  <a:pt x="119494" y="1003299"/>
                </a:lnTo>
                <a:lnTo>
                  <a:pt x="120967" y="990599"/>
                </a:lnTo>
                <a:lnTo>
                  <a:pt x="134721" y="990599"/>
                </a:lnTo>
                <a:lnTo>
                  <a:pt x="133045" y="1003299"/>
                </a:lnTo>
                <a:close/>
              </a:path>
              <a:path w="5212715" h="1511300">
                <a:moveTo>
                  <a:pt x="4845989" y="1003299"/>
                </a:moveTo>
                <a:lnTo>
                  <a:pt x="4797297" y="1003299"/>
                </a:lnTo>
                <a:lnTo>
                  <a:pt x="4812728" y="990599"/>
                </a:lnTo>
                <a:lnTo>
                  <a:pt x="4860810" y="990599"/>
                </a:lnTo>
                <a:lnTo>
                  <a:pt x="4845989" y="1003299"/>
                </a:lnTo>
                <a:close/>
              </a:path>
              <a:path w="5212715" h="1511300">
                <a:moveTo>
                  <a:pt x="130784" y="1015999"/>
                </a:moveTo>
                <a:lnTo>
                  <a:pt x="117500" y="1015999"/>
                </a:lnTo>
                <a:lnTo>
                  <a:pt x="118338" y="1003299"/>
                </a:lnTo>
                <a:lnTo>
                  <a:pt x="131864" y="1003299"/>
                </a:lnTo>
                <a:lnTo>
                  <a:pt x="130784" y="1015999"/>
                </a:lnTo>
                <a:close/>
              </a:path>
              <a:path w="5212715" h="1511300">
                <a:moveTo>
                  <a:pt x="4800155" y="1015999"/>
                </a:moveTo>
                <a:lnTo>
                  <a:pt x="4733734" y="1015999"/>
                </a:lnTo>
                <a:lnTo>
                  <a:pt x="4750003" y="1003299"/>
                </a:lnTo>
                <a:lnTo>
                  <a:pt x="4815649" y="1003299"/>
                </a:lnTo>
                <a:lnTo>
                  <a:pt x="4800155" y="1015999"/>
                </a:lnTo>
                <a:close/>
              </a:path>
              <a:path w="5212715" h="1511300">
                <a:moveTo>
                  <a:pt x="129527" y="1028699"/>
                </a:moveTo>
                <a:lnTo>
                  <a:pt x="116827" y="1028699"/>
                </a:lnTo>
                <a:lnTo>
                  <a:pt x="116992" y="1015999"/>
                </a:lnTo>
                <a:lnTo>
                  <a:pt x="129679" y="1015999"/>
                </a:lnTo>
                <a:lnTo>
                  <a:pt x="129527" y="1028699"/>
                </a:lnTo>
                <a:close/>
              </a:path>
              <a:path w="5212715" h="1511300">
                <a:moveTo>
                  <a:pt x="4736058" y="1028699"/>
                </a:moveTo>
                <a:lnTo>
                  <a:pt x="4667008" y="1028699"/>
                </a:lnTo>
                <a:lnTo>
                  <a:pt x="4684039" y="1015999"/>
                </a:lnTo>
                <a:lnTo>
                  <a:pt x="4752390" y="1015999"/>
                </a:lnTo>
                <a:lnTo>
                  <a:pt x="4736058" y="1028699"/>
                </a:lnTo>
                <a:close/>
              </a:path>
              <a:path w="5212715" h="1511300">
                <a:moveTo>
                  <a:pt x="130975" y="1041399"/>
                </a:moveTo>
                <a:lnTo>
                  <a:pt x="117563" y="1041399"/>
                </a:lnTo>
                <a:lnTo>
                  <a:pt x="117017" y="1028699"/>
                </a:lnTo>
                <a:lnTo>
                  <a:pt x="130136" y="1028699"/>
                </a:lnTo>
                <a:lnTo>
                  <a:pt x="130975" y="1041399"/>
                </a:lnTo>
                <a:close/>
              </a:path>
              <a:path w="5212715" h="1511300">
                <a:moveTo>
                  <a:pt x="4668824" y="1041399"/>
                </a:moveTo>
                <a:lnTo>
                  <a:pt x="4543590" y="1041399"/>
                </a:lnTo>
                <a:lnTo>
                  <a:pt x="4561751" y="1028699"/>
                </a:lnTo>
                <a:lnTo>
                  <a:pt x="4685906" y="1028699"/>
                </a:lnTo>
                <a:lnTo>
                  <a:pt x="4668824" y="1041399"/>
                </a:lnTo>
                <a:close/>
              </a:path>
              <a:path w="5212715" h="1511300">
                <a:moveTo>
                  <a:pt x="133489" y="1054099"/>
                </a:moveTo>
                <a:lnTo>
                  <a:pt x="121348" y="1054099"/>
                </a:lnTo>
                <a:lnTo>
                  <a:pt x="119735" y="1041399"/>
                </a:lnTo>
                <a:lnTo>
                  <a:pt x="131978" y="1041399"/>
                </a:lnTo>
                <a:lnTo>
                  <a:pt x="133489" y="1054099"/>
                </a:lnTo>
                <a:close/>
              </a:path>
              <a:path w="5212715" h="1511300">
                <a:moveTo>
                  <a:pt x="4507725" y="1054099"/>
                </a:moveTo>
                <a:lnTo>
                  <a:pt x="4500638" y="1054099"/>
                </a:lnTo>
                <a:lnTo>
                  <a:pt x="4501299" y="1041399"/>
                </a:lnTo>
                <a:lnTo>
                  <a:pt x="4513681" y="1041399"/>
                </a:lnTo>
                <a:lnTo>
                  <a:pt x="4507725" y="1054099"/>
                </a:lnTo>
                <a:close/>
              </a:path>
              <a:path w="5212715" h="1511300">
                <a:moveTo>
                  <a:pt x="4513313" y="1054099"/>
                </a:moveTo>
                <a:lnTo>
                  <a:pt x="4507725" y="1054099"/>
                </a:lnTo>
                <a:lnTo>
                  <a:pt x="4513681" y="1041399"/>
                </a:lnTo>
                <a:lnTo>
                  <a:pt x="4513313" y="1054099"/>
                </a:lnTo>
                <a:close/>
              </a:path>
              <a:path w="5212715" h="1511300">
                <a:moveTo>
                  <a:pt x="4544568" y="1054099"/>
                </a:moveTo>
                <a:lnTo>
                  <a:pt x="4513313" y="1054099"/>
                </a:lnTo>
                <a:lnTo>
                  <a:pt x="4513681" y="1041399"/>
                </a:lnTo>
                <a:lnTo>
                  <a:pt x="4562779" y="1041399"/>
                </a:lnTo>
                <a:lnTo>
                  <a:pt x="4544568" y="1054099"/>
                </a:lnTo>
                <a:close/>
              </a:path>
              <a:path w="5212715" h="1511300">
                <a:moveTo>
                  <a:pt x="139534" y="1066799"/>
                </a:moveTo>
                <a:lnTo>
                  <a:pt x="125590" y="1066799"/>
                </a:lnTo>
                <a:lnTo>
                  <a:pt x="123304" y="1054099"/>
                </a:lnTo>
                <a:lnTo>
                  <a:pt x="137071" y="1054099"/>
                </a:lnTo>
                <a:lnTo>
                  <a:pt x="139534" y="1066799"/>
                </a:lnTo>
                <a:close/>
              </a:path>
              <a:path w="5212715" h="1511300">
                <a:moveTo>
                  <a:pt x="4509363" y="1079499"/>
                </a:moveTo>
                <a:lnTo>
                  <a:pt x="4495063" y="1079499"/>
                </a:lnTo>
                <a:lnTo>
                  <a:pt x="4497171" y="1066799"/>
                </a:lnTo>
                <a:lnTo>
                  <a:pt x="4498670" y="1066799"/>
                </a:lnTo>
                <a:lnTo>
                  <a:pt x="4499927" y="1054099"/>
                </a:lnTo>
                <a:lnTo>
                  <a:pt x="4512449" y="1054099"/>
                </a:lnTo>
                <a:lnTo>
                  <a:pt x="4511141" y="1066799"/>
                </a:lnTo>
                <a:lnTo>
                  <a:pt x="4509363" y="1079499"/>
                </a:lnTo>
                <a:close/>
              </a:path>
              <a:path w="5212715" h="1511300">
                <a:moveTo>
                  <a:pt x="148285" y="1079499"/>
                </a:moveTo>
                <a:lnTo>
                  <a:pt x="131127" y="1079499"/>
                </a:lnTo>
                <a:lnTo>
                  <a:pt x="128193" y="1066799"/>
                </a:lnTo>
                <a:lnTo>
                  <a:pt x="144906" y="1066799"/>
                </a:lnTo>
                <a:lnTo>
                  <a:pt x="148285" y="1079499"/>
                </a:lnTo>
                <a:close/>
              </a:path>
              <a:path w="5212715" h="1511300">
                <a:moveTo>
                  <a:pt x="159715" y="1092199"/>
                </a:moveTo>
                <a:lnTo>
                  <a:pt x="141757" y="1092199"/>
                </a:lnTo>
                <a:lnTo>
                  <a:pt x="137922" y="1079499"/>
                </a:lnTo>
                <a:lnTo>
                  <a:pt x="155448" y="1079499"/>
                </a:lnTo>
                <a:lnTo>
                  <a:pt x="159715" y="1092199"/>
                </a:lnTo>
                <a:close/>
              </a:path>
              <a:path w="5212715" h="1511300">
                <a:moveTo>
                  <a:pt x="4504474" y="1092199"/>
                </a:moveTo>
                <a:lnTo>
                  <a:pt x="4489831" y="1092199"/>
                </a:lnTo>
                <a:lnTo>
                  <a:pt x="4492777" y="1079499"/>
                </a:lnTo>
                <a:lnTo>
                  <a:pt x="4507141" y="1079499"/>
                </a:lnTo>
                <a:lnTo>
                  <a:pt x="4504474" y="1092199"/>
                </a:lnTo>
                <a:close/>
              </a:path>
              <a:path w="5212715" h="1511300">
                <a:moveTo>
                  <a:pt x="168770" y="1104899"/>
                </a:moveTo>
                <a:lnTo>
                  <a:pt x="150342" y="1104899"/>
                </a:lnTo>
                <a:lnTo>
                  <a:pt x="145910" y="1092199"/>
                </a:lnTo>
                <a:lnTo>
                  <a:pt x="163931" y="1092199"/>
                </a:lnTo>
                <a:lnTo>
                  <a:pt x="168770" y="1104899"/>
                </a:lnTo>
                <a:close/>
              </a:path>
              <a:path w="5212715" h="1511300">
                <a:moveTo>
                  <a:pt x="4497870" y="1104899"/>
                </a:moveTo>
                <a:lnTo>
                  <a:pt x="4482998" y="1104899"/>
                </a:lnTo>
                <a:lnTo>
                  <a:pt x="4486770" y="1092199"/>
                </a:lnTo>
                <a:lnTo>
                  <a:pt x="4501388" y="1092199"/>
                </a:lnTo>
                <a:lnTo>
                  <a:pt x="4497870" y="1104899"/>
                </a:lnTo>
                <a:close/>
              </a:path>
              <a:path w="5212715" h="1511300">
                <a:moveTo>
                  <a:pt x="184454" y="1117599"/>
                </a:moveTo>
                <a:lnTo>
                  <a:pt x="165315" y="1117599"/>
                </a:lnTo>
                <a:lnTo>
                  <a:pt x="160045" y="1104899"/>
                </a:lnTo>
                <a:lnTo>
                  <a:pt x="178803" y="1104899"/>
                </a:lnTo>
                <a:lnTo>
                  <a:pt x="184454" y="1117599"/>
                </a:lnTo>
                <a:close/>
              </a:path>
              <a:path w="5212715" h="1511300">
                <a:moveTo>
                  <a:pt x="4489602" y="1117599"/>
                </a:moveTo>
                <a:lnTo>
                  <a:pt x="4474578" y="1117599"/>
                </a:lnTo>
                <a:lnTo>
                  <a:pt x="4479150" y="1104899"/>
                </a:lnTo>
                <a:lnTo>
                  <a:pt x="4493945" y="1104899"/>
                </a:lnTo>
                <a:lnTo>
                  <a:pt x="4489602" y="1117599"/>
                </a:lnTo>
                <a:close/>
              </a:path>
              <a:path w="5212715" h="1511300">
                <a:moveTo>
                  <a:pt x="202564" y="1130299"/>
                </a:moveTo>
                <a:lnTo>
                  <a:pt x="182714" y="1130299"/>
                </a:lnTo>
                <a:lnTo>
                  <a:pt x="176656" y="1117599"/>
                </a:lnTo>
                <a:lnTo>
                  <a:pt x="196126" y="1117599"/>
                </a:lnTo>
                <a:lnTo>
                  <a:pt x="202564" y="1130299"/>
                </a:lnTo>
                <a:close/>
              </a:path>
              <a:path w="5212715" h="1511300">
                <a:moveTo>
                  <a:pt x="4479747" y="1130299"/>
                </a:moveTo>
                <a:lnTo>
                  <a:pt x="4464608" y="1130299"/>
                </a:lnTo>
                <a:lnTo>
                  <a:pt x="4469955" y="1117599"/>
                </a:lnTo>
                <a:lnTo>
                  <a:pt x="4484877" y="1117599"/>
                </a:lnTo>
                <a:lnTo>
                  <a:pt x="4479747" y="1130299"/>
                </a:lnTo>
                <a:close/>
              </a:path>
              <a:path w="5212715" h="1511300">
                <a:moveTo>
                  <a:pt x="222999" y="1142999"/>
                </a:moveTo>
                <a:lnTo>
                  <a:pt x="202425" y="1142999"/>
                </a:lnTo>
                <a:lnTo>
                  <a:pt x="195605" y="1130299"/>
                </a:lnTo>
                <a:lnTo>
                  <a:pt x="215811" y="1130299"/>
                </a:lnTo>
                <a:lnTo>
                  <a:pt x="222999" y="1142999"/>
                </a:lnTo>
                <a:close/>
              </a:path>
              <a:path w="5212715" h="1511300">
                <a:moveTo>
                  <a:pt x="4468342" y="1142999"/>
                </a:moveTo>
                <a:lnTo>
                  <a:pt x="4453115" y="1142999"/>
                </a:lnTo>
                <a:lnTo>
                  <a:pt x="4459211" y="1130299"/>
                </a:lnTo>
                <a:lnTo>
                  <a:pt x="4474235" y="1130299"/>
                </a:lnTo>
                <a:lnTo>
                  <a:pt x="4468342" y="1142999"/>
                </a:lnTo>
                <a:close/>
              </a:path>
              <a:path w="5212715" h="1511300">
                <a:moveTo>
                  <a:pt x="253657" y="1155699"/>
                </a:moveTo>
                <a:lnTo>
                  <a:pt x="224345" y="1155699"/>
                </a:lnTo>
                <a:lnTo>
                  <a:pt x="216801" y="1142999"/>
                </a:lnTo>
                <a:lnTo>
                  <a:pt x="245529" y="1142999"/>
                </a:lnTo>
                <a:lnTo>
                  <a:pt x="253657" y="1155699"/>
                </a:lnTo>
                <a:close/>
              </a:path>
              <a:path w="5212715" h="1511300">
                <a:moveTo>
                  <a:pt x="4455464" y="1155699"/>
                </a:moveTo>
                <a:lnTo>
                  <a:pt x="4440123" y="1155699"/>
                </a:lnTo>
                <a:lnTo>
                  <a:pt x="4446955" y="1142999"/>
                </a:lnTo>
                <a:lnTo>
                  <a:pt x="4462081" y="1142999"/>
                </a:lnTo>
                <a:lnTo>
                  <a:pt x="4455464" y="1155699"/>
                </a:lnTo>
                <a:close/>
              </a:path>
              <a:path w="5212715" h="1511300">
                <a:moveTo>
                  <a:pt x="279044" y="1168399"/>
                </a:moveTo>
                <a:lnTo>
                  <a:pt x="248361" y="1168399"/>
                </a:lnTo>
                <a:lnTo>
                  <a:pt x="240131" y="1155699"/>
                </a:lnTo>
                <a:lnTo>
                  <a:pt x="270268" y="1155699"/>
                </a:lnTo>
                <a:lnTo>
                  <a:pt x="279044" y="1168399"/>
                </a:lnTo>
                <a:close/>
              </a:path>
              <a:path w="5212715" h="1511300">
                <a:moveTo>
                  <a:pt x="4441126" y="1168399"/>
                </a:moveTo>
                <a:lnTo>
                  <a:pt x="4425695" y="1168399"/>
                </a:lnTo>
                <a:lnTo>
                  <a:pt x="4433239" y="1155699"/>
                </a:lnTo>
                <a:lnTo>
                  <a:pt x="4448467" y="1155699"/>
                </a:lnTo>
                <a:lnTo>
                  <a:pt x="4441126" y="1168399"/>
                </a:lnTo>
                <a:close/>
              </a:path>
              <a:path w="5212715" h="1511300">
                <a:moveTo>
                  <a:pt x="315937" y="1181099"/>
                </a:moveTo>
                <a:lnTo>
                  <a:pt x="274383" y="1181099"/>
                </a:lnTo>
                <a:lnTo>
                  <a:pt x="265480" y="1168399"/>
                </a:lnTo>
                <a:lnTo>
                  <a:pt x="296925" y="1168399"/>
                </a:lnTo>
                <a:lnTo>
                  <a:pt x="315937" y="1181099"/>
                </a:lnTo>
                <a:close/>
              </a:path>
              <a:path w="5212715" h="1511300">
                <a:moveTo>
                  <a:pt x="4425403" y="1181099"/>
                </a:moveTo>
                <a:lnTo>
                  <a:pt x="4409859" y="1181099"/>
                </a:lnTo>
                <a:lnTo>
                  <a:pt x="4418088" y="1168399"/>
                </a:lnTo>
                <a:lnTo>
                  <a:pt x="4433443" y="1168399"/>
                </a:lnTo>
                <a:lnTo>
                  <a:pt x="4425403" y="1181099"/>
                </a:lnTo>
                <a:close/>
              </a:path>
              <a:path w="5212715" h="1511300">
                <a:moveTo>
                  <a:pt x="355942" y="1193799"/>
                </a:moveTo>
                <a:lnTo>
                  <a:pt x="311937" y="1193799"/>
                </a:lnTo>
                <a:lnTo>
                  <a:pt x="292747" y="1181099"/>
                </a:lnTo>
                <a:lnTo>
                  <a:pt x="335406" y="1181099"/>
                </a:lnTo>
                <a:lnTo>
                  <a:pt x="355942" y="1193799"/>
                </a:lnTo>
                <a:close/>
              </a:path>
              <a:path w="5212715" h="1511300">
                <a:moveTo>
                  <a:pt x="4408335" y="1193799"/>
                </a:moveTo>
                <a:lnTo>
                  <a:pt x="4383544" y="1193799"/>
                </a:lnTo>
                <a:lnTo>
                  <a:pt x="4392777" y="1181099"/>
                </a:lnTo>
                <a:lnTo>
                  <a:pt x="4417034" y="1181099"/>
                </a:lnTo>
                <a:lnTo>
                  <a:pt x="4408335" y="1193799"/>
                </a:lnTo>
                <a:close/>
              </a:path>
              <a:path w="5212715" h="1511300">
                <a:moveTo>
                  <a:pt x="421297" y="1206499"/>
                </a:moveTo>
                <a:lnTo>
                  <a:pt x="352615" y="1206499"/>
                </a:lnTo>
                <a:lnTo>
                  <a:pt x="331901" y="1193799"/>
                </a:lnTo>
                <a:lnTo>
                  <a:pt x="398703" y="1193799"/>
                </a:lnTo>
                <a:lnTo>
                  <a:pt x="421297" y="1206499"/>
                </a:lnTo>
                <a:close/>
              </a:path>
              <a:path w="5212715" h="1511300">
                <a:moveTo>
                  <a:pt x="4389945" y="1206499"/>
                </a:moveTo>
                <a:lnTo>
                  <a:pt x="4364367" y="1206499"/>
                </a:lnTo>
                <a:lnTo>
                  <a:pt x="4374235" y="1193799"/>
                </a:lnTo>
                <a:lnTo>
                  <a:pt x="4399305" y="1193799"/>
                </a:lnTo>
                <a:lnTo>
                  <a:pt x="4389945" y="1206499"/>
                </a:lnTo>
                <a:close/>
              </a:path>
              <a:path w="5212715" h="1511300">
                <a:moveTo>
                  <a:pt x="492251" y="1219199"/>
                </a:moveTo>
                <a:lnTo>
                  <a:pt x="418871" y="1219199"/>
                </a:lnTo>
                <a:lnTo>
                  <a:pt x="396125" y="1206499"/>
                </a:lnTo>
                <a:lnTo>
                  <a:pt x="467893" y="1206499"/>
                </a:lnTo>
                <a:lnTo>
                  <a:pt x="492251" y="1219199"/>
                </a:lnTo>
                <a:close/>
              </a:path>
              <a:path w="5212715" h="1511300">
                <a:moveTo>
                  <a:pt x="4370298" y="1219199"/>
                </a:moveTo>
                <a:lnTo>
                  <a:pt x="4333278" y="1219199"/>
                </a:lnTo>
                <a:lnTo>
                  <a:pt x="4344047" y="1206499"/>
                </a:lnTo>
                <a:lnTo>
                  <a:pt x="4380280" y="1206499"/>
                </a:lnTo>
                <a:lnTo>
                  <a:pt x="4370298" y="1219199"/>
                </a:lnTo>
                <a:close/>
              </a:path>
              <a:path w="5212715" h="1511300">
                <a:moveTo>
                  <a:pt x="727481" y="1231899"/>
                </a:moveTo>
                <a:lnTo>
                  <a:pt x="490639" y="1231899"/>
                </a:lnTo>
                <a:lnTo>
                  <a:pt x="466153" y="1219199"/>
                </a:lnTo>
                <a:lnTo>
                  <a:pt x="710361" y="1219199"/>
                </a:lnTo>
                <a:lnTo>
                  <a:pt x="727481" y="1231899"/>
                </a:lnTo>
                <a:close/>
              </a:path>
              <a:path w="5212715" h="1511300">
                <a:moveTo>
                  <a:pt x="4338548" y="1231899"/>
                </a:moveTo>
                <a:lnTo>
                  <a:pt x="4311053" y="1231899"/>
                </a:lnTo>
                <a:lnTo>
                  <a:pt x="4322406" y="1219199"/>
                </a:lnTo>
                <a:lnTo>
                  <a:pt x="4349419" y="1219199"/>
                </a:lnTo>
                <a:lnTo>
                  <a:pt x="4338548" y="1231899"/>
                </a:lnTo>
                <a:close/>
              </a:path>
              <a:path w="5212715" h="1511300">
                <a:moveTo>
                  <a:pt x="796366" y="1269999"/>
                </a:moveTo>
                <a:lnTo>
                  <a:pt x="754126" y="1269999"/>
                </a:lnTo>
                <a:lnTo>
                  <a:pt x="736955" y="1257299"/>
                </a:lnTo>
                <a:lnTo>
                  <a:pt x="720559" y="1244599"/>
                </a:lnTo>
                <a:lnTo>
                  <a:pt x="705053" y="1231899"/>
                </a:lnTo>
                <a:lnTo>
                  <a:pt x="727316" y="1231899"/>
                </a:lnTo>
                <a:lnTo>
                  <a:pt x="743534" y="1244599"/>
                </a:lnTo>
                <a:lnTo>
                  <a:pt x="743356" y="1244599"/>
                </a:lnTo>
                <a:lnTo>
                  <a:pt x="760374" y="1257299"/>
                </a:lnTo>
                <a:lnTo>
                  <a:pt x="777836" y="1257299"/>
                </a:lnTo>
                <a:lnTo>
                  <a:pt x="796366" y="1269999"/>
                </a:lnTo>
                <a:close/>
              </a:path>
              <a:path w="5212715" h="1511300">
                <a:moveTo>
                  <a:pt x="4304169" y="1244599"/>
                </a:moveTo>
                <a:lnTo>
                  <a:pt x="4275569" y="1244599"/>
                </a:lnTo>
                <a:lnTo>
                  <a:pt x="4287773" y="1231899"/>
                </a:lnTo>
                <a:lnTo>
                  <a:pt x="4315904" y="1231899"/>
                </a:lnTo>
                <a:lnTo>
                  <a:pt x="4304169" y="1244599"/>
                </a:lnTo>
                <a:close/>
              </a:path>
              <a:path w="5212715" h="1511300">
                <a:moveTo>
                  <a:pt x="4279874" y="1257299"/>
                </a:moveTo>
                <a:lnTo>
                  <a:pt x="4237672" y="1257299"/>
                </a:lnTo>
                <a:lnTo>
                  <a:pt x="4250651" y="1244599"/>
                </a:lnTo>
                <a:lnTo>
                  <a:pt x="4292155" y="1244599"/>
                </a:lnTo>
                <a:lnTo>
                  <a:pt x="4279874" y="1257299"/>
                </a:lnTo>
                <a:close/>
              </a:path>
              <a:path w="5212715" h="1511300">
                <a:moveTo>
                  <a:pt x="4241444" y="1269999"/>
                </a:moveTo>
                <a:lnTo>
                  <a:pt x="4197502" y="1269999"/>
                </a:lnTo>
                <a:lnTo>
                  <a:pt x="4211218" y="1257299"/>
                </a:lnTo>
                <a:lnTo>
                  <a:pt x="4254512" y="1257299"/>
                </a:lnTo>
                <a:lnTo>
                  <a:pt x="4241444" y="1269999"/>
                </a:lnTo>
                <a:close/>
              </a:path>
              <a:path w="5212715" h="1511300">
                <a:moveTo>
                  <a:pt x="835329" y="1295399"/>
                </a:moveTo>
                <a:lnTo>
                  <a:pt x="810158" y="1295399"/>
                </a:lnTo>
                <a:lnTo>
                  <a:pt x="790740" y="1282699"/>
                </a:lnTo>
                <a:lnTo>
                  <a:pt x="772058" y="1269999"/>
                </a:lnTo>
                <a:lnTo>
                  <a:pt x="796226" y="1269999"/>
                </a:lnTo>
                <a:lnTo>
                  <a:pt x="815492" y="1282699"/>
                </a:lnTo>
                <a:lnTo>
                  <a:pt x="815352" y="1282699"/>
                </a:lnTo>
                <a:lnTo>
                  <a:pt x="835329" y="1295399"/>
                </a:lnTo>
                <a:close/>
              </a:path>
              <a:path w="5212715" h="1511300">
                <a:moveTo>
                  <a:pt x="3485997" y="1282699"/>
                </a:moveTo>
                <a:lnTo>
                  <a:pt x="3433851" y="1282699"/>
                </a:lnTo>
                <a:lnTo>
                  <a:pt x="3441242" y="1269999"/>
                </a:lnTo>
                <a:lnTo>
                  <a:pt x="3465309" y="1269999"/>
                </a:lnTo>
                <a:lnTo>
                  <a:pt x="3485997" y="1282699"/>
                </a:lnTo>
                <a:close/>
              </a:path>
              <a:path w="5212715" h="1511300">
                <a:moveTo>
                  <a:pt x="4186758" y="1282699"/>
                </a:moveTo>
                <a:lnTo>
                  <a:pt x="4140657" y="1282699"/>
                </a:lnTo>
                <a:lnTo>
                  <a:pt x="4155274" y="1269999"/>
                </a:lnTo>
                <a:lnTo>
                  <a:pt x="4200791" y="1269999"/>
                </a:lnTo>
                <a:lnTo>
                  <a:pt x="4186758" y="1282699"/>
                </a:lnTo>
                <a:close/>
              </a:path>
              <a:path w="5212715" h="1511300">
                <a:moveTo>
                  <a:pt x="855878" y="1295399"/>
                </a:moveTo>
                <a:lnTo>
                  <a:pt x="835329" y="1295399"/>
                </a:lnTo>
                <a:lnTo>
                  <a:pt x="835202" y="1282699"/>
                </a:lnTo>
                <a:lnTo>
                  <a:pt x="855878" y="1295399"/>
                </a:lnTo>
                <a:close/>
              </a:path>
              <a:path w="5212715" h="1511300">
                <a:moveTo>
                  <a:pt x="3438397" y="1295399"/>
                </a:moveTo>
                <a:lnTo>
                  <a:pt x="3417798" y="1295399"/>
                </a:lnTo>
                <a:lnTo>
                  <a:pt x="3423577" y="1282699"/>
                </a:lnTo>
                <a:lnTo>
                  <a:pt x="3443719" y="1282699"/>
                </a:lnTo>
                <a:lnTo>
                  <a:pt x="3438397" y="1295399"/>
                </a:lnTo>
                <a:close/>
              </a:path>
              <a:path w="5212715" h="1511300">
                <a:moveTo>
                  <a:pt x="3550246" y="1295399"/>
                </a:moveTo>
                <a:lnTo>
                  <a:pt x="3483330" y="1295399"/>
                </a:lnTo>
                <a:lnTo>
                  <a:pt x="3462540" y="1282699"/>
                </a:lnTo>
                <a:lnTo>
                  <a:pt x="3528326" y="1282699"/>
                </a:lnTo>
                <a:lnTo>
                  <a:pt x="3550246" y="1295399"/>
                </a:lnTo>
                <a:close/>
              </a:path>
              <a:path w="5212715" h="1511300">
                <a:moveTo>
                  <a:pt x="4143336" y="1295399"/>
                </a:moveTo>
                <a:lnTo>
                  <a:pt x="4064825" y="1295399"/>
                </a:lnTo>
                <a:lnTo>
                  <a:pt x="4080459" y="1282699"/>
                </a:lnTo>
                <a:lnTo>
                  <a:pt x="4158030" y="1282699"/>
                </a:lnTo>
                <a:lnTo>
                  <a:pt x="4143336" y="1295399"/>
                </a:lnTo>
                <a:close/>
              </a:path>
              <a:path w="5212715" h="1511300">
                <a:moveTo>
                  <a:pt x="921588" y="1320799"/>
                </a:moveTo>
                <a:lnTo>
                  <a:pt x="872591" y="1320799"/>
                </a:lnTo>
                <a:lnTo>
                  <a:pt x="851103" y="1308099"/>
                </a:lnTo>
                <a:lnTo>
                  <a:pt x="830275" y="1295399"/>
                </a:lnTo>
                <a:lnTo>
                  <a:pt x="855751" y="1295399"/>
                </a:lnTo>
                <a:lnTo>
                  <a:pt x="877125" y="1308099"/>
                </a:lnTo>
                <a:lnTo>
                  <a:pt x="898905" y="1308099"/>
                </a:lnTo>
                <a:lnTo>
                  <a:pt x="921588" y="1320799"/>
                </a:lnTo>
                <a:close/>
              </a:path>
              <a:path w="5212715" h="1511300">
                <a:moveTo>
                  <a:pt x="3426853" y="1308099"/>
                </a:moveTo>
                <a:lnTo>
                  <a:pt x="3405619" y="1308099"/>
                </a:lnTo>
                <a:lnTo>
                  <a:pt x="3411982" y="1295399"/>
                </a:lnTo>
                <a:lnTo>
                  <a:pt x="3432771" y="1295399"/>
                </a:lnTo>
                <a:lnTo>
                  <a:pt x="3426853" y="1308099"/>
                </a:lnTo>
                <a:close/>
              </a:path>
              <a:path w="5212715" h="1511300">
                <a:moveTo>
                  <a:pt x="3664762" y="1308099"/>
                </a:moveTo>
                <a:lnTo>
                  <a:pt x="3548189" y="1308099"/>
                </a:lnTo>
                <a:lnTo>
                  <a:pt x="3526167" y="1295399"/>
                </a:lnTo>
                <a:lnTo>
                  <a:pt x="3641102" y="1295399"/>
                </a:lnTo>
                <a:lnTo>
                  <a:pt x="3664762" y="1308099"/>
                </a:lnTo>
                <a:close/>
              </a:path>
              <a:path w="5212715" h="1511300">
                <a:moveTo>
                  <a:pt x="4066793" y="1308099"/>
                </a:moveTo>
                <a:lnTo>
                  <a:pt x="3967708" y="1308099"/>
                </a:lnTo>
                <a:lnTo>
                  <a:pt x="3984370" y="1295399"/>
                </a:lnTo>
                <a:lnTo>
                  <a:pt x="4082491" y="1295399"/>
                </a:lnTo>
                <a:lnTo>
                  <a:pt x="4066793" y="1308099"/>
                </a:lnTo>
                <a:close/>
              </a:path>
              <a:path w="5212715" h="1511300">
                <a:moveTo>
                  <a:pt x="3414153" y="1320799"/>
                </a:moveTo>
                <a:lnTo>
                  <a:pt x="3392296" y="1320799"/>
                </a:lnTo>
                <a:lnTo>
                  <a:pt x="3399218" y="1308099"/>
                </a:lnTo>
                <a:lnTo>
                  <a:pt x="3420656" y="1308099"/>
                </a:lnTo>
                <a:lnTo>
                  <a:pt x="3414153" y="1320799"/>
                </a:lnTo>
                <a:close/>
              </a:path>
              <a:path w="5212715" h="1511300">
                <a:moveTo>
                  <a:pt x="3968876" y="1320799"/>
                </a:moveTo>
                <a:lnTo>
                  <a:pt x="3663645" y="1320799"/>
                </a:lnTo>
                <a:lnTo>
                  <a:pt x="3639883" y="1308099"/>
                </a:lnTo>
                <a:lnTo>
                  <a:pt x="3985615" y="1308099"/>
                </a:lnTo>
                <a:lnTo>
                  <a:pt x="3968876" y="1320799"/>
                </a:lnTo>
                <a:close/>
              </a:path>
              <a:path w="5212715" h="1511300">
                <a:moveTo>
                  <a:pt x="992974" y="1346199"/>
                </a:moveTo>
                <a:lnTo>
                  <a:pt x="940968" y="1346199"/>
                </a:lnTo>
                <a:lnTo>
                  <a:pt x="917549" y="1333499"/>
                </a:lnTo>
                <a:lnTo>
                  <a:pt x="894753" y="1320799"/>
                </a:lnTo>
                <a:lnTo>
                  <a:pt x="921461" y="1320799"/>
                </a:lnTo>
                <a:lnTo>
                  <a:pt x="944778" y="1333499"/>
                </a:lnTo>
                <a:lnTo>
                  <a:pt x="968463" y="1333499"/>
                </a:lnTo>
                <a:lnTo>
                  <a:pt x="992974" y="1346199"/>
                </a:lnTo>
                <a:close/>
              </a:path>
              <a:path w="5212715" h="1511300">
                <a:moveTo>
                  <a:pt x="3400336" y="1333499"/>
                </a:moveTo>
                <a:lnTo>
                  <a:pt x="3377844" y="1333499"/>
                </a:lnTo>
                <a:lnTo>
                  <a:pt x="3385324" y="1320799"/>
                </a:lnTo>
                <a:lnTo>
                  <a:pt x="3407384" y="1320799"/>
                </a:lnTo>
                <a:lnTo>
                  <a:pt x="3400336" y="1333499"/>
                </a:lnTo>
                <a:close/>
              </a:path>
              <a:path w="5212715" h="1511300">
                <a:moveTo>
                  <a:pt x="3377539" y="1346199"/>
                </a:moveTo>
                <a:lnTo>
                  <a:pt x="3354133" y="1346199"/>
                </a:lnTo>
                <a:lnTo>
                  <a:pt x="3362413" y="1333499"/>
                </a:lnTo>
                <a:lnTo>
                  <a:pt x="3385413" y="1333499"/>
                </a:lnTo>
                <a:lnTo>
                  <a:pt x="3377539" y="1346199"/>
                </a:lnTo>
                <a:close/>
              </a:path>
              <a:path w="5212715" h="1511300">
                <a:moveTo>
                  <a:pt x="1043495" y="1358899"/>
                </a:moveTo>
                <a:lnTo>
                  <a:pt x="989622" y="1358899"/>
                </a:lnTo>
                <a:lnTo>
                  <a:pt x="964996" y="1346199"/>
                </a:lnTo>
                <a:lnTo>
                  <a:pt x="1017854" y="1346199"/>
                </a:lnTo>
                <a:lnTo>
                  <a:pt x="1043495" y="1358899"/>
                </a:lnTo>
                <a:close/>
              </a:path>
              <a:path w="5212715" h="1511300">
                <a:moveTo>
                  <a:pt x="3361029" y="1358899"/>
                </a:moveTo>
                <a:lnTo>
                  <a:pt x="3337001" y="1358899"/>
                </a:lnTo>
                <a:lnTo>
                  <a:pt x="3345802" y="1346199"/>
                </a:lnTo>
                <a:lnTo>
                  <a:pt x="3369411" y="1346199"/>
                </a:lnTo>
                <a:lnTo>
                  <a:pt x="3361029" y="1358899"/>
                </a:lnTo>
                <a:close/>
              </a:path>
              <a:path w="5212715" h="1511300">
                <a:moveTo>
                  <a:pt x="1096200" y="1371599"/>
                </a:moveTo>
                <a:lnTo>
                  <a:pt x="1040561" y="1371599"/>
                </a:lnTo>
                <a:lnTo>
                  <a:pt x="1014806" y="1358899"/>
                </a:lnTo>
                <a:lnTo>
                  <a:pt x="1069492" y="1358899"/>
                </a:lnTo>
                <a:lnTo>
                  <a:pt x="1096200" y="1371599"/>
                </a:lnTo>
                <a:close/>
              </a:path>
              <a:path w="5212715" h="1511300">
                <a:moveTo>
                  <a:pt x="2023478" y="1371599"/>
                </a:moveTo>
                <a:lnTo>
                  <a:pt x="1937207" y="1371599"/>
                </a:lnTo>
                <a:lnTo>
                  <a:pt x="1964207" y="1358899"/>
                </a:lnTo>
                <a:lnTo>
                  <a:pt x="2008949" y="1358899"/>
                </a:lnTo>
                <a:lnTo>
                  <a:pt x="2023478" y="1371599"/>
                </a:lnTo>
                <a:close/>
              </a:path>
              <a:path w="5212715" h="1511300">
                <a:moveTo>
                  <a:pt x="3343478" y="1371599"/>
                </a:moveTo>
                <a:lnTo>
                  <a:pt x="3318840" y="1371599"/>
                </a:lnTo>
                <a:lnTo>
                  <a:pt x="3328149" y="1358899"/>
                </a:lnTo>
                <a:lnTo>
                  <a:pt x="3352380" y="1358899"/>
                </a:lnTo>
                <a:lnTo>
                  <a:pt x="3343478" y="1371599"/>
                </a:lnTo>
                <a:close/>
              </a:path>
              <a:path w="5212715" h="1511300">
                <a:moveTo>
                  <a:pt x="1178991" y="1384299"/>
                </a:moveTo>
                <a:lnTo>
                  <a:pt x="1093647" y="1384299"/>
                </a:lnTo>
                <a:lnTo>
                  <a:pt x="1066850" y="1371599"/>
                </a:lnTo>
                <a:lnTo>
                  <a:pt x="1150823" y="1371599"/>
                </a:lnTo>
                <a:lnTo>
                  <a:pt x="1178991" y="1384299"/>
                </a:lnTo>
                <a:close/>
              </a:path>
              <a:path w="5212715" h="1511300">
                <a:moveTo>
                  <a:pt x="1939785" y="1384299"/>
                </a:moveTo>
                <a:lnTo>
                  <a:pt x="1853387" y="1384299"/>
                </a:lnTo>
                <a:lnTo>
                  <a:pt x="1881911" y="1371599"/>
                </a:lnTo>
                <a:lnTo>
                  <a:pt x="1966899" y="1371599"/>
                </a:lnTo>
                <a:lnTo>
                  <a:pt x="1939785" y="1384299"/>
                </a:lnTo>
                <a:close/>
              </a:path>
              <a:path w="5212715" h="1511300">
                <a:moveTo>
                  <a:pt x="2053970" y="1384299"/>
                </a:moveTo>
                <a:lnTo>
                  <a:pt x="2017560" y="1384299"/>
                </a:lnTo>
                <a:lnTo>
                  <a:pt x="2002878" y="1371599"/>
                </a:lnTo>
                <a:lnTo>
                  <a:pt x="2038299" y="1371599"/>
                </a:lnTo>
                <a:lnTo>
                  <a:pt x="2053970" y="1384299"/>
                </a:lnTo>
                <a:close/>
              </a:path>
              <a:path w="5212715" h="1511300">
                <a:moveTo>
                  <a:pt x="3315271" y="1384299"/>
                </a:moveTo>
                <a:lnTo>
                  <a:pt x="3289744" y="1384299"/>
                </a:lnTo>
                <a:lnTo>
                  <a:pt x="3299777" y="1371599"/>
                </a:lnTo>
                <a:lnTo>
                  <a:pt x="3324923" y="1371599"/>
                </a:lnTo>
                <a:lnTo>
                  <a:pt x="3315271" y="1384299"/>
                </a:lnTo>
                <a:close/>
              </a:path>
              <a:path w="5212715" h="1511300">
                <a:moveTo>
                  <a:pt x="1265872" y="1396999"/>
                </a:moveTo>
                <a:lnTo>
                  <a:pt x="1177023" y="1396999"/>
                </a:lnTo>
                <a:lnTo>
                  <a:pt x="1148753" y="1384299"/>
                </a:lnTo>
                <a:lnTo>
                  <a:pt x="1236395" y="1384299"/>
                </a:lnTo>
                <a:lnTo>
                  <a:pt x="1265872" y="1396999"/>
                </a:lnTo>
                <a:close/>
              </a:path>
              <a:path w="5212715" h="1511300">
                <a:moveTo>
                  <a:pt x="1855393" y="1396999"/>
                </a:moveTo>
                <a:lnTo>
                  <a:pt x="1765350" y="1396999"/>
                </a:lnTo>
                <a:lnTo>
                  <a:pt x="1795221" y="1384299"/>
                </a:lnTo>
                <a:lnTo>
                  <a:pt x="1884019" y="1384299"/>
                </a:lnTo>
                <a:lnTo>
                  <a:pt x="1855393" y="1396999"/>
                </a:lnTo>
                <a:close/>
              </a:path>
              <a:path w="5212715" h="1511300">
                <a:moveTo>
                  <a:pt x="2103843" y="1409699"/>
                </a:moveTo>
                <a:lnTo>
                  <a:pt x="2064956" y="1409699"/>
                </a:lnTo>
                <a:lnTo>
                  <a:pt x="2048611" y="1396999"/>
                </a:lnTo>
                <a:lnTo>
                  <a:pt x="2032800" y="1384299"/>
                </a:lnTo>
                <a:lnTo>
                  <a:pt x="2053843" y="1384299"/>
                </a:lnTo>
                <a:lnTo>
                  <a:pt x="2070061" y="1396999"/>
                </a:lnTo>
                <a:lnTo>
                  <a:pt x="2086559" y="1396999"/>
                </a:lnTo>
                <a:lnTo>
                  <a:pt x="2103843" y="1409699"/>
                </a:lnTo>
                <a:close/>
              </a:path>
              <a:path w="5212715" h="1511300">
                <a:moveTo>
                  <a:pt x="3295268" y="1396999"/>
                </a:moveTo>
                <a:lnTo>
                  <a:pt x="3258515" y="1396999"/>
                </a:lnTo>
                <a:lnTo>
                  <a:pt x="3269234" y="1384299"/>
                </a:lnTo>
                <a:lnTo>
                  <a:pt x="3305390" y="1384299"/>
                </a:lnTo>
                <a:lnTo>
                  <a:pt x="3295268" y="1396999"/>
                </a:lnTo>
                <a:close/>
              </a:path>
              <a:path w="5212715" h="1511300">
                <a:moveTo>
                  <a:pt x="1418424" y="1409699"/>
                </a:moveTo>
                <a:lnTo>
                  <a:pt x="1264437" y="1409699"/>
                </a:lnTo>
                <a:lnTo>
                  <a:pt x="1234884" y="1396999"/>
                </a:lnTo>
                <a:lnTo>
                  <a:pt x="1387132" y="1396999"/>
                </a:lnTo>
                <a:lnTo>
                  <a:pt x="1418424" y="1409699"/>
                </a:lnTo>
                <a:close/>
              </a:path>
              <a:path w="5212715" h="1511300">
                <a:moveTo>
                  <a:pt x="1766798" y="1409699"/>
                </a:moveTo>
                <a:lnTo>
                  <a:pt x="1610588" y="1409699"/>
                </a:lnTo>
                <a:lnTo>
                  <a:pt x="1642338" y="1396999"/>
                </a:lnTo>
                <a:lnTo>
                  <a:pt x="1796770" y="1396999"/>
                </a:lnTo>
                <a:lnTo>
                  <a:pt x="1766798" y="1409699"/>
                </a:lnTo>
                <a:close/>
              </a:path>
              <a:path w="5212715" h="1511300">
                <a:moveTo>
                  <a:pt x="3263506" y="1409699"/>
                </a:moveTo>
                <a:lnTo>
                  <a:pt x="3225215" y="1409699"/>
                </a:lnTo>
                <a:lnTo>
                  <a:pt x="3236620" y="1396999"/>
                </a:lnTo>
                <a:lnTo>
                  <a:pt x="3274326" y="1396999"/>
                </a:lnTo>
                <a:lnTo>
                  <a:pt x="3263506" y="1409699"/>
                </a:lnTo>
                <a:close/>
              </a:path>
              <a:path w="5212715" h="1511300">
                <a:moveTo>
                  <a:pt x="1611147" y="1422399"/>
                </a:moveTo>
                <a:lnTo>
                  <a:pt x="1417866" y="1422399"/>
                </a:lnTo>
                <a:lnTo>
                  <a:pt x="1386484" y="1409699"/>
                </a:lnTo>
                <a:lnTo>
                  <a:pt x="1642999" y="1409699"/>
                </a:lnTo>
                <a:lnTo>
                  <a:pt x="1611147" y="1422399"/>
                </a:lnTo>
                <a:close/>
              </a:path>
              <a:path w="5212715" h="1511300">
                <a:moveTo>
                  <a:pt x="2139683" y="1422399"/>
                </a:moveTo>
                <a:lnTo>
                  <a:pt x="2099233" y="1422399"/>
                </a:lnTo>
                <a:lnTo>
                  <a:pt x="2081834" y="1409699"/>
                </a:lnTo>
                <a:lnTo>
                  <a:pt x="2121395" y="1409699"/>
                </a:lnTo>
                <a:lnTo>
                  <a:pt x="2139683" y="1422399"/>
                </a:lnTo>
                <a:close/>
              </a:path>
              <a:path w="5212715" h="1511300">
                <a:moveTo>
                  <a:pt x="3229737" y="1422399"/>
                </a:moveTo>
                <a:lnTo>
                  <a:pt x="3201936" y="1422399"/>
                </a:lnTo>
                <a:lnTo>
                  <a:pt x="3213760" y="1409699"/>
                </a:lnTo>
                <a:lnTo>
                  <a:pt x="3241217" y="1409699"/>
                </a:lnTo>
                <a:lnTo>
                  <a:pt x="3229737" y="1422399"/>
                </a:lnTo>
                <a:close/>
              </a:path>
              <a:path w="5212715" h="1511300">
                <a:moveTo>
                  <a:pt x="2177491" y="1435099"/>
                </a:moveTo>
                <a:lnTo>
                  <a:pt x="2135543" y="1435099"/>
                </a:lnTo>
                <a:lnTo>
                  <a:pt x="2117140" y="1422399"/>
                </a:lnTo>
                <a:lnTo>
                  <a:pt x="2158238" y="1422399"/>
                </a:lnTo>
                <a:lnTo>
                  <a:pt x="2177491" y="1435099"/>
                </a:lnTo>
                <a:close/>
              </a:path>
              <a:path w="5212715" h="1511300">
                <a:moveTo>
                  <a:pt x="3194049" y="1435099"/>
                </a:moveTo>
                <a:lnTo>
                  <a:pt x="3152876" y="1435099"/>
                </a:lnTo>
                <a:lnTo>
                  <a:pt x="3165513" y="1422399"/>
                </a:lnTo>
                <a:lnTo>
                  <a:pt x="3206153" y="1422399"/>
                </a:lnTo>
                <a:lnTo>
                  <a:pt x="3194049" y="1435099"/>
                </a:lnTo>
                <a:close/>
              </a:path>
              <a:path w="5212715" h="1511300">
                <a:moveTo>
                  <a:pt x="2217140" y="1447799"/>
                </a:moveTo>
                <a:lnTo>
                  <a:pt x="2173782" y="1447799"/>
                </a:lnTo>
                <a:lnTo>
                  <a:pt x="2154428" y="1435099"/>
                </a:lnTo>
                <a:lnTo>
                  <a:pt x="2196985" y="1435099"/>
                </a:lnTo>
                <a:lnTo>
                  <a:pt x="2217140" y="1447799"/>
                </a:lnTo>
                <a:close/>
              </a:path>
              <a:path w="5212715" h="1511300">
                <a:moveTo>
                  <a:pt x="3156521" y="1447799"/>
                </a:moveTo>
                <a:lnTo>
                  <a:pt x="3100666" y="1447799"/>
                </a:lnTo>
                <a:lnTo>
                  <a:pt x="3127260" y="1435099"/>
                </a:lnTo>
                <a:lnTo>
                  <a:pt x="3169234" y="1435099"/>
                </a:lnTo>
                <a:lnTo>
                  <a:pt x="3156521" y="1447799"/>
                </a:lnTo>
                <a:close/>
              </a:path>
              <a:path w="5212715" h="1511300">
                <a:moveTo>
                  <a:pt x="2279878" y="1460499"/>
                </a:moveTo>
                <a:lnTo>
                  <a:pt x="2213838" y="1460499"/>
                </a:lnTo>
                <a:lnTo>
                  <a:pt x="2193594" y="1447799"/>
                </a:lnTo>
                <a:lnTo>
                  <a:pt x="2258453" y="1447799"/>
                </a:lnTo>
                <a:lnTo>
                  <a:pt x="2279878" y="1460499"/>
                </a:lnTo>
                <a:close/>
              </a:path>
              <a:path w="5212715" h="1511300">
                <a:moveTo>
                  <a:pt x="3103829" y="1460499"/>
                </a:moveTo>
                <a:lnTo>
                  <a:pt x="3045574" y="1460499"/>
                </a:lnTo>
                <a:lnTo>
                  <a:pt x="3073590" y="1447799"/>
                </a:lnTo>
                <a:lnTo>
                  <a:pt x="3130549" y="1447799"/>
                </a:lnTo>
                <a:lnTo>
                  <a:pt x="3103829" y="1460499"/>
                </a:lnTo>
                <a:close/>
              </a:path>
              <a:path w="5212715" h="1511300">
                <a:moveTo>
                  <a:pt x="2346210" y="1473199"/>
                </a:moveTo>
                <a:lnTo>
                  <a:pt x="2277160" y="1473199"/>
                </a:lnTo>
                <a:lnTo>
                  <a:pt x="2255647" y="1460499"/>
                </a:lnTo>
                <a:lnTo>
                  <a:pt x="2323630" y="1460499"/>
                </a:lnTo>
                <a:lnTo>
                  <a:pt x="2346210" y="1473199"/>
                </a:lnTo>
                <a:close/>
              </a:path>
              <a:path w="5212715" h="1511300">
                <a:moveTo>
                  <a:pt x="3048241" y="1473199"/>
                </a:moveTo>
                <a:lnTo>
                  <a:pt x="2987814" y="1473199"/>
                </a:lnTo>
                <a:lnTo>
                  <a:pt x="3017126" y="1460499"/>
                </a:lnTo>
                <a:lnTo>
                  <a:pt x="3076371" y="1460499"/>
                </a:lnTo>
                <a:lnTo>
                  <a:pt x="3048241" y="1473199"/>
                </a:lnTo>
                <a:close/>
              </a:path>
              <a:path w="5212715" h="1511300">
                <a:moveTo>
                  <a:pt x="2415793" y="1485899"/>
                </a:moveTo>
                <a:lnTo>
                  <a:pt x="2344039" y="1485899"/>
                </a:lnTo>
                <a:lnTo>
                  <a:pt x="2321369" y="1473199"/>
                </a:lnTo>
                <a:lnTo>
                  <a:pt x="2392172" y="1473199"/>
                </a:lnTo>
                <a:lnTo>
                  <a:pt x="2415793" y="1485899"/>
                </a:lnTo>
                <a:close/>
              </a:path>
              <a:path w="5212715" h="1511300">
                <a:moveTo>
                  <a:pt x="2990024" y="1485899"/>
                </a:moveTo>
                <a:lnTo>
                  <a:pt x="2912211" y="1485899"/>
                </a:lnTo>
                <a:lnTo>
                  <a:pt x="2927680" y="1473199"/>
                </a:lnTo>
                <a:lnTo>
                  <a:pt x="3019437" y="1473199"/>
                </a:lnTo>
                <a:lnTo>
                  <a:pt x="2990024" y="1485899"/>
                </a:lnTo>
                <a:close/>
              </a:path>
              <a:path w="5212715" h="1511300">
                <a:moveTo>
                  <a:pt x="2563342" y="1498599"/>
                </a:moveTo>
                <a:lnTo>
                  <a:pt x="2414130" y="1498599"/>
                </a:lnTo>
                <a:lnTo>
                  <a:pt x="2390432" y="1485899"/>
                </a:lnTo>
                <a:lnTo>
                  <a:pt x="2537980" y="1485899"/>
                </a:lnTo>
                <a:lnTo>
                  <a:pt x="2563342" y="1498599"/>
                </a:lnTo>
                <a:close/>
              </a:path>
              <a:path w="5212715" h="1511300">
                <a:moveTo>
                  <a:pt x="2913824" y="1498599"/>
                </a:moveTo>
                <a:lnTo>
                  <a:pt x="2784335" y="1498599"/>
                </a:lnTo>
                <a:lnTo>
                  <a:pt x="2800781" y="1485899"/>
                </a:lnTo>
                <a:lnTo>
                  <a:pt x="2929343" y="1485899"/>
                </a:lnTo>
                <a:lnTo>
                  <a:pt x="2913824" y="1498599"/>
                </a:lnTo>
                <a:close/>
              </a:path>
              <a:path w="5212715" h="1511300">
                <a:moveTo>
                  <a:pt x="2785097" y="1511299"/>
                </a:moveTo>
                <a:lnTo>
                  <a:pt x="2562656" y="1511299"/>
                </a:lnTo>
                <a:lnTo>
                  <a:pt x="2537218" y="1498599"/>
                </a:lnTo>
                <a:lnTo>
                  <a:pt x="2801594" y="1498599"/>
                </a:lnTo>
                <a:lnTo>
                  <a:pt x="2785097" y="151129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35072" y="1194701"/>
            <a:ext cx="5094792" cy="13262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595926" y="1237869"/>
            <a:ext cx="33845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①什么是音频信号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②为什么能在扩音器</a:t>
            </a:r>
            <a:r>
              <a:rPr dirty="0" sz="2400" spc="-5" b="1">
                <a:latin typeface="华文楷体"/>
                <a:cs typeface="华文楷体"/>
              </a:rPr>
              <a:t>上 </a:t>
            </a:r>
            <a:r>
              <a:rPr dirty="0" sz="2400" b="1">
                <a:latin typeface="华文楷体"/>
                <a:cs typeface="华文楷体"/>
              </a:rPr>
              <a:t>听见由手机输出的声音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86227" y="2279904"/>
            <a:ext cx="1150620" cy="17251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976930" y="4196715"/>
            <a:ext cx="5799455" cy="155511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latin typeface="华文楷体"/>
                <a:cs typeface="华文楷体"/>
              </a:rPr>
              <a:t>①音频信号：频率变化的电流信</a:t>
            </a:r>
            <a:r>
              <a:rPr dirty="0" sz="2400" spc="-5" b="1">
                <a:latin typeface="华文楷体"/>
                <a:cs typeface="华文楷体"/>
              </a:rPr>
              <a:t>号</a:t>
            </a:r>
            <a:endParaRPr sz="2400">
              <a:latin typeface="华文楷体"/>
              <a:cs typeface="华文楷体"/>
            </a:endParaRPr>
          </a:p>
          <a:p>
            <a:pPr algn="just" marL="12700" marR="5080">
              <a:lnSpc>
                <a:spcPct val="99300"/>
              </a:lnSpc>
              <a:spcBef>
                <a:spcPts val="300"/>
              </a:spcBef>
            </a:pPr>
            <a:r>
              <a:rPr dirty="0" sz="2400" b="1">
                <a:latin typeface="华文楷体"/>
                <a:cs typeface="华文楷体"/>
              </a:rPr>
              <a:t>②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b="1">
                <a:latin typeface="华文楷体"/>
                <a:cs typeface="华文楷体"/>
              </a:rPr>
              <a:t>线圈中变化的电流（音频信号）</a:t>
            </a:r>
            <a:r>
              <a:rPr dirty="0" sz="2400" b="1">
                <a:latin typeface="Times New Roman"/>
                <a:cs typeface="Times New Roman"/>
              </a:rPr>
              <a:t>—→</a:t>
            </a:r>
            <a:r>
              <a:rPr dirty="0" sz="2400" spc="-5" b="1">
                <a:latin typeface="华文楷体"/>
                <a:cs typeface="华文楷体"/>
              </a:rPr>
              <a:t>变 </a:t>
            </a:r>
            <a:r>
              <a:rPr dirty="0" sz="2400" b="1">
                <a:latin typeface="华文楷体"/>
                <a:cs typeface="华文楷体"/>
              </a:rPr>
              <a:t>化的磁场</a:t>
            </a:r>
            <a:r>
              <a:rPr dirty="0" sz="2400" b="1">
                <a:latin typeface="Times New Roman"/>
                <a:cs typeface="Times New Roman"/>
              </a:rPr>
              <a:t>—→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华文楷体"/>
                <a:cs typeface="华文楷体"/>
              </a:rPr>
              <a:t>线圈磁通量变化</a:t>
            </a:r>
            <a:r>
              <a:rPr dirty="0" sz="2400" b="1">
                <a:latin typeface="Times New Roman"/>
                <a:cs typeface="Times New Roman"/>
              </a:rPr>
              <a:t>—→</a:t>
            </a:r>
            <a:r>
              <a:rPr dirty="0" sz="2400" b="1">
                <a:latin typeface="华文楷体"/>
                <a:cs typeface="华文楷体"/>
              </a:rPr>
              <a:t>产生</a:t>
            </a:r>
            <a:r>
              <a:rPr dirty="0" sz="2400" spc="-5" b="1">
                <a:latin typeface="华文楷体"/>
                <a:cs typeface="华文楷体"/>
              </a:rPr>
              <a:t>感 </a:t>
            </a:r>
            <a:r>
              <a:rPr dirty="0" sz="2400" b="1">
                <a:latin typeface="华文楷体"/>
                <a:cs typeface="华文楷体"/>
              </a:rPr>
              <a:t>应电流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3797" y="1072527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一、互感现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75776" y="1313688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075419" y="153619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8" y="0"/>
                </a:lnTo>
                <a:lnTo>
                  <a:pt x="246888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26651" y="169244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68167" y="3505200"/>
            <a:ext cx="1658111" cy="1882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22113" y="3386277"/>
            <a:ext cx="4138218" cy="120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96180" y="4408894"/>
            <a:ext cx="133959" cy="1333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51933" y="4308627"/>
            <a:ext cx="199771" cy="2000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9919" y="3379939"/>
            <a:ext cx="4276763" cy="12128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99148" y="4487786"/>
            <a:ext cx="79261" cy="79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93797" y="1744217"/>
            <a:ext cx="6748145" cy="2553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146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当一个线圈中的电流变化时，它所产生的变</a:t>
            </a:r>
            <a:r>
              <a:rPr dirty="0" sz="2400" spc="-5" b="1">
                <a:latin typeface="华文楷体"/>
                <a:cs typeface="华文楷体"/>
              </a:rPr>
              <a:t>化 </a:t>
            </a:r>
            <a:r>
              <a:rPr dirty="0" sz="2400" b="1">
                <a:latin typeface="华文楷体"/>
                <a:cs typeface="华文楷体"/>
              </a:rPr>
              <a:t>的磁场会在另一个线圈中产生感应电动势，这种</a:t>
            </a:r>
            <a:r>
              <a:rPr dirty="0" sz="2400" spc="-5" b="1">
                <a:latin typeface="华文楷体"/>
                <a:cs typeface="华文楷体"/>
              </a:rPr>
              <a:t>现 </a:t>
            </a:r>
            <a:r>
              <a:rPr dirty="0" sz="2400" b="1">
                <a:latin typeface="华文楷体"/>
                <a:cs typeface="华文楷体"/>
              </a:rPr>
              <a:t>象叫作</a:t>
            </a:r>
            <a:r>
              <a:rPr dirty="0" sz="2400" b="1">
                <a:solidFill>
                  <a:srgbClr val="006FC0"/>
                </a:solidFill>
                <a:latin typeface="华文楷体"/>
                <a:cs typeface="华文楷体"/>
              </a:rPr>
              <a:t>互感</a:t>
            </a:r>
            <a:r>
              <a:rPr dirty="0" sz="2400" b="1">
                <a:latin typeface="华文楷体"/>
                <a:cs typeface="华文楷体"/>
              </a:rPr>
              <a:t>。这种感应电动势叫作</a:t>
            </a:r>
            <a:r>
              <a:rPr dirty="0" sz="2400" b="1">
                <a:solidFill>
                  <a:srgbClr val="006FC0"/>
                </a:solidFill>
                <a:latin typeface="华文楷体"/>
                <a:cs typeface="华文楷体"/>
              </a:rPr>
              <a:t>互感电动势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2892425" marR="1404620">
              <a:lnSpc>
                <a:spcPct val="100000"/>
              </a:lnSpc>
              <a:spcBef>
                <a:spcPts val="1935"/>
              </a:spcBef>
            </a:pPr>
            <a:r>
              <a:rPr dirty="0" sz="2400" b="1">
                <a:latin typeface="华文楷体"/>
                <a:cs typeface="华文楷体"/>
              </a:rPr>
              <a:t>在生活中还有哪</a:t>
            </a:r>
            <a:r>
              <a:rPr dirty="0" sz="2400" spc="-5" b="1">
                <a:latin typeface="华文楷体"/>
                <a:cs typeface="华文楷体"/>
              </a:rPr>
              <a:t>些 </a:t>
            </a:r>
            <a:r>
              <a:rPr dirty="0" sz="2400" b="1">
                <a:latin typeface="华文楷体"/>
                <a:cs typeface="华文楷体"/>
              </a:rPr>
              <a:t>类似的现象呢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9977" y="1269491"/>
            <a:ext cx="6844982" cy="385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73095" y="1069847"/>
            <a:ext cx="6845808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37447" y="129997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5" y="0"/>
                </a:lnTo>
                <a:lnTo>
                  <a:pt x="364235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37092" y="152400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8" y="0"/>
                </a:lnTo>
                <a:lnTo>
                  <a:pt x="246888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88437" y="167938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14571" y="2106167"/>
            <a:ext cx="2674620" cy="1246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5727" y="4198620"/>
            <a:ext cx="4381500" cy="10988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95727" y="2211323"/>
            <a:ext cx="1658112" cy="18821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36307" y="3515867"/>
            <a:ext cx="2124455" cy="21031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88582" y="1911095"/>
            <a:ext cx="2918460" cy="14386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55570" y="1059472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一、互感现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3692" y="2214079"/>
            <a:ext cx="6134735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8178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互感现象不仅可以发生于绕在 同一铁芯上的两个线圈之间，而且 可以发生于任何两个相互靠近的电 </a:t>
            </a:r>
            <a:r>
              <a:rPr dirty="0" sz="3200" b="1">
                <a:latin typeface="华文楷体"/>
                <a:cs typeface="华文楷体"/>
              </a:rPr>
              <a:t>路之间。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83395" y="1377696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083040" y="1601724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33877" y="175776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01023" y="1137843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一、互感现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28900" y="1173480"/>
            <a:ext cx="1658112" cy="1882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39590" y="1136345"/>
            <a:ext cx="5426163" cy="15011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67873" y="2358072"/>
            <a:ext cx="83858" cy="833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17797" y="2282672"/>
            <a:ext cx="167106" cy="1667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49813" y="2192845"/>
            <a:ext cx="250558" cy="2501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33240" y="1129995"/>
            <a:ext cx="5439410" cy="1511300"/>
          </a:xfrm>
          <a:custGeom>
            <a:avLst/>
            <a:gdLst/>
            <a:ahLst/>
            <a:cxnLst/>
            <a:rect l="l" t="t" r="r" b="b"/>
            <a:pathLst>
              <a:path w="5439409" h="1511300">
                <a:moveTo>
                  <a:pt x="3508146" y="12700"/>
                </a:moveTo>
                <a:lnTo>
                  <a:pt x="3126371" y="12700"/>
                </a:lnTo>
                <a:lnTo>
                  <a:pt x="3144405" y="0"/>
                </a:lnTo>
                <a:lnTo>
                  <a:pt x="3493211" y="0"/>
                </a:lnTo>
                <a:lnTo>
                  <a:pt x="3508146" y="12700"/>
                </a:lnTo>
                <a:close/>
              </a:path>
              <a:path w="5439409" h="1511300">
                <a:moveTo>
                  <a:pt x="4431804" y="12700"/>
                </a:moveTo>
                <a:lnTo>
                  <a:pt x="4017746" y="12700"/>
                </a:lnTo>
                <a:lnTo>
                  <a:pt x="4033545" y="0"/>
                </a:lnTo>
                <a:lnTo>
                  <a:pt x="4406582" y="0"/>
                </a:lnTo>
                <a:lnTo>
                  <a:pt x="4431804" y="12700"/>
                </a:lnTo>
                <a:close/>
              </a:path>
              <a:path w="5439409" h="1511300">
                <a:moveTo>
                  <a:pt x="3128086" y="25400"/>
                </a:moveTo>
                <a:lnTo>
                  <a:pt x="3040748" y="25400"/>
                </a:lnTo>
                <a:lnTo>
                  <a:pt x="3057220" y="12700"/>
                </a:lnTo>
                <a:lnTo>
                  <a:pt x="3146031" y="12700"/>
                </a:lnTo>
                <a:lnTo>
                  <a:pt x="3128086" y="25400"/>
                </a:lnTo>
                <a:close/>
              </a:path>
              <a:path w="5439409" h="1511300">
                <a:moveTo>
                  <a:pt x="3593325" y="25400"/>
                </a:moveTo>
                <a:lnTo>
                  <a:pt x="3521011" y="25400"/>
                </a:lnTo>
                <a:lnTo>
                  <a:pt x="3506355" y="12700"/>
                </a:lnTo>
                <a:lnTo>
                  <a:pt x="3579685" y="12700"/>
                </a:lnTo>
                <a:lnTo>
                  <a:pt x="3593325" y="25400"/>
                </a:lnTo>
                <a:close/>
              </a:path>
              <a:path w="5439409" h="1511300">
                <a:moveTo>
                  <a:pt x="4019359" y="25400"/>
                </a:moveTo>
                <a:lnTo>
                  <a:pt x="3927271" y="25400"/>
                </a:lnTo>
                <a:lnTo>
                  <a:pt x="3941813" y="12700"/>
                </a:lnTo>
                <a:lnTo>
                  <a:pt x="4035069" y="12700"/>
                </a:lnTo>
                <a:lnTo>
                  <a:pt x="4019359" y="25400"/>
                </a:lnTo>
                <a:close/>
              </a:path>
              <a:path w="5439409" h="1511300">
                <a:moveTo>
                  <a:pt x="4504296" y="25400"/>
                </a:moveTo>
                <a:lnTo>
                  <a:pt x="4430090" y="25400"/>
                </a:lnTo>
                <a:lnTo>
                  <a:pt x="4404995" y="12700"/>
                </a:lnTo>
                <a:lnTo>
                  <a:pt x="4480686" y="12700"/>
                </a:lnTo>
                <a:lnTo>
                  <a:pt x="4504296" y="25400"/>
                </a:lnTo>
                <a:close/>
              </a:path>
              <a:path w="5439409" h="1511300">
                <a:moveTo>
                  <a:pt x="3043428" y="38100"/>
                </a:moveTo>
                <a:lnTo>
                  <a:pt x="2993478" y="38100"/>
                </a:lnTo>
                <a:lnTo>
                  <a:pt x="3008858" y="25400"/>
                </a:lnTo>
                <a:lnTo>
                  <a:pt x="3059798" y="25400"/>
                </a:lnTo>
                <a:lnTo>
                  <a:pt x="3043428" y="38100"/>
                </a:lnTo>
                <a:close/>
              </a:path>
              <a:path w="5439409" h="1511300">
                <a:moveTo>
                  <a:pt x="3645407" y="38100"/>
                </a:moveTo>
                <a:lnTo>
                  <a:pt x="3590645" y="38100"/>
                </a:lnTo>
                <a:lnTo>
                  <a:pt x="3577094" y="25400"/>
                </a:lnTo>
                <a:lnTo>
                  <a:pt x="3632771" y="25400"/>
                </a:lnTo>
                <a:lnTo>
                  <a:pt x="3645407" y="38100"/>
                </a:lnTo>
                <a:close/>
              </a:path>
              <a:path w="5439409" h="1511300">
                <a:moveTo>
                  <a:pt x="3929760" y="38100"/>
                </a:moveTo>
                <a:lnTo>
                  <a:pt x="3871455" y="38100"/>
                </a:lnTo>
                <a:lnTo>
                  <a:pt x="3885044" y="25400"/>
                </a:lnTo>
                <a:lnTo>
                  <a:pt x="3944226" y="25400"/>
                </a:lnTo>
                <a:lnTo>
                  <a:pt x="3929760" y="38100"/>
                </a:lnTo>
                <a:close/>
              </a:path>
              <a:path w="5439409" h="1511300">
                <a:moveTo>
                  <a:pt x="4571479" y="38100"/>
                </a:moveTo>
                <a:lnTo>
                  <a:pt x="4501870" y="38100"/>
                </a:lnTo>
                <a:lnTo>
                  <a:pt x="4478388" y="25400"/>
                </a:lnTo>
                <a:lnTo>
                  <a:pt x="4549724" y="25400"/>
                </a:lnTo>
                <a:lnTo>
                  <a:pt x="4571479" y="38100"/>
                </a:lnTo>
                <a:close/>
              </a:path>
              <a:path w="5439409" h="1511300">
                <a:moveTo>
                  <a:pt x="2540558" y="50800"/>
                </a:moveTo>
                <a:lnTo>
                  <a:pt x="2173376" y="50800"/>
                </a:lnTo>
                <a:lnTo>
                  <a:pt x="2195588" y="38100"/>
                </a:lnTo>
                <a:lnTo>
                  <a:pt x="2524683" y="38100"/>
                </a:lnTo>
                <a:lnTo>
                  <a:pt x="2540558" y="50800"/>
                </a:lnTo>
                <a:close/>
              </a:path>
              <a:path w="5439409" h="1511300">
                <a:moveTo>
                  <a:pt x="2996793" y="50800"/>
                </a:moveTo>
                <a:lnTo>
                  <a:pt x="2949689" y="50800"/>
                </a:lnTo>
                <a:lnTo>
                  <a:pt x="2963875" y="38100"/>
                </a:lnTo>
                <a:lnTo>
                  <a:pt x="3012071" y="38100"/>
                </a:lnTo>
                <a:lnTo>
                  <a:pt x="2996793" y="50800"/>
                </a:lnTo>
                <a:close/>
              </a:path>
              <a:path w="5439409" h="1511300">
                <a:moveTo>
                  <a:pt x="3681717" y="50800"/>
                </a:moveTo>
                <a:lnTo>
                  <a:pt x="3642042" y="50800"/>
                </a:lnTo>
                <a:lnTo>
                  <a:pt x="3629494" y="38100"/>
                </a:lnTo>
                <a:lnTo>
                  <a:pt x="3669893" y="38100"/>
                </a:lnTo>
                <a:lnTo>
                  <a:pt x="3681717" y="50800"/>
                </a:lnTo>
                <a:close/>
              </a:path>
              <a:path w="5439409" h="1511300">
                <a:moveTo>
                  <a:pt x="3874592" y="50800"/>
                </a:moveTo>
                <a:lnTo>
                  <a:pt x="3832263" y="50800"/>
                </a:lnTo>
                <a:lnTo>
                  <a:pt x="3845064" y="38100"/>
                </a:lnTo>
                <a:lnTo>
                  <a:pt x="3888104" y="38100"/>
                </a:lnTo>
                <a:lnTo>
                  <a:pt x="3874592" y="50800"/>
                </a:lnTo>
                <a:close/>
              </a:path>
              <a:path w="5439409" h="1511300">
                <a:moveTo>
                  <a:pt x="4612982" y="50800"/>
                </a:moveTo>
                <a:lnTo>
                  <a:pt x="4568278" y="50800"/>
                </a:lnTo>
                <a:lnTo>
                  <a:pt x="4546650" y="38100"/>
                </a:lnTo>
                <a:lnTo>
                  <a:pt x="4592574" y="38100"/>
                </a:lnTo>
                <a:lnTo>
                  <a:pt x="4612982" y="50800"/>
                </a:lnTo>
                <a:close/>
              </a:path>
              <a:path w="5439409" h="1511300">
                <a:moveTo>
                  <a:pt x="2174697" y="63500"/>
                </a:moveTo>
                <a:lnTo>
                  <a:pt x="2067178" y="63500"/>
                </a:lnTo>
                <a:lnTo>
                  <a:pt x="2087714" y="50800"/>
                </a:lnTo>
                <a:lnTo>
                  <a:pt x="2196820" y="50800"/>
                </a:lnTo>
                <a:lnTo>
                  <a:pt x="2174697" y="63500"/>
                </a:lnTo>
                <a:close/>
              </a:path>
              <a:path w="5439409" h="1511300">
                <a:moveTo>
                  <a:pt x="2632303" y="63500"/>
                </a:moveTo>
                <a:lnTo>
                  <a:pt x="2539250" y="63500"/>
                </a:lnTo>
                <a:lnTo>
                  <a:pt x="2523439" y="50800"/>
                </a:lnTo>
                <a:lnTo>
                  <a:pt x="2617457" y="50800"/>
                </a:lnTo>
                <a:lnTo>
                  <a:pt x="2632303" y="63500"/>
                </a:lnTo>
                <a:close/>
              </a:path>
              <a:path w="5439409" h="1511300">
                <a:moveTo>
                  <a:pt x="2953702" y="63500"/>
                </a:moveTo>
                <a:lnTo>
                  <a:pt x="2909684" y="63500"/>
                </a:lnTo>
                <a:lnTo>
                  <a:pt x="2922574" y="50800"/>
                </a:lnTo>
                <a:lnTo>
                  <a:pt x="2967774" y="50800"/>
                </a:lnTo>
                <a:lnTo>
                  <a:pt x="2953702" y="63500"/>
                </a:lnTo>
                <a:close/>
              </a:path>
              <a:path w="5439409" h="1511300">
                <a:moveTo>
                  <a:pt x="3715435" y="63500"/>
                </a:moveTo>
                <a:lnTo>
                  <a:pt x="3677754" y="63500"/>
                </a:lnTo>
                <a:lnTo>
                  <a:pt x="3666032" y="50800"/>
                </a:lnTo>
                <a:lnTo>
                  <a:pt x="3704488" y="50800"/>
                </a:lnTo>
                <a:lnTo>
                  <a:pt x="3715435" y="63500"/>
                </a:lnTo>
                <a:close/>
              </a:path>
              <a:path w="5439409" h="1511300">
                <a:moveTo>
                  <a:pt x="3835920" y="63500"/>
                </a:moveTo>
                <a:lnTo>
                  <a:pt x="3795522" y="63500"/>
                </a:lnTo>
                <a:lnTo>
                  <a:pt x="3807485" y="50800"/>
                </a:lnTo>
                <a:lnTo>
                  <a:pt x="3848633" y="50800"/>
                </a:lnTo>
                <a:lnTo>
                  <a:pt x="3835920" y="63500"/>
                </a:lnTo>
                <a:close/>
              </a:path>
              <a:path w="5439409" h="1511300">
                <a:moveTo>
                  <a:pt x="4651590" y="63500"/>
                </a:moveTo>
                <a:lnTo>
                  <a:pt x="4609210" y="63500"/>
                </a:lnTo>
                <a:lnTo>
                  <a:pt x="4588954" y="50800"/>
                </a:lnTo>
                <a:lnTo>
                  <a:pt x="4632655" y="50800"/>
                </a:lnTo>
                <a:lnTo>
                  <a:pt x="4651590" y="63500"/>
                </a:lnTo>
                <a:close/>
              </a:path>
              <a:path w="5439409" h="1511300">
                <a:moveTo>
                  <a:pt x="2069401" y="76200"/>
                </a:moveTo>
                <a:lnTo>
                  <a:pt x="2007870" y="76200"/>
                </a:lnTo>
                <a:lnTo>
                  <a:pt x="2027237" y="63500"/>
                </a:lnTo>
                <a:lnTo>
                  <a:pt x="2089848" y="63500"/>
                </a:lnTo>
                <a:lnTo>
                  <a:pt x="2069401" y="76200"/>
                </a:lnTo>
                <a:close/>
              </a:path>
              <a:path w="5439409" h="1511300">
                <a:moveTo>
                  <a:pt x="2703703" y="76200"/>
                </a:moveTo>
                <a:lnTo>
                  <a:pt x="2630233" y="76200"/>
                </a:lnTo>
                <a:lnTo>
                  <a:pt x="2615438" y="63500"/>
                </a:lnTo>
                <a:lnTo>
                  <a:pt x="2689821" y="63500"/>
                </a:lnTo>
                <a:lnTo>
                  <a:pt x="2703703" y="76200"/>
                </a:lnTo>
                <a:close/>
              </a:path>
              <a:path w="5439409" h="1511300">
                <a:moveTo>
                  <a:pt x="2914497" y="76200"/>
                </a:moveTo>
                <a:lnTo>
                  <a:pt x="2885287" y="76200"/>
                </a:lnTo>
                <a:lnTo>
                  <a:pt x="2897251" y="63500"/>
                </a:lnTo>
                <a:lnTo>
                  <a:pt x="2927248" y="63500"/>
                </a:lnTo>
                <a:lnTo>
                  <a:pt x="2914497" y="76200"/>
                </a:lnTo>
                <a:close/>
              </a:path>
              <a:path w="5439409" h="1511300">
                <a:moveTo>
                  <a:pt x="3746385" y="76200"/>
                </a:moveTo>
                <a:lnTo>
                  <a:pt x="3721239" y="76200"/>
                </a:lnTo>
                <a:lnTo>
                  <a:pt x="3710724" y="63500"/>
                </a:lnTo>
                <a:lnTo>
                  <a:pt x="3736390" y="63500"/>
                </a:lnTo>
                <a:lnTo>
                  <a:pt x="3746385" y="76200"/>
                </a:lnTo>
                <a:close/>
              </a:path>
              <a:path w="5439409" h="1511300">
                <a:moveTo>
                  <a:pt x="3788295" y="76200"/>
                </a:moveTo>
                <a:lnTo>
                  <a:pt x="3761435" y="76200"/>
                </a:lnTo>
                <a:lnTo>
                  <a:pt x="3772496" y="63500"/>
                </a:lnTo>
                <a:lnTo>
                  <a:pt x="3799865" y="63500"/>
                </a:lnTo>
                <a:lnTo>
                  <a:pt x="3788295" y="76200"/>
                </a:lnTo>
                <a:close/>
              </a:path>
              <a:path w="5439409" h="1511300">
                <a:moveTo>
                  <a:pt x="4703635" y="88900"/>
                </a:moveTo>
                <a:lnTo>
                  <a:pt x="4682007" y="88900"/>
                </a:lnTo>
                <a:lnTo>
                  <a:pt x="4664836" y="76200"/>
                </a:lnTo>
                <a:lnTo>
                  <a:pt x="4647183" y="76200"/>
                </a:lnTo>
                <a:lnTo>
                  <a:pt x="4628426" y="63500"/>
                </a:lnTo>
                <a:lnTo>
                  <a:pt x="4669739" y="63500"/>
                </a:lnTo>
                <a:lnTo>
                  <a:pt x="4687100" y="76200"/>
                </a:lnTo>
                <a:lnTo>
                  <a:pt x="4703635" y="88900"/>
                </a:lnTo>
                <a:close/>
              </a:path>
              <a:path w="5439409" h="1511300">
                <a:moveTo>
                  <a:pt x="2010689" y="88900"/>
                </a:moveTo>
                <a:lnTo>
                  <a:pt x="1952320" y="88900"/>
                </a:lnTo>
                <a:lnTo>
                  <a:pt x="1970404" y="76200"/>
                </a:lnTo>
                <a:lnTo>
                  <a:pt x="2029955" y="76200"/>
                </a:lnTo>
                <a:lnTo>
                  <a:pt x="2010689" y="88900"/>
                </a:lnTo>
                <a:close/>
              </a:path>
              <a:path w="5439409" h="1511300">
                <a:moveTo>
                  <a:pt x="2757043" y="88900"/>
                </a:moveTo>
                <a:lnTo>
                  <a:pt x="2700934" y="88900"/>
                </a:lnTo>
                <a:lnTo>
                  <a:pt x="2687129" y="76200"/>
                </a:lnTo>
                <a:lnTo>
                  <a:pt x="2744038" y="76200"/>
                </a:lnTo>
                <a:lnTo>
                  <a:pt x="2757043" y="88900"/>
                </a:lnTo>
                <a:close/>
              </a:path>
              <a:path w="5439409" h="1511300">
                <a:moveTo>
                  <a:pt x="2890685" y="88900"/>
                </a:moveTo>
                <a:lnTo>
                  <a:pt x="2862808" y="88900"/>
                </a:lnTo>
                <a:lnTo>
                  <a:pt x="2873806" y="76200"/>
                </a:lnTo>
                <a:lnTo>
                  <a:pt x="2902496" y="76200"/>
                </a:lnTo>
                <a:lnTo>
                  <a:pt x="2890685" y="88900"/>
                </a:lnTo>
                <a:close/>
              </a:path>
              <a:path w="5439409" h="1511300">
                <a:moveTo>
                  <a:pt x="3753116" y="88900"/>
                </a:moveTo>
                <a:lnTo>
                  <a:pt x="3740962" y="76200"/>
                </a:lnTo>
                <a:lnTo>
                  <a:pt x="3766400" y="76200"/>
                </a:lnTo>
                <a:lnTo>
                  <a:pt x="3753116" y="88900"/>
                </a:lnTo>
                <a:close/>
              </a:path>
              <a:path w="5439409" h="1511300">
                <a:moveTo>
                  <a:pt x="3766299" y="88900"/>
                </a:moveTo>
                <a:lnTo>
                  <a:pt x="3766400" y="76200"/>
                </a:lnTo>
                <a:lnTo>
                  <a:pt x="3777246" y="76200"/>
                </a:lnTo>
                <a:lnTo>
                  <a:pt x="3766299" y="88900"/>
                </a:lnTo>
                <a:close/>
              </a:path>
              <a:path w="5439409" h="1511300">
                <a:moveTo>
                  <a:pt x="1955774" y="101600"/>
                </a:moveTo>
                <a:lnTo>
                  <a:pt x="1917560" y="101600"/>
                </a:lnTo>
                <a:lnTo>
                  <a:pt x="1934705" y="88900"/>
                </a:lnTo>
                <a:lnTo>
                  <a:pt x="1973732" y="88900"/>
                </a:lnTo>
                <a:lnTo>
                  <a:pt x="1955774" y="101600"/>
                </a:lnTo>
                <a:close/>
              </a:path>
              <a:path w="5439409" h="1511300">
                <a:moveTo>
                  <a:pt x="2794647" y="101600"/>
                </a:moveTo>
                <a:lnTo>
                  <a:pt x="2753677" y="101600"/>
                </a:lnTo>
                <a:lnTo>
                  <a:pt x="2740748" y="88900"/>
                </a:lnTo>
                <a:lnTo>
                  <a:pt x="2782354" y="88900"/>
                </a:lnTo>
                <a:lnTo>
                  <a:pt x="2794647" y="101600"/>
                </a:lnTo>
                <a:close/>
              </a:path>
              <a:path w="5439409" h="1511300">
                <a:moveTo>
                  <a:pt x="2868853" y="101600"/>
                </a:moveTo>
                <a:lnTo>
                  <a:pt x="2842348" y="101600"/>
                </a:lnTo>
                <a:lnTo>
                  <a:pt x="2852318" y="88900"/>
                </a:lnTo>
                <a:lnTo>
                  <a:pt x="2879674" y="88900"/>
                </a:lnTo>
                <a:lnTo>
                  <a:pt x="2868853" y="101600"/>
                </a:lnTo>
                <a:close/>
              </a:path>
              <a:path w="5439409" h="1511300">
                <a:moveTo>
                  <a:pt x="4726825" y="101600"/>
                </a:moveTo>
                <a:lnTo>
                  <a:pt x="4698161" y="101600"/>
                </a:lnTo>
                <a:lnTo>
                  <a:pt x="4681816" y="88900"/>
                </a:lnTo>
                <a:lnTo>
                  <a:pt x="4719281" y="88900"/>
                </a:lnTo>
                <a:lnTo>
                  <a:pt x="4726825" y="101600"/>
                </a:lnTo>
                <a:close/>
              </a:path>
              <a:path w="5439409" h="1511300">
                <a:moveTo>
                  <a:pt x="1921471" y="114300"/>
                </a:moveTo>
                <a:lnTo>
                  <a:pt x="1884743" y="114300"/>
                </a:lnTo>
                <a:lnTo>
                  <a:pt x="1900910" y="101600"/>
                </a:lnTo>
                <a:lnTo>
                  <a:pt x="1938489" y="101600"/>
                </a:lnTo>
                <a:lnTo>
                  <a:pt x="1921471" y="114300"/>
                </a:lnTo>
                <a:close/>
              </a:path>
              <a:path w="5439409" h="1511300">
                <a:moveTo>
                  <a:pt x="2824099" y="114300"/>
                </a:moveTo>
                <a:lnTo>
                  <a:pt x="2790786" y="114300"/>
                </a:lnTo>
                <a:lnTo>
                  <a:pt x="2778582" y="101600"/>
                </a:lnTo>
                <a:lnTo>
                  <a:pt x="2818485" y="101600"/>
                </a:lnTo>
                <a:lnTo>
                  <a:pt x="2826649" y="110620"/>
                </a:lnTo>
                <a:lnTo>
                  <a:pt x="2824099" y="114300"/>
                </a:lnTo>
                <a:close/>
              </a:path>
              <a:path w="5439409" h="1511300">
                <a:moveTo>
                  <a:pt x="2840037" y="114300"/>
                </a:moveTo>
                <a:lnTo>
                  <a:pt x="2829979" y="114300"/>
                </a:lnTo>
                <a:lnTo>
                  <a:pt x="2826649" y="110620"/>
                </a:lnTo>
                <a:lnTo>
                  <a:pt x="2832900" y="101600"/>
                </a:lnTo>
                <a:lnTo>
                  <a:pt x="2849295" y="101600"/>
                </a:lnTo>
                <a:lnTo>
                  <a:pt x="2840037" y="114300"/>
                </a:lnTo>
                <a:close/>
              </a:path>
              <a:path w="5439409" h="1511300">
                <a:moveTo>
                  <a:pt x="4748022" y="114300"/>
                </a:moveTo>
                <a:lnTo>
                  <a:pt x="4727752" y="114300"/>
                </a:lnTo>
                <a:lnTo>
                  <a:pt x="4720577" y="101600"/>
                </a:lnTo>
                <a:lnTo>
                  <a:pt x="4741176" y="101600"/>
                </a:lnTo>
                <a:lnTo>
                  <a:pt x="4748022" y="114300"/>
                </a:lnTo>
                <a:close/>
              </a:path>
              <a:path w="5439409" h="1511300">
                <a:moveTo>
                  <a:pt x="2829979" y="114300"/>
                </a:moveTo>
                <a:lnTo>
                  <a:pt x="2824099" y="114300"/>
                </a:lnTo>
                <a:lnTo>
                  <a:pt x="2826649" y="110620"/>
                </a:lnTo>
                <a:lnTo>
                  <a:pt x="2829979" y="114300"/>
                </a:lnTo>
                <a:close/>
              </a:path>
              <a:path w="5439409" h="1511300">
                <a:moveTo>
                  <a:pt x="1889137" y="127000"/>
                </a:moveTo>
                <a:lnTo>
                  <a:pt x="1853984" y="127000"/>
                </a:lnTo>
                <a:lnTo>
                  <a:pt x="1869097" y="114300"/>
                </a:lnTo>
                <a:lnTo>
                  <a:pt x="1905177" y="114300"/>
                </a:lnTo>
                <a:lnTo>
                  <a:pt x="1889137" y="127000"/>
                </a:lnTo>
                <a:close/>
              </a:path>
              <a:path w="5439409" h="1511300">
                <a:moveTo>
                  <a:pt x="2828810" y="127000"/>
                </a:moveTo>
                <a:lnTo>
                  <a:pt x="2814205" y="114300"/>
                </a:lnTo>
                <a:lnTo>
                  <a:pt x="2840240" y="114300"/>
                </a:lnTo>
                <a:lnTo>
                  <a:pt x="2828810" y="127000"/>
                </a:lnTo>
                <a:close/>
              </a:path>
              <a:path w="5439409" h="1511300">
                <a:moveTo>
                  <a:pt x="4767122" y="127000"/>
                </a:moveTo>
                <a:lnTo>
                  <a:pt x="4747564" y="127000"/>
                </a:lnTo>
                <a:lnTo>
                  <a:pt x="4741075" y="114300"/>
                </a:lnTo>
                <a:lnTo>
                  <a:pt x="4760988" y="114300"/>
                </a:lnTo>
                <a:lnTo>
                  <a:pt x="4767122" y="127000"/>
                </a:lnTo>
                <a:close/>
              </a:path>
              <a:path w="5439409" h="1511300">
                <a:moveTo>
                  <a:pt x="1538477" y="139700"/>
                </a:moveTo>
                <a:lnTo>
                  <a:pt x="1147521" y="139700"/>
                </a:lnTo>
                <a:lnTo>
                  <a:pt x="1168171" y="127000"/>
                </a:lnTo>
                <a:lnTo>
                  <a:pt x="1510931" y="127000"/>
                </a:lnTo>
                <a:lnTo>
                  <a:pt x="1538477" y="139700"/>
                </a:lnTo>
                <a:close/>
              </a:path>
              <a:path w="5439409" h="1511300">
                <a:moveTo>
                  <a:pt x="1844611" y="139700"/>
                </a:moveTo>
                <a:lnTo>
                  <a:pt x="1825371" y="139700"/>
                </a:lnTo>
                <a:lnTo>
                  <a:pt x="1839391" y="127000"/>
                </a:lnTo>
                <a:lnTo>
                  <a:pt x="1859051" y="127000"/>
                </a:lnTo>
                <a:lnTo>
                  <a:pt x="1844611" y="139700"/>
                </a:lnTo>
                <a:close/>
              </a:path>
              <a:path w="5439409" h="1511300">
                <a:moveTo>
                  <a:pt x="4784039" y="139700"/>
                </a:moveTo>
                <a:lnTo>
                  <a:pt x="4765167" y="139700"/>
                </a:lnTo>
                <a:lnTo>
                  <a:pt x="4759413" y="127000"/>
                </a:lnTo>
                <a:lnTo>
                  <a:pt x="4778654" y="127000"/>
                </a:lnTo>
                <a:lnTo>
                  <a:pt x="4784039" y="139700"/>
                </a:lnTo>
                <a:close/>
              </a:path>
              <a:path w="5439409" h="1511300">
                <a:moveTo>
                  <a:pt x="1148588" y="152400"/>
                </a:moveTo>
                <a:lnTo>
                  <a:pt x="1027836" y="152400"/>
                </a:lnTo>
                <a:lnTo>
                  <a:pt x="1047254" y="139700"/>
                </a:lnTo>
                <a:lnTo>
                  <a:pt x="1169174" y="139700"/>
                </a:lnTo>
                <a:lnTo>
                  <a:pt x="1148588" y="152400"/>
                </a:lnTo>
                <a:close/>
              </a:path>
              <a:path w="5439409" h="1511300">
                <a:moveTo>
                  <a:pt x="1645056" y="152400"/>
                </a:moveTo>
                <a:lnTo>
                  <a:pt x="1537373" y="152400"/>
                </a:lnTo>
                <a:lnTo>
                  <a:pt x="1509915" y="139700"/>
                </a:lnTo>
                <a:lnTo>
                  <a:pt x="1618983" y="139700"/>
                </a:lnTo>
                <a:lnTo>
                  <a:pt x="1645056" y="152400"/>
                </a:lnTo>
                <a:close/>
              </a:path>
              <a:path w="5439409" h="1511300">
                <a:moveTo>
                  <a:pt x="1817738" y="152400"/>
                </a:moveTo>
                <a:lnTo>
                  <a:pt x="1799031" y="152400"/>
                </a:lnTo>
                <a:lnTo>
                  <a:pt x="1811909" y="139700"/>
                </a:lnTo>
                <a:lnTo>
                  <a:pt x="1831035" y="139700"/>
                </a:lnTo>
                <a:lnTo>
                  <a:pt x="1817738" y="152400"/>
                </a:lnTo>
                <a:close/>
              </a:path>
              <a:path w="5439409" h="1511300">
                <a:moveTo>
                  <a:pt x="1830882" y="152400"/>
                </a:moveTo>
                <a:lnTo>
                  <a:pt x="1831035" y="139700"/>
                </a:lnTo>
                <a:lnTo>
                  <a:pt x="1844763" y="139700"/>
                </a:lnTo>
                <a:lnTo>
                  <a:pt x="1830882" y="152400"/>
                </a:lnTo>
                <a:close/>
              </a:path>
              <a:path w="5439409" h="1511300">
                <a:moveTo>
                  <a:pt x="4798682" y="152400"/>
                </a:moveTo>
                <a:lnTo>
                  <a:pt x="4780495" y="152400"/>
                </a:lnTo>
                <a:lnTo>
                  <a:pt x="4775504" y="139700"/>
                </a:lnTo>
                <a:lnTo>
                  <a:pt x="4794059" y="139700"/>
                </a:lnTo>
                <a:lnTo>
                  <a:pt x="4798682" y="152400"/>
                </a:lnTo>
                <a:close/>
              </a:path>
              <a:path w="5439409" h="1511300">
                <a:moveTo>
                  <a:pt x="1029677" y="165100"/>
                </a:moveTo>
                <a:lnTo>
                  <a:pt x="952538" y="165100"/>
                </a:lnTo>
                <a:lnTo>
                  <a:pt x="971003" y="152400"/>
                </a:lnTo>
                <a:lnTo>
                  <a:pt x="1049020" y="152400"/>
                </a:lnTo>
                <a:lnTo>
                  <a:pt x="1029677" y="165100"/>
                </a:lnTo>
                <a:close/>
              </a:path>
              <a:path w="5439409" h="1511300">
                <a:moveTo>
                  <a:pt x="1720799" y="165100"/>
                </a:moveTo>
                <a:lnTo>
                  <a:pt x="1643278" y="165100"/>
                </a:lnTo>
                <a:lnTo>
                  <a:pt x="1617294" y="152400"/>
                </a:lnTo>
                <a:lnTo>
                  <a:pt x="1695983" y="152400"/>
                </a:lnTo>
                <a:lnTo>
                  <a:pt x="1720799" y="165100"/>
                </a:lnTo>
                <a:close/>
              </a:path>
              <a:path w="5439409" h="1511300">
                <a:moveTo>
                  <a:pt x="1805190" y="165100"/>
                </a:moveTo>
                <a:lnTo>
                  <a:pt x="1775066" y="165100"/>
                </a:lnTo>
                <a:lnTo>
                  <a:pt x="1786737" y="152400"/>
                </a:lnTo>
                <a:lnTo>
                  <a:pt x="1817903" y="152400"/>
                </a:lnTo>
                <a:lnTo>
                  <a:pt x="1805190" y="165100"/>
                </a:lnTo>
                <a:close/>
              </a:path>
              <a:path w="5439409" h="1511300">
                <a:moveTo>
                  <a:pt x="4807140" y="165100"/>
                </a:moveTo>
                <a:lnTo>
                  <a:pt x="4789411" y="165100"/>
                </a:lnTo>
                <a:lnTo>
                  <a:pt x="4784940" y="152400"/>
                </a:lnTo>
                <a:lnTo>
                  <a:pt x="4803051" y="152400"/>
                </a:lnTo>
                <a:lnTo>
                  <a:pt x="4807140" y="165100"/>
                </a:lnTo>
                <a:close/>
              </a:path>
              <a:path w="5439409" h="1511300">
                <a:moveTo>
                  <a:pt x="954913" y="177800"/>
                </a:moveTo>
                <a:lnTo>
                  <a:pt x="898715" y="177800"/>
                </a:lnTo>
                <a:lnTo>
                  <a:pt x="916393" y="165100"/>
                </a:lnTo>
                <a:lnTo>
                  <a:pt x="973302" y="165100"/>
                </a:lnTo>
                <a:lnTo>
                  <a:pt x="954913" y="177800"/>
                </a:lnTo>
                <a:close/>
              </a:path>
              <a:path w="5439409" h="1511300">
                <a:moveTo>
                  <a:pt x="1781924" y="177800"/>
                </a:moveTo>
                <a:lnTo>
                  <a:pt x="1718475" y="177800"/>
                </a:lnTo>
                <a:lnTo>
                  <a:pt x="1693760" y="165100"/>
                </a:lnTo>
                <a:lnTo>
                  <a:pt x="1793430" y="165100"/>
                </a:lnTo>
                <a:lnTo>
                  <a:pt x="1781924" y="177800"/>
                </a:lnTo>
                <a:close/>
              </a:path>
              <a:path w="5439409" h="1511300">
                <a:moveTo>
                  <a:pt x="4817745" y="177800"/>
                </a:moveTo>
                <a:lnTo>
                  <a:pt x="4800752" y="177800"/>
                </a:lnTo>
                <a:lnTo>
                  <a:pt x="4797082" y="165100"/>
                </a:lnTo>
                <a:lnTo>
                  <a:pt x="4814493" y="165100"/>
                </a:lnTo>
                <a:lnTo>
                  <a:pt x="4817745" y="177800"/>
                </a:lnTo>
                <a:close/>
              </a:path>
              <a:path w="5439409" h="1511300">
                <a:moveTo>
                  <a:pt x="901522" y="190500"/>
                </a:moveTo>
                <a:lnTo>
                  <a:pt x="847369" y="190500"/>
                </a:lnTo>
                <a:lnTo>
                  <a:pt x="864209" y="177800"/>
                </a:lnTo>
                <a:lnTo>
                  <a:pt x="919124" y="177800"/>
                </a:lnTo>
                <a:lnTo>
                  <a:pt x="901522" y="190500"/>
                </a:lnTo>
                <a:close/>
              </a:path>
              <a:path w="5439409" h="1511300">
                <a:moveTo>
                  <a:pt x="4823320" y="190500"/>
                </a:moveTo>
                <a:lnTo>
                  <a:pt x="4809604" y="190500"/>
                </a:lnTo>
                <a:lnTo>
                  <a:pt x="4806784" y="177800"/>
                </a:lnTo>
                <a:lnTo>
                  <a:pt x="4818354" y="177800"/>
                </a:lnTo>
                <a:lnTo>
                  <a:pt x="4823320" y="190500"/>
                </a:lnTo>
                <a:close/>
              </a:path>
              <a:path w="5439409" h="1511300">
                <a:moveTo>
                  <a:pt x="4823320" y="190500"/>
                </a:moveTo>
                <a:lnTo>
                  <a:pt x="4818354" y="177800"/>
                </a:lnTo>
                <a:lnTo>
                  <a:pt x="4820974" y="179056"/>
                </a:lnTo>
                <a:lnTo>
                  <a:pt x="4823320" y="190500"/>
                </a:lnTo>
                <a:close/>
              </a:path>
              <a:path w="5439409" h="1511300">
                <a:moveTo>
                  <a:pt x="4820974" y="179056"/>
                </a:moveTo>
                <a:lnTo>
                  <a:pt x="4818354" y="177800"/>
                </a:lnTo>
                <a:lnTo>
                  <a:pt x="4820716" y="177800"/>
                </a:lnTo>
                <a:lnTo>
                  <a:pt x="4820974" y="179056"/>
                </a:lnTo>
                <a:close/>
              </a:path>
              <a:path w="5439409" h="1511300">
                <a:moveTo>
                  <a:pt x="4844834" y="190500"/>
                </a:moveTo>
                <a:lnTo>
                  <a:pt x="4823320" y="190500"/>
                </a:lnTo>
                <a:lnTo>
                  <a:pt x="4820974" y="179056"/>
                </a:lnTo>
                <a:lnTo>
                  <a:pt x="4844834" y="190500"/>
                </a:lnTo>
                <a:close/>
              </a:path>
              <a:path w="5439409" h="1511300">
                <a:moveTo>
                  <a:pt x="850620" y="203200"/>
                </a:moveTo>
                <a:lnTo>
                  <a:pt x="798677" y="203200"/>
                </a:lnTo>
                <a:lnTo>
                  <a:pt x="814603" y="190500"/>
                </a:lnTo>
                <a:lnTo>
                  <a:pt x="867371" y="190500"/>
                </a:lnTo>
                <a:lnTo>
                  <a:pt x="850620" y="203200"/>
                </a:lnTo>
                <a:close/>
              </a:path>
              <a:path w="5439409" h="1511300">
                <a:moveTo>
                  <a:pt x="4946040" y="203200"/>
                </a:moveTo>
                <a:lnTo>
                  <a:pt x="4843373" y="203200"/>
                </a:lnTo>
                <a:lnTo>
                  <a:pt x="4813541" y="190500"/>
                </a:lnTo>
                <a:lnTo>
                  <a:pt x="4921516" y="190500"/>
                </a:lnTo>
                <a:lnTo>
                  <a:pt x="4946040" y="203200"/>
                </a:lnTo>
                <a:close/>
              </a:path>
              <a:path w="5439409" h="1511300">
                <a:moveTo>
                  <a:pt x="802398" y="215900"/>
                </a:moveTo>
                <a:lnTo>
                  <a:pt x="752805" y="215900"/>
                </a:lnTo>
                <a:lnTo>
                  <a:pt x="767765" y="203200"/>
                </a:lnTo>
                <a:lnTo>
                  <a:pt x="818248" y="203200"/>
                </a:lnTo>
                <a:lnTo>
                  <a:pt x="802398" y="215900"/>
                </a:lnTo>
                <a:close/>
              </a:path>
              <a:path w="5439409" h="1511300">
                <a:moveTo>
                  <a:pt x="4993385" y="215900"/>
                </a:moveTo>
                <a:lnTo>
                  <a:pt x="4943703" y="215900"/>
                </a:lnTo>
                <a:lnTo>
                  <a:pt x="4919294" y="203200"/>
                </a:lnTo>
                <a:lnTo>
                  <a:pt x="4970005" y="203200"/>
                </a:lnTo>
                <a:lnTo>
                  <a:pt x="4993385" y="215900"/>
                </a:lnTo>
                <a:close/>
              </a:path>
              <a:path w="5439409" h="1511300">
                <a:moveTo>
                  <a:pt x="757047" y="228600"/>
                </a:moveTo>
                <a:lnTo>
                  <a:pt x="723874" y="228600"/>
                </a:lnTo>
                <a:lnTo>
                  <a:pt x="738162" y="215900"/>
                </a:lnTo>
                <a:lnTo>
                  <a:pt x="771931" y="215900"/>
                </a:lnTo>
                <a:lnTo>
                  <a:pt x="757047" y="228600"/>
                </a:lnTo>
                <a:close/>
              </a:path>
              <a:path w="5439409" h="1511300">
                <a:moveTo>
                  <a:pt x="5038293" y="228600"/>
                </a:moveTo>
                <a:lnTo>
                  <a:pt x="4990566" y="228600"/>
                </a:lnTo>
                <a:lnTo>
                  <a:pt x="4967312" y="215900"/>
                </a:lnTo>
                <a:lnTo>
                  <a:pt x="5016157" y="215900"/>
                </a:lnTo>
                <a:lnTo>
                  <a:pt x="5038293" y="228600"/>
                </a:lnTo>
                <a:close/>
              </a:path>
              <a:path w="5439409" h="1511300">
                <a:moveTo>
                  <a:pt x="728497" y="241300"/>
                </a:moveTo>
                <a:lnTo>
                  <a:pt x="696328" y="241300"/>
                </a:lnTo>
                <a:lnTo>
                  <a:pt x="709929" y="228600"/>
                </a:lnTo>
                <a:lnTo>
                  <a:pt x="742696" y="228600"/>
                </a:lnTo>
                <a:lnTo>
                  <a:pt x="728497" y="241300"/>
                </a:lnTo>
                <a:close/>
              </a:path>
              <a:path w="5439409" h="1511300">
                <a:moveTo>
                  <a:pt x="5080571" y="241300"/>
                </a:moveTo>
                <a:lnTo>
                  <a:pt x="5056174" y="241300"/>
                </a:lnTo>
                <a:lnTo>
                  <a:pt x="5034838" y="228600"/>
                </a:lnTo>
                <a:lnTo>
                  <a:pt x="5059768" y="228600"/>
                </a:lnTo>
                <a:lnTo>
                  <a:pt x="5080571" y="241300"/>
                </a:lnTo>
                <a:close/>
              </a:path>
              <a:path w="5439409" h="1511300">
                <a:moveTo>
                  <a:pt x="701344" y="254000"/>
                </a:moveTo>
                <a:lnTo>
                  <a:pt x="670229" y="254000"/>
                </a:lnTo>
                <a:lnTo>
                  <a:pt x="683094" y="241300"/>
                </a:lnTo>
                <a:lnTo>
                  <a:pt x="714844" y="241300"/>
                </a:lnTo>
                <a:lnTo>
                  <a:pt x="701344" y="254000"/>
                </a:lnTo>
                <a:close/>
              </a:path>
              <a:path w="5439409" h="1511300">
                <a:moveTo>
                  <a:pt x="5120030" y="254000"/>
                </a:moveTo>
                <a:lnTo>
                  <a:pt x="5096509" y="254000"/>
                </a:lnTo>
                <a:lnTo>
                  <a:pt x="5076558" y="241300"/>
                </a:lnTo>
                <a:lnTo>
                  <a:pt x="5100662" y="241300"/>
                </a:lnTo>
                <a:lnTo>
                  <a:pt x="5120030" y="254000"/>
                </a:lnTo>
                <a:close/>
              </a:path>
              <a:path w="5439409" h="1511300">
                <a:moveTo>
                  <a:pt x="663384" y="266700"/>
                </a:moveTo>
                <a:lnTo>
                  <a:pt x="645617" y="266700"/>
                </a:lnTo>
                <a:lnTo>
                  <a:pt x="657733" y="254000"/>
                </a:lnTo>
                <a:lnTo>
                  <a:pt x="675779" y="254000"/>
                </a:lnTo>
                <a:lnTo>
                  <a:pt x="663384" y="266700"/>
                </a:lnTo>
                <a:close/>
              </a:path>
              <a:path w="5439409" h="1511300">
                <a:moveTo>
                  <a:pt x="5156492" y="266700"/>
                </a:moveTo>
                <a:lnTo>
                  <a:pt x="5115572" y="266700"/>
                </a:lnTo>
                <a:lnTo>
                  <a:pt x="5096357" y="254000"/>
                </a:lnTo>
                <a:lnTo>
                  <a:pt x="5138648" y="254000"/>
                </a:lnTo>
                <a:lnTo>
                  <a:pt x="5156492" y="266700"/>
                </a:lnTo>
                <a:close/>
              </a:path>
              <a:path w="5439409" h="1511300">
                <a:moveTo>
                  <a:pt x="640003" y="279400"/>
                </a:moveTo>
                <a:lnTo>
                  <a:pt x="622541" y="279400"/>
                </a:lnTo>
                <a:lnTo>
                  <a:pt x="633882" y="266700"/>
                </a:lnTo>
                <a:lnTo>
                  <a:pt x="651624" y="266700"/>
                </a:lnTo>
                <a:lnTo>
                  <a:pt x="640003" y="279400"/>
                </a:lnTo>
                <a:close/>
              </a:path>
              <a:path w="5439409" h="1511300">
                <a:moveTo>
                  <a:pt x="5205107" y="292100"/>
                </a:moveTo>
                <a:lnTo>
                  <a:pt x="5183911" y="292100"/>
                </a:lnTo>
                <a:lnTo>
                  <a:pt x="5167871" y="279400"/>
                </a:lnTo>
                <a:lnTo>
                  <a:pt x="5151374" y="279400"/>
                </a:lnTo>
                <a:lnTo>
                  <a:pt x="5133708" y="266700"/>
                </a:lnTo>
                <a:lnTo>
                  <a:pt x="5173535" y="266700"/>
                </a:lnTo>
                <a:lnTo>
                  <a:pt x="5189753" y="279400"/>
                </a:lnTo>
                <a:lnTo>
                  <a:pt x="5205107" y="292100"/>
                </a:lnTo>
                <a:close/>
              </a:path>
              <a:path w="5439409" h="1511300">
                <a:moveTo>
                  <a:pt x="618223" y="292100"/>
                </a:moveTo>
                <a:lnTo>
                  <a:pt x="601052" y="292100"/>
                </a:lnTo>
                <a:lnTo>
                  <a:pt x="611593" y="279400"/>
                </a:lnTo>
                <a:lnTo>
                  <a:pt x="629031" y="279400"/>
                </a:lnTo>
                <a:lnTo>
                  <a:pt x="618223" y="292100"/>
                </a:lnTo>
                <a:close/>
              </a:path>
              <a:path w="5439409" h="1511300">
                <a:moveTo>
                  <a:pt x="598093" y="304800"/>
                </a:moveTo>
                <a:lnTo>
                  <a:pt x="581215" y="304800"/>
                </a:lnTo>
                <a:lnTo>
                  <a:pt x="590918" y="292100"/>
                </a:lnTo>
                <a:lnTo>
                  <a:pt x="608088" y="292100"/>
                </a:lnTo>
                <a:lnTo>
                  <a:pt x="598093" y="304800"/>
                </a:lnTo>
                <a:close/>
              </a:path>
              <a:path w="5439409" h="1511300">
                <a:moveTo>
                  <a:pt x="5226558" y="304800"/>
                </a:moveTo>
                <a:lnTo>
                  <a:pt x="5198884" y="304800"/>
                </a:lnTo>
                <a:lnTo>
                  <a:pt x="5183708" y="292100"/>
                </a:lnTo>
                <a:lnTo>
                  <a:pt x="5219636" y="292100"/>
                </a:lnTo>
                <a:lnTo>
                  <a:pt x="5226558" y="304800"/>
                </a:lnTo>
                <a:close/>
              </a:path>
              <a:path w="5439409" h="1511300">
                <a:moveTo>
                  <a:pt x="579678" y="317500"/>
                </a:moveTo>
                <a:lnTo>
                  <a:pt x="563067" y="317500"/>
                </a:lnTo>
                <a:lnTo>
                  <a:pt x="571919" y="304800"/>
                </a:lnTo>
                <a:lnTo>
                  <a:pt x="588810" y="304800"/>
                </a:lnTo>
                <a:lnTo>
                  <a:pt x="579678" y="317500"/>
                </a:lnTo>
                <a:close/>
              </a:path>
              <a:path w="5439409" h="1511300">
                <a:moveTo>
                  <a:pt x="5239715" y="317500"/>
                </a:moveTo>
                <a:lnTo>
                  <a:pt x="5219611" y="317500"/>
                </a:lnTo>
                <a:lnTo>
                  <a:pt x="5212803" y="304800"/>
                </a:lnTo>
                <a:lnTo>
                  <a:pt x="5233250" y="304800"/>
                </a:lnTo>
                <a:lnTo>
                  <a:pt x="5239715" y="317500"/>
                </a:lnTo>
                <a:close/>
              </a:path>
              <a:path w="5439409" h="1511300">
                <a:moveTo>
                  <a:pt x="555371" y="342900"/>
                </a:moveTo>
                <a:lnTo>
                  <a:pt x="539153" y="342900"/>
                </a:lnTo>
                <a:lnTo>
                  <a:pt x="546671" y="330200"/>
                </a:lnTo>
                <a:lnTo>
                  <a:pt x="554647" y="317500"/>
                </a:lnTo>
                <a:lnTo>
                  <a:pt x="579831" y="317500"/>
                </a:lnTo>
                <a:lnTo>
                  <a:pt x="571119" y="330200"/>
                </a:lnTo>
                <a:lnTo>
                  <a:pt x="563181" y="330200"/>
                </a:lnTo>
                <a:lnTo>
                  <a:pt x="555371" y="342900"/>
                </a:lnTo>
                <a:close/>
              </a:path>
              <a:path w="5439409" h="1511300">
                <a:moveTo>
                  <a:pt x="5257711" y="330200"/>
                </a:moveTo>
                <a:lnTo>
                  <a:pt x="5238292" y="330200"/>
                </a:lnTo>
                <a:lnTo>
                  <a:pt x="5232184" y="317500"/>
                </a:lnTo>
                <a:lnTo>
                  <a:pt x="5251945" y="317500"/>
                </a:lnTo>
                <a:lnTo>
                  <a:pt x="5257711" y="330200"/>
                </a:lnTo>
                <a:close/>
              </a:path>
              <a:path w="5439409" h="1511300">
                <a:moveTo>
                  <a:pt x="5273522" y="342900"/>
                </a:moveTo>
                <a:lnTo>
                  <a:pt x="5254790" y="342900"/>
                </a:lnTo>
                <a:lnTo>
                  <a:pt x="5249405" y="330200"/>
                </a:lnTo>
                <a:lnTo>
                  <a:pt x="5268493" y="330200"/>
                </a:lnTo>
                <a:lnTo>
                  <a:pt x="5273522" y="342900"/>
                </a:lnTo>
                <a:close/>
              </a:path>
              <a:path w="5439409" h="1511300">
                <a:moveTo>
                  <a:pt x="541451" y="355600"/>
                </a:moveTo>
                <a:lnTo>
                  <a:pt x="525487" y="355600"/>
                </a:lnTo>
                <a:lnTo>
                  <a:pt x="532091" y="342900"/>
                </a:lnTo>
                <a:lnTo>
                  <a:pt x="548347" y="342900"/>
                </a:lnTo>
                <a:lnTo>
                  <a:pt x="541451" y="355600"/>
                </a:lnTo>
                <a:close/>
              </a:path>
              <a:path w="5439409" h="1511300">
                <a:moveTo>
                  <a:pt x="5282819" y="355600"/>
                </a:moveTo>
                <a:lnTo>
                  <a:pt x="5269026" y="355600"/>
                </a:lnTo>
                <a:lnTo>
                  <a:pt x="5264404" y="342900"/>
                </a:lnTo>
                <a:lnTo>
                  <a:pt x="5278297" y="342900"/>
                </a:lnTo>
                <a:lnTo>
                  <a:pt x="5282819" y="355600"/>
                </a:lnTo>
                <a:close/>
              </a:path>
              <a:path w="5439409" h="1511300">
                <a:moveTo>
                  <a:pt x="524128" y="381000"/>
                </a:moveTo>
                <a:lnTo>
                  <a:pt x="508584" y="381000"/>
                </a:lnTo>
                <a:lnTo>
                  <a:pt x="513727" y="368300"/>
                </a:lnTo>
                <a:lnTo>
                  <a:pt x="519366" y="355600"/>
                </a:lnTo>
                <a:lnTo>
                  <a:pt x="535368" y="355600"/>
                </a:lnTo>
                <a:lnTo>
                  <a:pt x="529424" y="368300"/>
                </a:lnTo>
                <a:lnTo>
                  <a:pt x="529602" y="368300"/>
                </a:lnTo>
                <a:lnTo>
                  <a:pt x="524128" y="381000"/>
                </a:lnTo>
                <a:close/>
              </a:path>
              <a:path w="5439409" h="1511300">
                <a:moveTo>
                  <a:pt x="5294795" y="368300"/>
                </a:moveTo>
                <a:lnTo>
                  <a:pt x="5277231" y="368300"/>
                </a:lnTo>
                <a:lnTo>
                  <a:pt x="5273116" y="355600"/>
                </a:lnTo>
                <a:lnTo>
                  <a:pt x="5291074" y="355600"/>
                </a:lnTo>
                <a:lnTo>
                  <a:pt x="5294795" y="368300"/>
                </a:lnTo>
                <a:close/>
              </a:path>
              <a:path w="5439409" h="1511300">
                <a:moveTo>
                  <a:pt x="5301437" y="381000"/>
                </a:moveTo>
                <a:lnTo>
                  <a:pt x="5287556" y="381000"/>
                </a:lnTo>
                <a:lnTo>
                  <a:pt x="5284241" y="368300"/>
                </a:lnTo>
                <a:lnTo>
                  <a:pt x="5298262" y="368300"/>
                </a:lnTo>
                <a:lnTo>
                  <a:pt x="5301437" y="381000"/>
                </a:lnTo>
                <a:close/>
              </a:path>
              <a:path w="5439409" h="1511300">
                <a:moveTo>
                  <a:pt x="507885" y="406400"/>
                </a:moveTo>
                <a:lnTo>
                  <a:pt x="496176" y="406400"/>
                </a:lnTo>
                <a:lnTo>
                  <a:pt x="499795" y="393700"/>
                </a:lnTo>
                <a:lnTo>
                  <a:pt x="503936" y="381000"/>
                </a:lnTo>
                <a:lnTo>
                  <a:pt x="519493" y="381000"/>
                </a:lnTo>
                <a:lnTo>
                  <a:pt x="515010" y="393700"/>
                </a:lnTo>
                <a:lnTo>
                  <a:pt x="511352" y="393700"/>
                </a:lnTo>
                <a:lnTo>
                  <a:pt x="507885" y="406400"/>
                </a:lnTo>
                <a:close/>
              </a:path>
              <a:path w="5439409" h="1511300">
                <a:moveTo>
                  <a:pt x="5293080" y="393700"/>
                </a:moveTo>
                <a:lnTo>
                  <a:pt x="5290311" y="381000"/>
                </a:lnTo>
                <a:lnTo>
                  <a:pt x="5292953" y="381000"/>
                </a:lnTo>
                <a:lnTo>
                  <a:pt x="5293080" y="393700"/>
                </a:lnTo>
                <a:close/>
              </a:path>
              <a:path w="5439409" h="1511300">
                <a:moveTo>
                  <a:pt x="5309285" y="393700"/>
                </a:moveTo>
                <a:lnTo>
                  <a:pt x="5295442" y="393700"/>
                </a:lnTo>
                <a:lnTo>
                  <a:pt x="5292953" y="381000"/>
                </a:lnTo>
                <a:lnTo>
                  <a:pt x="5306961" y="381000"/>
                </a:lnTo>
                <a:lnTo>
                  <a:pt x="5309285" y="393700"/>
                </a:lnTo>
                <a:close/>
              </a:path>
              <a:path w="5439409" h="1511300">
                <a:moveTo>
                  <a:pt x="5313057" y="406400"/>
                </a:moveTo>
                <a:lnTo>
                  <a:pt x="5299341" y="406400"/>
                </a:lnTo>
                <a:lnTo>
                  <a:pt x="5297411" y="393700"/>
                </a:lnTo>
                <a:lnTo>
                  <a:pt x="5311317" y="393700"/>
                </a:lnTo>
                <a:lnTo>
                  <a:pt x="5313057" y="406400"/>
                </a:lnTo>
                <a:close/>
              </a:path>
              <a:path w="5439409" h="1511300">
                <a:moveTo>
                  <a:pt x="502754" y="419100"/>
                </a:moveTo>
                <a:lnTo>
                  <a:pt x="490550" y="419100"/>
                </a:lnTo>
                <a:lnTo>
                  <a:pt x="493090" y="406400"/>
                </a:lnTo>
                <a:lnTo>
                  <a:pt x="505193" y="406400"/>
                </a:lnTo>
                <a:lnTo>
                  <a:pt x="502754" y="419100"/>
                </a:lnTo>
                <a:close/>
              </a:path>
              <a:path w="5439409" h="1511300">
                <a:moveTo>
                  <a:pt x="505066" y="419100"/>
                </a:moveTo>
                <a:lnTo>
                  <a:pt x="505193" y="406400"/>
                </a:lnTo>
                <a:lnTo>
                  <a:pt x="508025" y="406400"/>
                </a:lnTo>
                <a:lnTo>
                  <a:pt x="505066" y="419100"/>
                </a:lnTo>
                <a:close/>
              </a:path>
              <a:path w="5439409" h="1511300">
                <a:moveTo>
                  <a:pt x="5315597" y="419100"/>
                </a:moveTo>
                <a:lnTo>
                  <a:pt x="5303100" y="419100"/>
                </a:lnTo>
                <a:lnTo>
                  <a:pt x="5302059" y="406400"/>
                </a:lnTo>
                <a:lnTo>
                  <a:pt x="5314480" y="406400"/>
                </a:lnTo>
                <a:lnTo>
                  <a:pt x="5315597" y="419100"/>
                </a:lnTo>
                <a:close/>
              </a:path>
              <a:path w="5439409" h="1511300">
                <a:moveTo>
                  <a:pt x="499237" y="444500"/>
                </a:moveTo>
                <a:lnTo>
                  <a:pt x="486613" y="444500"/>
                </a:lnTo>
                <a:lnTo>
                  <a:pt x="487121" y="431800"/>
                </a:lnTo>
                <a:lnTo>
                  <a:pt x="488543" y="419100"/>
                </a:lnTo>
                <a:lnTo>
                  <a:pt x="502856" y="419100"/>
                </a:lnTo>
                <a:lnTo>
                  <a:pt x="500951" y="431800"/>
                </a:lnTo>
                <a:lnTo>
                  <a:pt x="499719" y="431800"/>
                </a:lnTo>
                <a:lnTo>
                  <a:pt x="499237" y="444500"/>
                </a:lnTo>
                <a:close/>
              </a:path>
              <a:path w="5439409" h="1511300">
                <a:moveTo>
                  <a:pt x="5316893" y="431800"/>
                </a:moveTo>
                <a:lnTo>
                  <a:pt x="5304218" y="431800"/>
                </a:lnTo>
                <a:lnTo>
                  <a:pt x="5303761" y="419100"/>
                </a:lnTo>
                <a:lnTo>
                  <a:pt x="5316410" y="419100"/>
                </a:lnTo>
                <a:lnTo>
                  <a:pt x="5316893" y="431800"/>
                </a:lnTo>
                <a:close/>
              </a:path>
              <a:path w="5439409" h="1511300">
                <a:moveTo>
                  <a:pt x="5316816" y="444500"/>
                </a:moveTo>
                <a:lnTo>
                  <a:pt x="5304129" y="444500"/>
                </a:lnTo>
                <a:lnTo>
                  <a:pt x="5304358" y="431800"/>
                </a:lnTo>
                <a:lnTo>
                  <a:pt x="5317058" y="431800"/>
                </a:lnTo>
                <a:lnTo>
                  <a:pt x="5316816" y="444500"/>
                </a:lnTo>
                <a:close/>
              </a:path>
              <a:path w="5439409" h="1511300">
                <a:moveTo>
                  <a:pt x="498652" y="457200"/>
                </a:moveTo>
                <a:lnTo>
                  <a:pt x="485952" y="457200"/>
                </a:lnTo>
                <a:lnTo>
                  <a:pt x="486028" y="444500"/>
                </a:lnTo>
                <a:lnTo>
                  <a:pt x="498728" y="444500"/>
                </a:lnTo>
                <a:lnTo>
                  <a:pt x="498652" y="457200"/>
                </a:lnTo>
                <a:close/>
              </a:path>
              <a:path w="5439409" h="1511300">
                <a:moveTo>
                  <a:pt x="5302427" y="457200"/>
                </a:moveTo>
                <a:lnTo>
                  <a:pt x="5300967" y="457200"/>
                </a:lnTo>
                <a:lnTo>
                  <a:pt x="5302516" y="444500"/>
                </a:lnTo>
                <a:lnTo>
                  <a:pt x="5302427" y="457200"/>
                </a:lnTo>
                <a:close/>
              </a:path>
              <a:path w="5439409" h="1511300">
                <a:moveTo>
                  <a:pt x="5314911" y="457200"/>
                </a:moveTo>
                <a:lnTo>
                  <a:pt x="5302427" y="457200"/>
                </a:lnTo>
                <a:lnTo>
                  <a:pt x="5303545" y="444500"/>
                </a:lnTo>
                <a:lnTo>
                  <a:pt x="5316093" y="444500"/>
                </a:lnTo>
                <a:lnTo>
                  <a:pt x="5314911" y="457200"/>
                </a:lnTo>
                <a:close/>
              </a:path>
              <a:path w="5439409" h="1511300">
                <a:moveTo>
                  <a:pt x="499706" y="469900"/>
                </a:moveTo>
                <a:lnTo>
                  <a:pt x="487108" y="469900"/>
                </a:lnTo>
                <a:lnTo>
                  <a:pt x="486460" y="457200"/>
                </a:lnTo>
                <a:lnTo>
                  <a:pt x="499097" y="457200"/>
                </a:lnTo>
                <a:lnTo>
                  <a:pt x="499706" y="469900"/>
                </a:lnTo>
                <a:close/>
              </a:path>
              <a:path w="5439409" h="1511300">
                <a:moveTo>
                  <a:pt x="5311178" y="469900"/>
                </a:moveTo>
                <a:lnTo>
                  <a:pt x="5296827" y="469900"/>
                </a:lnTo>
                <a:lnTo>
                  <a:pt x="5299227" y="457200"/>
                </a:lnTo>
                <a:lnTo>
                  <a:pt x="5313273" y="457200"/>
                </a:lnTo>
                <a:lnTo>
                  <a:pt x="5311178" y="469900"/>
                </a:lnTo>
                <a:close/>
              </a:path>
              <a:path w="5439409" h="1511300">
                <a:moveTo>
                  <a:pt x="501548" y="482600"/>
                </a:moveTo>
                <a:lnTo>
                  <a:pt x="489127" y="482600"/>
                </a:lnTo>
                <a:lnTo>
                  <a:pt x="487984" y="469900"/>
                </a:lnTo>
                <a:lnTo>
                  <a:pt x="500468" y="469900"/>
                </a:lnTo>
                <a:lnTo>
                  <a:pt x="501548" y="482600"/>
                </a:lnTo>
                <a:close/>
              </a:path>
              <a:path w="5439409" h="1511300">
                <a:moveTo>
                  <a:pt x="5305679" y="482600"/>
                </a:moveTo>
                <a:lnTo>
                  <a:pt x="5291074" y="482600"/>
                </a:lnTo>
                <a:lnTo>
                  <a:pt x="5294312" y="469900"/>
                </a:lnTo>
                <a:lnTo>
                  <a:pt x="5308650" y="469900"/>
                </a:lnTo>
                <a:lnTo>
                  <a:pt x="5305679" y="482600"/>
                </a:lnTo>
                <a:close/>
              </a:path>
              <a:path w="5439409" h="1511300">
                <a:moveTo>
                  <a:pt x="497954" y="508000"/>
                </a:moveTo>
                <a:lnTo>
                  <a:pt x="370725" y="508000"/>
                </a:lnTo>
                <a:lnTo>
                  <a:pt x="394715" y="495300"/>
                </a:lnTo>
                <a:lnTo>
                  <a:pt x="492137" y="495300"/>
                </a:lnTo>
                <a:lnTo>
                  <a:pt x="490512" y="482600"/>
                </a:lnTo>
                <a:lnTo>
                  <a:pt x="504215" y="482600"/>
                </a:lnTo>
                <a:lnTo>
                  <a:pt x="507276" y="495300"/>
                </a:lnTo>
                <a:lnTo>
                  <a:pt x="497954" y="508000"/>
                </a:lnTo>
                <a:close/>
              </a:path>
              <a:path w="5439409" h="1511300">
                <a:moveTo>
                  <a:pt x="5298490" y="495300"/>
                </a:moveTo>
                <a:lnTo>
                  <a:pt x="5283733" y="495300"/>
                </a:lnTo>
                <a:lnTo>
                  <a:pt x="5287772" y="482600"/>
                </a:lnTo>
                <a:lnTo>
                  <a:pt x="5302288" y="482600"/>
                </a:lnTo>
                <a:lnTo>
                  <a:pt x="5298490" y="495300"/>
                </a:lnTo>
                <a:close/>
              </a:path>
              <a:path w="5439409" h="1511300">
                <a:moveTo>
                  <a:pt x="5289664" y="508000"/>
                </a:moveTo>
                <a:lnTo>
                  <a:pt x="5274830" y="508000"/>
                </a:lnTo>
                <a:lnTo>
                  <a:pt x="5279656" y="495300"/>
                </a:lnTo>
                <a:lnTo>
                  <a:pt x="5294274" y="495300"/>
                </a:lnTo>
                <a:lnTo>
                  <a:pt x="5289664" y="508000"/>
                </a:lnTo>
                <a:close/>
              </a:path>
              <a:path w="5439409" h="1511300">
                <a:moveTo>
                  <a:pt x="372338" y="520700"/>
                </a:moveTo>
                <a:lnTo>
                  <a:pt x="279971" y="520700"/>
                </a:lnTo>
                <a:lnTo>
                  <a:pt x="301828" y="508000"/>
                </a:lnTo>
                <a:lnTo>
                  <a:pt x="396201" y="508000"/>
                </a:lnTo>
                <a:lnTo>
                  <a:pt x="372338" y="520700"/>
                </a:lnTo>
                <a:close/>
              </a:path>
              <a:path w="5439409" h="1511300">
                <a:moveTo>
                  <a:pt x="5279275" y="520700"/>
                </a:moveTo>
                <a:lnTo>
                  <a:pt x="5264378" y="520700"/>
                </a:lnTo>
                <a:lnTo>
                  <a:pt x="5269966" y="508000"/>
                </a:lnTo>
                <a:lnTo>
                  <a:pt x="5284660" y="508000"/>
                </a:lnTo>
                <a:lnTo>
                  <a:pt x="5279275" y="520700"/>
                </a:lnTo>
                <a:close/>
              </a:path>
              <a:path w="5439409" h="1511300">
                <a:moveTo>
                  <a:pt x="282600" y="533400"/>
                </a:moveTo>
                <a:lnTo>
                  <a:pt x="238099" y="533400"/>
                </a:lnTo>
                <a:lnTo>
                  <a:pt x="258724" y="520700"/>
                </a:lnTo>
                <a:lnTo>
                  <a:pt x="304317" y="520700"/>
                </a:lnTo>
                <a:lnTo>
                  <a:pt x="282600" y="533400"/>
                </a:lnTo>
                <a:close/>
              </a:path>
              <a:path w="5439409" h="1511300">
                <a:moveTo>
                  <a:pt x="5289588" y="546100"/>
                </a:moveTo>
                <a:lnTo>
                  <a:pt x="5264061" y="546100"/>
                </a:lnTo>
                <a:lnTo>
                  <a:pt x="5245569" y="533400"/>
                </a:lnTo>
                <a:lnTo>
                  <a:pt x="5258752" y="520700"/>
                </a:lnTo>
                <a:lnTo>
                  <a:pt x="5259527" y="520700"/>
                </a:lnTo>
                <a:lnTo>
                  <a:pt x="5260962" y="533400"/>
                </a:lnTo>
                <a:lnTo>
                  <a:pt x="5279821" y="533400"/>
                </a:lnTo>
                <a:lnTo>
                  <a:pt x="5289588" y="546100"/>
                </a:lnTo>
                <a:close/>
              </a:path>
              <a:path w="5439409" h="1511300">
                <a:moveTo>
                  <a:pt x="5267375" y="533400"/>
                </a:moveTo>
                <a:lnTo>
                  <a:pt x="5260962" y="533400"/>
                </a:lnTo>
                <a:lnTo>
                  <a:pt x="5259527" y="520700"/>
                </a:lnTo>
                <a:lnTo>
                  <a:pt x="5268278" y="531530"/>
                </a:lnTo>
                <a:lnTo>
                  <a:pt x="5267375" y="533400"/>
                </a:lnTo>
                <a:close/>
              </a:path>
              <a:path w="5439409" h="1511300">
                <a:moveTo>
                  <a:pt x="5268278" y="531530"/>
                </a:moveTo>
                <a:lnTo>
                  <a:pt x="5259527" y="520700"/>
                </a:lnTo>
                <a:lnTo>
                  <a:pt x="5273509" y="520700"/>
                </a:lnTo>
                <a:lnTo>
                  <a:pt x="5268278" y="531530"/>
                </a:lnTo>
                <a:close/>
              </a:path>
              <a:path w="5439409" h="1511300">
                <a:moveTo>
                  <a:pt x="5269788" y="533400"/>
                </a:moveTo>
                <a:lnTo>
                  <a:pt x="5267375" y="533400"/>
                </a:lnTo>
                <a:lnTo>
                  <a:pt x="5268278" y="531530"/>
                </a:lnTo>
                <a:lnTo>
                  <a:pt x="5269788" y="533400"/>
                </a:lnTo>
                <a:close/>
              </a:path>
              <a:path w="5439409" h="1511300">
                <a:moveTo>
                  <a:pt x="241287" y="546100"/>
                </a:moveTo>
                <a:lnTo>
                  <a:pt x="198856" y="546100"/>
                </a:lnTo>
                <a:lnTo>
                  <a:pt x="218135" y="533400"/>
                </a:lnTo>
                <a:lnTo>
                  <a:pt x="261759" y="533400"/>
                </a:lnTo>
                <a:lnTo>
                  <a:pt x="241287" y="546100"/>
                </a:lnTo>
                <a:close/>
              </a:path>
              <a:path w="5439409" h="1511300">
                <a:moveTo>
                  <a:pt x="184391" y="558800"/>
                </a:moveTo>
                <a:lnTo>
                  <a:pt x="162471" y="558800"/>
                </a:lnTo>
                <a:lnTo>
                  <a:pt x="180289" y="546100"/>
                </a:lnTo>
                <a:lnTo>
                  <a:pt x="202793" y="546100"/>
                </a:lnTo>
                <a:lnTo>
                  <a:pt x="184391" y="558800"/>
                </a:lnTo>
                <a:close/>
              </a:path>
              <a:path w="5439409" h="1511300">
                <a:moveTo>
                  <a:pt x="5308320" y="558800"/>
                </a:moveTo>
                <a:lnTo>
                  <a:pt x="5283479" y="558800"/>
                </a:lnTo>
                <a:lnTo>
                  <a:pt x="5273802" y="546100"/>
                </a:lnTo>
                <a:lnTo>
                  <a:pt x="5299087" y="546100"/>
                </a:lnTo>
                <a:lnTo>
                  <a:pt x="5308320" y="558800"/>
                </a:lnTo>
                <a:close/>
              </a:path>
              <a:path w="5439409" h="1511300">
                <a:moveTo>
                  <a:pt x="150202" y="571500"/>
                </a:moveTo>
                <a:lnTo>
                  <a:pt x="129133" y="571500"/>
                </a:lnTo>
                <a:lnTo>
                  <a:pt x="145402" y="558800"/>
                </a:lnTo>
                <a:lnTo>
                  <a:pt x="167081" y="558800"/>
                </a:lnTo>
                <a:lnTo>
                  <a:pt x="150202" y="571500"/>
                </a:lnTo>
                <a:close/>
              </a:path>
              <a:path w="5439409" h="1511300">
                <a:moveTo>
                  <a:pt x="5334317" y="571500"/>
                </a:moveTo>
                <a:lnTo>
                  <a:pt x="5310517" y="571500"/>
                </a:lnTo>
                <a:lnTo>
                  <a:pt x="5301678" y="558800"/>
                </a:lnTo>
                <a:lnTo>
                  <a:pt x="5325935" y="558800"/>
                </a:lnTo>
                <a:lnTo>
                  <a:pt x="5334317" y="571500"/>
                </a:lnTo>
                <a:close/>
              </a:path>
              <a:path w="5439409" h="1511300">
                <a:moveTo>
                  <a:pt x="134315" y="584200"/>
                </a:moveTo>
                <a:lnTo>
                  <a:pt x="99110" y="584200"/>
                </a:lnTo>
                <a:lnTo>
                  <a:pt x="113690" y="571500"/>
                </a:lnTo>
                <a:lnTo>
                  <a:pt x="150393" y="571500"/>
                </a:lnTo>
                <a:lnTo>
                  <a:pt x="134315" y="584200"/>
                </a:lnTo>
                <a:close/>
              </a:path>
              <a:path w="5439409" h="1511300">
                <a:moveTo>
                  <a:pt x="5350205" y="584200"/>
                </a:moveTo>
                <a:lnTo>
                  <a:pt x="5327116" y="584200"/>
                </a:lnTo>
                <a:lnTo>
                  <a:pt x="5318848" y="571500"/>
                </a:lnTo>
                <a:lnTo>
                  <a:pt x="5342407" y="571500"/>
                </a:lnTo>
                <a:lnTo>
                  <a:pt x="5350205" y="584200"/>
                </a:lnTo>
                <a:close/>
              </a:path>
              <a:path w="5439409" h="1511300">
                <a:moveTo>
                  <a:pt x="105105" y="596900"/>
                </a:moveTo>
                <a:lnTo>
                  <a:pt x="78828" y="596900"/>
                </a:lnTo>
                <a:lnTo>
                  <a:pt x="85356" y="584200"/>
                </a:lnTo>
                <a:lnTo>
                  <a:pt x="119481" y="584200"/>
                </a:lnTo>
                <a:lnTo>
                  <a:pt x="105105" y="596900"/>
                </a:lnTo>
                <a:close/>
              </a:path>
              <a:path w="5439409" h="1511300">
                <a:moveTo>
                  <a:pt x="5364911" y="596900"/>
                </a:moveTo>
                <a:lnTo>
                  <a:pt x="5342521" y="596900"/>
                </a:lnTo>
                <a:lnTo>
                  <a:pt x="5334850" y="584200"/>
                </a:lnTo>
                <a:lnTo>
                  <a:pt x="5357710" y="584200"/>
                </a:lnTo>
                <a:lnTo>
                  <a:pt x="5364911" y="596900"/>
                </a:lnTo>
                <a:close/>
              </a:path>
              <a:path w="5439409" h="1511300">
                <a:moveTo>
                  <a:pt x="85610" y="609600"/>
                </a:moveTo>
                <a:lnTo>
                  <a:pt x="60629" y="609600"/>
                </a:lnTo>
                <a:lnTo>
                  <a:pt x="66459" y="596900"/>
                </a:lnTo>
                <a:lnTo>
                  <a:pt x="92011" y="596900"/>
                </a:lnTo>
                <a:lnTo>
                  <a:pt x="85610" y="609600"/>
                </a:lnTo>
                <a:close/>
              </a:path>
              <a:path w="5439409" h="1511300">
                <a:moveTo>
                  <a:pt x="5378399" y="609600"/>
                </a:moveTo>
                <a:lnTo>
                  <a:pt x="5363349" y="609600"/>
                </a:lnTo>
                <a:lnTo>
                  <a:pt x="5356580" y="596900"/>
                </a:lnTo>
                <a:lnTo>
                  <a:pt x="5371807" y="596900"/>
                </a:lnTo>
                <a:lnTo>
                  <a:pt x="5378399" y="609600"/>
                </a:lnTo>
                <a:close/>
              </a:path>
              <a:path w="5439409" h="1511300">
                <a:moveTo>
                  <a:pt x="68199" y="622300"/>
                </a:moveTo>
                <a:lnTo>
                  <a:pt x="44589" y="622300"/>
                </a:lnTo>
                <a:lnTo>
                  <a:pt x="49695" y="609600"/>
                </a:lnTo>
                <a:lnTo>
                  <a:pt x="73888" y="609600"/>
                </a:lnTo>
                <a:lnTo>
                  <a:pt x="68199" y="622300"/>
                </a:lnTo>
                <a:close/>
              </a:path>
              <a:path w="5439409" h="1511300">
                <a:moveTo>
                  <a:pt x="5390629" y="622300"/>
                </a:moveTo>
                <a:lnTo>
                  <a:pt x="5375668" y="622300"/>
                </a:lnTo>
                <a:lnTo>
                  <a:pt x="5369534" y="609600"/>
                </a:lnTo>
                <a:lnTo>
                  <a:pt x="5384673" y="609600"/>
                </a:lnTo>
                <a:lnTo>
                  <a:pt x="5390629" y="622300"/>
                </a:lnTo>
                <a:close/>
              </a:path>
              <a:path w="5439409" h="1511300">
                <a:moveTo>
                  <a:pt x="53009" y="635000"/>
                </a:moveTo>
                <a:lnTo>
                  <a:pt x="35140" y="635000"/>
                </a:lnTo>
                <a:lnTo>
                  <a:pt x="39738" y="622300"/>
                </a:lnTo>
                <a:lnTo>
                  <a:pt x="57962" y="622300"/>
                </a:lnTo>
                <a:lnTo>
                  <a:pt x="53009" y="635000"/>
                </a:lnTo>
                <a:close/>
              </a:path>
              <a:path w="5439409" h="1511300">
                <a:moveTo>
                  <a:pt x="5401589" y="635000"/>
                </a:moveTo>
                <a:lnTo>
                  <a:pt x="5386705" y="635000"/>
                </a:lnTo>
                <a:lnTo>
                  <a:pt x="5381205" y="622300"/>
                </a:lnTo>
                <a:lnTo>
                  <a:pt x="5396268" y="622300"/>
                </a:lnTo>
                <a:lnTo>
                  <a:pt x="5401589" y="635000"/>
                </a:lnTo>
                <a:close/>
              </a:path>
              <a:path w="5439409" h="1511300">
                <a:moveTo>
                  <a:pt x="40144" y="647700"/>
                </a:moveTo>
                <a:lnTo>
                  <a:pt x="22910" y="647700"/>
                </a:lnTo>
                <a:lnTo>
                  <a:pt x="26720" y="635000"/>
                </a:lnTo>
                <a:lnTo>
                  <a:pt x="44335" y="635000"/>
                </a:lnTo>
                <a:lnTo>
                  <a:pt x="40144" y="647700"/>
                </a:lnTo>
                <a:close/>
              </a:path>
              <a:path w="5439409" h="1511300">
                <a:moveTo>
                  <a:pt x="5411216" y="647700"/>
                </a:moveTo>
                <a:lnTo>
                  <a:pt x="5396420" y="647700"/>
                </a:lnTo>
                <a:lnTo>
                  <a:pt x="5391581" y="635000"/>
                </a:lnTo>
                <a:lnTo>
                  <a:pt x="5406567" y="635000"/>
                </a:lnTo>
                <a:lnTo>
                  <a:pt x="5411216" y="647700"/>
                </a:lnTo>
                <a:close/>
              </a:path>
              <a:path w="5439409" h="1511300">
                <a:moveTo>
                  <a:pt x="29692" y="660400"/>
                </a:moveTo>
                <a:lnTo>
                  <a:pt x="13119" y="660400"/>
                </a:lnTo>
                <a:lnTo>
                  <a:pt x="16103" y="647700"/>
                </a:lnTo>
                <a:lnTo>
                  <a:pt x="33070" y="647700"/>
                </a:lnTo>
                <a:lnTo>
                  <a:pt x="29692" y="660400"/>
                </a:lnTo>
                <a:close/>
              </a:path>
              <a:path w="5439409" h="1511300">
                <a:moveTo>
                  <a:pt x="5419483" y="660400"/>
                </a:moveTo>
                <a:lnTo>
                  <a:pt x="5404802" y="660400"/>
                </a:lnTo>
                <a:lnTo>
                  <a:pt x="5400636" y="647700"/>
                </a:lnTo>
                <a:lnTo>
                  <a:pt x="5415521" y="647700"/>
                </a:lnTo>
                <a:lnTo>
                  <a:pt x="5419483" y="660400"/>
                </a:lnTo>
                <a:close/>
              </a:path>
              <a:path w="5439409" h="1511300">
                <a:moveTo>
                  <a:pt x="21691" y="673100"/>
                </a:moveTo>
                <a:lnTo>
                  <a:pt x="8039" y="673100"/>
                </a:lnTo>
                <a:lnTo>
                  <a:pt x="10426" y="660400"/>
                </a:lnTo>
                <a:lnTo>
                  <a:pt x="24231" y="660400"/>
                </a:lnTo>
                <a:lnTo>
                  <a:pt x="21691" y="673100"/>
                </a:lnTo>
                <a:close/>
              </a:path>
              <a:path w="5439409" h="1511300">
                <a:moveTo>
                  <a:pt x="5426341" y="673100"/>
                </a:moveTo>
                <a:lnTo>
                  <a:pt x="5411825" y="673100"/>
                </a:lnTo>
                <a:lnTo>
                  <a:pt x="5408345" y="660400"/>
                </a:lnTo>
                <a:lnTo>
                  <a:pt x="5423090" y="660400"/>
                </a:lnTo>
                <a:lnTo>
                  <a:pt x="5426341" y="673100"/>
                </a:lnTo>
                <a:close/>
              </a:path>
              <a:path w="5439409" h="1511300">
                <a:moveTo>
                  <a:pt x="16205" y="685800"/>
                </a:moveTo>
                <a:lnTo>
                  <a:pt x="2666" y="685800"/>
                </a:lnTo>
                <a:lnTo>
                  <a:pt x="4140" y="673100"/>
                </a:lnTo>
                <a:lnTo>
                  <a:pt x="17881" y="673100"/>
                </a:lnTo>
                <a:lnTo>
                  <a:pt x="16205" y="685800"/>
                </a:lnTo>
                <a:close/>
              </a:path>
              <a:path w="5439409" h="1511300">
                <a:moveTo>
                  <a:pt x="5431764" y="685800"/>
                </a:moveTo>
                <a:lnTo>
                  <a:pt x="5417477" y="685800"/>
                </a:lnTo>
                <a:lnTo>
                  <a:pt x="5414695" y="673100"/>
                </a:lnTo>
                <a:lnTo>
                  <a:pt x="5429237" y="673100"/>
                </a:lnTo>
                <a:lnTo>
                  <a:pt x="5431764" y="685800"/>
                </a:lnTo>
                <a:close/>
              </a:path>
              <a:path w="5439409" h="1511300">
                <a:moveTo>
                  <a:pt x="13246" y="698500"/>
                </a:moveTo>
                <a:lnTo>
                  <a:pt x="673" y="698500"/>
                </a:lnTo>
                <a:lnTo>
                  <a:pt x="1511" y="685800"/>
                </a:lnTo>
                <a:lnTo>
                  <a:pt x="14020" y="685800"/>
                </a:lnTo>
                <a:lnTo>
                  <a:pt x="13246" y="698500"/>
                </a:lnTo>
                <a:close/>
              </a:path>
              <a:path w="5439409" h="1511300">
                <a:moveTo>
                  <a:pt x="5437073" y="711200"/>
                </a:moveTo>
                <a:lnTo>
                  <a:pt x="5424576" y="711200"/>
                </a:lnTo>
                <a:lnTo>
                  <a:pt x="5423255" y="698500"/>
                </a:lnTo>
                <a:lnTo>
                  <a:pt x="5421731" y="698500"/>
                </a:lnTo>
                <a:lnTo>
                  <a:pt x="5419674" y="685800"/>
                </a:lnTo>
                <a:lnTo>
                  <a:pt x="5433910" y="685800"/>
                </a:lnTo>
                <a:lnTo>
                  <a:pt x="5435688" y="698500"/>
                </a:lnTo>
                <a:lnTo>
                  <a:pt x="5437073" y="711200"/>
                </a:lnTo>
                <a:close/>
              </a:path>
              <a:path w="5439409" h="1511300">
                <a:moveTo>
                  <a:pt x="12788" y="711200"/>
                </a:moveTo>
                <a:lnTo>
                  <a:pt x="88" y="711200"/>
                </a:lnTo>
                <a:lnTo>
                  <a:pt x="0" y="698500"/>
                </a:lnTo>
                <a:lnTo>
                  <a:pt x="12700" y="698500"/>
                </a:lnTo>
                <a:lnTo>
                  <a:pt x="12788" y="711200"/>
                </a:lnTo>
                <a:close/>
              </a:path>
              <a:path w="5439409" h="1511300">
                <a:moveTo>
                  <a:pt x="14541" y="723900"/>
                </a:moveTo>
                <a:lnTo>
                  <a:pt x="1358" y="723900"/>
                </a:lnTo>
                <a:lnTo>
                  <a:pt x="762" y="711200"/>
                </a:lnTo>
                <a:lnTo>
                  <a:pt x="13830" y="711200"/>
                </a:lnTo>
                <a:lnTo>
                  <a:pt x="14541" y="723900"/>
                </a:lnTo>
                <a:close/>
              </a:path>
              <a:path w="5439409" h="1511300">
                <a:moveTo>
                  <a:pt x="5438673" y="723900"/>
                </a:moveTo>
                <a:lnTo>
                  <a:pt x="5425998" y="723900"/>
                </a:lnTo>
                <a:lnTo>
                  <a:pt x="5425427" y="711200"/>
                </a:lnTo>
                <a:lnTo>
                  <a:pt x="5438063" y="711200"/>
                </a:lnTo>
                <a:lnTo>
                  <a:pt x="5438673" y="723900"/>
                </a:lnTo>
                <a:close/>
              </a:path>
              <a:path w="5439409" h="1511300">
                <a:moveTo>
                  <a:pt x="17386" y="736600"/>
                </a:moveTo>
                <a:lnTo>
                  <a:pt x="5334" y="736600"/>
                </a:lnTo>
                <a:lnTo>
                  <a:pt x="3048" y="723900"/>
                </a:lnTo>
                <a:lnTo>
                  <a:pt x="15227" y="723900"/>
                </a:lnTo>
                <a:lnTo>
                  <a:pt x="17386" y="736600"/>
                </a:lnTo>
                <a:close/>
              </a:path>
              <a:path w="5439409" h="1511300">
                <a:moveTo>
                  <a:pt x="19964" y="736600"/>
                </a:moveTo>
                <a:lnTo>
                  <a:pt x="17386" y="736600"/>
                </a:lnTo>
                <a:lnTo>
                  <a:pt x="17208" y="723900"/>
                </a:lnTo>
                <a:lnTo>
                  <a:pt x="19964" y="736600"/>
                </a:lnTo>
                <a:close/>
              </a:path>
              <a:path w="5439409" h="1511300">
                <a:moveTo>
                  <a:pt x="5437898" y="749300"/>
                </a:moveTo>
                <a:lnTo>
                  <a:pt x="5424170" y="749300"/>
                </a:lnTo>
                <a:lnTo>
                  <a:pt x="5425325" y="736600"/>
                </a:lnTo>
                <a:lnTo>
                  <a:pt x="5425935" y="736600"/>
                </a:lnTo>
                <a:lnTo>
                  <a:pt x="5426176" y="723900"/>
                </a:lnTo>
                <a:lnTo>
                  <a:pt x="5438876" y="723900"/>
                </a:lnTo>
                <a:lnTo>
                  <a:pt x="5438622" y="736600"/>
                </a:lnTo>
                <a:lnTo>
                  <a:pt x="5437898" y="749300"/>
                </a:lnTo>
                <a:close/>
              </a:path>
              <a:path w="5439409" h="1511300">
                <a:moveTo>
                  <a:pt x="31051" y="762000"/>
                </a:moveTo>
                <a:lnTo>
                  <a:pt x="15938" y="762000"/>
                </a:lnTo>
                <a:lnTo>
                  <a:pt x="11811" y="749300"/>
                </a:lnTo>
                <a:lnTo>
                  <a:pt x="8267" y="736600"/>
                </a:lnTo>
                <a:lnTo>
                  <a:pt x="19761" y="736600"/>
                </a:lnTo>
                <a:lnTo>
                  <a:pt x="23101" y="749300"/>
                </a:lnTo>
                <a:lnTo>
                  <a:pt x="26568" y="749300"/>
                </a:lnTo>
                <a:lnTo>
                  <a:pt x="31051" y="762000"/>
                </a:lnTo>
                <a:close/>
              </a:path>
              <a:path w="5439409" h="1511300">
                <a:moveTo>
                  <a:pt x="26797" y="749300"/>
                </a:moveTo>
                <a:lnTo>
                  <a:pt x="23101" y="749300"/>
                </a:lnTo>
                <a:lnTo>
                  <a:pt x="22885" y="736600"/>
                </a:lnTo>
                <a:lnTo>
                  <a:pt x="26797" y="749300"/>
                </a:lnTo>
                <a:close/>
              </a:path>
              <a:path w="5439409" h="1511300">
                <a:moveTo>
                  <a:pt x="35839" y="762000"/>
                </a:moveTo>
                <a:lnTo>
                  <a:pt x="31051" y="762000"/>
                </a:lnTo>
                <a:lnTo>
                  <a:pt x="30810" y="749300"/>
                </a:lnTo>
                <a:lnTo>
                  <a:pt x="35839" y="762000"/>
                </a:lnTo>
                <a:close/>
              </a:path>
              <a:path w="5439409" h="1511300">
                <a:moveTo>
                  <a:pt x="5422646" y="762000"/>
                </a:moveTo>
                <a:lnTo>
                  <a:pt x="5420702" y="762000"/>
                </a:lnTo>
                <a:lnTo>
                  <a:pt x="5422734" y="749300"/>
                </a:lnTo>
                <a:lnTo>
                  <a:pt x="5422646" y="762000"/>
                </a:lnTo>
                <a:close/>
              </a:path>
              <a:path w="5439409" h="1511300">
                <a:moveTo>
                  <a:pt x="5435028" y="762000"/>
                </a:moveTo>
                <a:lnTo>
                  <a:pt x="5422646" y="762000"/>
                </a:lnTo>
                <a:lnTo>
                  <a:pt x="5424246" y="749300"/>
                </a:lnTo>
                <a:lnTo>
                  <a:pt x="5436704" y="749300"/>
                </a:lnTo>
                <a:lnTo>
                  <a:pt x="5435028" y="762000"/>
                </a:lnTo>
                <a:close/>
              </a:path>
              <a:path w="5439409" h="1511300">
                <a:moveTo>
                  <a:pt x="47053" y="774700"/>
                </a:moveTo>
                <a:lnTo>
                  <a:pt x="25908" y="774700"/>
                </a:lnTo>
                <a:lnTo>
                  <a:pt x="20650" y="762000"/>
                </a:lnTo>
                <a:lnTo>
                  <a:pt x="40957" y="762000"/>
                </a:lnTo>
                <a:lnTo>
                  <a:pt x="47053" y="774700"/>
                </a:lnTo>
                <a:close/>
              </a:path>
              <a:path w="5439409" h="1511300">
                <a:moveTo>
                  <a:pt x="5427256" y="787400"/>
                </a:moveTo>
                <a:lnTo>
                  <a:pt x="5412333" y="787400"/>
                </a:lnTo>
                <a:lnTo>
                  <a:pt x="5415673" y="774700"/>
                </a:lnTo>
                <a:lnTo>
                  <a:pt x="5418328" y="774700"/>
                </a:lnTo>
                <a:lnTo>
                  <a:pt x="5420804" y="762000"/>
                </a:lnTo>
                <a:lnTo>
                  <a:pt x="5432894" y="762000"/>
                </a:lnTo>
                <a:lnTo>
                  <a:pt x="5430304" y="774700"/>
                </a:lnTo>
                <a:lnTo>
                  <a:pt x="5427256" y="787400"/>
                </a:lnTo>
                <a:close/>
              </a:path>
              <a:path w="5439409" h="1511300">
                <a:moveTo>
                  <a:pt x="60388" y="787400"/>
                </a:moveTo>
                <a:lnTo>
                  <a:pt x="38023" y="787400"/>
                </a:lnTo>
                <a:lnTo>
                  <a:pt x="31699" y="774700"/>
                </a:lnTo>
                <a:lnTo>
                  <a:pt x="53251" y="774700"/>
                </a:lnTo>
                <a:lnTo>
                  <a:pt x="60388" y="787400"/>
                </a:lnTo>
                <a:close/>
              </a:path>
              <a:path w="5439409" h="1511300">
                <a:moveTo>
                  <a:pt x="75755" y="800100"/>
                </a:moveTo>
                <a:lnTo>
                  <a:pt x="52222" y="800100"/>
                </a:lnTo>
                <a:lnTo>
                  <a:pt x="44869" y="787400"/>
                </a:lnTo>
                <a:lnTo>
                  <a:pt x="67627" y="787400"/>
                </a:lnTo>
                <a:lnTo>
                  <a:pt x="75755" y="800100"/>
                </a:lnTo>
                <a:close/>
              </a:path>
              <a:path w="5439409" h="1511300">
                <a:moveTo>
                  <a:pt x="5419877" y="800100"/>
                </a:moveTo>
                <a:lnTo>
                  <a:pt x="5404675" y="800100"/>
                </a:lnTo>
                <a:lnTo>
                  <a:pt x="5408853" y="787400"/>
                </a:lnTo>
                <a:lnTo>
                  <a:pt x="5423776" y="787400"/>
                </a:lnTo>
                <a:lnTo>
                  <a:pt x="5419877" y="800100"/>
                </a:lnTo>
                <a:close/>
              </a:path>
              <a:path w="5439409" h="1511300">
                <a:moveTo>
                  <a:pt x="93090" y="812800"/>
                </a:moveTo>
                <a:lnTo>
                  <a:pt x="68389" y="812800"/>
                </a:lnTo>
                <a:lnTo>
                  <a:pt x="60058" y="800100"/>
                </a:lnTo>
                <a:lnTo>
                  <a:pt x="84010" y="800100"/>
                </a:lnTo>
                <a:lnTo>
                  <a:pt x="93090" y="812800"/>
                </a:lnTo>
                <a:close/>
              </a:path>
              <a:path w="5439409" h="1511300">
                <a:moveTo>
                  <a:pt x="5410784" y="812800"/>
                </a:moveTo>
                <a:lnTo>
                  <a:pt x="5395379" y="812800"/>
                </a:lnTo>
                <a:lnTo>
                  <a:pt x="5400382" y="800100"/>
                </a:lnTo>
                <a:lnTo>
                  <a:pt x="5415533" y="800100"/>
                </a:lnTo>
                <a:lnTo>
                  <a:pt x="5410784" y="812800"/>
                </a:lnTo>
                <a:close/>
              </a:path>
              <a:path w="5439409" h="1511300">
                <a:moveTo>
                  <a:pt x="112318" y="825500"/>
                </a:moveTo>
                <a:lnTo>
                  <a:pt x="86448" y="825500"/>
                </a:lnTo>
                <a:lnTo>
                  <a:pt x="77190" y="812800"/>
                </a:lnTo>
                <a:lnTo>
                  <a:pt x="102311" y="812800"/>
                </a:lnTo>
                <a:lnTo>
                  <a:pt x="112318" y="825500"/>
                </a:lnTo>
                <a:close/>
              </a:path>
              <a:path w="5439409" h="1511300">
                <a:moveTo>
                  <a:pt x="5394083" y="838200"/>
                </a:moveTo>
                <a:lnTo>
                  <a:pt x="5371998" y="838200"/>
                </a:lnTo>
                <a:lnTo>
                  <a:pt x="5378589" y="825500"/>
                </a:lnTo>
                <a:lnTo>
                  <a:pt x="5384482" y="825500"/>
                </a:lnTo>
                <a:lnTo>
                  <a:pt x="5390286" y="812800"/>
                </a:lnTo>
                <a:lnTo>
                  <a:pt x="5405615" y="812800"/>
                </a:lnTo>
                <a:lnTo>
                  <a:pt x="5400052" y="825500"/>
                </a:lnTo>
                <a:lnTo>
                  <a:pt x="5394083" y="838200"/>
                </a:lnTo>
                <a:close/>
              </a:path>
              <a:path w="5439409" h="1511300">
                <a:moveTo>
                  <a:pt x="144487" y="838200"/>
                </a:moveTo>
                <a:lnTo>
                  <a:pt x="116928" y="838200"/>
                </a:lnTo>
                <a:lnTo>
                  <a:pt x="106337" y="825500"/>
                </a:lnTo>
                <a:lnTo>
                  <a:pt x="133197" y="825500"/>
                </a:lnTo>
                <a:lnTo>
                  <a:pt x="144487" y="838200"/>
                </a:lnTo>
                <a:close/>
              </a:path>
              <a:path w="5439409" h="1511300">
                <a:moveTo>
                  <a:pt x="180428" y="850900"/>
                </a:moveTo>
                <a:lnTo>
                  <a:pt x="139395" y="850900"/>
                </a:lnTo>
                <a:lnTo>
                  <a:pt x="127952" y="838200"/>
                </a:lnTo>
                <a:lnTo>
                  <a:pt x="167919" y="838200"/>
                </a:lnTo>
                <a:lnTo>
                  <a:pt x="180428" y="850900"/>
                </a:lnTo>
                <a:close/>
              </a:path>
              <a:path w="5439409" h="1511300">
                <a:moveTo>
                  <a:pt x="5380990" y="850900"/>
                </a:moveTo>
                <a:lnTo>
                  <a:pt x="5357977" y="850900"/>
                </a:lnTo>
                <a:lnTo>
                  <a:pt x="5365330" y="838200"/>
                </a:lnTo>
                <a:lnTo>
                  <a:pt x="5387733" y="838200"/>
                </a:lnTo>
                <a:lnTo>
                  <a:pt x="5380990" y="850900"/>
                </a:lnTo>
                <a:close/>
              </a:path>
              <a:path w="5439409" h="1511300">
                <a:moveTo>
                  <a:pt x="206336" y="863600"/>
                </a:moveTo>
                <a:lnTo>
                  <a:pt x="176110" y="863600"/>
                </a:lnTo>
                <a:lnTo>
                  <a:pt x="163487" y="850900"/>
                </a:lnTo>
                <a:lnTo>
                  <a:pt x="193078" y="850900"/>
                </a:lnTo>
                <a:lnTo>
                  <a:pt x="206336" y="863600"/>
                </a:lnTo>
                <a:close/>
              </a:path>
              <a:path w="5439409" h="1511300">
                <a:moveTo>
                  <a:pt x="5366372" y="863600"/>
                </a:moveTo>
                <a:lnTo>
                  <a:pt x="5342458" y="863600"/>
                </a:lnTo>
                <a:lnTo>
                  <a:pt x="5350548" y="850900"/>
                </a:lnTo>
                <a:lnTo>
                  <a:pt x="5373865" y="850900"/>
                </a:lnTo>
                <a:lnTo>
                  <a:pt x="5366372" y="863600"/>
                </a:lnTo>
                <a:close/>
              </a:path>
              <a:path w="5439409" h="1511300">
                <a:moveTo>
                  <a:pt x="262458" y="876300"/>
                </a:moveTo>
                <a:lnTo>
                  <a:pt x="216217" y="876300"/>
                </a:lnTo>
                <a:lnTo>
                  <a:pt x="202488" y="863600"/>
                </a:lnTo>
                <a:lnTo>
                  <a:pt x="247815" y="863600"/>
                </a:lnTo>
                <a:lnTo>
                  <a:pt x="262458" y="876300"/>
                </a:lnTo>
                <a:close/>
              </a:path>
              <a:path w="5439409" h="1511300">
                <a:moveTo>
                  <a:pt x="5350268" y="876300"/>
                </a:moveTo>
                <a:lnTo>
                  <a:pt x="5325465" y="876300"/>
                </a:lnTo>
                <a:lnTo>
                  <a:pt x="5334266" y="863600"/>
                </a:lnTo>
                <a:lnTo>
                  <a:pt x="5358498" y="863600"/>
                </a:lnTo>
                <a:lnTo>
                  <a:pt x="5350268" y="876300"/>
                </a:lnTo>
                <a:close/>
              </a:path>
              <a:path w="5439409" h="1511300">
                <a:moveTo>
                  <a:pt x="258108" y="887846"/>
                </a:moveTo>
                <a:lnTo>
                  <a:pt x="244703" y="876300"/>
                </a:lnTo>
                <a:lnTo>
                  <a:pt x="273431" y="876300"/>
                </a:lnTo>
                <a:lnTo>
                  <a:pt x="258108" y="887846"/>
                </a:lnTo>
                <a:close/>
              </a:path>
              <a:path w="5439409" h="1511300">
                <a:moveTo>
                  <a:pt x="274459" y="889000"/>
                </a:moveTo>
                <a:lnTo>
                  <a:pt x="259448" y="889000"/>
                </a:lnTo>
                <a:lnTo>
                  <a:pt x="258108" y="887846"/>
                </a:lnTo>
                <a:lnTo>
                  <a:pt x="273431" y="876300"/>
                </a:lnTo>
                <a:lnTo>
                  <a:pt x="274459" y="889000"/>
                </a:lnTo>
                <a:close/>
              </a:path>
              <a:path w="5439409" h="1511300">
                <a:moveTo>
                  <a:pt x="261607" y="901700"/>
                </a:moveTo>
                <a:lnTo>
                  <a:pt x="225285" y="901700"/>
                </a:lnTo>
                <a:lnTo>
                  <a:pt x="232778" y="889000"/>
                </a:lnTo>
                <a:lnTo>
                  <a:pt x="274459" y="889000"/>
                </a:lnTo>
                <a:lnTo>
                  <a:pt x="273431" y="876300"/>
                </a:lnTo>
                <a:lnTo>
                  <a:pt x="296481" y="876300"/>
                </a:lnTo>
                <a:lnTo>
                  <a:pt x="261607" y="901700"/>
                </a:lnTo>
                <a:close/>
              </a:path>
              <a:path w="5439409" h="1511300">
                <a:moveTo>
                  <a:pt x="5332742" y="889000"/>
                </a:moveTo>
                <a:lnTo>
                  <a:pt x="5307037" y="889000"/>
                </a:lnTo>
                <a:lnTo>
                  <a:pt x="5316550" y="876300"/>
                </a:lnTo>
                <a:lnTo>
                  <a:pt x="5341683" y="876300"/>
                </a:lnTo>
                <a:lnTo>
                  <a:pt x="5332742" y="889000"/>
                </a:lnTo>
                <a:close/>
              </a:path>
              <a:path w="5439409" h="1511300">
                <a:moveTo>
                  <a:pt x="259448" y="889000"/>
                </a:moveTo>
                <a:lnTo>
                  <a:pt x="256578" y="889000"/>
                </a:lnTo>
                <a:lnTo>
                  <a:pt x="258108" y="887846"/>
                </a:lnTo>
                <a:lnTo>
                  <a:pt x="259448" y="889000"/>
                </a:lnTo>
                <a:close/>
              </a:path>
              <a:path w="5439409" h="1511300">
                <a:moveTo>
                  <a:pt x="5313819" y="901700"/>
                </a:moveTo>
                <a:lnTo>
                  <a:pt x="5287225" y="901700"/>
                </a:lnTo>
                <a:lnTo>
                  <a:pt x="5297424" y="889000"/>
                </a:lnTo>
                <a:lnTo>
                  <a:pt x="5323446" y="889000"/>
                </a:lnTo>
                <a:lnTo>
                  <a:pt x="5313819" y="901700"/>
                </a:lnTo>
                <a:close/>
              </a:path>
              <a:path w="5439409" h="1511300">
                <a:moveTo>
                  <a:pt x="231190" y="914400"/>
                </a:moveTo>
                <a:lnTo>
                  <a:pt x="204177" y="914400"/>
                </a:lnTo>
                <a:lnTo>
                  <a:pt x="210985" y="901700"/>
                </a:lnTo>
                <a:lnTo>
                  <a:pt x="238569" y="901700"/>
                </a:lnTo>
                <a:lnTo>
                  <a:pt x="231190" y="914400"/>
                </a:lnTo>
                <a:close/>
              </a:path>
              <a:path w="5439409" h="1511300">
                <a:moveTo>
                  <a:pt x="5293537" y="914400"/>
                </a:moveTo>
                <a:lnTo>
                  <a:pt x="5266080" y="914400"/>
                </a:lnTo>
                <a:lnTo>
                  <a:pt x="5276926" y="901700"/>
                </a:lnTo>
                <a:lnTo>
                  <a:pt x="5303850" y="901700"/>
                </a:lnTo>
                <a:lnTo>
                  <a:pt x="5293537" y="914400"/>
                </a:lnTo>
                <a:close/>
              </a:path>
              <a:path w="5439409" h="1511300">
                <a:moveTo>
                  <a:pt x="210794" y="927100"/>
                </a:moveTo>
                <a:lnTo>
                  <a:pt x="185204" y="927100"/>
                </a:lnTo>
                <a:lnTo>
                  <a:pt x="191287" y="914400"/>
                </a:lnTo>
                <a:lnTo>
                  <a:pt x="217474" y="914400"/>
                </a:lnTo>
                <a:lnTo>
                  <a:pt x="210794" y="927100"/>
                </a:lnTo>
                <a:close/>
              </a:path>
              <a:path w="5439409" h="1511300">
                <a:moveTo>
                  <a:pt x="5271947" y="927100"/>
                </a:moveTo>
                <a:lnTo>
                  <a:pt x="5243626" y="927100"/>
                </a:lnTo>
                <a:lnTo>
                  <a:pt x="5255107" y="914400"/>
                </a:lnTo>
                <a:lnTo>
                  <a:pt x="5282907" y="914400"/>
                </a:lnTo>
                <a:lnTo>
                  <a:pt x="5271947" y="927100"/>
                </a:lnTo>
                <a:close/>
              </a:path>
              <a:path w="5439409" h="1511300">
                <a:moveTo>
                  <a:pt x="192608" y="939800"/>
                </a:moveTo>
                <a:lnTo>
                  <a:pt x="168478" y="939800"/>
                </a:lnTo>
                <a:lnTo>
                  <a:pt x="173799" y="927100"/>
                </a:lnTo>
                <a:lnTo>
                  <a:pt x="198551" y="927100"/>
                </a:lnTo>
                <a:lnTo>
                  <a:pt x="192608" y="939800"/>
                </a:lnTo>
                <a:close/>
              </a:path>
              <a:path w="5439409" h="1511300">
                <a:moveTo>
                  <a:pt x="5237175" y="939800"/>
                </a:moveTo>
                <a:lnTo>
                  <a:pt x="5207584" y="939800"/>
                </a:lnTo>
                <a:lnTo>
                  <a:pt x="5220004" y="927100"/>
                </a:lnTo>
                <a:lnTo>
                  <a:pt x="5249075" y="927100"/>
                </a:lnTo>
                <a:lnTo>
                  <a:pt x="5237175" y="939800"/>
                </a:lnTo>
                <a:close/>
              </a:path>
              <a:path w="5439409" h="1511300">
                <a:moveTo>
                  <a:pt x="176745" y="952500"/>
                </a:moveTo>
                <a:lnTo>
                  <a:pt x="158610" y="952500"/>
                </a:lnTo>
                <a:lnTo>
                  <a:pt x="163410" y="939800"/>
                </a:lnTo>
                <a:lnTo>
                  <a:pt x="181927" y="939800"/>
                </a:lnTo>
                <a:lnTo>
                  <a:pt x="176745" y="952500"/>
                </a:lnTo>
                <a:close/>
              </a:path>
              <a:path w="5439409" h="1511300">
                <a:moveTo>
                  <a:pt x="5212473" y="952500"/>
                </a:moveTo>
                <a:lnTo>
                  <a:pt x="5182057" y="952500"/>
                </a:lnTo>
                <a:lnTo>
                  <a:pt x="5195061" y="939800"/>
                </a:lnTo>
                <a:lnTo>
                  <a:pt x="5224983" y="939800"/>
                </a:lnTo>
                <a:lnTo>
                  <a:pt x="5212473" y="952500"/>
                </a:lnTo>
                <a:close/>
              </a:path>
              <a:path w="5439409" h="1511300">
                <a:moveTo>
                  <a:pt x="163309" y="965200"/>
                </a:moveTo>
                <a:lnTo>
                  <a:pt x="145846" y="965200"/>
                </a:lnTo>
                <a:lnTo>
                  <a:pt x="149834" y="952500"/>
                </a:lnTo>
                <a:lnTo>
                  <a:pt x="167678" y="952500"/>
                </a:lnTo>
                <a:lnTo>
                  <a:pt x="163309" y="965200"/>
                </a:lnTo>
                <a:close/>
              </a:path>
              <a:path w="5439409" h="1511300">
                <a:moveTo>
                  <a:pt x="5186591" y="965200"/>
                </a:moveTo>
                <a:lnTo>
                  <a:pt x="5141607" y="965200"/>
                </a:lnTo>
                <a:lnTo>
                  <a:pt x="5155463" y="952500"/>
                </a:lnTo>
                <a:lnTo>
                  <a:pt x="5199672" y="952500"/>
                </a:lnTo>
                <a:lnTo>
                  <a:pt x="5186591" y="965200"/>
                </a:lnTo>
                <a:close/>
              </a:path>
              <a:path w="5439409" h="1511300">
                <a:moveTo>
                  <a:pt x="152374" y="977900"/>
                </a:moveTo>
                <a:lnTo>
                  <a:pt x="135636" y="977900"/>
                </a:lnTo>
                <a:lnTo>
                  <a:pt x="138747" y="965200"/>
                </a:lnTo>
                <a:lnTo>
                  <a:pt x="155905" y="965200"/>
                </a:lnTo>
                <a:lnTo>
                  <a:pt x="152374" y="977900"/>
                </a:lnTo>
                <a:close/>
              </a:path>
              <a:path w="5439409" h="1511300">
                <a:moveTo>
                  <a:pt x="5145646" y="977900"/>
                </a:moveTo>
                <a:lnTo>
                  <a:pt x="5098707" y="977900"/>
                </a:lnTo>
                <a:lnTo>
                  <a:pt x="5113350" y="965200"/>
                </a:lnTo>
                <a:lnTo>
                  <a:pt x="5159578" y="965200"/>
                </a:lnTo>
                <a:lnTo>
                  <a:pt x="5145646" y="977900"/>
                </a:lnTo>
                <a:close/>
              </a:path>
              <a:path w="5439409" h="1511300">
                <a:moveTo>
                  <a:pt x="144017" y="990600"/>
                </a:moveTo>
                <a:lnTo>
                  <a:pt x="130314" y="990600"/>
                </a:lnTo>
                <a:lnTo>
                  <a:pt x="132829" y="977900"/>
                </a:lnTo>
                <a:lnTo>
                  <a:pt x="146672" y="977900"/>
                </a:lnTo>
                <a:lnTo>
                  <a:pt x="144017" y="990600"/>
                </a:lnTo>
                <a:close/>
              </a:path>
              <a:path w="5439409" h="1511300">
                <a:moveTo>
                  <a:pt x="5102288" y="990600"/>
                </a:moveTo>
                <a:lnTo>
                  <a:pt x="5053482" y="990600"/>
                </a:lnTo>
                <a:lnTo>
                  <a:pt x="5068874" y="977900"/>
                </a:lnTo>
                <a:lnTo>
                  <a:pt x="5116995" y="977900"/>
                </a:lnTo>
                <a:lnTo>
                  <a:pt x="5102288" y="990600"/>
                </a:lnTo>
                <a:close/>
              </a:path>
              <a:path w="5439409" h="1511300">
                <a:moveTo>
                  <a:pt x="138277" y="1003300"/>
                </a:moveTo>
                <a:lnTo>
                  <a:pt x="124713" y="1003300"/>
                </a:lnTo>
                <a:lnTo>
                  <a:pt x="126250" y="990600"/>
                </a:lnTo>
                <a:lnTo>
                  <a:pt x="140030" y="990600"/>
                </a:lnTo>
                <a:lnTo>
                  <a:pt x="138277" y="1003300"/>
                </a:lnTo>
                <a:close/>
              </a:path>
              <a:path w="5439409" h="1511300">
                <a:moveTo>
                  <a:pt x="5056632" y="1003300"/>
                </a:moveTo>
                <a:lnTo>
                  <a:pt x="5006073" y="1003300"/>
                </a:lnTo>
                <a:lnTo>
                  <a:pt x="5022176" y="990600"/>
                </a:lnTo>
                <a:lnTo>
                  <a:pt x="5072087" y="990600"/>
                </a:lnTo>
                <a:lnTo>
                  <a:pt x="5056632" y="1003300"/>
                </a:lnTo>
                <a:close/>
              </a:path>
              <a:path w="5439409" h="1511300">
                <a:moveTo>
                  <a:pt x="135191" y="1016000"/>
                </a:moveTo>
                <a:lnTo>
                  <a:pt x="122618" y="1016000"/>
                </a:lnTo>
                <a:lnTo>
                  <a:pt x="123494" y="1003300"/>
                </a:lnTo>
                <a:lnTo>
                  <a:pt x="136004" y="1003300"/>
                </a:lnTo>
                <a:lnTo>
                  <a:pt x="135191" y="1016000"/>
                </a:lnTo>
                <a:close/>
              </a:path>
              <a:path w="5439409" h="1511300">
                <a:moveTo>
                  <a:pt x="5008816" y="1016000"/>
                </a:moveTo>
                <a:lnTo>
                  <a:pt x="4939715" y="1016000"/>
                </a:lnTo>
                <a:lnTo>
                  <a:pt x="4956695" y="1003300"/>
                </a:lnTo>
                <a:lnTo>
                  <a:pt x="5024983" y="1003300"/>
                </a:lnTo>
                <a:lnTo>
                  <a:pt x="5008816" y="1016000"/>
                </a:lnTo>
                <a:close/>
              </a:path>
              <a:path w="5439409" h="1511300">
                <a:moveTo>
                  <a:pt x="134620" y="1028700"/>
                </a:moveTo>
                <a:lnTo>
                  <a:pt x="121920" y="1028700"/>
                </a:lnTo>
                <a:lnTo>
                  <a:pt x="122097" y="1016000"/>
                </a:lnTo>
                <a:lnTo>
                  <a:pt x="134785" y="1016000"/>
                </a:lnTo>
                <a:lnTo>
                  <a:pt x="134620" y="1028700"/>
                </a:lnTo>
                <a:close/>
              </a:path>
              <a:path w="5439409" h="1511300">
                <a:moveTo>
                  <a:pt x="4941951" y="1028700"/>
                </a:moveTo>
                <a:lnTo>
                  <a:pt x="4852174" y="1028700"/>
                </a:lnTo>
                <a:lnTo>
                  <a:pt x="4870132" y="1016000"/>
                </a:lnTo>
                <a:lnTo>
                  <a:pt x="4958981" y="1016000"/>
                </a:lnTo>
                <a:lnTo>
                  <a:pt x="4941951" y="1028700"/>
                </a:lnTo>
                <a:close/>
              </a:path>
              <a:path w="5439409" h="1511300">
                <a:moveTo>
                  <a:pt x="136131" y="1041400"/>
                </a:moveTo>
                <a:lnTo>
                  <a:pt x="123634" y="1041400"/>
                </a:lnTo>
                <a:lnTo>
                  <a:pt x="122682" y="1028700"/>
                </a:lnTo>
                <a:lnTo>
                  <a:pt x="135242" y="1028700"/>
                </a:lnTo>
                <a:lnTo>
                  <a:pt x="136131" y="1041400"/>
                </a:lnTo>
                <a:close/>
              </a:path>
              <a:path w="5439409" h="1511300">
                <a:moveTo>
                  <a:pt x="4853800" y="1041400"/>
                </a:moveTo>
                <a:lnTo>
                  <a:pt x="4741240" y="1041400"/>
                </a:lnTo>
                <a:lnTo>
                  <a:pt x="4760188" y="1028700"/>
                </a:lnTo>
                <a:lnTo>
                  <a:pt x="4871808" y="1028700"/>
                </a:lnTo>
                <a:lnTo>
                  <a:pt x="4853800" y="1041400"/>
                </a:lnTo>
                <a:close/>
              </a:path>
              <a:path w="5439409" h="1511300">
                <a:moveTo>
                  <a:pt x="140525" y="1054100"/>
                </a:moveTo>
                <a:lnTo>
                  <a:pt x="126644" y="1054100"/>
                </a:lnTo>
                <a:lnTo>
                  <a:pt x="124955" y="1041400"/>
                </a:lnTo>
                <a:lnTo>
                  <a:pt x="138620" y="1041400"/>
                </a:lnTo>
                <a:lnTo>
                  <a:pt x="140525" y="1054100"/>
                </a:lnTo>
                <a:close/>
              </a:path>
              <a:path w="5439409" h="1511300">
                <a:moveTo>
                  <a:pt x="4703737" y="1054100"/>
                </a:moveTo>
                <a:lnTo>
                  <a:pt x="4696650" y="1054100"/>
                </a:lnTo>
                <a:lnTo>
                  <a:pt x="4697336" y="1041400"/>
                </a:lnTo>
                <a:lnTo>
                  <a:pt x="4709706" y="1041400"/>
                </a:lnTo>
                <a:lnTo>
                  <a:pt x="4703737" y="1054100"/>
                </a:lnTo>
                <a:close/>
              </a:path>
              <a:path w="5439409" h="1511300">
                <a:moveTo>
                  <a:pt x="4709325" y="1054100"/>
                </a:moveTo>
                <a:lnTo>
                  <a:pt x="4703737" y="1054100"/>
                </a:lnTo>
                <a:lnTo>
                  <a:pt x="4709706" y="1041400"/>
                </a:lnTo>
                <a:lnTo>
                  <a:pt x="4709325" y="1054100"/>
                </a:lnTo>
                <a:close/>
              </a:path>
              <a:path w="5439409" h="1511300">
                <a:moveTo>
                  <a:pt x="4742167" y="1054100"/>
                </a:moveTo>
                <a:lnTo>
                  <a:pt x="4709325" y="1054100"/>
                </a:lnTo>
                <a:lnTo>
                  <a:pt x="4709706" y="1041400"/>
                </a:lnTo>
                <a:lnTo>
                  <a:pt x="4761179" y="1041400"/>
                </a:lnTo>
                <a:lnTo>
                  <a:pt x="4742167" y="1054100"/>
                </a:lnTo>
                <a:close/>
              </a:path>
              <a:path w="5439409" h="1511300">
                <a:moveTo>
                  <a:pt x="145034" y="1066800"/>
                </a:moveTo>
                <a:lnTo>
                  <a:pt x="131076" y="1066800"/>
                </a:lnTo>
                <a:lnTo>
                  <a:pt x="128689" y="1054100"/>
                </a:lnTo>
                <a:lnTo>
                  <a:pt x="142468" y="1054100"/>
                </a:lnTo>
                <a:lnTo>
                  <a:pt x="145034" y="1066800"/>
                </a:lnTo>
                <a:close/>
              </a:path>
              <a:path w="5439409" h="1511300">
                <a:moveTo>
                  <a:pt x="4705184" y="1079500"/>
                </a:moveTo>
                <a:lnTo>
                  <a:pt x="4690833" y="1079500"/>
                </a:lnTo>
                <a:lnTo>
                  <a:pt x="4693043" y="1066800"/>
                </a:lnTo>
                <a:lnTo>
                  <a:pt x="4694605" y="1066800"/>
                </a:lnTo>
                <a:lnTo>
                  <a:pt x="4695901" y="1054100"/>
                </a:lnTo>
                <a:lnTo>
                  <a:pt x="4708423" y="1054100"/>
                </a:lnTo>
                <a:lnTo>
                  <a:pt x="4707039" y="1066800"/>
                </a:lnTo>
                <a:lnTo>
                  <a:pt x="4705184" y="1079500"/>
                </a:lnTo>
                <a:close/>
              </a:path>
              <a:path w="5439409" h="1511300">
                <a:moveTo>
                  <a:pt x="154177" y="1079500"/>
                </a:moveTo>
                <a:lnTo>
                  <a:pt x="140246" y="1079500"/>
                </a:lnTo>
                <a:lnTo>
                  <a:pt x="136867" y="1066800"/>
                </a:lnTo>
                <a:lnTo>
                  <a:pt x="150647" y="1066800"/>
                </a:lnTo>
                <a:lnTo>
                  <a:pt x="154177" y="1079500"/>
                </a:lnTo>
                <a:close/>
              </a:path>
              <a:path w="5439409" h="1511300">
                <a:moveTo>
                  <a:pt x="166090" y="1092200"/>
                </a:moveTo>
                <a:lnTo>
                  <a:pt x="147967" y="1092200"/>
                </a:lnTo>
                <a:lnTo>
                  <a:pt x="143954" y="1079500"/>
                </a:lnTo>
                <a:lnTo>
                  <a:pt x="161645" y="1079500"/>
                </a:lnTo>
                <a:lnTo>
                  <a:pt x="166090" y="1092200"/>
                </a:lnTo>
                <a:close/>
              </a:path>
              <a:path w="5439409" h="1511300">
                <a:moveTo>
                  <a:pt x="4700079" y="1092200"/>
                </a:moveTo>
                <a:lnTo>
                  <a:pt x="4685385" y="1092200"/>
                </a:lnTo>
                <a:lnTo>
                  <a:pt x="4688471" y="1079500"/>
                </a:lnTo>
                <a:lnTo>
                  <a:pt x="4702860" y="1079500"/>
                </a:lnTo>
                <a:lnTo>
                  <a:pt x="4700079" y="1092200"/>
                </a:lnTo>
                <a:close/>
              </a:path>
              <a:path w="5439409" h="1511300">
                <a:moveTo>
                  <a:pt x="180721" y="1104900"/>
                </a:moveTo>
                <a:lnTo>
                  <a:pt x="161823" y="1104900"/>
                </a:lnTo>
                <a:lnTo>
                  <a:pt x="156908" y="1092200"/>
                </a:lnTo>
                <a:lnTo>
                  <a:pt x="175387" y="1092200"/>
                </a:lnTo>
                <a:lnTo>
                  <a:pt x="180721" y="1104900"/>
                </a:lnTo>
                <a:close/>
              </a:path>
              <a:path w="5439409" h="1511300">
                <a:moveTo>
                  <a:pt x="4693183" y="1104900"/>
                </a:moveTo>
                <a:lnTo>
                  <a:pt x="4678260" y="1104900"/>
                </a:lnTo>
                <a:lnTo>
                  <a:pt x="4682197" y="1092200"/>
                </a:lnTo>
                <a:lnTo>
                  <a:pt x="4696853" y="1092200"/>
                </a:lnTo>
                <a:lnTo>
                  <a:pt x="4693183" y="1104900"/>
                </a:lnTo>
                <a:close/>
              </a:path>
              <a:path w="5439409" h="1511300">
                <a:moveTo>
                  <a:pt x="191935" y="1117600"/>
                </a:moveTo>
                <a:lnTo>
                  <a:pt x="172516" y="1117600"/>
                </a:lnTo>
                <a:lnTo>
                  <a:pt x="167030" y="1104900"/>
                </a:lnTo>
                <a:lnTo>
                  <a:pt x="186029" y="1104900"/>
                </a:lnTo>
                <a:lnTo>
                  <a:pt x="191935" y="1117600"/>
                </a:lnTo>
                <a:close/>
              </a:path>
              <a:path w="5439409" h="1511300">
                <a:moveTo>
                  <a:pt x="4684560" y="1117600"/>
                </a:moveTo>
                <a:lnTo>
                  <a:pt x="4669472" y="1117600"/>
                </a:lnTo>
                <a:lnTo>
                  <a:pt x="4674247" y="1104900"/>
                </a:lnTo>
                <a:lnTo>
                  <a:pt x="4689081" y="1104900"/>
                </a:lnTo>
                <a:lnTo>
                  <a:pt x="4684560" y="1117600"/>
                </a:lnTo>
                <a:close/>
              </a:path>
              <a:path w="5439409" h="1511300">
                <a:moveTo>
                  <a:pt x="210858" y="1130300"/>
                </a:moveTo>
                <a:lnTo>
                  <a:pt x="190665" y="1130300"/>
                </a:lnTo>
                <a:lnTo>
                  <a:pt x="184340" y="1117600"/>
                </a:lnTo>
                <a:lnTo>
                  <a:pt x="204139" y="1117600"/>
                </a:lnTo>
                <a:lnTo>
                  <a:pt x="210858" y="1130300"/>
                </a:lnTo>
                <a:close/>
              </a:path>
              <a:path w="5439409" h="1511300">
                <a:moveTo>
                  <a:pt x="4674273" y="1130300"/>
                </a:moveTo>
                <a:lnTo>
                  <a:pt x="4659071" y="1130300"/>
                </a:lnTo>
                <a:lnTo>
                  <a:pt x="4664646" y="1117600"/>
                </a:lnTo>
                <a:lnTo>
                  <a:pt x="4679619" y="1117600"/>
                </a:lnTo>
                <a:lnTo>
                  <a:pt x="4674273" y="1130300"/>
                </a:lnTo>
                <a:close/>
              </a:path>
              <a:path w="5439409" h="1511300">
                <a:moveTo>
                  <a:pt x="239826" y="1143000"/>
                </a:moveTo>
                <a:lnTo>
                  <a:pt x="211213" y="1143000"/>
                </a:lnTo>
                <a:lnTo>
                  <a:pt x="204101" y="1130300"/>
                </a:lnTo>
                <a:lnTo>
                  <a:pt x="232079" y="1130300"/>
                </a:lnTo>
                <a:lnTo>
                  <a:pt x="239826" y="1143000"/>
                </a:lnTo>
                <a:close/>
              </a:path>
              <a:path w="5439409" h="1511300">
                <a:moveTo>
                  <a:pt x="4662373" y="1143000"/>
                </a:moveTo>
                <a:lnTo>
                  <a:pt x="4647069" y="1143000"/>
                </a:lnTo>
                <a:lnTo>
                  <a:pt x="4653432" y="1130300"/>
                </a:lnTo>
                <a:lnTo>
                  <a:pt x="4668520" y="1130300"/>
                </a:lnTo>
                <a:lnTo>
                  <a:pt x="4662373" y="1143000"/>
                </a:lnTo>
                <a:close/>
              </a:path>
              <a:path w="5439409" h="1511300">
                <a:moveTo>
                  <a:pt x="264210" y="1155700"/>
                </a:moveTo>
                <a:lnTo>
                  <a:pt x="234073" y="1155700"/>
                </a:lnTo>
                <a:lnTo>
                  <a:pt x="226199" y="1143000"/>
                </a:lnTo>
                <a:lnTo>
                  <a:pt x="255739" y="1143000"/>
                </a:lnTo>
                <a:lnTo>
                  <a:pt x="264210" y="1155700"/>
                </a:lnTo>
                <a:close/>
              </a:path>
              <a:path w="5439409" h="1511300">
                <a:moveTo>
                  <a:pt x="4648936" y="1155700"/>
                </a:moveTo>
                <a:lnTo>
                  <a:pt x="4633518" y="1155700"/>
                </a:lnTo>
                <a:lnTo>
                  <a:pt x="4640643" y="1143000"/>
                </a:lnTo>
                <a:lnTo>
                  <a:pt x="4655845" y="1143000"/>
                </a:lnTo>
                <a:lnTo>
                  <a:pt x="4648936" y="1155700"/>
                </a:lnTo>
                <a:close/>
              </a:path>
              <a:path w="5439409" h="1511300">
                <a:moveTo>
                  <a:pt x="290741" y="1168400"/>
                </a:moveTo>
                <a:lnTo>
                  <a:pt x="259105" y="1168400"/>
                </a:lnTo>
                <a:lnTo>
                  <a:pt x="250520" y="1155700"/>
                </a:lnTo>
                <a:lnTo>
                  <a:pt x="281571" y="1155700"/>
                </a:lnTo>
                <a:lnTo>
                  <a:pt x="290741" y="1168400"/>
                </a:lnTo>
                <a:close/>
              </a:path>
              <a:path w="5439409" h="1511300">
                <a:moveTo>
                  <a:pt x="4633988" y="1168400"/>
                </a:moveTo>
                <a:lnTo>
                  <a:pt x="4618443" y="1168400"/>
                </a:lnTo>
                <a:lnTo>
                  <a:pt x="4626317" y="1155700"/>
                </a:lnTo>
                <a:lnTo>
                  <a:pt x="4641646" y="1155700"/>
                </a:lnTo>
                <a:lnTo>
                  <a:pt x="4633988" y="1168400"/>
                </a:lnTo>
                <a:close/>
              </a:path>
              <a:path w="5439409" h="1511300">
                <a:moveTo>
                  <a:pt x="329260" y="1181100"/>
                </a:moveTo>
                <a:lnTo>
                  <a:pt x="295694" y="1181100"/>
                </a:lnTo>
                <a:lnTo>
                  <a:pt x="286219" y="1168400"/>
                </a:lnTo>
                <a:lnTo>
                  <a:pt x="309410" y="1168400"/>
                </a:lnTo>
                <a:lnTo>
                  <a:pt x="329260" y="1181100"/>
                </a:lnTo>
                <a:close/>
              </a:path>
              <a:path w="5439409" h="1511300">
                <a:moveTo>
                  <a:pt x="4617593" y="1181100"/>
                </a:moveTo>
                <a:lnTo>
                  <a:pt x="4593094" y="1181100"/>
                </a:lnTo>
                <a:lnTo>
                  <a:pt x="4602035" y="1168400"/>
                </a:lnTo>
                <a:lnTo>
                  <a:pt x="4625975" y="1168400"/>
                </a:lnTo>
                <a:lnTo>
                  <a:pt x="4617593" y="1181100"/>
                </a:lnTo>
                <a:close/>
              </a:path>
              <a:path w="5439409" h="1511300">
                <a:moveTo>
                  <a:pt x="393064" y="1193800"/>
                </a:moveTo>
                <a:lnTo>
                  <a:pt x="325412" y="1193800"/>
                </a:lnTo>
                <a:lnTo>
                  <a:pt x="305422" y="1181100"/>
                </a:lnTo>
                <a:lnTo>
                  <a:pt x="370878" y="1181100"/>
                </a:lnTo>
                <a:lnTo>
                  <a:pt x="393064" y="1193800"/>
                </a:lnTo>
                <a:close/>
              </a:path>
              <a:path w="5439409" h="1511300">
                <a:moveTo>
                  <a:pt x="4599787" y="1193800"/>
                </a:moveTo>
                <a:lnTo>
                  <a:pt x="4574425" y="1193800"/>
                </a:lnTo>
                <a:lnTo>
                  <a:pt x="4584052" y="1181100"/>
                </a:lnTo>
                <a:lnTo>
                  <a:pt x="4608868" y="1181100"/>
                </a:lnTo>
                <a:lnTo>
                  <a:pt x="4599787" y="1193800"/>
                </a:lnTo>
                <a:close/>
              </a:path>
              <a:path w="5439409" h="1511300">
                <a:moveTo>
                  <a:pt x="439267" y="1206500"/>
                </a:moveTo>
                <a:lnTo>
                  <a:pt x="390169" y="1206500"/>
                </a:lnTo>
                <a:lnTo>
                  <a:pt x="367830" y="1193800"/>
                </a:lnTo>
                <a:lnTo>
                  <a:pt x="415683" y="1193800"/>
                </a:lnTo>
                <a:lnTo>
                  <a:pt x="439267" y="1206500"/>
                </a:lnTo>
                <a:close/>
              </a:path>
              <a:path w="5439409" h="1511300">
                <a:moveTo>
                  <a:pt x="4580623" y="1206500"/>
                </a:moveTo>
                <a:lnTo>
                  <a:pt x="4554397" y="1206500"/>
                </a:lnTo>
                <a:lnTo>
                  <a:pt x="4564697" y="1193800"/>
                </a:lnTo>
                <a:lnTo>
                  <a:pt x="4590376" y="1193800"/>
                </a:lnTo>
                <a:lnTo>
                  <a:pt x="4580623" y="1206500"/>
                </a:lnTo>
                <a:close/>
              </a:path>
              <a:path w="5439409" h="1511300">
                <a:moveTo>
                  <a:pt x="513346" y="1219200"/>
                </a:moveTo>
                <a:lnTo>
                  <a:pt x="436930" y="1219200"/>
                </a:lnTo>
                <a:lnTo>
                  <a:pt x="413219" y="1206500"/>
                </a:lnTo>
                <a:lnTo>
                  <a:pt x="487934" y="1206500"/>
                </a:lnTo>
                <a:lnTo>
                  <a:pt x="513346" y="1219200"/>
                </a:lnTo>
                <a:close/>
              </a:path>
              <a:path w="5439409" h="1511300">
                <a:moveTo>
                  <a:pt x="4549406" y="1219200"/>
                </a:moveTo>
                <a:lnTo>
                  <a:pt x="4521923" y="1219200"/>
                </a:lnTo>
                <a:lnTo>
                  <a:pt x="4533176" y="1206500"/>
                </a:lnTo>
                <a:lnTo>
                  <a:pt x="4560125" y="1206500"/>
                </a:lnTo>
                <a:lnTo>
                  <a:pt x="4549406" y="1219200"/>
                </a:lnTo>
                <a:close/>
              </a:path>
              <a:path w="5439409" h="1511300">
                <a:moveTo>
                  <a:pt x="758634" y="1231900"/>
                </a:moveTo>
                <a:lnTo>
                  <a:pt x="511797" y="1231900"/>
                </a:lnTo>
                <a:lnTo>
                  <a:pt x="486257" y="1219200"/>
                </a:lnTo>
                <a:lnTo>
                  <a:pt x="740879" y="1219200"/>
                </a:lnTo>
                <a:lnTo>
                  <a:pt x="758634" y="1231900"/>
                </a:lnTo>
                <a:close/>
              </a:path>
              <a:path w="5439409" h="1511300">
                <a:moveTo>
                  <a:pt x="4527003" y="1231900"/>
                </a:moveTo>
                <a:lnTo>
                  <a:pt x="4486668" y="1231900"/>
                </a:lnTo>
                <a:lnTo>
                  <a:pt x="4498809" y="1219200"/>
                </a:lnTo>
                <a:lnTo>
                  <a:pt x="4538357" y="1219200"/>
                </a:lnTo>
                <a:lnTo>
                  <a:pt x="4527003" y="1231900"/>
                </a:lnTo>
                <a:close/>
              </a:path>
              <a:path w="5439409" h="1511300">
                <a:moveTo>
                  <a:pt x="792975" y="1257300"/>
                </a:moveTo>
                <a:lnTo>
                  <a:pt x="769010" y="1257300"/>
                </a:lnTo>
                <a:lnTo>
                  <a:pt x="751916" y="1244600"/>
                </a:lnTo>
                <a:lnTo>
                  <a:pt x="735749" y="1231900"/>
                </a:lnTo>
                <a:lnTo>
                  <a:pt x="758456" y="1231900"/>
                </a:lnTo>
                <a:lnTo>
                  <a:pt x="775385" y="1244600"/>
                </a:lnTo>
                <a:lnTo>
                  <a:pt x="775220" y="1244600"/>
                </a:lnTo>
                <a:lnTo>
                  <a:pt x="792975" y="1257300"/>
                </a:lnTo>
                <a:close/>
              </a:path>
              <a:path w="5439409" h="1511300">
                <a:moveTo>
                  <a:pt x="4491164" y="1244600"/>
                </a:moveTo>
                <a:lnTo>
                  <a:pt x="4461687" y="1244600"/>
                </a:lnTo>
                <a:lnTo>
                  <a:pt x="4474400" y="1231900"/>
                </a:lnTo>
                <a:lnTo>
                  <a:pt x="4503407" y="1231900"/>
                </a:lnTo>
                <a:lnTo>
                  <a:pt x="4491164" y="1244600"/>
                </a:lnTo>
                <a:close/>
              </a:path>
              <a:path w="5439409" h="1511300">
                <a:moveTo>
                  <a:pt x="4465815" y="1257300"/>
                </a:moveTo>
                <a:lnTo>
                  <a:pt x="4422114" y="1257300"/>
                </a:lnTo>
                <a:lnTo>
                  <a:pt x="4435652" y="1244600"/>
                </a:lnTo>
                <a:lnTo>
                  <a:pt x="4478629" y="1244600"/>
                </a:lnTo>
                <a:lnTo>
                  <a:pt x="4465815" y="1257300"/>
                </a:lnTo>
                <a:close/>
              </a:path>
              <a:path w="5439409" h="1511300">
                <a:moveTo>
                  <a:pt x="892683" y="1295400"/>
                </a:moveTo>
                <a:lnTo>
                  <a:pt x="845375" y="1295400"/>
                </a:lnTo>
                <a:lnTo>
                  <a:pt x="825131" y="1282700"/>
                </a:lnTo>
                <a:lnTo>
                  <a:pt x="805637" y="1270000"/>
                </a:lnTo>
                <a:lnTo>
                  <a:pt x="786930" y="1257300"/>
                </a:lnTo>
                <a:lnTo>
                  <a:pt x="811212" y="1257300"/>
                </a:lnTo>
                <a:lnTo>
                  <a:pt x="830554" y="1270000"/>
                </a:lnTo>
                <a:lnTo>
                  <a:pt x="830414" y="1270000"/>
                </a:lnTo>
                <a:lnTo>
                  <a:pt x="850519" y="1282700"/>
                </a:lnTo>
                <a:lnTo>
                  <a:pt x="871105" y="1282700"/>
                </a:lnTo>
                <a:lnTo>
                  <a:pt x="892683" y="1295400"/>
                </a:lnTo>
                <a:close/>
              </a:path>
              <a:path w="5439409" h="1511300">
                <a:moveTo>
                  <a:pt x="4425734" y="1270000"/>
                </a:moveTo>
                <a:lnTo>
                  <a:pt x="4365688" y="1270000"/>
                </a:lnTo>
                <a:lnTo>
                  <a:pt x="4380255" y="1257300"/>
                </a:lnTo>
                <a:lnTo>
                  <a:pt x="4439361" y="1257300"/>
                </a:lnTo>
                <a:lnTo>
                  <a:pt x="4425734" y="1270000"/>
                </a:lnTo>
                <a:close/>
              </a:path>
              <a:path w="5439409" h="1511300">
                <a:moveTo>
                  <a:pt x="3637419" y="1282700"/>
                </a:moveTo>
                <a:lnTo>
                  <a:pt x="3578148" y="1282700"/>
                </a:lnTo>
                <a:lnTo>
                  <a:pt x="3583558" y="1270000"/>
                </a:lnTo>
                <a:lnTo>
                  <a:pt x="3615829" y="1270000"/>
                </a:lnTo>
                <a:lnTo>
                  <a:pt x="3637419" y="1282700"/>
                </a:lnTo>
                <a:close/>
              </a:path>
              <a:path w="5439409" h="1511300">
                <a:moveTo>
                  <a:pt x="4368698" y="1282700"/>
                </a:moveTo>
                <a:lnTo>
                  <a:pt x="4320832" y="1282700"/>
                </a:lnTo>
                <a:lnTo>
                  <a:pt x="4336084" y="1270000"/>
                </a:lnTo>
                <a:lnTo>
                  <a:pt x="4383328" y="1270000"/>
                </a:lnTo>
                <a:lnTo>
                  <a:pt x="4368698" y="1282700"/>
                </a:lnTo>
                <a:close/>
              </a:path>
              <a:path w="5439409" h="1511300">
                <a:moveTo>
                  <a:pt x="3587572" y="1295400"/>
                </a:moveTo>
                <a:lnTo>
                  <a:pt x="3566668" y="1295400"/>
                </a:lnTo>
                <a:lnTo>
                  <a:pt x="3572700" y="1282700"/>
                </a:lnTo>
                <a:lnTo>
                  <a:pt x="3593122" y="1282700"/>
                </a:lnTo>
                <a:lnTo>
                  <a:pt x="3587572" y="1295400"/>
                </a:lnTo>
                <a:close/>
              </a:path>
              <a:path w="5439409" h="1511300">
                <a:moveTo>
                  <a:pt x="3727678" y="1295400"/>
                </a:moveTo>
                <a:lnTo>
                  <a:pt x="3634867" y="1295400"/>
                </a:lnTo>
                <a:lnTo>
                  <a:pt x="3613175" y="1282700"/>
                </a:lnTo>
                <a:lnTo>
                  <a:pt x="3704412" y="1282700"/>
                </a:lnTo>
                <a:lnTo>
                  <a:pt x="3727678" y="1295400"/>
                </a:lnTo>
                <a:close/>
              </a:path>
              <a:path w="5439409" h="1511300">
                <a:moveTo>
                  <a:pt x="4307852" y="1295400"/>
                </a:moveTo>
                <a:lnTo>
                  <a:pt x="4241660" y="1295400"/>
                </a:lnTo>
                <a:lnTo>
                  <a:pt x="4257967" y="1282700"/>
                </a:lnTo>
                <a:lnTo>
                  <a:pt x="4323397" y="1282700"/>
                </a:lnTo>
                <a:lnTo>
                  <a:pt x="4307852" y="1295400"/>
                </a:lnTo>
                <a:close/>
              </a:path>
              <a:path w="5439409" h="1511300">
                <a:moveTo>
                  <a:pt x="961275" y="1320800"/>
                </a:moveTo>
                <a:lnTo>
                  <a:pt x="910501" y="1320800"/>
                </a:lnTo>
                <a:lnTo>
                  <a:pt x="888085" y="1308100"/>
                </a:lnTo>
                <a:lnTo>
                  <a:pt x="866368" y="1295400"/>
                </a:lnTo>
                <a:lnTo>
                  <a:pt x="892556" y="1295400"/>
                </a:lnTo>
                <a:lnTo>
                  <a:pt x="914857" y="1308100"/>
                </a:lnTo>
                <a:lnTo>
                  <a:pt x="937615" y="1308100"/>
                </a:lnTo>
                <a:lnTo>
                  <a:pt x="961275" y="1320800"/>
                </a:lnTo>
                <a:close/>
              </a:path>
              <a:path w="5439409" h="1511300">
                <a:moveTo>
                  <a:pt x="3575532" y="1308100"/>
                </a:moveTo>
                <a:lnTo>
                  <a:pt x="3553955" y="1308100"/>
                </a:lnTo>
                <a:lnTo>
                  <a:pt x="3560584" y="1295400"/>
                </a:lnTo>
                <a:lnTo>
                  <a:pt x="3581704" y="1295400"/>
                </a:lnTo>
                <a:lnTo>
                  <a:pt x="3575532" y="1308100"/>
                </a:lnTo>
                <a:close/>
              </a:path>
              <a:path w="5439409" h="1511300">
                <a:moveTo>
                  <a:pt x="3824046" y="1308100"/>
                </a:moveTo>
                <a:lnTo>
                  <a:pt x="3725887" y="1308100"/>
                </a:lnTo>
                <a:lnTo>
                  <a:pt x="3702519" y="1295400"/>
                </a:lnTo>
                <a:lnTo>
                  <a:pt x="3799344" y="1295400"/>
                </a:lnTo>
                <a:lnTo>
                  <a:pt x="3824046" y="1308100"/>
                </a:lnTo>
                <a:close/>
              </a:path>
              <a:path w="5439409" h="1511300">
                <a:moveTo>
                  <a:pt x="4243552" y="1308100"/>
                </a:moveTo>
                <a:lnTo>
                  <a:pt x="4140276" y="1308100"/>
                </a:lnTo>
                <a:lnTo>
                  <a:pt x="4157675" y="1295400"/>
                </a:lnTo>
                <a:lnTo>
                  <a:pt x="4259922" y="1295400"/>
                </a:lnTo>
                <a:lnTo>
                  <a:pt x="4243552" y="1308100"/>
                </a:lnTo>
                <a:close/>
              </a:path>
              <a:path w="5439409" h="1511300">
                <a:moveTo>
                  <a:pt x="3562286" y="1320800"/>
                </a:moveTo>
                <a:lnTo>
                  <a:pt x="3540036" y="1320800"/>
                </a:lnTo>
                <a:lnTo>
                  <a:pt x="3547275" y="1308100"/>
                </a:lnTo>
                <a:lnTo>
                  <a:pt x="3569055" y="1308100"/>
                </a:lnTo>
                <a:lnTo>
                  <a:pt x="3562286" y="1320800"/>
                </a:lnTo>
                <a:close/>
              </a:path>
              <a:path w="5439409" h="1511300">
                <a:moveTo>
                  <a:pt x="4141406" y="1320800"/>
                </a:moveTo>
                <a:lnTo>
                  <a:pt x="3822966" y="1320800"/>
                </a:lnTo>
                <a:lnTo>
                  <a:pt x="3798189" y="1308100"/>
                </a:lnTo>
                <a:lnTo>
                  <a:pt x="4158856" y="1308100"/>
                </a:lnTo>
                <a:lnTo>
                  <a:pt x="4141406" y="1320800"/>
                </a:lnTo>
                <a:close/>
              </a:path>
              <a:path w="5439409" h="1511300">
                <a:moveTo>
                  <a:pt x="1035812" y="1346200"/>
                </a:moveTo>
                <a:lnTo>
                  <a:pt x="981824" y="1346200"/>
                </a:lnTo>
                <a:lnTo>
                  <a:pt x="957389" y="1333500"/>
                </a:lnTo>
                <a:lnTo>
                  <a:pt x="933615" y="1320800"/>
                </a:lnTo>
                <a:lnTo>
                  <a:pt x="961161" y="1320800"/>
                </a:lnTo>
                <a:lnTo>
                  <a:pt x="985481" y="1333500"/>
                </a:lnTo>
                <a:lnTo>
                  <a:pt x="1010234" y="1333500"/>
                </a:lnTo>
                <a:lnTo>
                  <a:pt x="1035812" y="1346200"/>
                </a:lnTo>
                <a:close/>
              </a:path>
              <a:path w="5439409" h="1511300">
                <a:moveTo>
                  <a:pt x="3540226" y="1333500"/>
                </a:moveTo>
                <a:lnTo>
                  <a:pt x="3524948" y="1333500"/>
                </a:lnTo>
                <a:lnTo>
                  <a:pt x="3532758" y="1320800"/>
                </a:lnTo>
                <a:lnTo>
                  <a:pt x="3547872" y="1320800"/>
                </a:lnTo>
                <a:lnTo>
                  <a:pt x="3540226" y="1333500"/>
                </a:lnTo>
                <a:close/>
              </a:path>
              <a:path w="5439409" h="1511300">
                <a:moveTo>
                  <a:pt x="3524097" y="1346200"/>
                </a:moveTo>
                <a:lnTo>
                  <a:pt x="3500196" y="1346200"/>
                </a:lnTo>
                <a:lnTo>
                  <a:pt x="3508832" y="1333500"/>
                </a:lnTo>
                <a:lnTo>
                  <a:pt x="3532301" y="1333500"/>
                </a:lnTo>
                <a:lnTo>
                  <a:pt x="3524097" y="1346200"/>
                </a:lnTo>
                <a:close/>
              </a:path>
              <a:path w="5439409" h="1511300">
                <a:moveTo>
                  <a:pt x="1088542" y="1358900"/>
                </a:moveTo>
                <a:lnTo>
                  <a:pt x="1032586" y="1358900"/>
                </a:lnTo>
                <a:lnTo>
                  <a:pt x="1006894" y="1346200"/>
                </a:lnTo>
                <a:lnTo>
                  <a:pt x="1061783" y="1346200"/>
                </a:lnTo>
                <a:lnTo>
                  <a:pt x="1088542" y="1358900"/>
                </a:lnTo>
                <a:close/>
              </a:path>
              <a:path w="5439409" h="1511300">
                <a:moveTo>
                  <a:pt x="2096071" y="1358900"/>
                </a:moveTo>
                <a:lnTo>
                  <a:pt x="2049500" y="1358900"/>
                </a:lnTo>
                <a:lnTo>
                  <a:pt x="2079434" y="1346200"/>
                </a:lnTo>
                <a:lnTo>
                  <a:pt x="2096071" y="1358900"/>
                </a:lnTo>
                <a:close/>
              </a:path>
              <a:path w="5439409" h="1511300">
                <a:moveTo>
                  <a:pt x="3506876" y="1358900"/>
                </a:moveTo>
                <a:lnTo>
                  <a:pt x="3482301" y="1358900"/>
                </a:lnTo>
                <a:lnTo>
                  <a:pt x="3491483" y="1346200"/>
                </a:lnTo>
                <a:lnTo>
                  <a:pt x="3515626" y="1346200"/>
                </a:lnTo>
                <a:lnTo>
                  <a:pt x="3506876" y="1358900"/>
                </a:lnTo>
                <a:close/>
              </a:path>
              <a:path w="5439409" h="1511300">
                <a:moveTo>
                  <a:pt x="1143546" y="1371600"/>
                </a:moveTo>
                <a:lnTo>
                  <a:pt x="1085723" y="1371600"/>
                </a:lnTo>
                <a:lnTo>
                  <a:pt x="1058862" y="1358900"/>
                </a:lnTo>
                <a:lnTo>
                  <a:pt x="1115682" y="1358900"/>
                </a:lnTo>
                <a:lnTo>
                  <a:pt x="1143546" y="1371600"/>
                </a:lnTo>
                <a:close/>
              </a:path>
              <a:path w="5439409" h="1511300">
                <a:moveTo>
                  <a:pt x="2052167" y="1371600"/>
                </a:moveTo>
                <a:lnTo>
                  <a:pt x="1992769" y="1371600"/>
                </a:lnTo>
                <a:lnTo>
                  <a:pt x="2021497" y="1358900"/>
                </a:lnTo>
                <a:lnTo>
                  <a:pt x="2075434" y="1358900"/>
                </a:lnTo>
                <a:lnTo>
                  <a:pt x="2076958" y="1360222"/>
                </a:lnTo>
                <a:lnTo>
                  <a:pt x="2052167" y="1371600"/>
                </a:lnTo>
                <a:close/>
              </a:path>
              <a:path w="5439409" h="1511300">
                <a:moveTo>
                  <a:pt x="2076958" y="1360222"/>
                </a:moveTo>
                <a:lnTo>
                  <a:pt x="2075434" y="1358900"/>
                </a:lnTo>
                <a:lnTo>
                  <a:pt x="2079840" y="1358900"/>
                </a:lnTo>
                <a:lnTo>
                  <a:pt x="2076958" y="1360222"/>
                </a:lnTo>
                <a:close/>
              </a:path>
              <a:path w="5439409" h="1511300">
                <a:moveTo>
                  <a:pt x="2142934" y="1384300"/>
                </a:moveTo>
                <a:lnTo>
                  <a:pt x="2105380" y="1384300"/>
                </a:lnTo>
                <a:lnTo>
                  <a:pt x="2090064" y="1371600"/>
                </a:lnTo>
                <a:lnTo>
                  <a:pt x="2076958" y="1360222"/>
                </a:lnTo>
                <a:lnTo>
                  <a:pt x="2079840" y="1358900"/>
                </a:lnTo>
                <a:lnTo>
                  <a:pt x="2095931" y="1358900"/>
                </a:lnTo>
                <a:lnTo>
                  <a:pt x="2111095" y="1371600"/>
                </a:lnTo>
                <a:lnTo>
                  <a:pt x="2126589" y="1371600"/>
                </a:lnTo>
                <a:lnTo>
                  <a:pt x="2142934" y="1384300"/>
                </a:lnTo>
                <a:close/>
              </a:path>
              <a:path w="5439409" h="1511300">
                <a:moveTo>
                  <a:pt x="3488563" y="1371600"/>
                </a:moveTo>
                <a:lnTo>
                  <a:pt x="3453472" y="1371600"/>
                </a:lnTo>
                <a:lnTo>
                  <a:pt x="3463442" y="1358900"/>
                </a:lnTo>
                <a:lnTo>
                  <a:pt x="3497846" y="1358900"/>
                </a:lnTo>
                <a:lnTo>
                  <a:pt x="3488563" y="1371600"/>
                </a:lnTo>
                <a:close/>
              </a:path>
              <a:path w="5439409" h="1511300">
                <a:moveTo>
                  <a:pt x="1229982" y="1384300"/>
                </a:moveTo>
                <a:lnTo>
                  <a:pt x="1141107" y="1384300"/>
                </a:lnTo>
                <a:lnTo>
                  <a:pt x="1113142" y="1371600"/>
                </a:lnTo>
                <a:lnTo>
                  <a:pt x="1200581" y="1371600"/>
                </a:lnTo>
                <a:lnTo>
                  <a:pt x="1229982" y="1384300"/>
                </a:lnTo>
                <a:close/>
              </a:path>
              <a:path w="5439409" h="1511300">
                <a:moveTo>
                  <a:pt x="1995055" y="1384300"/>
                </a:moveTo>
                <a:lnTo>
                  <a:pt x="1933917" y="1384300"/>
                </a:lnTo>
                <a:lnTo>
                  <a:pt x="1963686" y="1371600"/>
                </a:lnTo>
                <a:lnTo>
                  <a:pt x="2023884" y="1371600"/>
                </a:lnTo>
                <a:lnTo>
                  <a:pt x="1995055" y="1384300"/>
                </a:lnTo>
                <a:close/>
              </a:path>
              <a:path w="5439409" h="1511300">
                <a:moveTo>
                  <a:pt x="3459162" y="1384300"/>
                </a:moveTo>
                <a:lnTo>
                  <a:pt x="3432962" y="1384300"/>
                </a:lnTo>
                <a:lnTo>
                  <a:pt x="3443439" y="1371600"/>
                </a:lnTo>
                <a:lnTo>
                  <a:pt x="3469220" y="1371600"/>
                </a:lnTo>
                <a:lnTo>
                  <a:pt x="3459162" y="1384300"/>
                </a:lnTo>
                <a:close/>
              </a:path>
              <a:path w="5439409" h="1511300">
                <a:moveTo>
                  <a:pt x="1320660" y="1397000"/>
                </a:moveTo>
                <a:lnTo>
                  <a:pt x="1228089" y="1397000"/>
                </a:lnTo>
                <a:lnTo>
                  <a:pt x="1198600" y="1384300"/>
                </a:lnTo>
                <a:lnTo>
                  <a:pt x="1289900" y="1384300"/>
                </a:lnTo>
                <a:lnTo>
                  <a:pt x="1320660" y="1397000"/>
                </a:lnTo>
                <a:close/>
              </a:path>
              <a:path w="5439409" h="1511300">
                <a:moveTo>
                  <a:pt x="1935835" y="1397000"/>
                </a:moveTo>
                <a:lnTo>
                  <a:pt x="1842020" y="1397000"/>
                </a:lnTo>
                <a:lnTo>
                  <a:pt x="1873199" y="1384300"/>
                </a:lnTo>
                <a:lnTo>
                  <a:pt x="1965706" y="1384300"/>
                </a:lnTo>
                <a:lnTo>
                  <a:pt x="1935835" y="1397000"/>
                </a:lnTo>
                <a:close/>
              </a:path>
              <a:path w="5439409" h="1511300">
                <a:moveTo>
                  <a:pt x="2159736" y="1397000"/>
                </a:moveTo>
                <a:lnTo>
                  <a:pt x="2137765" y="1397000"/>
                </a:lnTo>
                <a:lnTo>
                  <a:pt x="2121281" y="1384300"/>
                </a:lnTo>
                <a:lnTo>
                  <a:pt x="2142807" y="1384300"/>
                </a:lnTo>
                <a:lnTo>
                  <a:pt x="2159736" y="1397000"/>
                </a:lnTo>
                <a:close/>
              </a:path>
              <a:path w="5439409" h="1511300">
                <a:moveTo>
                  <a:pt x="3438283" y="1397000"/>
                </a:moveTo>
                <a:lnTo>
                  <a:pt x="3400348" y="1397000"/>
                </a:lnTo>
                <a:lnTo>
                  <a:pt x="3411550" y="1384300"/>
                </a:lnTo>
                <a:lnTo>
                  <a:pt x="3448850" y="1384300"/>
                </a:lnTo>
                <a:lnTo>
                  <a:pt x="3438283" y="1397000"/>
                </a:lnTo>
                <a:close/>
              </a:path>
              <a:path w="5439409" h="1511300">
                <a:moveTo>
                  <a:pt x="1512785" y="1409700"/>
                </a:moveTo>
                <a:lnTo>
                  <a:pt x="1319288" y="1409700"/>
                </a:lnTo>
                <a:lnTo>
                  <a:pt x="1288453" y="1397000"/>
                </a:lnTo>
                <a:lnTo>
                  <a:pt x="1479816" y="1397000"/>
                </a:lnTo>
                <a:lnTo>
                  <a:pt x="1512785" y="1409700"/>
                </a:lnTo>
                <a:close/>
              </a:path>
              <a:path w="5439409" h="1511300">
                <a:moveTo>
                  <a:pt x="1843404" y="1409700"/>
                </a:moveTo>
                <a:lnTo>
                  <a:pt x="1647088" y="1409700"/>
                </a:lnTo>
                <a:lnTo>
                  <a:pt x="1680565" y="1397000"/>
                </a:lnTo>
                <a:lnTo>
                  <a:pt x="1874672" y="1397000"/>
                </a:lnTo>
                <a:lnTo>
                  <a:pt x="1843404" y="1409700"/>
                </a:lnTo>
                <a:close/>
              </a:path>
              <a:path w="5439409" h="1511300">
                <a:moveTo>
                  <a:pt x="2232418" y="1422400"/>
                </a:moveTo>
                <a:lnTo>
                  <a:pt x="2190572" y="1422400"/>
                </a:lnTo>
                <a:lnTo>
                  <a:pt x="2172423" y="1409700"/>
                </a:lnTo>
                <a:lnTo>
                  <a:pt x="2154809" y="1397000"/>
                </a:lnTo>
                <a:lnTo>
                  <a:pt x="2176970" y="1397000"/>
                </a:lnTo>
                <a:lnTo>
                  <a:pt x="2195004" y="1409700"/>
                </a:lnTo>
                <a:lnTo>
                  <a:pt x="2213343" y="1409700"/>
                </a:lnTo>
                <a:lnTo>
                  <a:pt x="2232418" y="1422400"/>
                </a:lnTo>
                <a:close/>
              </a:path>
              <a:path w="5439409" h="1511300">
                <a:moveTo>
                  <a:pt x="3405162" y="1409700"/>
                </a:moveTo>
                <a:lnTo>
                  <a:pt x="3365588" y="1409700"/>
                </a:lnTo>
                <a:lnTo>
                  <a:pt x="3377488" y="1397000"/>
                </a:lnTo>
                <a:lnTo>
                  <a:pt x="3416452" y="1397000"/>
                </a:lnTo>
                <a:lnTo>
                  <a:pt x="3405162" y="1409700"/>
                </a:lnTo>
                <a:close/>
              </a:path>
              <a:path w="5439409" h="1511300">
                <a:moveTo>
                  <a:pt x="1647469" y="1422400"/>
                </a:moveTo>
                <a:lnTo>
                  <a:pt x="1512417" y="1422400"/>
                </a:lnTo>
                <a:lnTo>
                  <a:pt x="1479359" y="1409700"/>
                </a:lnTo>
                <a:lnTo>
                  <a:pt x="1681022" y="1409700"/>
                </a:lnTo>
                <a:lnTo>
                  <a:pt x="1647469" y="1422400"/>
                </a:lnTo>
                <a:close/>
              </a:path>
              <a:path w="5439409" h="1511300">
                <a:moveTo>
                  <a:pt x="3369945" y="1422400"/>
                </a:moveTo>
                <a:lnTo>
                  <a:pt x="3328797" y="1422400"/>
                </a:lnTo>
                <a:lnTo>
                  <a:pt x="3341357" y="1409700"/>
                </a:lnTo>
                <a:lnTo>
                  <a:pt x="3381908" y="1409700"/>
                </a:lnTo>
                <a:lnTo>
                  <a:pt x="3369945" y="1422400"/>
                </a:lnTo>
                <a:close/>
              </a:path>
              <a:path w="5439409" h="1511300">
                <a:moveTo>
                  <a:pt x="2271890" y="1435100"/>
                </a:moveTo>
                <a:lnTo>
                  <a:pt x="2228443" y="1435100"/>
                </a:lnTo>
                <a:lnTo>
                  <a:pt x="2209253" y="1422400"/>
                </a:lnTo>
                <a:lnTo>
                  <a:pt x="2251798" y="1422400"/>
                </a:lnTo>
                <a:lnTo>
                  <a:pt x="2271890" y="1435100"/>
                </a:lnTo>
                <a:close/>
              </a:path>
              <a:path w="5439409" h="1511300">
                <a:moveTo>
                  <a:pt x="3332721" y="1435100"/>
                </a:moveTo>
                <a:lnTo>
                  <a:pt x="3290074" y="1435100"/>
                </a:lnTo>
                <a:lnTo>
                  <a:pt x="3303257" y="1422400"/>
                </a:lnTo>
                <a:lnTo>
                  <a:pt x="3345345" y="1422400"/>
                </a:lnTo>
                <a:lnTo>
                  <a:pt x="3332721" y="1435100"/>
                </a:lnTo>
                <a:close/>
              </a:path>
              <a:path w="5439409" h="1511300">
                <a:moveTo>
                  <a:pt x="2334679" y="1447800"/>
                </a:moveTo>
                <a:lnTo>
                  <a:pt x="2268321" y="1447800"/>
                </a:lnTo>
                <a:lnTo>
                  <a:pt x="2248141" y="1435100"/>
                </a:lnTo>
                <a:lnTo>
                  <a:pt x="2313190" y="1435100"/>
                </a:lnTo>
                <a:lnTo>
                  <a:pt x="2334679" y="1447800"/>
                </a:lnTo>
                <a:close/>
              </a:path>
              <a:path w="5439409" h="1511300">
                <a:moveTo>
                  <a:pt x="3293579" y="1447800"/>
                </a:moveTo>
                <a:lnTo>
                  <a:pt x="3235553" y="1447800"/>
                </a:lnTo>
                <a:lnTo>
                  <a:pt x="3263315" y="1435100"/>
                </a:lnTo>
                <a:lnTo>
                  <a:pt x="3306838" y="1435100"/>
                </a:lnTo>
                <a:lnTo>
                  <a:pt x="3293579" y="1447800"/>
                </a:lnTo>
                <a:close/>
              </a:path>
              <a:path w="5439409" h="1511300">
                <a:moveTo>
                  <a:pt x="2378773" y="1460500"/>
                </a:moveTo>
                <a:lnTo>
                  <a:pt x="2331707" y="1460500"/>
                </a:lnTo>
                <a:lnTo>
                  <a:pt x="2310117" y="1447800"/>
                </a:lnTo>
                <a:lnTo>
                  <a:pt x="2356421" y="1447800"/>
                </a:lnTo>
                <a:lnTo>
                  <a:pt x="2378773" y="1460500"/>
                </a:lnTo>
                <a:close/>
              </a:path>
              <a:path w="5439409" h="1511300">
                <a:moveTo>
                  <a:pt x="3238588" y="1460500"/>
                </a:moveTo>
                <a:lnTo>
                  <a:pt x="3178048" y="1460500"/>
                </a:lnTo>
                <a:lnTo>
                  <a:pt x="3207283" y="1447800"/>
                </a:lnTo>
                <a:lnTo>
                  <a:pt x="3266465" y="1447800"/>
                </a:lnTo>
                <a:lnTo>
                  <a:pt x="3238588" y="1460500"/>
                </a:lnTo>
                <a:close/>
              </a:path>
              <a:path w="5439409" h="1511300">
                <a:moveTo>
                  <a:pt x="2448026" y="1473200"/>
                </a:moveTo>
                <a:lnTo>
                  <a:pt x="2376170" y="1473200"/>
                </a:lnTo>
                <a:lnTo>
                  <a:pt x="2353716" y="1460500"/>
                </a:lnTo>
                <a:lnTo>
                  <a:pt x="2424455" y="1460500"/>
                </a:lnTo>
                <a:lnTo>
                  <a:pt x="2448026" y="1473200"/>
                </a:lnTo>
                <a:close/>
              </a:path>
              <a:path w="5439409" h="1511300">
                <a:moveTo>
                  <a:pt x="3180613" y="1473200"/>
                </a:moveTo>
                <a:lnTo>
                  <a:pt x="3117748" y="1473200"/>
                </a:lnTo>
                <a:lnTo>
                  <a:pt x="3148355" y="1460500"/>
                </a:lnTo>
                <a:lnTo>
                  <a:pt x="3209963" y="1460500"/>
                </a:lnTo>
                <a:lnTo>
                  <a:pt x="3180613" y="1473200"/>
                </a:lnTo>
                <a:close/>
              </a:path>
              <a:path w="5439409" h="1511300">
                <a:moveTo>
                  <a:pt x="2545562" y="1485900"/>
                </a:moveTo>
                <a:lnTo>
                  <a:pt x="2445931" y="1485900"/>
                </a:lnTo>
                <a:lnTo>
                  <a:pt x="2422283" y="1473200"/>
                </a:lnTo>
                <a:lnTo>
                  <a:pt x="2520581" y="1473200"/>
                </a:lnTo>
                <a:lnTo>
                  <a:pt x="2545562" y="1485900"/>
                </a:lnTo>
                <a:close/>
              </a:path>
              <a:path w="5439409" h="1511300">
                <a:moveTo>
                  <a:pt x="3119869" y="1485900"/>
                </a:moveTo>
                <a:lnTo>
                  <a:pt x="3038830" y="1485900"/>
                </a:lnTo>
                <a:lnTo>
                  <a:pt x="3054972" y="1473200"/>
                </a:lnTo>
                <a:lnTo>
                  <a:pt x="3150565" y="1473200"/>
                </a:lnTo>
                <a:lnTo>
                  <a:pt x="3119869" y="1485900"/>
                </a:lnTo>
                <a:close/>
              </a:path>
              <a:path w="5439409" h="1511300">
                <a:moveTo>
                  <a:pt x="2701315" y="1498600"/>
                </a:moveTo>
                <a:lnTo>
                  <a:pt x="2544127" y="1498600"/>
                </a:lnTo>
                <a:lnTo>
                  <a:pt x="2519070" y="1485900"/>
                </a:lnTo>
                <a:lnTo>
                  <a:pt x="2674594" y="1485900"/>
                </a:lnTo>
                <a:lnTo>
                  <a:pt x="2701315" y="1498600"/>
                </a:lnTo>
                <a:close/>
              </a:path>
              <a:path w="5439409" h="1511300">
                <a:moveTo>
                  <a:pt x="3040379" y="1498600"/>
                </a:moveTo>
                <a:lnTo>
                  <a:pt x="2888132" y="1498600"/>
                </a:lnTo>
                <a:lnTo>
                  <a:pt x="2905404" y="1485900"/>
                </a:lnTo>
                <a:lnTo>
                  <a:pt x="3056572" y="1485900"/>
                </a:lnTo>
                <a:lnTo>
                  <a:pt x="3040379" y="1498600"/>
                </a:lnTo>
                <a:close/>
              </a:path>
              <a:path w="5439409" h="1511300">
                <a:moveTo>
                  <a:pt x="2888754" y="1511300"/>
                </a:moveTo>
                <a:lnTo>
                  <a:pt x="2700820" y="1511300"/>
                </a:lnTo>
                <a:lnTo>
                  <a:pt x="2674023" y="1498600"/>
                </a:lnTo>
                <a:lnTo>
                  <a:pt x="2906077" y="1498600"/>
                </a:lnTo>
                <a:lnTo>
                  <a:pt x="2888754" y="151130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61527" y="2276322"/>
            <a:ext cx="329231" cy="1790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43463" y="1207135"/>
            <a:ext cx="5147627" cy="12877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969611" y="1066711"/>
            <a:ext cx="3079115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00"/>
                </a:solidFill>
                <a:latin typeface="华文楷体"/>
                <a:cs typeface="华文楷体"/>
              </a:rPr>
              <a:t>当一个线圈中的电流</a:t>
            </a:r>
            <a:r>
              <a:rPr dirty="0" sz="2400" spc="-5" b="1">
                <a:solidFill>
                  <a:srgbClr val="000000"/>
                </a:solidFill>
                <a:latin typeface="华文楷体"/>
                <a:cs typeface="华文楷体"/>
              </a:rPr>
              <a:t>变 </a:t>
            </a:r>
            <a:r>
              <a:rPr dirty="0" sz="2400" b="1">
                <a:solidFill>
                  <a:srgbClr val="000000"/>
                </a:solidFill>
                <a:latin typeface="华文楷体"/>
                <a:cs typeface="华文楷体"/>
              </a:rPr>
              <a:t>化时，它是否也能在</a:t>
            </a:r>
            <a:r>
              <a:rPr dirty="0" sz="2400" spc="-5" b="1">
                <a:solidFill>
                  <a:srgbClr val="000000"/>
                </a:solidFill>
                <a:latin typeface="华文楷体"/>
                <a:cs typeface="华文楷体"/>
              </a:rPr>
              <a:t>它 </a:t>
            </a:r>
            <a:r>
              <a:rPr dirty="0" sz="2400" b="1">
                <a:solidFill>
                  <a:srgbClr val="000000"/>
                </a:solidFill>
                <a:latin typeface="华文楷体"/>
                <a:cs typeface="华文楷体"/>
              </a:rPr>
              <a:t>本身激发出感应电动</a:t>
            </a:r>
            <a:r>
              <a:rPr dirty="0" sz="2400" spc="-5" b="1">
                <a:solidFill>
                  <a:srgbClr val="000000"/>
                </a:solidFill>
                <a:latin typeface="华文楷体"/>
                <a:cs typeface="华文楷体"/>
              </a:rPr>
              <a:t>势 </a:t>
            </a:r>
            <a:r>
              <a:rPr dirty="0" sz="2400" b="1">
                <a:solidFill>
                  <a:srgbClr val="000000"/>
                </a:solidFill>
                <a:latin typeface="华文楷体"/>
                <a:cs typeface="华文楷体"/>
              </a:rPr>
              <a:t>呢</a:t>
            </a:r>
            <a:r>
              <a:rPr dirty="0" sz="2400" spc="-5" b="1">
                <a:solidFill>
                  <a:srgbClr val="000000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91455" y="2685288"/>
            <a:ext cx="3261359" cy="2747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8207" y="1097280"/>
            <a:ext cx="5814060" cy="4319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70048" y="1287780"/>
            <a:ext cx="6850380" cy="3867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39439" y="1609344"/>
            <a:ext cx="2956560" cy="2889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24866" y="1327264"/>
            <a:ext cx="1993734" cy="6693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40880" y="1937004"/>
            <a:ext cx="762000" cy="431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26275" y="1933320"/>
            <a:ext cx="791210" cy="440055"/>
          </a:xfrm>
          <a:custGeom>
            <a:avLst/>
            <a:gdLst/>
            <a:ahLst/>
            <a:cxnLst/>
            <a:rect l="l" t="t" r="r" b="b"/>
            <a:pathLst>
              <a:path w="791209" h="440055">
                <a:moveTo>
                  <a:pt x="201142" y="219709"/>
                </a:moveTo>
                <a:lnTo>
                  <a:pt x="201142" y="0"/>
                </a:lnTo>
                <a:lnTo>
                  <a:pt x="589762" y="0"/>
                </a:lnTo>
                <a:lnTo>
                  <a:pt x="589762" y="3809"/>
                </a:lnTo>
                <a:lnTo>
                  <a:pt x="208762" y="3809"/>
                </a:lnTo>
                <a:lnTo>
                  <a:pt x="204952" y="7619"/>
                </a:lnTo>
                <a:lnTo>
                  <a:pt x="208762" y="7619"/>
                </a:lnTo>
                <a:lnTo>
                  <a:pt x="208762" y="215899"/>
                </a:lnTo>
                <a:lnTo>
                  <a:pt x="204952" y="215899"/>
                </a:lnTo>
                <a:lnTo>
                  <a:pt x="201142" y="219709"/>
                </a:lnTo>
                <a:close/>
              </a:path>
              <a:path w="791209" h="440055">
                <a:moveTo>
                  <a:pt x="208762" y="7619"/>
                </a:moveTo>
                <a:lnTo>
                  <a:pt x="204952" y="7619"/>
                </a:lnTo>
                <a:lnTo>
                  <a:pt x="208762" y="3809"/>
                </a:lnTo>
                <a:lnTo>
                  <a:pt x="208762" y="7619"/>
                </a:lnTo>
                <a:close/>
              </a:path>
              <a:path w="791209" h="440055">
                <a:moveTo>
                  <a:pt x="582142" y="7619"/>
                </a:moveTo>
                <a:lnTo>
                  <a:pt x="208762" y="7619"/>
                </a:lnTo>
                <a:lnTo>
                  <a:pt x="208762" y="3809"/>
                </a:lnTo>
                <a:lnTo>
                  <a:pt x="582142" y="3809"/>
                </a:lnTo>
                <a:lnTo>
                  <a:pt x="582142" y="7619"/>
                </a:lnTo>
                <a:close/>
              </a:path>
              <a:path w="791209" h="440055">
                <a:moveTo>
                  <a:pt x="762000" y="223519"/>
                </a:moveTo>
                <a:lnTo>
                  <a:pt x="582142" y="223519"/>
                </a:lnTo>
                <a:lnTo>
                  <a:pt x="582142" y="3809"/>
                </a:lnTo>
                <a:lnTo>
                  <a:pt x="585952" y="7619"/>
                </a:lnTo>
                <a:lnTo>
                  <a:pt x="589762" y="7619"/>
                </a:lnTo>
                <a:lnTo>
                  <a:pt x="589762" y="215899"/>
                </a:lnTo>
                <a:lnTo>
                  <a:pt x="585952" y="215899"/>
                </a:lnTo>
                <a:lnTo>
                  <a:pt x="589762" y="219709"/>
                </a:lnTo>
                <a:lnTo>
                  <a:pt x="768723" y="219709"/>
                </a:lnTo>
                <a:lnTo>
                  <a:pt x="762000" y="223519"/>
                </a:lnTo>
                <a:close/>
              </a:path>
              <a:path w="791209" h="440055">
                <a:moveTo>
                  <a:pt x="589762" y="7619"/>
                </a:moveTo>
                <a:lnTo>
                  <a:pt x="585952" y="7619"/>
                </a:lnTo>
                <a:lnTo>
                  <a:pt x="582142" y="3809"/>
                </a:lnTo>
                <a:lnTo>
                  <a:pt x="589762" y="3809"/>
                </a:lnTo>
                <a:lnTo>
                  <a:pt x="589762" y="7619"/>
                </a:lnTo>
                <a:close/>
              </a:path>
              <a:path w="791209" h="440055">
                <a:moveTo>
                  <a:pt x="395452" y="439978"/>
                </a:moveTo>
                <a:lnTo>
                  <a:pt x="0" y="215899"/>
                </a:lnTo>
                <a:lnTo>
                  <a:pt x="201142" y="215899"/>
                </a:lnTo>
                <a:lnTo>
                  <a:pt x="201142" y="216395"/>
                </a:lnTo>
                <a:lnTo>
                  <a:pt x="16332" y="216395"/>
                </a:lnTo>
                <a:lnTo>
                  <a:pt x="14452" y="223519"/>
                </a:lnTo>
                <a:lnTo>
                  <a:pt x="28905" y="223519"/>
                </a:lnTo>
                <a:lnTo>
                  <a:pt x="395452" y="431230"/>
                </a:lnTo>
                <a:lnTo>
                  <a:pt x="393573" y="432295"/>
                </a:lnTo>
                <a:lnTo>
                  <a:pt x="409012" y="432295"/>
                </a:lnTo>
                <a:lnTo>
                  <a:pt x="395452" y="439978"/>
                </a:lnTo>
                <a:close/>
              </a:path>
              <a:path w="791209" h="440055">
                <a:moveTo>
                  <a:pt x="208762" y="219709"/>
                </a:moveTo>
                <a:lnTo>
                  <a:pt x="201142" y="219709"/>
                </a:lnTo>
                <a:lnTo>
                  <a:pt x="204952" y="215899"/>
                </a:lnTo>
                <a:lnTo>
                  <a:pt x="208762" y="215899"/>
                </a:lnTo>
                <a:lnTo>
                  <a:pt x="208762" y="219709"/>
                </a:lnTo>
                <a:close/>
              </a:path>
              <a:path w="791209" h="440055">
                <a:moveTo>
                  <a:pt x="589762" y="219709"/>
                </a:moveTo>
                <a:lnTo>
                  <a:pt x="585952" y="215899"/>
                </a:lnTo>
                <a:lnTo>
                  <a:pt x="589762" y="215899"/>
                </a:lnTo>
                <a:lnTo>
                  <a:pt x="589762" y="219709"/>
                </a:lnTo>
                <a:close/>
              </a:path>
              <a:path w="791209" h="440055">
                <a:moveTo>
                  <a:pt x="768723" y="219709"/>
                </a:moveTo>
                <a:lnTo>
                  <a:pt x="589762" y="219709"/>
                </a:lnTo>
                <a:lnTo>
                  <a:pt x="589762" y="215899"/>
                </a:lnTo>
                <a:lnTo>
                  <a:pt x="790905" y="215899"/>
                </a:lnTo>
                <a:lnTo>
                  <a:pt x="790031" y="216395"/>
                </a:lnTo>
                <a:lnTo>
                  <a:pt x="774573" y="216395"/>
                </a:lnTo>
                <a:lnTo>
                  <a:pt x="768723" y="219709"/>
                </a:lnTo>
                <a:close/>
              </a:path>
              <a:path w="791209" h="440055">
                <a:moveTo>
                  <a:pt x="28905" y="223519"/>
                </a:moveTo>
                <a:lnTo>
                  <a:pt x="14452" y="223519"/>
                </a:lnTo>
                <a:lnTo>
                  <a:pt x="16332" y="216395"/>
                </a:lnTo>
                <a:lnTo>
                  <a:pt x="28905" y="223519"/>
                </a:lnTo>
                <a:close/>
              </a:path>
              <a:path w="791209" h="440055">
                <a:moveTo>
                  <a:pt x="208762" y="223519"/>
                </a:moveTo>
                <a:lnTo>
                  <a:pt x="28905" y="223519"/>
                </a:lnTo>
                <a:lnTo>
                  <a:pt x="16332" y="216395"/>
                </a:lnTo>
                <a:lnTo>
                  <a:pt x="201142" y="216395"/>
                </a:lnTo>
                <a:lnTo>
                  <a:pt x="201142" y="219709"/>
                </a:lnTo>
                <a:lnTo>
                  <a:pt x="208762" y="219709"/>
                </a:lnTo>
                <a:lnTo>
                  <a:pt x="208762" y="223519"/>
                </a:lnTo>
                <a:close/>
              </a:path>
              <a:path w="791209" h="440055">
                <a:moveTo>
                  <a:pt x="409012" y="432295"/>
                </a:moveTo>
                <a:lnTo>
                  <a:pt x="397332" y="432295"/>
                </a:lnTo>
                <a:lnTo>
                  <a:pt x="395452" y="431230"/>
                </a:lnTo>
                <a:lnTo>
                  <a:pt x="774573" y="216395"/>
                </a:lnTo>
                <a:lnTo>
                  <a:pt x="776452" y="223519"/>
                </a:lnTo>
                <a:lnTo>
                  <a:pt x="777457" y="223519"/>
                </a:lnTo>
                <a:lnTo>
                  <a:pt x="409012" y="432295"/>
                </a:lnTo>
                <a:close/>
              </a:path>
              <a:path w="791209" h="440055">
                <a:moveTo>
                  <a:pt x="777457" y="223519"/>
                </a:moveTo>
                <a:lnTo>
                  <a:pt x="776452" y="223519"/>
                </a:lnTo>
                <a:lnTo>
                  <a:pt x="774573" y="216395"/>
                </a:lnTo>
                <a:lnTo>
                  <a:pt x="790031" y="216395"/>
                </a:lnTo>
                <a:lnTo>
                  <a:pt x="777457" y="223519"/>
                </a:lnTo>
                <a:close/>
              </a:path>
              <a:path w="791209" h="440055">
                <a:moveTo>
                  <a:pt x="397332" y="432295"/>
                </a:moveTo>
                <a:lnTo>
                  <a:pt x="393573" y="432295"/>
                </a:lnTo>
                <a:lnTo>
                  <a:pt x="395452" y="431230"/>
                </a:lnTo>
                <a:lnTo>
                  <a:pt x="397332" y="43229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46482" y="2344026"/>
            <a:ext cx="2550490" cy="6693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40880" y="2953511"/>
            <a:ext cx="762000" cy="4312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26275" y="2949003"/>
            <a:ext cx="791210" cy="440055"/>
          </a:xfrm>
          <a:custGeom>
            <a:avLst/>
            <a:gdLst/>
            <a:ahLst/>
            <a:cxnLst/>
            <a:rect l="l" t="t" r="r" b="b"/>
            <a:pathLst>
              <a:path w="791209" h="440054">
                <a:moveTo>
                  <a:pt x="201142" y="219709"/>
                </a:moveTo>
                <a:lnTo>
                  <a:pt x="201142" y="0"/>
                </a:lnTo>
                <a:lnTo>
                  <a:pt x="589762" y="0"/>
                </a:lnTo>
                <a:lnTo>
                  <a:pt x="589762" y="3809"/>
                </a:lnTo>
                <a:lnTo>
                  <a:pt x="208762" y="3809"/>
                </a:lnTo>
                <a:lnTo>
                  <a:pt x="204952" y="7619"/>
                </a:lnTo>
                <a:lnTo>
                  <a:pt x="208762" y="7619"/>
                </a:lnTo>
                <a:lnTo>
                  <a:pt x="208762" y="215899"/>
                </a:lnTo>
                <a:lnTo>
                  <a:pt x="204952" y="215899"/>
                </a:lnTo>
                <a:lnTo>
                  <a:pt x="201142" y="219709"/>
                </a:lnTo>
                <a:close/>
              </a:path>
              <a:path w="791209" h="440054">
                <a:moveTo>
                  <a:pt x="208762" y="7619"/>
                </a:moveTo>
                <a:lnTo>
                  <a:pt x="204952" y="7619"/>
                </a:lnTo>
                <a:lnTo>
                  <a:pt x="208762" y="3809"/>
                </a:lnTo>
                <a:lnTo>
                  <a:pt x="208762" y="7619"/>
                </a:lnTo>
                <a:close/>
              </a:path>
              <a:path w="791209" h="440054">
                <a:moveTo>
                  <a:pt x="582142" y="7619"/>
                </a:moveTo>
                <a:lnTo>
                  <a:pt x="208762" y="7619"/>
                </a:lnTo>
                <a:lnTo>
                  <a:pt x="208762" y="3809"/>
                </a:lnTo>
                <a:lnTo>
                  <a:pt x="582142" y="3809"/>
                </a:lnTo>
                <a:lnTo>
                  <a:pt x="582142" y="7619"/>
                </a:lnTo>
                <a:close/>
              </a:path>
              <a:path w="791209" h="440054">
                <a:moveTo>
                  <a:pt x="762000" y="223519"/>
                </a:moveTo>
                <a:lnTo>
                  <a:pt x="582142" y="223519"/>
                </a:lnTo>
                <a:lnTo>
                  <a:pt x="582142" y="3809"/>
                </a:lnTo>
                <a:lnTo>
                  <a:pt x="585952" y="7619"/>
                </a:lnTo>
                <a:lnTo>
                  <a:pt x="589762" y="7619"/>
                </a:lnTo>
                <a:lnTo>
                  <a:pt x="589762" y="215899"/>
                </a:lnTo>
                <a:lnTo>
                  <a:pt x="585952" y="215899"/>
                </a:lnTo>
                <a:lnTo>
                  <a:pt x="589762" y="219709"/>
                </a:lnTo>
                <a:lnTo>
                  <a:pt x="768723" y="219709"/>
                </a:lnTo>
                <a:lnTo>
                  <a:pt x="762000" y="223519"/>
                </a:lnTo>
                <a:close/>
              </a:path>
              <a:path w="791209" h="440054">
                <a:moveTo>
                  <a:pt x="589762" y="7619"/>
                </a:moveTo>
                <a:lnTo>
                  <a:pt x="585952" y="7619"/>
                </a:lnTo>
                <a:lnTo>
                  <a:pt x="582142" y="3809"/>
                </a:lnTo>
                <a:lnTo>
                  <a:pt x="589762" y="3809"/>
                </a:lnTo>
                <a:lnTo>
                  <a:pt x="589762" y="7619"/>
                </a:lnTo>
                <a:close/>
              </a:path>
              <a:path w="791209" h="440054">
                <a:moveTo>
                  <a:pt x="395452" y="439978"/>
                </a:moveTo>
                <a:lnTo>
                  <a:pt x="0" y="215899"/>
                </a:lnTo>
                <a:lnTo>
                  <a:pt x="201142" y="215899"/>
                </a:lnTo>
                <a:lnTo>
                  <a:pt x="201142" y="216395"/>
                </a:lnTo>
                <a:lnTo>
                  <a:pt x="16332" y="216395"/>
                </a:lnTo>
                <a:lnTo>
                  <a:pt x="14452" y="223519"/>
                </a:lnTo>
                <a:lnTo>
                  <a:pt x="28905" y="223519"/>
                </a:lnTo>
                <a:lnTo>
                  <a:pt x="395452" y="431230"/>
                </a:lnTo>
                <a:lnTo>
                  <a:pt x="393573" y="432295"/>
                </a:lnTo>
                <a:lnTo>
                  <a:pt x="409012" y="432295"/>
                </a:lnTo>
                <a:lnTo>
                  <a:pt x="395452" y="439978"/>
                </a:lnTo>
                <a:close/>
              </a:path>
              <a:path w="791209" h="440054">
                <a:moveTo>
                  <a:pt x="208762" y="219709"/>
                </a:moveTo>
                <a:lnTo>
                  <a:pt x="201142" y="219709"/>
                </a:lnTo>
                <a:lnTo>
                  <a:pt x="204952" y="215899"/>
                </a:lnTo>
                <a:lnTo>
                  <a:pt x="208762" y="215899"/>
                </a:lnTo>
                <a:lnTo>
                  <a:pt x="208762" y="219709"/>
                </a:lnTo>
                <a:close/>
              </a:path>
              <a:path w="791209" h="440054">
                <a:moveTo>
                  <a:pt x="589762" y="219709"/>
                </a:moveTo>
                <a:lnTo>
                  <a:pt x="585952" y="215899"/>
                </a:lnTo>
                <a:lnTo>
                  <a:pt x="589762" y="215899"/>
                </a:lnTo>
                <a:lnTo>
                  <a:pt x="589762" y="219709"/>
                </a:lnTo>
                <a:close/>
              </a:path>
              <a:path w="791209" h="440054">
                <a:moveTo>
                  <a:pt x="768723" y="219709"/>
                </a:moveTo>
                <a:lnTo>
                  <a:pt x="589762" y="219709"/>
                </a:lnTo>
                <a:lnTo>
                  <a:pt x="589762" y="215899"/>
                </a:lnTo>
                <a:lnTo>
                  <a:pt x="790905" y="215899"/>
                </a:lnTo>
                <a:lnTo>
                  <a:pt x="790031" y="216395"/>
                </a:lnTo>
                <a:lnTo>
                  <a:pt x="774573" y="216395"/>
                </a:lnTo>
                <a:lnTo>
                  <a:pt x="768723" y="219709"/>
                </a:lnTo>
                <a:close/>
              </a:path>
              <a:path w="791209" h="440054">
                <a:moveTo>
                  <a:pt x="28905" y="223519"/>
                </a:moveTo>
                <a:lnTo>
                  <a:pt x="14452" y="223519"/>
                </a:lnTo>
                <a:lnTo>
                  <a:pt x="16332" y="216395"/>
                </a:lnTo>
                <a:lnTo>
                  <a:pt x="28905" y="223519"/>
                </a:lnTo>
                <a:close/>
              </a:path>
              <a:path w="791209" h="440054">
                <a:moveTo>
                  <a:pt x="208762" y="223519"/>
                </a:moveTo>
                <a:lnTo>
                  <a:pt x="28905" y="223519"/>
                </a:lnTo>
                <a:lnTo>
                  <a:pt x="16332" y="216395"/>
                </a:lnTo>
                <a:lnTo>
                  <a:pt x="201142" y="216395"/>
                </a:lnTo>
                <a:lnTo>
                  <a:pt x="201142" y="219709"/>
                </a:lnTo>
                <a:lnTo>
                  <a:pt x="208762" y="219709"/>
                </a:lnTo>
                <a:lnTo>
                  <a:pt x="208762" y="223519"/>
                </a:lnTo>
                <a:close/>
              </a:path>
              <a:path w="791209" h="440054">
                <a:moveTo>
                  <a:pt x="409012" y="432295"/>
                </a:moveTo>
                <a:lnTo>
                  <a:pt x="397332" y="432295"/>
                </a:lnTo>
                <a:lnTo>
                  <a:pt x="395452" y="431230"/>
                </a:lnTo>
                <a:lnTo>
                  <a:pt x="774573" y="216395"/>
                </a:lnTo>
                <a:lnTo>
                  <a:pt x="776452" y="223519"/>
                </a:lnTo>
                <a:lnTo>
                  <a:pt x="777457" y="223519"/>
                </a:lnTo>
                <a:lnTo>
                  <a:pt x="409012" y="432295"/>
                </a:lnTo>
                <a:close/>
              </a:path>
              <a:path w="791209" h="440054">
                <a:moveTo>
                  <a:pt x="777457" y="223519"/>
                </a:moveTo>
                <a:lnTo>
                  <a:pt x="776452" y="223519"/>
                </a:lnTo>
                <a:lnTo>
                  <a:pt x="774573" y="216395"/>
                </a:lnTo>
                <a:lnTo>
                  <a:pt x="790031" y="216395"/>
                </a:lnTo>
                <a:lnTo>
                  <a:pt x="777457" y="223519"/>
                </a:lnTo>
                <a:close/>
              </a:path>
              <a:path w="791209" h="440054">
                <a:moveTo>
                  <a:pt x="397332" y="432295"/>
                </a:moveTo>
                <a:lnTo>
                  <a:pt x="393573" y="432295"/>
                </a:lnTo>
                <a:lnTo>
                  <a:pt x="395452" y="431230"/>
                </a:lnTo>
                <a:lnTo>
                  <a:pt x="397332" y="43229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24866" y="3360788"/>
            <a:ext cx="1993734" cy="986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40880" y="4285488"/>
            <a:ext cx="762000" cy="4312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26275" y="4281246"/>
            <a:ext cx="791210" cy="440055"/>
          </a:xfrm>
          <a:custGeom>
            <a:avLst/>
            <a:gdLst/>
            <a:ahLst/>
            <a:cxnLst/>
            <a:rect l="l" t="t" r="r" b="b"/>
            <a:pathLst>
              <a:path w="791209" h="440054">
                <a:moveTo>
                  <a:pt x="201142" y="219710"/>
                </a:moveTo>
                <a:lnTo>
                  <a:pt x="201142" y="0"/>
                </a:lnTo>
                <a:lnTo>
                  <a:pt x="589762" y="0"/>
                </a:lnTo>
                <a:lnTo>
                  <a:pt x="589762" y="3810"/>
                </a:lnTo>
                <a:lnTo>
                  <a:pt x="208762" y="3810"/>
                </a:lnTo>
                <a:lnTo>
                  <a:pt x="204952" y="7620"/>
                </a:lnTo>
                <a:lnTo>
                  <a:pt x="208762" y="7620"/>
                </a:lnTo>
                <a:lnTo>
                  <a:pt x="208762" y="215900"/>
                </a:lnTo>
                <a:lnTo>
                  <a:pt x="204952" y="215900"/>
                </a:lnTo>
                <a:lnTo>
                  <a:pt x="201142" y="219710"/>
                </a:lnTo>
                <a:close/>
              </a:path>
              <a:path w="791209" h="440054">
                <a:moveTo>
                  <a:pt x="208762" y="7620"/>
                </a:moveTo>
                <a:lnTo>
                  <a:pt x="204952" y="7620"/>
                </a:lnTo>
                <a:lnTo>
                  <a:pt x="208762" y="3810"/>
                </a:lnTo>
                <a:lnTo>
                  <a:pt x="208762" y="7620"/>
                </a:lnTo>
                <a:close/>
              </a:path>
              <a:path w="791209" h="440054">
                <a:moveTo>
                  <a:pt x="582142" y="7620"/>
                </a:moveTo>
                <a:lnTo>
                  <a:pt x="208762" y="7620"/>
                </a:lnTo>
                <a:lnTo>
                  <a:pt x="208762" y="3810"/>
                </a:lnTo>
                <a:lnTo>
                  <a:pt x="582142" y="3810"/>
                </a:lnTo>
                <a:lnTo>
                  <a:pt x="582142" y="7620"/>
                </a:lnTo>
                <a:close/>
              </a:path>
              <a:path w="791209" h="440054">
                <a:moveTo>
                  <a:pt x="762000" y="223520"/>
                </a:moveTo>
                <a:lnTo>
                  <a:pt x="582142" y="223520"/>
                </a:lnTo>
                <a:lnTo>
                  <a:pt x="582142" y="3810"/>
                </a:lnTo>
                <a:lnTo>
                  <a:pt x="585952" y="7620"/>
                </a:lnTo>
                <a:lnTo>
                  <a:pt x="589762" y="7620"/>
                </a:lnTo>
                <a:lnTo>
                  <a:pt x="589762" y="215900"/>
                </a:lnTo>
                <a:lnTo>
                  <a:pt x="585952" y="215900"/>
                </a:lnTo>
                <a:lnTo>
                  <a:pt x="589762" y="219710"/>
                </a:lnTo>
                <a:lnTo>
                  <a:pt x="768723" y="219710"/>
                </a:lnTo>
                <a:lnTo>
                  <a:pt x="762000" y="223520"/>
                </a:lnTo>
                <a:close/>
              </a:path>
              <a:path w="791209" h="440054">
                <a:moveTo>
                  <a:pt x="589762" y="7620"/>
                </a:moveTo>
                <a:lnTo>
                  <a:pt x="585952" y="7620"/>
                </a:lnTo>
                <a:lnTo>
                  <a:pt x="582142" y="3810"/>
                </a:lnTo>
                <a:lnTo>
                  <a:pt x="589762" y="3810"/>
                </a:lnTo>
                <a:lnTo>
                  <a:pt x="589762" y="7620"/>
                </a:lnTo>
                <a:close/>
              </a:path>
              <a:path w="791209" h="440054">
                <a:moveTo>
                  <a:pt x="395452" y="439991"/>
                </a:moveTo>
                <a:lnTo>
                  <a:pt x="0" y="215900"/>
                </a:lnTo>
                <a:lnTo>
                  <a:pt x="201142" y="215900"/>
                </a:lnTo>
                <a:lnTo>
                  <a:pt x="201142" y="216395"/>
                </a:lnTo>
                <a:lnTo>
                  <a:pt x="16332" y="216395"/>
                </a:lnTo>
                <a:lnTo>
                  <a:pt x="14452" y="223520"/>
                </a:lnTo>
                <a:lnTo>
                  <a:pt x="28905" y="223520"/>
                </a:lnTo>
                <a:lnTo>
                  <a:pt x="395452" y="431230"/>
                </a:lnTo>
                <a:lnTo>
                  <a:pt x="393573" y="432295"/>
                </a:lnTo>
                <a:lnTo>
                  <a:pt x="409034" y="432295"/>
                </a:lnTo>
                <a:lnTo>
                  <a:pt x="395452" y="439991"/>
                </a:lnTo>
                <a:close/>
              </a:path>
              <a:path w="791209" h="440054">
                <a:moveTo>
                  <a:pt x="208762" y="219710"/>
                </a:moveTo>
                <a:lnTo>
                  <a:pt x="201142" y="219710"/>
                </a:lnTo>
                <a:lnTo>
                  <a:pt x="204952" y="215900"/>
                </a:lnTo>
                <a:lnTo>
                  <a:pt x="208762" y="215900"/>
                </a:lnTo>
                <a:lnTo>
                  <a:pt x="208762" y="219710"/>
                </a:lnTo>
                <a:close/>
              </a:path>
              <a:path w="791209" h="440054">
                <a:moveTo>
                  <a:pt x="589762" y="219710"/>
                </a:moveTo>
                <a:lnTo>
                  <a:pt x="585952" y="215900"/>
                </a:lnTo>
                <a:lnTo>
                  <a:pt x="589762" y="215900"/>
                </a:lnTo>
                <a:lnTo>
                  <a:pt x="589762" y="219710"/>
                </a:lnTo>
                <a:close/>
              </a:path>
              <a:path w="791209" h="440054">
                <a:moveTo>
                  <a:pt x="768723" y="219710"/>
                </a:moveTo>
                <a:lnTo>
                  <a:pt x="589762" y="219710"/>
                </a:lnTo>
                <a:lnTo>
                  <a:pt x="589762" y="215900"/>
                </a:lnTo>
                <a:lnTo>
                  <a:pt x="790905" y="215900"/>
                </a:lnTo>
                <a:lnTo>
                  <a:pt x="790031" y="216395"/>
                </a:lnTo>
                <a:lnTo>
                  <a:pt x="774573" y="216395"/>
                </a:lnTo>
                <a:lnTo>
                  <a:pt x="768723" y="219710"/>
                </a:lnTo>
                <a:close/>
              </a:path>
              <a:path w="791209" h="440054">
                <a:moveTo>
                  <a:pt x="28905" y="223520"/>
                </a:moveTo>
                <a:lnTo>
                  <a:pt x="14452" y="223520"/>
                </a:lnTo>
                <a:lnTo>
                  <a:pt x="16332" y="216395"/>
                </a:lnTo>
                <a:lnTo>
                  <a:pt x="28905" y="223520"/>
                </a:lnTo>
                <a:close/>
              </a:path>
              <a:path w="791209" h="440054">
                <a:moveTo>
                  <a:pt x="208762" y="223520"/>
                </a:moveTo>
                <a:lnTo>
                  <a:pt x="28905" y="223520"/>
                </a:lnTo>
                <a:lnTo>
                  <a:pt x="16332" y="216395"/>
                </a:lnTo>
                <a:lnTo>
                  <a:pt x="201142" y="216395"/>
                </a:lnTo>
                <a:lnTo>
                  <a:pt x="201142" y="219710"/>
                </a:lnTo>
                <a:lnTo>
                  <a:pt x="208762" y="219710"/>
                </a:lnTo>
                <a:lnTo>
                  <a:pt x="208762" y="223520"/>
                </a:lnTo>
                <a:close/>
              </a:path>
              <a:path w="791209" h="440054">
                <a:moveTo>
                  <a:pt x="409034" y="432295"/>
                </a:moveTo>
                <a:lnTo>
                  <a:pt x="397332" y="432295"/>
                </a:lnTo>
                <a:lnTo>
                  <a:pt x="395452" y="431230"/>
                </a:lnTo>
                <a:lnTo>
                  <a:pt x="774573" y="216395"/>
                </a:lnTo>
                <a:lnTo>
                  <a:pt x="776452" y="223520"/>
                </a:lnTo>
                <a:lnTo>
                  <a:pt x="777458" y="223520"/>
                </a:lnTo>
                <a:lnTo>
                  <a:pt x="409034" y="432295"/>
                </a:lnTo>
                <a:close/>
              </a:path>
              <a:path w="791209" h="440054">
                <a:moveTo>
                  <a:pt x="777458" y="223520"/>
                </a:moveTo>
                <a:lnTo>
                  <a:pt x="776452" y="223520"/>
                </a:lnTo>
                <a:lnTo>
                  <a:pt x="774573" y="216395"/>
                </a:lnTo>
                <a:lnTo>
                  <a:pt x="790031" y="216395"/>
                </a:lnTo>
                <a:lnTo>
                  <a:pt x="777458" y="223520"/>
                </a:lnTo>
                <a:close/>
              </a:path>
              <a:path w="791209" h="440054">
                <a:moveTo>
                  <a:pt x="397332" y="432295"/>
                </a:moveTo>
                <a:lnTo>
                  <a:pt x="393573" y="432295"/>
                </a:lnTo>
                <a:lnTo>
                  <a:pt x="395452" y="431230"/>
                </a:lnTo>
                <a:lnTo>
                  <a:pt x="397332" y="43229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32576" y="4689995"/>
            <a:ext cx="2778302" cy="66935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283134" y="1396212"/>
            <a:ext cx="2276475" cy="3814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766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电流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增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大</a:t>
            </a:r>
            <a:endParaRPr sz="28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磁通量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Φ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增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大</a:t>
            </a:r>
            <a:endParaRPr sz="28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650">
              <a:latin typeface="Times New Roman"/>
              <a:cs typeface="Times New Roman"/>
            </a:endParaRPr>
          </a:p>
          <a:p>
            <a:pPr algn="ctr" marL="429895" marR="422909">
              <a:lnSpc>
                <a:spcPct val="100000"/>
              </a:lnSpc>
            </a:pP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30">
                <a:solidFill>
                  <a:srgbClr val="FFFFFF"/>
                </a:solidFill>
                <a:latin typeface="楷体"/>
                <a:cs typeface="楷体"/>
              </a:rPr>
              <a:t>感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与原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电 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流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反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向</a:t>
            </a:r>
            <a:endParaRPr sz="28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电流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缓慢增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大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9374" y="1682597"/>
            <a:ext cx="644271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146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当一个线圈中的电流变化时，它产生的变</a:t>
            </a:r>
            <a:r>
              <a:rPr dirty="0" sz="2400" spc="-5" b="1">
                <a:latin typeface="华文楷体"/>
                <a:cs typeface="华文楷体"/>
              </a:rPr>
              <a:t>化 </a:t>
            </a:r>
            <a:r>
              <a:rPr dirty="0" sz="2400" b="1">
                <a:latin typeface="华文楷体"/>
                <a:cs typeface="华文楷体"/>
              </a:rPr>
              <a:t>的磁场能在邻近的电路中激发出感应电动势，</a:t>
            </a:r>
            <a:r>
              <a:rPr dirty="0" sz="2400" spc="-5" b="1">
                <a:solidFill>
                  <a:srgbClr val="006FC0"/>
                </a:solidFill>
                <a:latin typeface="华文楷体"/>
                <a:cs typeface="华文楷体"/>
              </a:rPr>
              <a:t>也 </a:t>
            </a:r>
            <a:r>
              <a:rPr dirty="0" sz="2400" b="1">
                <a:solidFill>
                  <a:srgbClr val="006FC0"/>
                </a:solidFill>
                <a:latin typeface="华文楷体"/>
                <a:cs typeface="华文楷体"/>
              </a:rPr>
              <a:t>能在它本身激发出感应电动势</a:t>
            </a:r>
            <a:r>
              <a:rPr dirty="0" sz="2400" b="1">
                <a:latin typeface="华文楷体"/>
                <a:cs typeface="华文楷体"/>
              </a:rPr>
              <a:t>。这种现象叫“</a:t>
            </a:r>
            <a:r>
              <a:rPr dirty="0" sz="2400" spc="-5" b="1">
                <a:solidFill>
                  <a:srgbClr val="006FC0"/>
                </a:solidFill>
                <a:latin typeface="华文楷体"/>
                <a:cs typeface="华文楷体"/>
              </a:rPr>
              <a:t>自 </a:t>
            </a:r>
            <a:r>
              <a:rPr dirty="0" sz="240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r>
              <a:rPr dirty="0" sz="2400" b="1">
                <a:latin typeface="华文楷体"/>
                <a:cs typeface="华文楷体"/>
              </a:rPr>
              <a:t>”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36591" y="3023616"/>
            <a:ext cx="2098548" cy="2051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21109" y="5072786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通电自</a:t>
            </a:r>
            <a:r>
              <a:rPr dirty="0" sz="2400" spc="-5" b="1">
                <a:latin typeface="华文楷体"/>
                <a:cs typeface="华文楷体"/>
              </a:rPr>
              <a:t>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20911" y="1248155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020556" y="1470660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8" y="0"/>
                </a:lnTo>
                <a:lnTo>
                  <a:pt x="246888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863" y="162713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38996" y="1007224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二、自感现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78908" y="2090927"/>
            <a:ext cx="2322576" cy="2218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930640" y="1351788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28759" y="15758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8" y="0"/>
                </a:lnTo>
                <a:lnTo>
                  <a:pt x="246888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80321" y="173163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47454" y="1111719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二、自感现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9483" y="1025652"/>
            <a:ext cx="6733032" cy="3781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32747" y="1269491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232392" y="1493519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8" y="0"/>
                </a:lnTo>
                <a:lnTo>
                  <a:pt x="246888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3356" y="164959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50502" y="1029677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二、自感现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93720" y="1947672"/>
            <a:ext cx="3002280" cy="2964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79146" y="1663230"/>
            <a:ext cx="1993734" cy="6693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5743" y="2273807"/>
            <a:ext cx="762000" cy="431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80567" y="2269286"/>
            <a:ext cx="791210" cy="440055"/>
          </a:xfrm>
          <a:custGeom>
            <a:avLst/>
            <a:gdLst/>
            <a:ahLst/>
            <a:cxnLst/>
            <a:rect l="l" t="t" r="r" b="b"/>
            <a:pathLst>
              <a:path w="791209" h="440055">
                <a:moveTo>
                  <a:pt x="201142" y="219710"/>
                </a:moveTo>
                <a:lnTo>
                  <a:pt x="201142" y="0"/>
                </a:lnTo>
                <a:lnTo>
                  <a:pt x="589762" y="0"/>
                </a:lnTo>
                <a:lnTo>
                  <a:pt x="589762" y="3810"/>
                </a:lnTo>
                <a:lnTo>
                  <a:pt x="208762" y="3810"/>
                </a:lnTo>
                <a:lnTo>
                  <a:pt x="204952" y="7620"/>
                </a:lnTo>
                <a:lnTo>
                  <a:pt x="208762" y="7620"/>
                </a:lnTo>
                <a:lnTo>
                  <a:pt x="208762" y="215900"/>
                </a:lnTo>
                <a:lnTo>
                  <a:pt x="204952" y="215900"/>
                </a:lnTo>
                <a:lnTo>
                  <a:pt x="201142" y="219710"/>
                </a:lnTo>
                <a:close/>
              </a:path>
              <a:path w="791209" h="440055">
                <a:moveTo>
                  <a:pt x="208762" y="7620"/>
                </a:moveTo>
                <a:lnTo>
                  <a:pt x="204952" y="7620"/>
                </a:lnTo>
                <a:lnTo>
                  <a:pt x="208762" y="3810"/>
                </a:lnTo>
                <a:lnTo>
                  <a:pt x="208762" y="7620"/>
                </a:lnTo>
                <a:close/>
              </a:path>
              <a:path w="791209" h="440055">
                <a:moveTo>
                  <a:pt x="582142" y="7620"/>
                </a:moveTo>
                <a:lnTo>
                  <a:pt x="208762" y="7620"/>
                </a:lnTo>
                <a:lnTo>
                  <a:pt x="208762" y="3810"/>
                </a:lnTo>
                <a:lnTo>
                  <a:pt x="582142" y="3810"/>
                </a:lnTo>
                <a:lnTo>
                  <a:pt x="582142" y="7620"/>
                </a:lnTo>
                <a:close/>
              </a:path>
              <a:path w="791209" h="440055">
                <a:moveTo>
                  <a:pt x="762000" y="223520"/>
                </a:moveTo>
                <a:lnTo>
                  <a:pt x="582142" y="223520"/>
                </a:lnTo>
                <a:lnTo>
                  <a:pt x="582142" y="3810"/>
                </a:lnTo>
                <a:lnTo>
                  <a:pt x="585952" y="7620"/>
                </a:lnTo>
                <a:lnTo>
                  <a:pt x="589762" y="7620"/>
                </a:lnTo>
                <a:lnTo>
                  <a:pt x="589762" y="215900"/>
                </a:lnTo>
                <a:lnTo>
                  <a:pt x="585952" y="215900"/>
                </a:lnTo>
                <a:lnTo>
                  <a:pt x="589762" y="219710"/>
                </a:lnTo>
                <a:lnTo>
                  <a:pt x="768723" y="219710"/>
                </a:lnTo>
                <a:lnTo>
                  <a:pt x="762000" y="223520"/>
                </a:lnTo>
                <a:close/>
              </a:path>
              <a:path w="791209" h="440055">
                <a:moveTo>
                  <a:pt x="589762" y="7620"/>
                </a:moveTo>
                <a:lnTo>
                  <a:pt x="585952" y="7620"/>
                </a:lnTo>
                <a:lnTo>
                  <a:pt x="582142" y="3810"/>
                </a:lnTo>
                <a:lnTo>
                  <a:pt x="589762" y="3810"/>
                </a:lnTo>
                <a:lnTo>
                  <a:pt x="589762" y="7620"/>
                </a:lnTo>
                <a:close/>
              </a:path>
              <a:path w="791209" h="440055">
                <a:moveTo>
                  <a:pt x="395452" y="439991"/>
                </a:moveTo>
                <a:lnTo>
                  <a:pt x="0" y="215900"/>
                </a:lnTo>
                <a:lnTo>
                  <a:pt x="201142" y="215900"/>
                </a:lnTo>
                <a:lnTo>
                  <a:pt x="201142" y="216395"/>
                </a:lnTo>
                <a:lnTo>
                  <a:pt x="16332" y="216395"/>
                </a:lnTo>
                <a:lnTo>
                  <a:pt x="14452" y="223520"/>
                </a:lnTo>
                <a:lnTo>
                  <a:pt x="28905" y="223520"/>
                </a:lnTo>
                <a:lnTo>
                  <a:pt x="395452" y="431230"/>
                </a:lnTo>
                <a:lnTo>
                  <a:pt x="393573" y="432295"/>
                </a:lnTo>
                <a:lnTo>
                  <a:pt x="409034" y="432295"/>
                </a:lnTo>
                <a:lnTo>
                  <a:pt x="395452" y="439991"/>
                </a:lnTo>
                <a:close/>
              </a:path>
              <a:path w="791209" h="440055">
                <a:moveTo>
                  <a:pt x="208762" y="219710"/>
                </a:moveTo>
                <a:lnTo>
                  <a:pt x="201142" y="219710"/>
                </a:lnTo>
                <a:lnTo>
                  <a:pt x="204952" y="215900"/>
                </a:lnTo>
                <a:lnTo>
                  <a:pt x="208762" y="215900"/>
                </a:lnTo>
                <a:lnTo>
                  <a:pt x="208762" y="219710"/>
                </a:lnTo>
                <a:close/>
              </a:path>
              <a:path w="791209" h="440055">
                <a:moveTo>
                  <a:pt x="589762" y="219710"/>
                </a:moveTo>
                <a:lnTo>
                  <a:pt x="585952" y="215900"/>
                </a:lnTo>
                <a:lnTo>
                  <a:pt x="589762" y="215900"/>
                </a:lnTo>
                <a:lnTo>
                  <a:pt x="589762" y="219710"/>
                </a:lnTo>
                <a:close/>
              </a:path>
              <a:path w="791209" h="440055">
                <a:moveTo>
                  <a:pt x="768723" y="219710"/>
                </a:moveTo>
                <a:lnTo>
                  <a:pt x="589762" y="219710"/>
                </a:lnTo>
                <a:lnTo>
                  <a:pt x="589762" y="215900"/>
                </a:lnTo>
                <a:lnTo>
                  <a:pt x="790905" y="215900"/>
                </a:lnTo>
                <a:lnTo>
                  <a:pt x="790031" y="216395"/>
                </a:lnTo>
                <a:lnTo>
                  <a:pt x="774573" y="216395"/>
                </a:lnTo>
                <a:lnTo>
                  <a:pt x="768723" y="219710"/>
                </a:lnTo>
                <a:close/>
              </a:path>
              <a:path w="791209" h="440055">
                <a:moveTo>
                  <a:pt x="28905" y="223520"/>
                </a:moveTo>
                <a:lnTo>
                  <a:pt x="14452" y="223520"/>
                </a:lnTo>
                <a:lnTo>
                  <a:pt x="16332" y="216395"/>
                </a:lnTo>
                <a:lnTo>
                  <a:pt x="28905" y="223520"/>
                </a:lnTo>
                <a:close/>
              </a:path>
              <a:path w="791209" h="440055">
                <a:moveTo>
                  <a:pt x="208762" y="223520"/>
                </a:moveTo>
                <a:lnTo>
                  <a:pt x="28905" y="223520"/>
                </a:lnTo>
                <a:lnTo>
                  <a:pt x="16332" y="216395"/>
                </a:lnTo>
                <a:lnTo>
                  <a:pt x="201142" y="216395"/>
                </a:lnTo>
                <a:lnTo>
                  <a:pt x="201142" y="219710"/>
                </a:lnTo>
                <a:lnTo>
                  <a:pt x="208762" y="219710"/>
                </a:lnTo>
                <a:lnTo>
                  <a:pt x="208762" y="223520"/>
                </a:lnTo>
                <a:close/>
              </a:path>
              <a:path w="791209" h="440055">
                <a:moveTo>
                  <a:pt x="409034" y="432295"/>
                </a:moveTo>
                <a:lnTo>
                  <a:pt x="397332" y="432295"/>
                </a:lnTo>
                <a:lnTo>
                  <a:pt x="395452" y="431230"/>
                </a:lnTo>
                <a:lnTo>
                  <a:pt x="774573" y="216395"/>
                </a:lnTo>
                <a:lnTo>
                  <a:pt x="776452" y="223520"/>
                </a:lnTo>
                <a:lnTo>
                  <a:pt x="777458" y="223520"/>
                </a:lnTo>
                <a:lnTo>
                  <a:pt x="409034" y="432295"/>
                </a:lnTo>
                <a:close/>
              </a:path>
              <a:path w="791209" h="440055">
                <a:moveTo>
                  <a:pt x="777458" y="223520"/>
                </a:moveTo>
                <a:lnTo>
                  <a:pt x="776452" y="223520"/>
                </a:lnTo>
                <a:lnTo>
                  <a:pt x="774573" y="216395"/>
                </a:lnTo>
                <a:lnTo>
                  <a:pt x="790031" y="216395"/>
                </a:lnTo>
                <a:lnTo>
                  <a:pt x="777458" y="223520"/>
                </a:lnTo>
                <a:close/>
              </a:path>
              <a:path w="791209" h="440055">
                <a:moveTo>
                  <a:pt x="397332" y="432295"/>
                </a:moveTo>
                <a:lnTo>
                  <a:pt x="393573" y="432295"/>
                </a:lnTo>
                <a:lnTo>
                  <a:pt x="395452" y="431230"/>
                </a:lnTo>
                <a:lnTo>
                  <a:pt x="397332" y="43229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00775" y="2679992"/>
            <a:ext cx="2550490" cy="6693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95743" y="3288791"/>
            <a:ext cx="762000" cy="4312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80567" y="3284969"/>
            <a:ext cx="791210" cy="440055"/>
          </a:xfrm>
          <a:custGeom>
            <a:avLst/>
            <a:gdLst/>
            <a:ahLst/>
            <a:cxnLst/>
            <a:rect l="l" t="t" r="r" b="b"/>
            <a:pathLst>
              <a:path w="791209" h="440054">
                <a:moveTo>
                  <a:pt x="201142" y="219710"/>
                </a:moveTo>
                <a:lnTo>
                  <a:pt x="201142" y="0"/>
                </a:lnTo>
                <a:lnTo>
                  <a:pt x="589762" y="0"/>
                </a:lnTo>
                <a:lnTo>
                  <a:pt x="589762" y="3810"/>
                </a:lnTo>
                <a:lnTo>
                  <a:pt x="208762" y="3810"/>
                </a:lnTo>
                <a:lnTo>
                  <a:pt x="204952" y="7620"/>
                </a:lnTo>
                <a:lnTo>
                  <a:pt x="208762" y="7620"/>
                </a:lnTo>
                <a:lnTo>
                  <a:pt x="208762" y="215900"/>
                </a:lnTo>
                <a:lnTo>
                  <a:pt x="204952" y="215900"/>
                </a:lnTo>
                <a:lnTo>
                  <a:pt x="201142" y="219710"/>
                </a:lnTo>
                <a:close/>
              </a:path>
              <a:path w="791209" h="440054">
                <a:moveTo>
                  <a:pt x="208762" y="7620"/>
                </a:moveTo>
                <a:lnTo>
                  <a:pt x="204952" y="7620"/>
                </a:lnTo>
                <a:lnTo>
                  <a:pt x="208762" y="3810"/>
                </a:lnTo>
                <a:lnTo>
                  <a:pt x="208762" y="7620"/>
                </a:lnTo>
                <a:close/>
              </a:path>
              <a:path w="791209" h="440054">
                <a:moveTo>
                  <a:pt x="582142" y="7620"/>
                </a:moveTo>
                <a:lnTo>
                  <a:pt x="208762" y="7620"/>
                </a:lnTo>
                <a:lnTo>
                  <a:pt x="208762" y="3810"/>
                </a:lnTo>
                <a:lnTo>
                  <a:pt x="582142" y="3810"/>
                </a:lnTo>
                <a:lnTo>
                  <a:pt x="582142" y="7620"/>
                </a:lnTo>
                <a:close/>
              </a:path>
              <a:path w="791209" h="440054">
                <a:moveTo>
                  <a:pt x="761999" y="223520"/>
                </a:moveTo>
                <a:lnTo>
                  <a:pt x="582142" y="223520"/>
                </a:lnTo>
                <a:lnTo>
                  <a:pt x="582142" y="3810"/>
                </a:lnTo>
                <a:lnTo>
                  <a:pt x="585952" y="7620"/>
                </a:lnTo>
                <a:lnTo>
                  <a:pt x="589762" y="7620"/>
                </a:lnTo>
                <a:lnTo>
                  <a:pt x="589762" y="215900"/>
                </a:lnTo>
                <a:lnTo>
                  <a:pt x="585952" y="215900"/>
                </a:lnTo>
                <a:lnTo>
                  <a:pt x="589762" y="219710"/>
                </a:lnTo>
                <a:lnTo>
                  <a:pt x="768723" y="219710"/>
                </a:lnTo>
                <a:lnTo>
                  <a:pt x="761999" y="223520"/>
                </a:lnTo>
                <a:close/>
              </a:path>
              <a:path w="791209" h="440054">
                <a:moveTo>
                  <a:pt x="589762" y="7620"/>
                </a:moveTo>
                <a:lnTo>
                  <a:pt x="585952" y="7620"/>
                </a:lnTo>
                <a:lnTo>
                  <a:pt x="582142" y="3810"/>
                </a:lnTo>
                <a:lnTo>
                  <a:pt x="589762" y="3810"/>
                </a:lnTo>
                <a:lnTo>
                  <a:pt x="589762" y="7620"/>
                </a:lnTo>
                <a:close/>
              </a:path>
              <a:path w="791209" h="440054">
                <a:moveTo>
                  <a:pt x="395452" y="439991"/>
                </a:moveTo>
                <a:lnTo>
                  <a:pt x="0" y="215900"/>
                </a:lnTo>
                <a:lnTo>
                  <a:pt x="201142" y="215900"/>
                </a:lnTo>
                <a:lnTo>
                  <a:pt x="201142" y="216395"/>
                </a:lnTo>
                <a:lnTo>
                  <a:pt x="16332" y="216395"/>
                </a:lnTo>
                <a:lnTo>
                  <a:pt x="14452" y="223520"/>
                </a:lnTo>
                <a:lnTo>
                  <a:pt x="28905" y="223520"/>
                </a:lnTo>
                <a:lnTo>
                  <a:pt x="395452" y="431230"/>
                </a:lnTo>
                <a:lnTo>
                  <a:pt x="393573" y="432295"/>
                </a:lnTo>
                <a:lnTo>
                  <a:pt x="409034" y="432295"/>
                </a:lnTo>
                <a:lnTo>
                  <a:pt x="395452" y="439991"/>
                </a:lnTo>
                <a:close/>
              </a:path>
              <a:path w="791209" h="440054">
                <a:moveTo>
                  <a:pt x="208762" y="219710"/>
                </a:moveTo>
                <a:lnTo>
                  <a:pt x="201142" y="219710"/>
                </a:lnTo>
                <a:lnTo>
                  <a:pt x="204952" y="215900"/>
                </a:lnTo>
                <a:lnTo>
                  <a:pt x="208762" y="215900"/>
                </a:lnTo>
                <a:lnTo>
                  <a:pt x="208762" y="219710"/>
                </a:lnTo>
                <a:close/>
              </a:path>
              <a:path w="791209" h="440054">
                <a:moveTo>
                  <a:pt x="589762" y="219710"/>
                </a:moveTo>
                <a:lnTo>
                  <a:pt x="585952" y="215900"/>
                </a:lnTo>
                <a:lnTo>
                  <a:pt x="589762" y="215900"/>
                </a:lnTo>
                <a:lnTo>
                  <a:pt x="589762" y="219710"/>
                </a:lnTo>
                <a:close/>
              </a:path>
              <a:path w="791209" h="440054">
                <a:moveTo>
                  <a:pt x="768723" y="219710"/>
                </a:moveTo>
                <a:lnTo>
                  <a:pt x="589762" y="219710"/>
                </a:lnTo>
                <a:lnTo>
                  <a:pt x="589762" y="215900"/>
                </a:lnTo>
                <a:lnTo>
                  <a:pt x="790905" y="215900"/>
                </a:lnTo>
                <a:lnTo>
                  <a:pt x="790031" y="216395"/>
                </a:lnTo>
                <a:lnTo>
                  <a:pt x="774573" y="216395"/>
                </a:lnTo>
                <a:lnTo>
                  <a:pt x="768723" y="219710"/>
                </a:lnTo>
                <a:close/>
              </a:path>
              <a:path w="791209" h="440054">
                <a:moveTo>
                  <a:pt x="28905" y="223520"/>
                </a:moveTo>
                <a:lnTo>
                  <a:pt x="14452" y="223520"/>
                </a:lnTo>
                <a:lnTo>
                  <a:pt x="16332" y="216395"/>
                </a:lnTo>
                <a:lnTo>
                  <a:pt x="28905" y="223520"/>
                </a:lnTo>
                <a:close/>
              </a:path>
              <a:path w="791209" h="440054">
                <a:moveTo>
                  <a:pt x="208762" y="223520"/>
                </a:moveTo>
                <a:lnTo>
                  <a:pt x="28905" y="223520"/>
                </a:lnTo>
                <a:lnTo>
                  <a:pt x="16332" y="216395"/>
                </a:lnTo>
                <a:lnTo>
                  <a:pt x="201142" y="216395"/>
                </a:lnTo>
                <a:lnTo>
                  <a:pt x="201142" y="219710"/>
                </a:lnTo>
                <a:lnTo>
                  <a:pt x="208762" y="219710"/>
                </a:lnTo>
                <a:lnTo>
                  <a:pt x="208762" y="223520"/>
                </a:lnTo>
                <a:close/>
              </a:path>
              <a:path w="791209" h="440054">
                <a:moveTo>
                  <a:pt x="409034" y="432295"/>
                </a:moveTo>
                <a:lnTo>
                  <a:pt x="397332" y="432295"/>
                </a:lnTo>
                <a:lnTo>
                  <a:pt x="395452" y="431230"/>
                </a:lnTo>
                <a:lnTo>
                  <a:pt x="774573" y="216395"/>
                </a:lnTo>
                <a:lnTo>
                  <a:pt x="776452" y="223520"/>
                </a:lnTo>
                <a:lnTo>
                  <a:pt x="777458" y="223520"/>
                </a:lnTo>
                <a:lnTo>
                  <a:pt x="409034" y="432295"/>
                </a:lnTo>
                <a:close/>
              </a:path>
              <a:path w="791209" h="440054">
                <a:moveTo>
                  <a:pt x="777458" y="223520"/>
                </a:moveTo>
                <a:lnTo>
                  <a:pt x="776452" y="223520"/>
                </a:lnTo>
                <a:lnTo>
                  <a:pt x="774573" y="216395"/>
                </a:lnTo>
                <a:lnTo>
                  <a:pt x="790031" y="216395"/>
                </a:lnTo>
                <a:lnTo>
                  <a:pt x="777458" y="223520"/>
                </a:lnTo>
                <a:close/>
              </a:path>
              <a:path w="791209" h="440054">
                <a:moveTo>
                  <a:pt x="397332" y="432295"/>
                </a:moveTo>
                <a:lnTo>
                  <a:pt x="393573" y="432295"/>
                </a:lnTo>
                <a:lnTo>
                  <a:pt x="395452" y="431230"/>
                </a:lnTo>
                <a:lnTo>
                  <a:pt x="397332" y="43229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79146" y="3696754"/>
            <a:ext cx="1993734" cy="986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95743" y="4620767"/>
            <a:ext cx="762000" cy="4328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80567" y="4617211"/>
            <a:ext cx="791210" cy="440055"/>
          </a:xfrm>
          <a:custGeom>
            <a:avLst/>
            <a:gdLst/>
            <a:ahLst/>
            <a:cxnLst/>
            <a:rect l="l" t="t" r="r" b="b"/>
            <a:pathLst>
              <a:path w="791209" h="440054">
                <a:moveTo>
                  <a:pt x="201142" y="219710"/>
                </a:moveTo>
                <a:lnTo>
                  <a:pt x="201142" y="0"/>
                </a:lnTo>
                <a:lnTo>
                  <a:pt x="589762" y="0"/>
                </a:lnTo>
                <a:lnTo>
                  <a:pt x="589762" y="3810"/>
                </a:lnTo>
                <a:lnTo>
                  <a:pt x="208762" y="3810"/>
                </a:lnTo>
                <a:lnTo>
                  <a:pt x="204952" y="7620"/>
                </a:lnTo>
                <a:lnTo>
                  <a:pt x="208762" y="7620"/>
                </a:lnTo>
                <a:lnTo>
                  <a:pt x="208762" y="215900"/>
                </a:lnTo>
                <a:lnTo>
                  <a:pt x="204952" y="215900"/>
                </a:lnTo>
                <a:lnTo>
                  <a:pt x="201142" y="219710"/>
                </a:lnTo>
                <a:close/>
              </a:path>
              <a:path w="791209" h="440054">
                <a:moveTo>
                  <a:pt x="208762" y="7620"/>
                </a:moveTo>
                <a:lnTo>
                  <a:pt x="204952" y="7620"/>
                </a:lnTo>
                <a:lnTo>
                  <a:pt x="208762" y="3810"/>
                </a:lnTo>
                <a:lnTo>
                  <a:pt x="208762" y="7620"/>
                </a:lnTo>
                <a:close/>
              </a:path>
              <a:path w="791209" h="440054">
                <a:moveTo>
                  <a:pt x="582142" y="7620"/>
                </a:moveTo>
                <a:lnTo>
                  <a:pt x="208762" y="7620"/>
                </a:lnTo>
                <a:lnTo>
                  <a:pt x="208762" y="3810"/>
                </a:lnTo>
                <a:lnTo>
                  <a:pt x="582142" y="3810"/>
                </a:lnTo>
                <a:lnTo>
                  <a:pt x="582142" y="7620"/>
                </a:lnTo>
                <a:close/>
              </a:path>
              <a:path w="791209" h="440054">
                <a:moveTo>
                  <a:pt x="761999" y="223520"/>
                </a:moveTo>
                <a:lnTo>
                  <a:pt x="582142" y="223520"/>
                </a:lnTo>
                <a:lnTo>
                  <a:pt x="582142" y="3810"/>
                </a:lnTo>
                <a:lnTo>
                  <a:pt x="585952" y="7620"/>
                </a:lnTo>
                <a:lnTo>
                  <a:pt x="589762" y="7620"/>
                </a:lnTo>
                <a:lnTo>
                  <a:pt x="589762" y="215900"/>
                </a:lnTo>
                <a:lnTo>
                  <a:pt x="585952" y="215900"/>
                </a:lnTo>
                <a:lnTo>
                  <a:pt x="589762" y="219710"/>
                </a:lnTo>
                <a:lnTo>
                  <a:pt x="768723" y="219710"/>
                </a:lnTo>
                <a:lnTo>
                  <a:pt x="761999" y="223520"/>
                </a:lnTo>
                <a:close/>
              </a:path>
              <a:path w="791209" h="440054">
                <a:moveTo>
                  <a:pt x="589762" y="7620"/>
                </a:moveTo>
                <a:lnTo>
                  <a:pt x="585952" y="7620"/>
                </a:lnTo>
                <a:lnTo>
                  <a:pt x="582142" y="3810"/>
                </a:lnTo>
                <a:lnTo>
                  <a:pt x="589762" y="3810"/>
                </a:lnTo>
                <a:lnTo>
                  <a:pt x="589762" y="7620"/>
                </a:lnTo>
                <a:close/>
              </a:path>
              <a:path w="791209" h="440054">
                <a:moveTo>
                  <a:pt x="395452" y="439991"/>
                </a:moveTo>
                <a:lnTo>
                  <a:pt x="0" y="215900"/>
                </a:lnTo>
                <a:lnTo>
                  <a:pt x="201142" y="215900"/>
                </a:lnTo>
                <a:lnTo>
                  <a:pt x="201142" y="216395"/>
                </a:lnTo>
                <a:lnTo>
                  <a:pt x="16332" y="216395"/>
                </a:lnTo>
                <a:lnTo>
                  <a:pt x="14452" y="223520"/>
                </a:lnTo>
                <a:lnTo>
                  <a:pt x="28905" y="223520"/>
                </a:lnTo>
                <a:lnTo>
                  <a:pt x="395452" y="431230"/>
                </a:lnTo>
                <a:lnTo>
                  <a:pt x="393573" y="432295"/>
                </a:lnTo>
                <a:lnTo>
                  <a:pt x="409034" y="432295"/>
                </a:lnTo>
                <a:lnTo>
                  <a:pt x="395452" y="439991"/>
                </a:lnTo>
                <a:close/>
              </a:path>
              <a:path w="791209" h="440054">
                <a:moveTo>
                  <a:pt x="208762" y="219710"/>
                </a:moveTo>
                <a:lnTo>
                  <a:pt x="201142" y="219710"/>
                </a:lnTo>
                <a:lnTo>
                  <a:pt x="204952" y="215900"/>
                </a:lnTo>
                <a:lnTo>
                  <a:pt x="208762" y="215900"/>
                </a:lnTo>
                <a:lnTo>
                  <a:pt x="208762" y="219710"/>
                </a:lnTo>
                <a:close/>
              </a:path>
              <a:path w="791209" h="440054">
                <a:moveTo>
                  <a:pt x="589762" y="219710"/>
                </a:moveTo>
                <a:lnTo>
                  <a:pt x="585952" y="215900"/>
                </a:lnTo>
                <a:lnTo>
                  <a:pt x="589762" y="215900"/>
                </a:lnTo>
                <a:lnTo>
                  <a:pt x="589762" y="219710"/>
                </a:lnTo>
                <a:close/>
              </a:path>
              <a:path w="791209" h="440054">
                <a:moveTo>
                  <a:pt x="768723" y="219710"/>
                </a:moveTo>
                <a:lnTo>
                  <a:pt x="589762" y="219710"/>
                </a:lnTo>
                <a:lnTo>
                  <a:pt x="589762" y="215900"/>
                </a:lnTo>
                <a:lnTo>
                  <a:pt x="790905" y="215900"/>
                </a:lnTo>
                <a:lnTo>
                  <a:pt x="790031" y="216395"/>
                </a:lnTo>
                <a:lnTo>
                  <a:pt x="774573" y="216395"/>
                </a:lnTo>
                <a:lnTo>
                  <a:pt x="768723" y="219710"/>
                </a:lnTo>
                <a:close/>
              </a:path>
              <a:path w="791209" h="440054">
                <a:moveTo>
                  <a:pt x="28905" y="223520"/>
                </a:moveTo>
                <a:lnTo>
                  <a:pt x="14452" y="223520"/>
                </a:lnTo>
                <a:lnTo>
                  <a:pt x="16332" y="216395"/>
                </a:lnTo>
                <a:lnTo>
                  <a:pt x="28905" y="223520"/>
                </a:lnTo>
                <a:close/>
              </a:path>
              <a:path w="791209" h="440054">
                <a:moveTo>
                  <a:pt x="208762" y="223520"/>
                </a:moveTo>
                <a:lnTo>
                  <a:pt x="28905" y="223520"/>
                </a:lnTo>
                <a:lnTo>
                  <a:pt x="16332" y="216395"/>
                </a:lnTo>
                <a:lnTo>
                  <a:pt x="201142" y="216395"/>
                </a:lnTo>
                <a:lnTo>
                  <a:pt x="201142" y="219710"/>
                </a:lnTo>
                <a:lnTo>
                  <a:pt x="208762" y="219710"/>
                </a:lnTo>
                <a:lnTo>
                  <a:pt x="208762" y="223520"/>
                </a:lnTo>
                <a:close/>
              </a:path>
              <a:path w="791209" h="440054">
                <a:moveTo>
                  <a:pt x="409034" y="432295"/>
                </a:moveTo>
                <a:lnTo>
                  <a:pt x="397332" y="432295"/>
                </a:lnTo>
                <a:lnTo>
                  <a:pt x="395452" y="431230"/>
                </a:lnTo>
                <a:lnTo>
                  <a:pt x="774573" y="216395"/>
                </a:lnTo>
                <a:lnTo>
                  <a:pt x="776452" y="223520"/>
                </a:lnTo>
                <a:lnTo>
                  <a:pt x="777458" y="223520"/>
                </a:lnTo>
                <a:lnTo>
                  <a:pt x="409034" y="432295"/>
                </a:lnTo>
                <a:close/>
              </a:path>
              <a:path w="791209" h="440054">
                <a:moveTo>
                  <a:pt x="777458" y="223520"/>
                </a:moveTo>
                <a:lnTo>
                  <a:pt x="776452" y="223520"/>
                </a:lnTo>
                <a:lnTo>
                  <a:pt x="774573" y="216395"/>
                </a:lnTo>
                <a:lnTo>
                  <a:pt x="790031" y="216395"/>
                </a:lnTo>
                <a:lnTo>
                  <a:pt x="777458" y="223520"/>
                </a:lnTo>
                <a:close/>
              </a:path>
              <a:path w="791209" h="440054">
                <a:moveTo>
                  <a:pt x="397332" y="432295"/>
                </a:moveTo>
                <a:lnTo>
                  <a:pt x="393573" y="432295"/>
                </a:lnTo>
                <a:lnTo>
                  <a:pt x="395452" y="431230"/>
                </a:lnTo>
                <a:lnTo>
                  <a:pt x="397332" y="43229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86868" y="5025961"/>
            <a:ext cx="2778302" cy="66935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37427" y="1732178"/>
            <a:ext cx="2276475" cy="3814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766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电流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减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小</a:t>
            </a:r>
            <a:endParaRPr sz="28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磁通量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Φ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减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小</a:t>
            </a:r>
            <a:endParaRPr sz="28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650">
              <a:latin typeface="Times New Roman"/>
              <a:cs typeface="Times New Roman"/>
            </a:endParaRPr>
          </a:p>
          <a:p>
            <a:pPr algn="ctr" marL="429895" marR="422909">
              <a:lnSpc>
                <a:spcPct val="100000"/>
              </a:lnSpc>
            </a:pP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30">
                <a:solidFill>
                  <a:srgbClr val="FFFFFF"/>
                </a:solidFill>
                <a:latin typeface="楷体"/>
                <a:cs typeface="楷体"/>
              </a:rPr>
              <a:t>感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与原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电 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流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相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同</a:t>
            </a:r>
            <a:endParaRPr sz="28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电流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>
                <a:solidFill>
                  <a:srgbClr val="FFFFFF"/>
                </a:solidFill>
                <a:latin typeface="楷体"/>
                <a:cs typeface="楷体"/>
              </a:rPr>
              <a:t>缓慢减</a:t>
            </a:r>
            <a:r>
              <a:rPr dirty="0" sz="2800" spc="-5">
                <a:solidFill>
                  <a:srgbClr val="FFFFFF"/>
                </a:solidFill>
                <a:latin typeface="楷体"/>
                <a:cs typeface="楷体"/>
              </a:rPr>
              <a:t>小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16497" y="4640275"/>
            <a:ext cx="0" cy="719455"/>
          </a:xfrm>
          <a:custGeom>
            <a:avLst/>
            <a:gdLst/>
            <a:ahLst/>
            <a:cxnLst/>
            <a:rect l="l" t="t" r="r" b="b"/>
            <a:pathLst>
              <a:path w="0" h="719454">
                <a:moveTo>
                  <a:pt x="0" y="0"/>
                </a:moveTo>
                <a:lnTo>
                  <a:pt x="0" y="71913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92710" y="4815966"/>
            <a:ext cx="0" cy="325755"/>
          </a:xfrm>
          <a:custGeom>
            <a:avLst/>
            <a:gdLst/>
            <a:ahLst/>
            <a:cxnLst/>
            <a:rect l="l" t="t" r="r" b="b"/>
            <a:pathLst>
              <a:path w="0" h="325754">
                <a:moveTo>
                  <a:pt x="0" y="0"/>
                </a:moveTo>
                <a:lnTo>
                  <a:pt x="0" y="32552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84422" y="2332050"/>
            <a:ext cx="0" cy="2667000"/>
          </a:xfrm>
          <a:custGeom>
            <a:avLst/>
            <a:gdLst/>
            <a:ahLst/>
            <a:cxnLst/>
            <a:rect l="l" t="t" r="r" b="b"/>
            <a:pathLst>
              <a:path w="0"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10172" y="2331923"/>
            <a:ext cx="760730" cy="2668905"/>
          </a:xfrm>
          <a:custGeom>
            <a:avLst/>
            <a:gdLst/>
            <a:ahLst/>
            <a:cxnLst/>
            <a:rect l="l" t="t" r="r" b="b"/>
            <a:pathLst>
              <a:path w="760729" h="2668904">
                <a:moveTo>
                  <a:pt x="722312" y="2649664"/>
                </a:moveTo>
                <a:lnTo>
                  <a:pt x="722310" y="341007"/>
                </a:lnTo>
                <a:lnTo>
                  <a:pt x="719988" y="254"/>
                </a:lnTo>
                <a:lnTo>
                  <a:pt x="758088" y="0"/>
                </a:lnTo>
                <a:lnTo>
                  <a:pt x="760412" y="341007"/>
                </a:lnTo>
                <a:lnTo>
                  <a:pt x="760412" y="2630614"/>
                </a:lnTo>
                <a:lnTo>
                  <a:pt x="741362" y="2630614"/>
                </a:lnTo>
                <a:lnTo>
                  <a:pt x="722312" y="2649664"/>
                </a:lnTo>
                <a:close/>
              </a:path>
              <a:path w="760729" h="2668904">
                <a:moveTo>
                  <a:pt x="722312" y="341274"/>
                </a:moveTo>
                <a:close/>
              </a:path>
              <a:path w="760729" h="2668904">
                <a:moveTo>
                  <a:pt x="741362" y="2668714"/>
                </a:moveTo>
                <a:lnTo>
                  <a:pt x="0" y="2668714"/>
                </a:lnTo>
                <a:lnTo>
                  <a:pt x="0" y="2630614"/>
                </a:lnTo>
                <a:lnTo>
                  <a:pt x="722312" y="2630614"/>
                </a:lnTo>
                <a:lnTo>
                  <a:pt x="722312" y="2649664"/>
                </a:lnTo>
                <a:lnTo>
                  <a:pt x="760412" y="2649664"/>
                </a:lnTo>
                <a:lnTo>
                  <a:pt x="744677" y="2668422"/>
                </a:lnTo>
                <a:lnTo>
                  <a:pt x="741362" y="2668714"/>
                </a:lnTo>
                <a:close/>
              </a:path>
              <a:path w="760729" h="2668904">
                <a:moveTo>
                  <a:pt x="760412" y="2649664"/>
                </a:moveTo>
                <a:lnTo>
                  <a:pt x="722312" y="2649664"/>
                </a:lnTo>
                <a:lnTo>
                  <a:pt x="741362" y="2630614"/>
                </a:lnTo>
                <a:lnTo>
                  <a:pt x="760412" y="2630614"/>
                </a:lnTo>
                <a:lnTo>
                  <a:pt x="760412" y="2649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84422" y="4997462"/>
            <a:ext cx="739775" cy="0"/>
          </a:xfrm>
          <a:custGeom>
            <a:avLst/>
            <a:gdLst/>
            <a:ahLst/>
            <a:cxnLst/>
            <a:rect l="l" t="t" r="r" b="b"/>
            <a:pathLst>
              <a:path w="739775" h="0">
                <a:moveTo>
                  <a:pt x="0" y="0"/>
                </a:moveTo>
                <a:lnTo>
                  <a:pt x="73977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46322" y="3817950"/>
            <a:ext cx="1195705" cy="76200"/>
          </a:xfrm>
          <a:custGeom>
            <a:avLst/>
            <a:gdLst/>
            <a:ahLst/>
            <a:cxnLst/>
            <a:rect l="l" t="t" r="r" b="b"/>
            <a:pathLst>
              <a:path w="1195704" h="76200">
                <a:moveTo>
                  <a:pt x="38100" y="76200"/>
                </a:moveTo>
                <a:lnTo>
                  <a:pt x="23268" y="73206"/>
                </a:lnTo>
                <a:lnTo>
                  <a:pt x="11158" y="65041"/>
                </a:lnTo>
                <a:lnTo>
                  <a:pt x="2993" y="52931"/>
                </a:lnTo>
                <a:lnTo>
                  <a:pt x="0" y="38100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52931" y="2993"/>
                </a:lnTo>
                <a:lnTo>
                  <a:pt x="65041" y="11158"/>
                </a:lnTo>
                <a:lnTo>
                  <a:pt x="70361" y="19050"/>
                </a:lnTo>
                <a:lnTo>
                  <a:pt x="38100" y="19050"/>
                </a:lnTo>
                <a:lnTo>
                  <a:pt x="38100" y="57150"/>
                </a:lnTo>
                <a:lnTo>
                  <a:pt x="70361" y="57150"/>
                </a:lnTo>
                <a:lnTo>
                  <a:pt x="65041" y="65041"/>
                </a:lnTo>
                <a:lnTo>
                  <a:pt x="52931" y="73206"/>
                </a:lnTo>
                <a:lnTo>
                  <a:pt x="38100" y="76200"/>
                </a:lnTo>
                <a:close/>
              </a:path>
              <a:path w="1195704" h="76200">
                <a:moveTo>
                  <a:pt x="70361" y="57150"/>
                </a:moveTo>
                <a:lnTo>
                  <a:pt x="38100" y="57150"/>
                </a:lnTo>
                <a:lnTo>
                  <a:pt x="38100" y="19050"/>
                </a:lnTo>
                <a:lnTo>
                  <a:pt x="70361" y="19050"/>
                </a:lnTo>
                <a:lnTo>
                  <a:pt x="73206" y="23268"/>
                </a:lnTo>
                <a:lnTo>
                  <a:pt x="76200" y="38100"/>
                </a:lnTo>
                <a:lnTo>
                  <a:pt x="73206" y="52931"/>
                </a:lnTo>
                <a:lnTo>
                  <a:pt x="70361" y="57150"/>
                </a:lnTo>
                <a:close/>
              </a:path>
              <a:path w="1195704" h="76200">
                <a:moveTo>
                  <a:pt x="1195387" y="57150"/>
                </a:moveTo>
                <a:lnTo>
                  <a:pt x="70361" y="57150"/>
                </a:lnTo>
                <a:lnTo>
                  <a:pt x="73206" y="52931"/>
                </a:lnTo>
                <a:lnTo>
                  <a:pt x="76200" y="38100"/>
                </a:lnTo>
                <a:lnTo>
                  <a:pt x="73206" y="23268"/>
                </a:lnTo>
                <a:lnTo>
                  <a:pt x="70361" y="19050"/>
                </a:lnTo>
                <a:lnTo>
                  <a:pt x="1195387" y="19050"/>
                </a:lnTo>
                <a:lnTo>
                  <a:pt x="119538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65710" y="3894150"/>
            <a:ext cx="938530" cy="76200"/>
          </a:xfrm>
          <a:custGeom>
            <a:avLst/>
            <a:gdLst/>
            <a:ahLst/>
            <a:cxnLst/>
            <a:rect l="l" t="t" r="r" b="b"/>
            <a:pathLst>
              <a:path w="938529" h="76200">
                <a:moveTo>
                  <a:pt x="900112" y="76200"/>
                </a:moveTo>
                <a:lnTo>
                  <a:pt x="885281" y="73206"/>
                </a:lnTo>
                <a:lnTo>
                  <a:pt x="873171" y="65041"/>
                </a:lnTo>
                <a:lnTo>
                  <a:pt x="865006" y="52931"/>
                </a:lnTo>
                <a:lnTo>
                  <a:pt x="862012" y="38100"/>
                </a:lnTo>
                <a:lnTo>
                  <a:pt x="865006" y="23268"/>
                </a:lnTo>
                <a:lnTo>
                  <a:pt x="873171" y="11158"/>
                </a:lnTo>
                <a:lnTo>
                  <a:pt x="885281" y="2993"/>
                </a:lnTo>
                <a:lnTo>
                  <a:pt x="900112" y="0"/>
                </a:lnTo>
                <a:lnTo>
                  <a:pt x="914943" y="2993"/>
                </a:lnTo>
                <a:lnTo>
                  <a:pt x="927053" y="11158"/>
                </a:lnTo>
                <a:lnTo>
                  <a:pt x="932374" y="19050"/>
                </a:lnTo>
                <a:lnTo>
                  <a:pt x="900112" y="19050"/>
                </a:lnTo>
                <a:lnTo>
                  <a:pt x="900112" y="57150"/>
                </a:lnTo>
                <a:lnTo>
                  <a:pt x="932374" y="57150"/>
                </a:lnTo>
                <a:lnTo>
                  <a:pt x="927053" y="65041"/>
                </a:lnTo>
                <a:lnTo>
                  <a:pt x="914943" y="73206"/>
                </a:lnTo>
                <a:lnTo>
                  <a:pt x="900112" y="76200"/>
                </a:lnTo>
                <a:close/>
              </a:path>
              <a:path w="938529" h="76200">
                <a:moveTo>
                  <a:pt x="867850" y="57150"/>
                </a:moveTo>
                <a:lnTo>
                  <a:pt x="0" y="57150"/>
                </a:lnTo>
                <a:lnTo>
                  <a:pt x="0" y="19050"/>
                </a:lnTo>
                <a:lnTo>
                  <a:pt x="867850" y="19050"/>
                </a:lnTo>
                <a:lnTo>
                  <a:pt x="865006" y="23268"/>
                </a:lnTo>
                <a:lnTo>
                  <a:pt x="862012" y="38100"/>
                </a:lnTo>
                <a:lnTo>
                  <a:pt x="865006" y="52931"/>
                </a:lnTo>
                <a:lnTo>
                  <a:pt x="867850" y="57150"/>
                </a:lnTo>
                <a:close/>
              </a:path>
              <a:path w="938529" h="76200">
                <a:moveTo>
                  <a:pt x="932374" y="57150"/>
                </a:moveTo>
                <a:lnTo>
                  <a:pt x="900112" y="57150"/>
                </a:lnTo>
                <a:lnTo>
                  <a:pt x="900112" y="19050"/>
                </a:lnTo>
                <a:lnTo>
                  <a:pt x="932374" y="19050"/>
                </a:lnTo>
                <a:lnTo>
                  <a:pt x="935218" y="23268"/>
                </a:lnTo>
                <a:lnTo>
                  <a:pt x="938212" y="38100"/>
                </a:lnTo>
                <a:lnTo>
                  <a:pt x="935218" y="52931"/>
                </a:lnTo>
                <a:lnTo>
                  <a:pt x="932374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90772" y="2354275"/>
            <a:ext cx="3567429" cy="0"/>
          </a:xfrm>
          <a:custGeom>
            <a:avLst/>
            <a:gdLst/>
            <a:ahLst/>
            <a:cxnLst/>
            <a:rect l="l" t="t" r="r" b="b"/>
            <a:pathLst>
              <a:path w="3567429" h="0">
                <a:moveTo>
                  <a:pt x="0" y="0"/>
                </a:moveTo>
                <a:lnTo>
                  <a:pt x="356711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84547" y="3049168"/>
            <a:ext cx="1817687" cy="904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67177" y="4776279"/>
            <a:ext cx="1949320" cy="257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882263" y="1755470"/>
            <a:ext cx="3740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baseline="-17615" sz="3075" spc="22" b="1">
                <a:latin typeface="Times New Roman"/>
                <a:cs typeface="Times New Roman"/>
              </a:rPr>
              <a:t>A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0663" y="3215970"/>
            <a:ext cx="3594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baseline="-17615" sz="3075" spc="22" b="1">
                <a:latin typeface="Times New Roman"/>
                <a:cs typeface="Times New Roman"/>
              </a:rPr>
              <a:t>L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72888" y="1590370"/>
            <a:ext cx="3194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65649" y="2098687"/>
            <a:ext cx="495208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55313" y="4311345"/>
            <a:ext cx="2520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17475" y="4247845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3388" y="3638245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23284" y="2231504"/>
            <a:ext cx="3548379" cy="228600"/>
          </a:xfrm>
          <a:custGeom>
            <a:avLst/>
            <a:gdLst/>
            <a:ahLst/>
            <a:cxnLst/>
            <a:rect l="l" t="t" r="r" b="b"/>
            <a:pathLst>
              <a:path w="3548379" h="228600">
                <a:moveTo>
                  <a:pt x="3319462" y="228600"/>
                </a:moveTo>
                <a:lnTo>
                  <a:pt x="3319462" y="0"/>
                </a:lnTo>
                <a:lnTo>
                  <a:pt x="3471862" y="76200"/>
                </a:lnTo>
                <a:lnTo>
                  <a:pt x="3376612" y="76200"/>
                </a:lnTo>
                <a:lnTo>
                  <a:pt x="3376612" y="152400"/>
                </a:lnTo>
                <a:lnTo>
                  <a:pt x="3471862" y="152400"/>
                </a:lnTo>
                <a:lnTo>
                  <a:pt x="3319462" y="228600"/>
                </a:lnTo>
                <a:close/>
              </a:path>
              <a:path w="3548379" h="228600">
                <a:moveTo>
                  <a:pt x="3319462" y="152400"/>
                </a:moveTo>
                <a:lnTo>
                  <a:pt x="0" y="152400"/>
                </a:lnTo>
                <a:lnTo>
                  <a:pt x="0" y="76200"/>
                </a:lnTo>
                <a:lnTo>
                  <a:pt x="3319462" y="76200"/>
                </a:lnTo>
                <a:lnTo>
                  <a:pt x="3319462" y="152400"/>
                </a:lnTo>
                <a:close/>
              </a:path>
              <a:path w="3548379" h="228600">
                <a:moveTo>
                  <a:pt x="3471862" y="152400"/>
                </a:moveTo>
                <a:lnTo>
                  <a:pt x="3376612" y="152400"/>
                </a:lnTo>
                <a:lnTo>
                  <a:pt x="3376612" y="76200"/>
                </a:lnTo>
                <a:lnTo>
                  <a:pt x="3471862" y="76200"/>
                </a:lnTo>
                <a:lnTo>
                  <a:pt x="3548062" y="114300"/>
                </a:lnTo>
                <a:lnTo>
                  <a:pt x="3471862" y="152400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10330" y="3030118"/>
            <a:ext cx="3584575" cy="10354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05147" y="4995074"/>
            <a:ext cx="415290" cy="0"/>
          </a:xfrm>
          <a:custGeom>
            <a:avLst/>
            <a:gdLst/>
            <a:ahLst/>
            <a:cxnLst/>
            <a:rect l="l" t="t" r="r" b="b"/>
            <a:pathLst>
              <a:path w="415289" h="0">
                <a:moveTo>
                  <a:pt x="0" y="0"/>
                </a:moveTo>
                <a:lnTo>
                  <a:pt x="414845" y="0"/>
                </a:lnTo>
              </a:path>
            </a:pathLst>
          </a:custGeom>
          <a:ln w="412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384422" y="4872316"/>
            <a:ext cx="2611755" cy="228600"/>
          </a:xfrm>
          <a:custGeom>
            <a:avLst/>
            <a:gdLst/>
            <a:ahLst/>
            <a:cxnLst/>
            <a:rect l="l" t="t" r="r" b="b"/>
            <a:pathLst>
              <a:path w="2611754" h="228600">
                <a:moveTo>
                  <a:pt x="228600" y="228600"/>
                </a:moveTo>
                <a:lnTo>
                  <a:pt x="0" y="114300"/>
                </a:lnTo>
                <a:lnTo>
                  <a:pt x="228600" y="0"/>
                </a:lnTo>
                <a:lnTo>
                  <a:pt x="228600" y="76200"/>
                </a:lnTo>
                <a:lnTo>
                  <a:pt x="171450" y="76200"/>
                </a:lnTo>
                <a:lnTo>
                  <a:pt x="171450" y="152400"/>
                </a:lnTo>
                <a:lnTo>
                  <a:pt x="228600" y="152400"/>
                </a:lnTo>
                <a:lnTo>
                  <a:pt x="228600" y="228600"/>
                </a:lnTo>
                <a:close/>
              </a:path>
              <a:path w="2611754" h="228600">
                <a:moveTo>
                  <a:pt x="228600" y="152400"/>
                </a:moveTo>
                <a:lnTo>
                  <a:pt x="171450" y="152400"/>
                </a:lnTo>
                <a:lnTo>
                  <a:pt x="171450" y="76200"/>
                </a:lnTo>
                <a:lnTo>
                  <a:pt x="228600" y="76200"/>
                </a:lnTo>
                <a:lnTo>
                  <a:pt x="228600" y="152400"/>
                </a:lnTo>
                <a:close/>
              </a:path>
              <a:path w="2611754" h="228600">
                <a:moveTo>
                  <a:pt x="2611437" y="152400"/>
                </a:moveTo>
                <a:lnTo>
                  <a:pt x="228600" y="152400"/>
                </a:lnTo>
                <a:lnTo>
                  <a:pt x="228600" y="76200"/>
                </a:lnTo>
                <a:lnTo>
                  <a:pt x="2611437" y="76200"/>
                </a:lnTo>
                <a:lnTo>
                  <a:pt x="2611437" y="152400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62693" y="2311412"/>
            <a:ext cx="3810000" cy="27823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09822" y="2225801"/>
            <a:ext cx="3548379" cy="228600"/>
          </a:xfrm>
          <a:custGeom>
            <a:avLst/>
            <a:gdLst/>
            <a:ahLst/>
            <a:cxnLst/>
            <a:rect l="l" t="t" r="r" b="b"/>
            <a:pathLst>
              <a:path w="3548379" h="228600">
                <a:moveTo>
                  <a:pt x="228600" y="228600"/>
                </a:moveTo>
                <a:lnTo>
                  <a:pt x="0" y="114300"/>
                </a:lnTo>
                <a:lnTo>
                  <a:pt x="228600" y="0"/>
                </a:lnTo>
                <a:lnTo>
                  <a:pt x="228600" y="76200"/>
                </a:lnTo>
                <a:lnTo>
                  <a:pt x="171450" y="76200"/>
                </a:lnTo>
                <a:lnTo>
                  <a:pt x="171450" y="152400"/>
                </a:lnTo>
                <a:lnTo>
                  <a:pt x="228600" y="152400"/>
                </a:lnTo>
                <a:lnTo>
                  <a:pt x="228600" y="228600"/>
                </a:lnTo>
                <a:close/>
              </a:path>
              <a:path w="3548379" h="228600">
                <a:moveTo>
                  <a:pt x="228600" y="152400"/>
                </a:moveTo>
                <a:lnTo>
                  <a:pt x="171450" y="152400"/>
                </a:lnTo>
                <a:lnTo>
                  <a:pt x="171450" y="76200"/>
                </a:lnTo>
                <a:lnTo>
                  <a:pt x="228600" y="76200"/>
                </a:lnTo>
                <a:lnTo>
                  <a:pt x="228600" y="152400"/>
                </a:lnTo>
                <a:close/>
              </a:path>
              <a:path w="3548379" h="228600">
                <a:moveTo>
                  <a:pt x="3548062" y="152400"/>
                </a:moveTo>
                <a:lnTo>
                  <a:pt x="228600" y="152400"/>
                </a:lnTo>
                <a:lnTo>
                  <a:pt x="228600" y="76200"/>
                </a:lnTo>
                <a:lnTo>
                  <a:pt x="3548062" y="76200"/>
                </a:lnTo>
                <a:lnTo>
                  <a:pt x="3548062" y="152400"/>
                </a:lnTo>
                <a:close/>
              </a:path>
            </a:pathLst>
          </a:custGeom>
          <a:solidFill>
            <a:srgbClr val="66F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62693" y="2311412"/>
            <a:ext cx="228600" cy="1600200"/>
          </a:xfrm>
          <a:custGeom>
            <a:avLst/>
            <a:gdLst/>
            <a:ahLst/>
            <a:cxnLst/>
            <a:rect l="l" t="t" r="r" b="b"/>
            <a:pathLst>
              <a:path w="228600" h="1600200">
                <a:moveTo>
                  <a:pt x="152400" y="1428750"/>
                </a:moveTo>
                <a:lnTo>
                  <a:pt x="76200" y="1428750"/>
                </a:lnTo>
                <a:lnTo>
                  <a:pt x="76200" y="0"/>
                </a:lnTo>
                <a:lnTo>
                  <a:pt x="152400" y="0"/>
                </a:lnTo>
                <a:lnTo>
                  <a:pt x="152400" y="1428750"/>
                </a:lnTo>
                <a:close/>
              </a:path>
              <a:path w="228600" h="1600200">
                <a:moveTo>
                  <a:pt x="114300" y="1600200"/>
                </a:moveTo>
                <a:lnTo>
                  <a:pt x="0" y="1371600"/>
                </a:lnTo>
                <a:lnTo>
                  <a:pt x="76200" y="1371600"/>
                </a:lnTo>
                <a:lnTo>
                  <a:pt x="76200" y="1428750"/>
                </a:lnTo>
                <a:lnTo>
                  <a:pt x="200025" y="1428750"/>
                </a:lnTo>
                <a:lnTo>
                  <a:pt x="114300" y="1600200"/>
                </a:lnTo>
                <a:close/>
              </a:path>
              <a:path w="228600" h="1600200">
                <a:moveTo>
                  <a:pt x="200025" y="1428750"/>
                </a:moveTo>
                <a:lnTo>
                  <a:pt x="152400" y="1428750"/>
                </a:lnTo>
                <a:lnTo>
                  <a:pt x="152400" y="1371600"/>
                </a:lnTo>
                <a:lnTo>
                  <a:pt x="228600" y="1371600"/>
                </a:lnTo>
                <a:lnTo>
                  <a:pt x="200025" y="1428750"/>
                </a:lnTo>
                <a:close/>
              </a:path>
            </a:pathLst>
          </a:custGeom>
          <a:solidFill>
            <a:srgbClr val="66F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44093" y="2266962"/>
            <a:ext cx="228600" cy="1676400"/>
          </a:xfrm>
          <a:custGeom>
            <a:avLst/>
            <a:gdLst/>
            <a:ahLst/>
            <a:cxnLst/>
            <a:rect l="l" t="t" r="r" b="b"/>
            <a:pathLst>
              <a:path w="228600" h="1676400">
                <a:moveTo>
                  <a:pt x="76200" y="228600"/>
                </a:moveTo>
                <a:lnTo>
                  <a:pt x="0" y="228600"/>
                </a:lnTo>
                <a:lnTo>
                  <a:pt x="114300" y="0"/>
                </a:lnTo>
                <a:lnTo>
                  <a:pt x="200025" y="171450"/>
                </a:lnTo>
                <a:lnTo>
                  <a:pt x="76200" y="171450"/>
                </a:lnTo>
                <a:lnTo>
                  <a:pt x="76200" y="228600"/>
                </a:lnTo>
                <a:close/>
              </a:path>
              <a:path w="228600" h="1676400">
                <a:moveTo>
                  <a:pt x="152400" y="1676400"/>
                </a:moveTo>
                <a:lnTo>
                  <a:pt x="76200" y="1676400"/>
                </a:lnTo>
                <a:lnTo>
                  <a:pt x="76200" y="171450"/>
                </a:lnTo>
                <a:lnTo>
                  <a:pt x="152400" y="171450"/>
                </a:lnTo>
                <a:lnTo>
                  <a:pt x="152400" y="1676400"/>
                </a:lnTo>
                <a:close/>
              </a:path>
              <a:path w="228600" h="1676400">
                <a:moveTo>
                  <a:pt x="228600" y="228600"/>
                </a:moveTo>
                <a:lnTo>
                  <a:pt x="152400" y="228600"/>
                </a:lnTo>
                <a:lnTo>
                  <a:pt x="152400" y="171450"/>
                </a:lnTo>
                <a:lnTo>
                  <a:pt x="200025" y="171450"/>
                </a:lnTo>
                <a:lnTo>
                  <a:pt x="228600" y="228600"/>
                </a:lnTo>
                <a:close/>
              </a:path>
            </a:pathLst>
          </a:custGeom>
          <a:solidFill>
            <a:srgbClr val="66F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628888" y="12862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828531" y="15102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8" y="0"/>
                </a:lnTo>
                <a:lnTo>
                  <a:pt x="246888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79877" y="166632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2447010" y="1046403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二、自感现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91349" y="2248852"/>
            <a:ext cx="1765109" cy="8419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533817" y="2328760"/>
            <a:ext cx="12801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17615" sz="3075" spc="22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>
                <a:solidFill>
                  <a:srgbClr val="FFFFFF"/>
                </a:solidFill>
                <a:latin typeface="楷体"/>
                <a:cs typeface="楷体"/>
              </a:rPr>
              <a:t>＜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17615" sz="3075" spc="22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26680" y="3041904"/>
            <a:ext cx="762000" cy="4312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11503" y="3037408"/>
            <a:ext cx="791210" cy="440055"/>
          </a:xfrm>
          <a:custGeom>
            <a:avLst/>
            <a:gdLst/>
            <a:ahLst/>
            <a:cxnLst/>
            <a:rect l="l" t="t" r="r" b="b"/>
            <a:pathLst>
              <a:path w="791209" h="440054">
                <a:moveTo>
                  <a:pt x="201142" y="219710"/>
                </a:moveTo>
                <a:lnTo>
                  <a:pt x="201142" y="0"/>
                </a:lnTo>
                <a:lnTo>
                  <a:pt x="589762" y="0"/>
                </a:lnTo>
                <a:lnTo>
                  <a:pt x="589762" y="3810"/>
                </a:lnTo>
                <a:lnTo>
                  <a:pt x="208762" y="3810"/>
                </a:lnTo>
                <a:lnTo>
                  <a:pt x="204952" y="7619"/>
                </a:lnTo>
                <a:lnTo>
                  <a:pt x="208762" y="7619"/>
                </a:lnTo>
                <a:lnTo>
                  <a:pt x="208762" y="215900"/>
                </a:lnTo>
                <a:lnTo>
                  <a:pt x="204952" y="215900"/>
                </a:lnTo>
                <a:lnTo>
                  <a:pt x="201142" y="219710"/>
                </a:lnTo>
                <a:close/>
              </a:path>
              <a:path w="791209" h="440054">
                <a:moveTo>
                  <a:pt x="208762" y="7619"/>
                </a:moveTo>
                <a:lnTo>
                  <a:pt x="204952" y="7619"/>
                </a:lnTo>
                <a:lnTo>
                  <a:pt x="208762" y="3810"/>
                </a:lnTo>
                <a:lnTo>
                  <a:pt x="208762" y="7619"/>
                </a:lnTo>
                <a:close/>
              </a:path>
              <a:path w="791209" h="440054">
                <a:moveTo>
                  <a:pt x="582142" y="7619"/>
                </a:moveTo>
                <a:lnTo>
                  <a:pt x="208762" y="7619"/>
                </a:lnTo>
                <a:lnTo>
                  <a:pt x="208762" y="3810"/>
                </a:lnTo>
                <a:lnTo>
                  <a:pt x="582142" y="3810"/>
                </a:lnTo>
                <a:lnTo>
                  <a:pt x="582142" y="7619"/>
                </a:lnTo>
                <a:close/>
              </a:path>
              <a:path w="791209" h="440054">
                <a:moveTo>
                  <a:pt x="761999" y="223520"/>
                </a:moveTo>
                <a:lnTo>
                  <a:pt x="582142" y="223520"/>
                </a:lnTo>
                <a:lnTo>
                  <a:pt x="582142" y="3810"/>
                </a:lnTo>
                <a:lnTo>
                  <a:pt x="585952" y="7619"/>
                </a:lnTo>
                <a:lnTo>
                  <a:pt x="589762" y="7619"/>
                </a:lnTo>
                <a:lnTo>
                  <a:pt x="589762" y="215900"/>
                </a:lnTo>
                <a:lnTo>
                  <a:pt x="585952" y="215900"/>
                </a:lnTo>
                <a:lnTo>
                  <a:pt x="589762" y="219710"/>
                </a:lnTo>
                <a:lnTo>
                  <a:pt x="768723" y="219710"/>
                </a:lnTo>
                <a:lnTo>
                  <a:pt x="761999" y="223520"/>
                </a:lnTo>
                <a:close/>
              </a:path>
              <a:path w="791209" h="440054">
                <a:moveTo>
                  <a:pt x="589762" y="7619"/>
                </a:moveTo>
                <a:lnTo>
                  <a:pt x="585952" y="7619"/>
                </a:lnTo>
                <a:lnTo>
                  <a:pt x="582142" y="3810"/>
                </a:lnTo>
                <a:lnTo>
                  <a:pt x="589762" y="3810"/>
                </a:lnTo>
                <a:lnTo>
                  <a:pt x="589762" y="7619"/>
                </a:lnTo>
                <a:close/>
              </a:path>
              <a:path w="791209" h="440054">
                <a:moveTo>
                  <a:pt x="395452" y="439991"/>
                </a:moveTo>
                <a:lnTo>
                  <a:pt x="0" y="215900"/>
                </a:lnTo>
                <a:lnTo>
                  <a:pt x="201142" y="215900"/>
                </a:lnTo>
                <a:lnTo>
                  <a:pt x="201142" y="216395"/>
                </a:lnTo>
                <a:lnTo>
                  <a:pt x="16332" y="216395"/>
                </a:lnTo>
                <a:lnTo>
                  <a:pt x="14452" y="223520"/>
                </a:lnTo>
                <a:lnTo>
                  <a:pt x="28905" y="223520"/>
                </a:lnTo>
                <a:lnTo>
                  <a:pt x="395452" y="431230"/>
                </a:lnTo>
                <a:lnTo>
                  <a:pt x="393573" y="432295"/>
                </a:lnTo>
                <a:lnTo>
                  <a:pt x="409034" y="432295"/>
                </a:lnTo>
                <a:lnTo>
                  <a:pt x="395452" y="439991"/>
                </a:lnTo>
                <a:close/>
              </a:path>
              <a:path w="791209" h="440054">
                <a:moveTo>
                  <a:pt x="208762" y="219710"/>
                </a:moveTo>
                <a:lnTo>
                  <a:pt x="201142" y="219710"/>
                </a:lnTo>
                <a:lnTo>
                  <a:pt x="204952" y="215900"/>
                </a:lnTo>
                <a:lnTo>
                  <a:pt x="208762" y="215900"/>
                </a:lnTo>
                <a:lnTo>
                  <a:pt x="208762" y="219710"/>
                </a:lnTo>
                <a:close/>
              </a:path>
              <a:path w="791209" h="440054">
                <a:moveTo>
                  <a:pt x="589762" y="219710"/>
                </a:moveTo>
                <a:lnTo>
                  <a:pt x="585952" y="215900"/>
                </a:lnTo>
                <a:lnTo>
                  <a:pt x="589762" y="215900"/>
                </a:lnTo>
                <a:lnTo>
                  <a:pt x="589762" y="219710"/>
                </a:lnTo>
                <a:close/>
              </a:path>
              <a:path w="791209" h="440054">
                <a:moveTo>
                  <a:pt x="768723" y="219710"/>
                </a:moveTo>
                <a:lnTo>
                  <a:pt x="589762" y="219710"/>
                </a:lnTo>
                <a:lnTo>
                  <a:pt x="589762" y="215900"/>
                </a:lnTo>
                <a:lnTo>
                  <a:pt x="790905" y="215900"/>
                </a:lnTo>
                <a:lnTo>
                  <a:pt x="790031" y="216395"/>
                </a:lnTo>
                <a:lnTo>
                  <a:pt x="774573" y="216395"/>
                </a:lnTo>
                <a:lnTo>
                  <a:pt x="768723" y="219710"/>
                </a:lnTo>
                <a:close/>
              </a:path>
              <a:path w="791209" h="440054">
                <a:moveTo>
                  <a:pt x="28905" y="223520"/>
                </a:moveTo>
                <a:lnTo>
                  <a:pt x="14452" y="223520"/>
                </a:lnTo>
                <a:lnTo>
                  <a:pt x="16332" y="216395"/>
                </a:lnTo>
                <a:lnTo>
                  <a:pt x="28905" y="223520"/>
                </a:lnTo>
                <a:close/>
              </a:path>
              <a:path w="791209" h="440054">
                <a:moveTo>
                  <a:pt x="208762" y="223520"/>
                </a:moveTo>
                <a:lnTo>
                  <a:pt x="28905" y="223520"/>
                </a:lnTo>
                <a:lnTo>
                  <a:pt x="16332" y="216395"/>
                </a:lnTo>
                <a:lnTo>
                  <a:pt x="201142" y="216395"/>
                </a:lnTo>
                <a:lnTo>
                  <a:pt x="201142" y="219710"/>
                </a:lnTo>
                <a:lnTo>
                  <a:pt x="208762" y="219710"/>
                </a:lnTo>
                <a:lnTo>
                  <a:pt x="208762" y="223520"/>
                </a:lnTo>
                <a:close/>
              </a:path>
              <a:path w="791209" h="440054">
                <a:moveTo>
                  <a:pt x="409034" y="432295"/>
                </a:moveTo>
                <a:lnTo>
                  <a:pt x="397332" y="432295"/>
                </a:lnTo>
                <a:lnTo>
                  <a:pt x="395452" y="431230"/>
                </a:lnTo>
                <a:lnTo>
                  <a:pt x="774573" y="216395"/>
                </a:lnTo>
                <a:lnTo>
                  <a:pt x="776452" y="223520"/>
                </a:lnTo>
                <a:lnTo>
                  <a:pt x="777458" y="223520"/>
                </a:lnTo>
                <a:lnTo>
                  <a:pt x="409034" y="432295"/>
                </a:lnTo>
                <a:close/>
              </a:path>
              <a:path w="791209" h="440054">
                <a:moveTo>
                  <a:pt x="777458" y="223520"/>
                </a:moveTo>
                <a:lnTo>
                  <a:pt x="776452" y="223520"/>
                </a:lnTo>
                <a:lnTo>
                  <a:pt x="774573" y="216395"/>
                </a:lnTo>
                <a:lnTo>
                  <a:pt x="790031" y="216395"/>
                </a:lnTo>
                <a:lnTo>
                  <a:pt x="777458" y="223520"/>
                </a:lnTo>
                <a:close/>
              </a:path>
              <a:path w="791209" h="440054">
                <a:moveTo>
                  <a:pt x="397332" y="432295"/>
                </a:moveTo>
                <a:lnTo>
                  <a:pt x="393573" y="432295"/>
                </a:lnTo>
                <a:lnTo>
                  <a:pt x="395452" y="431230"/>
                </a:lnTo>
                <a:lnTo>
                  <a:pt x="397332" y="43229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291349" y="3461537"/>
            <a:ext cx="1765109" cy="8357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646543" y="3538613"/>
            <a:ext cx="10541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7615" sz="3075" spc="22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>
                <a:solidFill>
                  <a:srgbClr val="FFFFFF"/>
                </a:solidFill>
                <a:latin typeface="楷体"/>
                <a:cs typeface="楷体"/>
              </a:rPr>
              <a:t>＞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7615" sz="3075" spc="22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7512" y="1793379"/>
            <a:ext cx="1542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华文楷体"/>
                <a:cs typeface="华文楷体"/>
              </a:rPr>
              <a:t>1</a:t>
            </a:r>
            <a:r>
              <a:rPr dirty="0" sz="2400" spc="-5" b="1">
                <a:latin typeface="Times New Roman"/>
                <a:cs typeface="Times New Roman"/>
              </a:rPr>
              <a:t>.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通电自</a:t>
            </a:r>
            <a:r>
              <a:rPr dirty="0" sz="2400" spc="-5" b="1">
                <a:latin typeface="华文楷体"/>
                <a:cs typeface="华文楷体"/>
              </a:rPr>
              <a:t>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13660" y="2420111"/>
            <a:ext cx="2941319" cy="2478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880732" y="1793379"/>
            <a:ext cx="1543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华文楷体"/>
                <a:cs typeface="华文楷体"/>
              </a:rPr>
              <a:t>2</a:t>
            </a:r>
            <a:r>
              <a:rPr dirty="0" sz="2400" spc="-5" b="1">
                <a:latin typeface="Times New Roman"/>
                <a:cs typeface="Times New Roman"/>
              </a:rPr>
              <a:t>.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断电自</a:t>
            </a:r>
            <a:r>
              <a:rPr dirty="0" sz="2400" spc="-5" b="1">
                <a:latin typeface="华文楷体"/>
                <a:cs typeface="华文楷体"/>
              </a:rPr>
              <a:t>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19671" y="2420111"/>
            <a:ext cx="2592324" cy="2478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47759" y="122224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5" y="0"/>
                </a:lnTo>
                <a:lnTo>
                  <a:pt x="364235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47404" y="144475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8" y="0"/>
                </a:lnTo>
                <a:lnTo>
                  <a:pt x="246888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98368" y="160100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65514" y="981087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二、自感现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象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36620" y="1982723"/>
            <a:ext cx="2162810" cy="1442085"/>
          </a:xfrm>
          <a:custGeom>
            <a:avLst/>
            <a:gdLst/>
            <a:ahLst/>
            <a:cxnLst/>
            <a:rect l="l" t="t" r="r" b="b"/>
            <a:pathLst>
              <a:path w="2162810" h="1442085">
                <a:moveTo>
                  <a:pt x="0" y="0"/>
                </a:moveTo>
                <a:lnTo>
                  <a:pt x="2162555" y="0"/>
                </a:lnTo>
                <a:lnTo>
                  <a:pt x="2162555" y="1441703"/>
                </a:lnTo>
                <a:lnTo>
                  <a:pt x="0" y="1441703"/>
                </a:lnTo>
                <a:lnTo>
                  <a:pt x="0" y="0"/>
                </a:lnTo>
                <a:close/>
              </a:path>
            </a:pathLst>
          </a:custGeom>
          <a:solidFill>
            <a:srgbClr val="FFE8C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30435" y="1976488"/>
            <a:ext cx="2175510" cy="1455420"/>
          </a:xfrm>
          <a:custGeom>
            <a:avLst/>
            <a:gdLst/>
            <a:ahLst/>
            <a:cxnLst/>
            <a:rect l="l" t="t" r="r" b="b"/>
            <a:pathLst>
              <a:path w="2175510" h="1455420">
                <a:moveTo>
                  <a:pt x="2175065" y="1455000"/>
                </a:moveTo>
                <a:lnTo>
                  <a:pt x="0" y="1455000"/>
                </a:lnTo>
                <a:lnTo>
                  <a:pt x="0" y="0"/>
                </a:lnTo>
                <a:lnTo>
                  <a:pt x="2175065" y="0"/>
                </a:lnTo>
                <a:lnTo>
                  <a:pt x="2175065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442300"/>
                </a:lnTo>
                <a:lnTo>
                  <a:pt x="6350" y="1442300"/>
                </a:lnTo>
                <a:lnTo>
                  <a:pt x="12700" y="1448650"/>
                </a:lnTo>
                <a:lnTo>
                  <a:pt x="2175065" y="1448650"/>
                </a:lnTo>
                <a:lnTo>
                  <a:pt x="2175065" y="1455000"/>
                </a:lnTo>
                <a:close/>
              </a:path>
              <a:path w="2175510" h="145542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175510" h="1455420">
                <a:moveTo>
                  <a:pt x="2162365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162365" y="6349"/>
                </a:lnTo>
                <a:lnTo>
                  <a:pt x="2162365" y="12699"/>
                </a:lnTo>
                <a:close/>
              </a:path>
              <a:path w="2175510" h="1455420">
                <a:moveTo>
                  <a:pt x="2162365" y="1448650"/>
                </a:moveTo>
                <a:lnTo>
                  <a:pt x="2162365" y="6349"/>
                </a:lnTo>
                <a:lnTo>
                  <a:pt x="2168715" y="12699"/>
                </a:lnTo>
                <a:lnTo>
                  <a:pt x="2175065" y="12699"/>
                </a:lnTo>
                <a:lnTo>
                  <a:pt x="2175065" y="1442300"/>
                </a:lnTo>
                <a:lnTo>
                  <a:pt x="2168715" y="1442300"/>
                </a:lnTo>
                <a:lnTo>
                  <a:pt x="2162365" y="1448650"/>
                </a:lnTo>
                <a:close/>
              </a:path>
              <a:path w="2175510" h="1455420">
                <a:moveTo>
                  <a:pt x="2175065" y="12699"/>
                </a:moveTo>
                <a:lnTo>
                  <a:pt x="2168715" y="12699"/>
                </a:lnTo>
                <a:lnTo>
                  <a:pt x="2162365" y="6349"/>
                </a:lnTo>
                <a:lnTo>
                  <a:pt x="2175065" y="6349"/>
                </a:lnTo>
                <a:lnTo>
                  <a:pt x="2175065" y="12699"/>
                </a:lnTo>
                <a:close/>
              </a:path>
              <a:path w="2175510" h="1455420">
                <a:moveTo>
                  <a:pt x="12700" y="1448650"/>
                </a:moveTo>
                <a:lnTo>
                  <a:pt x="6350" y="1442300"/>
                </a:lnTo>
                <a:lnTo>
                  <a:pt x="12700" y="1442300"/>
                </a:lnTo>
                <a:lnTo>
                  <a:pt x="12700" y="1448650"/>
                </a:lnTo>
                <a:close/>
              </a:path>
              <a:path w="2175510" h="1455420">
                <a:moveTo>
                  <a:pt x="2162365" y="1448650"/>
                </a:moveTo>
                <a:lnTo>
                  <a:pt x="12700" y="1448650"/>
                </a:lnTo>
                <a:lnTo>
                  <a:pt x="12700" y="1442300"/>
                </a:lnTo>
                <a:lnTo>
                  <a:pt x="2162365" y="1442300"/>
                </a:lnTo>
                <a:lnTo>
                  <a:pt x="2162365" y="1448650"/>
                </a:lnTo>
                <a:close/>
              </a:path>
              <a:path w="2175510" h="1455420">
                <a:moveTo>
                  <a:pt x="2175065" y="1448650"/>
                </a:moveTo>
                <a:lnTo>
                  <a:pt x="2162365" y="1448650"/>
                </a:lnTo>
                <a:lnTo>
                  <a:pt x="2168715" y="1442300"/>
                </a:lnTo>
                <a:lnTo>
                  <a:pt x="2175065" y="1442300"/>
                </a:lnTo>
                <a:lnTo>
                  <a:pt x="2175065" y="1448650"/>
                </a:lnTo>
                <a:close/>
              </a:path>
            </a:pathLst>
          </a:custGeom>
          <a:solidFill>
            <a:srgbClr val="FFE8C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36620" y="3424428"/>
            <a:ext cx="2162810" cy="1443355"/>
          </a:xfrm>
          <a:custGeom>
            <a:avLst/>
            <a:gdLst/>
            <a:ahLst/>
            <a:cxnLst/>
            <a:rect l="l" t="t" r="r" b="b"/>
            <a:pathLst>
              <a:path w="2162810" h="1443354">
                <a:moveTo>
                  <a:pt x="0" y="0"/>
                </a:moveTo>
                <a:lnTo>
                  <a:pt x="2162555" y="0"/>
                </a:lnTo>
                <a:lnTo>
                  <a:pt x="2162555" y="1443227"/>
                </a:lnTo>
                <a:lnTo>
                  <a:pt x="0" y="1443227"/>
                </a:lnTo>
                <a:lnTo>
                  <a:pt x="0" y="0"/>
                </a:lnTo>
                <a:close/>
              </a:path>
            </a:pathLst>
          </a:custGeom>
          <a:solidFill>
            <a:srgbClr val="DCF8CC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30435" y="3418789"/>
            <a:ext cx="2175510" cy="1455420"/>
          </a:xfrm>
          <a:custGeom>
            <a:avLst/>
            <a:gdLst/>
            <a:ahLst/>
            <a:cxnLst/>
            <a:rect l="l" t="t" r="r" b="b"/>
            <a:pathLst>
              <a:path w="2175510" h="1455420">
                <a:moveTo>
                  <a:pt x="2175065" y="1455000"/>
                </a:moveTo>
                <a:lnTo>
                  <a:pt x="0" y="1455000"/>
                </a:lnTo>
                <a:lnTo>
                  <a:pt x="0" y="0"/>
                </a:lnTo>
                <a:lnTo>
                  <a:pt x="2175065" y="0"/>
                </a:lnTo>
                <a:lnTo>
                  <a:pt x="217506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42300"/>
                </a:lnTo>
                <a:lnTo>
                  <a:pt x="6350" y="1442300"/>
                </a:lnTo>
                <a:lnTo>
                  <a:pt x="12700" y="1448650"/>
                </a:lnTo>
                <a:lnTo>
                  <a:pt x="2175065" y="1448650"/>
                </a:lnTo>
                <a:lnTo>
                  <a:pt x="2175065" y="1455000"/>
                </a:lnTo>
                <a:close/>
              </a:path>
              <a:path w="2175510" h="145542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75510" h="1455420">
                <a:moveTo>
                  <a:pt x="216236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162365" y="6350"/>
                </a:lnTo>
                <a:lnTo>
                  <a:pt x="2162365" y="12700"/>
                </a:lnTo>
                <a:close/>
              </a:path>
              <a:path w="2175510" h="1455420">
                <a:moveTo>
                  <a:pt x="2162365" y="1448650"/>
                </a:moveTo>
                <a:lnTo>
                  <a:pt x="2162365" y="6350"/>
                </a:lnTo>
                <a:lnTo>
                  <a:pt x="2168715" y="12700"/>
                </a:lnTo>
                <a:lnTo>
                  <a:pt x="2175065" y="12700"/>
                </a:lnTo>
                <a:lnTo>
                  <a:pt x="2175065" y="1442300"/>
                </a:lnTo>
                <a:lnTo>
                  <a:pt x="2168715" y="1442300"/>
                </a:lnTo>
                <a:lnTo>
                  <a:pt x="2162365" y="1448650"/>
                </a:lnTo>
                <a:close/>
              </a:path>
              <a:path w="2175510" h="1455420">
                <a:moveTo>
                  <a:pt x="2175065" y="12700"/>
                </a:moveTo>
                <a:lnTo>
                  <a:pt x="2168715" y="12700"/>
                </a:lnTo>
                <a:lnTo>
                  <a:pt x="2162365" y="6350"/>
                </a:lnTo>
                <a:lnTo>
                  <a:pt x="2175065" y="6350"/>
                </a:lnTo>
                <a:lnTo>
                  <a:pt x="2175065" y="12700"/>
                </a:lnTo>
                <a:close/>
              </a:path>
              <a:path w="2175510" h="1455420">
                <a:moveTo>
                  <a:pt x="12700" y="1448650"/>
                </a:moveTo>
                <a:lnTo>
                  <a:pt x="6350" y="1442300"/>
                </a:lnTo>
                <a:lnTo>
                  <a:pt x="12700" y="1442300"/>
                </a:lnTo>
                <a:lnTo>
                  <a:pt x="12700" y="1448650"/>
                </a:lnTo>
                <a:close/>
              </a:path>
              <a:path w="2175510" h="1455420">
                <a:moveTo>
                  <a:pt x="2162365" y="1448650"/>
                </a:moveTo>
                <a:lnTo>
                  <a:pt x="12700" y="1448650"/>
                </a:lnTo>
                <a:lnTo>
                  <a:pt x="12700" y="1442300"/>
                </a:lnTo>
                <a:lnTo>
                  <a:pt x="2162365" y="1442300"/>
                </a:lnTo>
                <a:lnTo>
                  <a:pt x="2162365" y="1448650"/>
                </a:lnTo>
                <a:close/>
              </a:path>
              <a:path w="2175510" h="1455420">
                <a:moveTo>
                  <a:pt x="2175065" y="1448650"/>
                </a:moveTo>
                <a:lnTo>
                  <a:pt x="2162365" y="1448650"/>
                </a:lnTo>
                <a:lnTo>
                  <a:pt x="2168715" y="1442300"/>
                </a:lnTo>
                <a:lnTo>
                  <a:pt x="2175065" y="1442300"/>
                </a:lnTo>
                <a:lnTo>
                  <a:pt x="2175065" y="1448650"/>
                </a:lnTo>
                <a:close/>
              </a:path>
            </a:pathLst>
          </a:custGeom>
          <a:solidFill>
            <a:srgbClr val="DCF8CC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36620" y="2203183"/>
            <a:ext cx="2162810" cy="2615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46075" marR="28067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发生于任何两 个相互靠近的 </a:t>
            </a:r>
            <a:r>
              <a:rPr dirty="0" sz="2000" b="1">
                <a:latin typeface="华文楷体"/>
                <a:cs typeface="华文楷体"/>
              </a:rPr>
              <a:t>电路之间。</a:t>
            </a:r>
            <a:endParaRPr sz="20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Times New Roman"/>
              <a:cs typeface="Times New Roman"/>
            </a:endParaRPr>
          </a:p>
          <a:p>
            <a:pPr algn="just" marL="34607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华文楷体"/>
                <a:cs typeface="华文楷体"/>
              </a:rPr>
              <a:t>①变压器</a:t>
            </a:r>
            <a:r>
              <a:rPr dirty="0" sz="1800" spc="-5" b="1">
                <a:latin typeface="华文楷体"/>
                <a:cs typeface="华文楷体"/>
              </a:rPr>
              <a:t>；</a:t>
            </a:r>
            <a:endParaRPr sz="1800">
              <a:latin typeface="华文楷体"/>
              <a:cs typeface="华文楷体"/>
            </a:endParaRPr>
          </a:p>
          <a:p>
            <a:pPr algn="just" marL="346075">
              <a:lnSpc>
                <a:spcPct val="100000"/>
              </a:lnSpc>
            </a:pPr>
            <a:r>
              <a:rPr dirty="0" sz="1800" b="1">
                <a:latin typeface="华文楷体"/>
                <a:cs typeface="华文楷体"/>
              </a:rPr>
              <a:t>②无线充电</a:t>
            </a:r>
            <a:r>
              <a:rPr dirty="0" sz="1800" spc="-5" b="1">
                <a:latin typeface="华文楷体"/>
                <a:cs typeface="华文楷体"/>
              </a:rPr>
              <a:t>；</a:t>
            </a:r>
            <a:endParaRPr sz="1800">
              <a:latin typeface="华文楷体"/>
              <a:cs typeface="华文楷体"/>
            </a:endParaRPr>
          </a:p>
          <a:p>
            <a:pPr algn="just" marL="346075">
              <a:lnSpc>
                <a:spcPct val="100000"/>
              </a:lnSpc>
            </a:pPr>
            <a:r>
              <a:rPr dirty="0" sz="1800" b="1">
                <a:latin typeface="华文楷体"/>
                <a:cs typeface="华文楷体"/>
              </a:rPr>
              <a:t>③电磁炉</a:t>
            </a:r>
            <a:r>
              <a:rPr dirty="0" sz="1800" spc="-5" b="1">
                <a:latin typeface="华文楷体"/>
                <a:cs typeface="华文楷体"/>
              </a:rPr>
              <a:t>；</a:t>
            </a:r>
            <a:endParaRPr sz="1800">
              <a:latin typeface="华文楷体"/>
              <a:cs typeface="华文楷体"/>
            </a:endParaRPr>
          </a:p>
          <a:p>
            <a:pPr algn="just" marL="346075">
              <a:lnSpc>
                <a:spcPct val="100000"/>
              </a:lnSpc>
            </a:pPr>
            <a:r>
              <a:rPr dirty="0" sz="1800" b="1">
                <a:latin typeface="华文楷体"/>
                <a:cs typeface="华文楷体"/>
              </a:rPr>
              <a:t>④探雷器</a:t>
            </a:r>
            <a:r>
              <a:rPr dirty="0" sz="1800" spc="-5" b="1">
                <a:latin typeface="华文楷体"/>
                <a:cs typeface="华文楷体"/>
              </a:rPr>
              <a:t>；</a:t>
            </a:r>
            <a:endParaRPr sz="1800">
              <a:latin typeface="华文楷体"/>
              <a:cs typeface="华文楷体"/>
            </a:endParaRPr>
          </a:p>
          <a:p>
            <a:pPr algn="just" marL="346075">
              <a:lnSpc>
                <a:spcPct val="100000"/>
              </a:lnSpc>
            </a:pPr>
            <a:r>
              <a:rPr dirty="0" sz="1800" b="1">
                <a:latin typeface="华文楷体"/>
                <a:cs typeface="华文楷体"/>
              </a:rPr>
              <a:t>⑤手持安检仪</a:t>
            </a:r>
            <a:r>
              <a:rPr dirty="0" sz="1700" b="1">
                <a:latin typeface="华文楷体"/>
                <a:cs typeface="华文楷体"/>
              </a:rPr>
              <a:t>。</a:t>
            </a:r>
            <a:endParaRPr sz="17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77160" y="1399857"/>
            <a:ext cx="1454289" cy="1447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互</a:t>
            </a:r>
            <a:r>
              <a:rPr dirty="0" spc="-5"/>
              <a:t>感</a:t>
            </a:r>
          </a:p>
        </p:txBody>
      </p:sp>
      <p:sp>
        <p:nvSpPr>
          <p:cNvPr id="9" name="object 9"/>
          <p:cNvSpPr/>
          <p:nvPr/>
        </p:nvSpPr>
        <p:spPr>
          <a:xfrm>
            <a:off x="7040880" y="1982723"/>
            <a:ext cx="2162810" cy="1442085"/>
          </a:xfrm>
          <a:custGeom>
            <a:avLst/>
            <a:gdLst/>
            <a:ahLst/>
            <a:cxnLst/>
            <a:rect l="l" t="t" r="r" b="b"/>
            <a:pathLst>
              <a:path w="2162809" h="1442085">
                <a:moveTo>
                  <a:pt x="0" y="0"/>
                </a:moveTo>
                <a:lnTo>
                  <a:pt x="2162555" y="0"/>
                </a:lnTo>
                <a:lnTo>
                  <a:pt x="2162555" y="1441703"/>
                </a:lnTo>
                <a:lnTo>
                  <a:pt x="0" y="1441703"/>
                </a:lnTo>
                <a:lnTo>
                  <a:pt x="0" y="0"/>
                </a:lnTo>
                <a:close/>
              </a:path>
            </a:pathLst>
          </a:custGeom>
          <a:solidFill>
            <a:srgbClr val="CDF1E8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34377" y="1976488"/>
            <a:ext cx="2175510" cy="1455420"/>
          </a:xfrm>
          <a:custGeom>
            <a:avLst/>
            <a:gdLst/>
            <a:ahLst/>
            <a:cxnLst/>
            <a:rect l="l" t="t" r="r" b="b"/>
            <a:pathLst>
              <a:path w="2175509" h="1455420">
                <a:moveTo>
                  <a:pt x="2175065" y="1455000"/>
                </a:moveTo>
                <a:lnTo>
                  <a:pt x="0" y="1455000"/>
                </a:lnTo>
                <a:lnTo>
                  <a:pt x="0" y="0"/>
                </a:lnTo>
                <a:lnTo>
                  <a:pt x="2175065" y="0"/>
                </a:lnTo>
                <a:lnTo>
                  <a:pt x="2175065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442300"/>
                </a:lnTo>
                <a:lnTo>
                  <a:pt x="6350" y="1442300"/>
                </a:lnTo>
                <a:lnTo>
                  <a:pt x="12700" y="1448650"/>
                </a:lnTo>
                <a:lnTo>
                  <a:pt x="2175065" y="1448650"/>
                </a:lnTo>
                <a:lnTo>
                  <a:pt x="2175065" y="1455000"/>
                </a:lnTo>
                <a:close/>
              </a:path>
              <a:path w="2175509" h="145542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175509" h="1455420">
                <a:moveTo>
                  <a:pt x="2162365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162365" y="6349"/>
                </a:lnTo>
                <a:lnTo>
                  <a:pt x="2162365" y="12699"/>
                </a:lnTo>
                <a:close/>
              </a:path>
              <a:path w="2175509" h="1455420">
                <a:moveTo>
                  <a:pt x="2162365" y="1448650"/>
                </a:moveTo>
                <a:lnTo>
                  <a:pt x="2162365" y="6349"/>
                </a:lnTo>
                <a:lnTo>
                  <a:pt x="2168715" y="12699"/>
                </a:lnTo>
                <a:lnTo>
                  <a:pt x="2175065" y="12699"/>
                </a:lnTo>
                <a:lnTo>
                  <a:pt x="2175065" y="1442300"/>
                </a:lnTo>
                <a:lnTo>
                  <a:pt x="2168715" y="1442300"/>
                </a:lnTo>
                <a:lnTo>
                  <a:pt x="2162365" y="1448650"/>
                </a:lnTo>
                <a:close/>
              </a:path>
              <a:path w="2175509" h="1455420">
                <a:moveTo>
                  <a:pt x="2175065" y="12699"/>
                </a:moveTo>
                <a:lnTo>
                  <a:pt x="2168715" y="12699"/>
                </a:lnTo>
                <a:lnTo>
                  <a:pt x="2162365" y="6349"/>
                </a:lnTo>
                <a:lnTo>
                  <a:pt x="2175065" y="6349"/>
                </a:lnTo>
                <a:lnTo>
                  <a:pt x="2175065" y="12699"/>
                </a:lnTo>
                <a:close/>
              </a:path>
              <a:path w="2175509" h="1455420">
                <a:moveTo>
                  <a:pt x="12700" y="1448650"/>
                </a:moveTo>
                <a:lnTo>
                  <a:pt x="6350" y="1442300"/>
                </a:lnTo>
                <a:lnTo>
                  <a:pt x="12700" y="1442300"/>
                </a:lnTo>
                <a:lnTo>
                  <a:pt x="12700" y="1448650"/>
                </a:lnTo>
                <a:close/>
              </a:path>
              <a:path w="2175509" h="1455420">
                <a:moveTo>
                  <a:pt x="2162365" y="1448650"/>
                </a:moveTo>
                <a:lnTo>
                  <a:pt x="12700" y="1448650"/>
                </a:lnTo>
                <a:lnTo>
                  <a:pt x="12700" y="1442300"/>
                </a:lnTo>
                <a:lnTo>
                  <a:pt x="2162365" y="1442300"/>
                </a:lnTo>
                <a:lnTo>
                  <a:pt x="2162365" y="1448650"/>
                </a:lnTo>
                <a:close/>
              </a:path>
              <a:path w="2175509" h="1455420">
                <a:moveTo>
                  <a:pt x="2175065" y="1448650"/>
                </a:moveTo>
                <a:lnTo>
                  <a:pt x="2162365" y="1448650"/>
                </a:lnTo>
                <a:lnTo>
                  <a:pt x="2168715" y="1442300"/>
                </a:lnTo>
                <a:lnTo>
                  <a:pt x="2175065" y="1442300"/>
                </a:lnTo>
                <a:lnTo>
                  <a:pt x="2175065" y="1448650"/>
                </a:lnTo>
                <a:close/>
              </a:path>
            </a:pathLst>
          </a:custGeom>
          <a:solidFill>
            <a:srgbClr val="CDF1E8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40880" y="3424428"/>
            <a:ext cx="2162810" cy="1443355"/>
          </a:xfrm>
          <a:custGeom>
            <a:avLst/>
            <a:gdLst/>
            <a:ahLst/>
            <a:cxnLst/>
            <a:rect l="l" t="t" r="r" b="b"/>
            <a:pathLst>
              <a:path w="2162809" h="1443354">
                <a:moveTo>
                  <a:pt x="0" y="0"/>
                </a:moveTo>
                <a:lnTo>
                  <a:pt x="2162555" y="0"/>
                </a:lnTo>
                <a:lnTo>
                  <a:pt x="2162555" y="1443227"/>
                </a:lnTo>
                <a:lnTo>
                  <a:pt x="0" y="1443227"/>
                </a:lnTo>
                <a:lnTo>
                  <a:pt x="0" y="0"/>
                </a:lnTo>
                <a:close/>
              </a:path>
            </a:pathLst>
          </a:custGeom>
          <a:solidFill>
            <a:srgbClr val="D0D5E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34377" y="3418789"/>
            <a:ext cx="2175510" cy="1455420"/>
          </a:xfrm>
          <a:custGeom>
            <a:avLst/>
            <a:gdLst/>
            <a:ahLst/>
            <a:cxnLst/>
            <a:rect l="l" t="t" r="r" b="b"/>
            <a:pathLst>
              <a:path w="2175509" h="1455420">
                <a:moveTo>
                  <a:pt x="2175065" y="1455000"/>
                </a:moveTo>
                <a:lnTo>
                  <a:pt x="0" y="1455000"/>
                </a:lnTo>
                <a:lnTo>
                  <a:pt x="0" y="0"/>
                </a:lnTo>
                <a:lnTo>
                  <a:pt x="2175065" y="0"/>
                </a:lnTo>
                <a:lnTo>
                  <a:pt x="217506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42300"/>
                </a:lnTo>
                <a:lnTo>
                  <a:pt x="6350" y="1442300"/>
                </a:lnTo>
                <a:lnTo>
                  <a:pt x="12700" y="1448650"/>
                </a:lnTo>
                <a:lnTo>
                  <a:pt x="2175065" y="1448650"/>
                </a:lnTo>
                <a:lnTo>
                  <a:pt x="2175065" y="1455000"/>
                </a:lnTo>
                <a:close/>
              </a:path>
              <a:path w="2175509" h="145542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75509" h="1455420">
                <a:moveTo>
                  <a:pt x="216236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162365" y="6350"/>
                </a:lnTo>
                <a:lnTo>
                  <a:pt x="2162365" y="12700"/>
                </a:lnTo>
                <a:close/>
              </a:path>
              <a:path w="2175509" h="1455420">
                <a:moveTo>
                  <a:pt x="2162365" y="1448650"/>
                </a:moveTo>
                <a:lnTo>
                  <a:pt x="2162365" y="6350"/>
                </a:lnTo>
                <a:lnTo>
                  <a:pt x="2168715" y="12700"/>
                </a:lnTo>
                <a:lnTo>
                  <a:pt x="2175065" y="12700"/>
                </a:lnTo>
                <a:lnTo>
                  <a:pt x="2175065" y="1442300"/>
                </a:lnTo>
                <a:lnTo>
                  <a:pt x="2168715" y="1442300"/>
                </a:lnTo>
                <a:lnTo>
                  <a:pt x="2162365" y="1448650"/>
                </a:lnTo>
                <a:close/>
              </a:path>
              <a:path w="2175509" h="1455420">
                <a:moveTo>
                  <a:pt x="2175065" y="12700"/>
                </a:moveTo>
                <a:lnTo>
                  <a:pt x="2168715" y="12700"/>
                </a:lnTo>
                <a:lnTo>
                  <a:pt x="2162365" y="6350"/>
                </a:lnTo>
                <a:lnTo>
                  <a:pt x="2175065" y="6350"/>
                </a:lnTo>
                <a:lnTo>
                  <a:pt x="2175065" y="12700"/>
                </a:lnTo>
                <a:close/>
              </a:path>
              <a:path w="2175509" h="1455420">
                <a:moveTo>
                  <a:pt x="12700" y="1448650"/>
                </a:moveTo>
                <a:lnTo>
                  <a:pt x="6350" y="1442300"/>
                </a:lnTo>
                <a:lnTo>
                  <a:pt x="12700" y="1442300"/>
                </a:lnTo>
                <a:lnTo>
                  <a:pt x="12700" y="1448650"/>
                </a:lnTo>
                <a:close/>
              </a:path>
              <a:path w="2175509" h="1455420">
                <a:moveTo>
                  <a:pt x="2162365" y="1448650"/>
                </a:moveTo>
                <a:lnTo>
                  <a:pt x="12700" y="1448650"/>
                </a:lnTo>
                <a:lnTo>
                  <a:pt x="12700" y="1442300"/>
                </a:lnTo>
                <a:lnTo>
                  <a:pt x="2162365" y="1442300"/>
                </a:lnTo>
                <a:lnTo>
                  <a:pt x="2162365" y="1448650"/>
                </a:lnTo>
                <a:close/>
              </a:path>
              <a:path w="2175509" h="1455420">
                <a:moveTo>
                  <a:pt x="2175065" y="1448650"/>
                </a:moveTo>
                <a:lnTo>
                  <a:pt x="2162365" y="1448650"/>
                </a:lnTo>
                <a:lnTo>
                  <a:pt x="2168715" y="1442300"/>
                </a:lnTo>
                <a:lnTo>
                  <a:pt x="2175065" y="1442300"/>
                </a:lnTo>
                <a:lnTo>
                  <a:pt x="2175065" y="1448650"/>
                </a:lnTo>
                <a:close/>
              </a:path>
            </a:pathLst>
          </a:custGeom>
          <a:solidFill>
            <a:srgbClr val="D0D5E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040880" y="2203183"/>
            <a:ext cx="2162810" cy="2451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45440" marR="28194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在线圈本身激 发出感应电动 </a:t>
            </a:r>
            <a:r>
              <a:rPr dirty="0" sz="2000" b="1">
                <a:latin typeface="华文楷体"/>
                <a:cs typeface="华文楷体"/>
              </a:rPr>
              <a:t>势。</a:t>
            </a:r>
            <a:endParaRPr sz="20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345440" marR="434975">
              <a:lnSpc>
                <a:spcPct val="140500"/>
              </a:lnSpc>
            </a:pPr>
            <a:r>
              <a:rPr dirty="0" sz="1800" b="1">
                <a:latin typeface="华文楷体"/>
                <a:cs typeface="华文楷体"/>
              </a:rPr>
              <a:t>通电自感</a:t>
            </a:r>
            <a:r>
              <a:rPr dirty="0" sz="1800" spc="-5" b="1">
                <a:latin typeface="华文楷体"/>
                <a:cs typeface="华文楷体"/>
              </a:rPr>
              <a:t>；  </a:t>
            </a:r>
            <a:r>
              <a:rPr dirty="0" sz="1800" b="1">
                <a:latin typeface="华文楷体"/>
                <a:cs typeface="华文楷体"/>
              </a:rPr>
              <a:t>断电自感</a:t>
            </a:r>
            <a:r>
              <a:rPr dirty="0" sz="1800" spc="-5" b="1">
                <a:latin typeface="华文楷体"/>
                <a:cs typeface="华文楷体"/>
              </a:rPr>
              <a:t>；  </a:t>
            </a:r>
            <a:r>
              <a:rPr dirty="0" sz="1800" b="1">
                <a:latin typeface="华文楷体"/>
                <a:cs typeface="华文楷体"/>
              </a:rPr>
              <a:t>其它应用…</a:t>
            </a:r>
            <a:r>
              <a:rPr dirty="0" sz="1800" spc="-5" b="1">
                <a:latin typeface="华文楷体"/>
                <a:cs typeface="华文楷体"/>
              </a:rPr>
              <a:t>…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81115" y="1399857"/>
            <a:ext cx="1454277" cy="1447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087148" y="1749412"/>
            <a:ext cx="104076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  <a:latin typeface="华文楷体"/>
                <a:cs typeface="华文楷体"/>
              </a:rPr>
              <a:t>自</a:t>
            </a:r>
            <a:r>
              <a:rPr dirty="0" sz="4000" spc="-5">
                <a:solidFill>
                  <a:srgbClr val="FFFFFF"/>
                </a:solidFill>
                <a:latin typeface="华文楷体"/>
                <a:cs typeface="华文楷体"/>
              </a:rPr>
              <a:t>感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7292" y="2138172"/>
            <a:ext cx="2577083" cy="2014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57958" y="1014831"/>
            <a:ext cx="6753225" cy="4527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7145" indent="8890">
              <a:lnSpc>
                <a:spcPct val="100099"/>
              </a:lnSpc>
              <a:spcBef>
                <a:spcPts val="95"/>
              </a:spcBef>
            </a:pPr>
            <a:r>
              <a:rPr dirty="0" sz="2400">
                <a:latin typeface="楷体"/>
                <a:cs typeface="楷体"/>
              </a:rPr>
              <a:t>如图所示是一种延时继电器的示意图。铁芯上有两 个线圈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楷体"/>
                <a:cs typeface="楷体"/>
              </a:rPr>
              <a:t>和</a:t>
            </a:r>
            <a:r>
              <a:rPr dirty="0" sz="2400" spc="-5">
                <a:latin typeface="Times New Roman"/>
                <a:cs typeface="Times New Roman"/>
              </a:rPr>
              <a:t>B</a:t>
            </a:r>
            <a:r>
              <a:rPr dirty="0" sz="2400">
                <a:latin typeface="楷体"/>
                <a:cs typeface="楷体"/>
              </a:rPr>
              <a:t>。线圈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楷体"/>
                <a:cs typeface="楷体"/>
              </a:rPr>
              <a:t>跟电源连接，线圈</a:t>
            </a:r>
            <a:r>
              <a:rPr dirty="0" sz="2400" spc="-5">
                <a:latin typeface="Times New Roman"/>
                <a:cs typeface="Times New Roman"/>
              </a:rPr>
              <a:t>B</a:t>
            </a:r>
            <a:r>
              <a:rPr dirty="0" sz="2400">
                <a:latin typeface="楷体"/>
                <a:cs typeface="楷体"/>
              </a:rPr>
              <a:t>两端连在 一起，构成一个闭合电路。在断开开关</a:t>
            </a:r>
            <a:r>
              <a:rPr dirty="0" sz="2400">
                <a:latin typeface="Times New Roman"/>
                <a:cs typeface="Times New Roman"/>
              </a:rPr>
              <a:t>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楷体"/>
                <a:cs typeface="楷体"/>
              </a:rPr>
              <a:t>的时候，  弹簧</a:t>
            </a:r>
            <a:r>
              <a:rPr dirty="0" sz="2400">
                <a:latin typeface="Times New Roman"/>
                <a:cs typeface="Times New Roman"/>
              </a:rPr>
              <a:t>K</a:t>
            </a:r>
            <a:r>
              <a:rPr dirty="0" sz="2400">
                <a:latin typeface="楷体"/>
                <a:cs typeface="楷体"/>
              </a:rPr>
              <a:t>并不会立刻将衔铁</a:t>
            </a:r>
            <a:r>
              <a:rPr dirty="0" sz="2400">
                <a:latin typeface="Times New Roman"/>
                <a:cs typeface="Times New Roman"/>
              </a:rPr>
              <a:t>D</a:t>
            </a:r>
            <a:r>
              <a:rPr dirty="0" sz="2400">
                <a:latin typeface="楷体"/>
                <a:cs typeface="楷体"/>
              </a:rPr>
              <a:t>拉起</a:t>
            </a:r>
            <a:endParaRPr sz="2400">
              <a:latin typeface="楷体"/>
              <a:cs typeface="楷体"/>
            </a:endParaRPr>
          </a:p>
          <a:p>
            <a:pPr marL="12700" marR="2566670">
              <a:lnSpc>
                <a:spcPct val="100000"/>
              </a:lnSpc>
            </a:pPr>
            <a:r>
              <a:rPr dirty="0" sz="2400">
                <a:latin typeface="楷体"/>
                <a:cs typeface="楷体"/>
              </a:rPr>
              <a:t>而使触头</a:t>
            </a:r>
            <a:r>
              <a:rPr dirty="0" sz="2400" spc="-5">
                <a:latin typeface="Times New Roman"/>
                <a:cs typeface="Times New Roman"/>
              </a:rPr>
              <a:t>C</a:t>
            </a:r>
            <a:r>
              <a:rPr dirty="0" sz="2400">
                <a:latin typeface="楷体"/>
                <a:cs typeface="楷体"/>
              </a:rPr>
              <a:t>（连接工作电路）离 开，而是过一小段时间后才执 行这个动作。延时继电器就是 因此而得名的。</a:t>
            </a:r>
            <a:endParaRPr sz="2400">
              <a:latin typeface="楷体"/>
              <a:cs typeface="楷体"/>
            </a:endParaRPr>
          </a:p>
          <a:p>
            <a:pPr marL="550545" marR="5080">
              <a:lnSpc>
                <a:spcPct val="100000"/>
              </a:lnSpc>
              <a:spcBef>
                <a:spcPts val="870"/>
              </a:spcBef>
              <a:buSzPct val="95833"/>
              <a:buAutoNum type="arabicPlain"/>
              <a:tabLst>
                <a:tab pos="1313815" algn="l"/>
              </a:tabLst>
            </a:pPr>
            <a:r>
              <a:rPr dirty="0" sz="2400">
                <a:latin typeface="楷体"/>
                <a:cs typeface="楷体"/>
              </a:rPr>
              <a:t>请解释：当开关</a:t>
            </a:r>
            <a:r>
              <a:rPr dirty="0" sz="2400">
                <a:latin typeface="Times New Roman"/>
                <a:cs typeface="Times New Roman"/>
              </a:rPr>
              <a:t>S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>
                <a:latin typeface="楷体"/>
                <a:cs typeface="楷体"/>
              </a:rPr>
              <a:t>断开后，为什么电磁铁 还会继续吸住衔铁一小段时间？</a:t>
            </a:r>
            <a:endParaRPr sz="2400">
              <a:latin typeface="楷体"/>
              <a:cs typeface="楷体"/>
            </a:endParaRPr>
          </a:p>
          <a:p>
            <a:pPr marL="550545" marR="48260">
              <a:lnSpc>
                <a:spcPts val="2890"/>
              </a:lnSpc>
              <a:spcBef>
                <a:spcPts val="85"/>
              </a:spcBef>
              <a:buSzPct val="95833"/>
              <a:buAutoNum type="arabicPlain"/>
              <a:tabLst>
                <a:tab pos="1313815" algn="l"/>
              </a:tabLst>
            </a:pPr>
            <a:r>
              <a:rPr dirty="0" sz="2400">
                <a:latin typeface="楷体"/>
                <a:cs typeface="楷体"/>
              </a:rPr>
              <a:t>如果线圈</a:t>
            </a:r>
            <a:r>
              <a:rPr dirty="0" sz="2400" spc="-5">
                <a:latin typeface="Times New Roman"/>
                <a:cs typeface="Times New Roman"/>
              </a:rPr>
              <a:t>B</a:t>
            </a:r>
            <a:r>
              <a:rPr dirty="0" sz="2400">
                <a:latin typeface="楷体"/>
                <a:cs typeface="楷体"/>
              </a:rPr>
              <a:t>不闭合，是否会对延时效果产 生影响？为什么？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2025-04-20T10:08:08Z</dcterms:created>
  <dcterms:modified xsi:type="dcterms:W3CDTF">2025-04-20T10:08:08Z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