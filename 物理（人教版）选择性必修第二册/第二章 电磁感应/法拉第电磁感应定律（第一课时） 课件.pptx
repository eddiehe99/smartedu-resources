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41166" y="1283665"/>
            <a:ext cx="4909667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6864" y="2020976"/>
            <a:ext cx="647827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08897" y="2060765"/>
            <a:ext cx="6508750" cy="313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0.jpg"/><Relationship Id="rId4" Type="http://schemas.openxmlformats.org/officeDocument/2006/relationships/image" Target="../media/image2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9.jpg"/><Relationship Id="rId4" Type="http://schemas.openxmlformats.org/officeDocument/2006/relationships/image" Target="../media/image16.jp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国家中小学课程资源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20582" y="2073452"/>
            <a:ext cx="795083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法拉第电磁感应定律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主讲人：田晓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梅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r>
              <a:rPr dirty="0"/>
              <a:t>法拉第电磁感应定律</a:t>
            </a:r>
            <a:r>
              <a:rPr dirty="0" sz="2400"/>
              <a:t>（第一课时）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99651" y="3584108"/>
          <a:ext cx="701802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270"/>
                <a:gridCol w="804544"/>
                <a:gridCol w="341693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主讲人：田晓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梅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5473" y="1293825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复习回顾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8627" y="2225039"/>
            <a:ext cx="2554224" cy="15941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36108" y="2208276"/>
            <a:ext cx="2007108" cy="1575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32073" y="182242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25495" y="151485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25139" y="173888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60773" y="4790706"/>
            <a:ext cx="1486535" cy="152400"/>
          </a:xfrm>
          <a:custGeom>
            <a:avLst/>
            <a:gdLst/>
            <a:ahLst/>
            <a:cxnLst/>
            <a:rect l="l" t="t" r="r" b="b"/>
            <a:pathLst>
              <a:path w="1486535" h="152400">
                <a:moveTo>
                  <a:pt x="1257490" y="152400"/>
                </a:moveTo>
                <a:lnTo>
                  <a:pt x="1257490" y="0"/>
                </a:lnTo>
                <a:lnTo>
                  <a:pt x="1371790" y="38100"/>
                </a:lnTo>
                <a:lnTo>
                  <a:pt x="1371790" y="114300"/>
                </a:lnTo>
                <a:lnTo>
                  <a:pt x="1257490" y="152400"/>
                </a:lnTo>
                <a:close/>
              </a:path>
              <a:path w="1486535" h="152400">
                <a:moveTo>
                  <a:pt x="1257490" y="114300"/>
                </a:moveTo>
                <a:lnTo>
                  <a:pt x="0" y="114300"/>
                </a:lnTo>
                <a:lnTo>
                  <a:pt x="0" y="38100"/>
                </a:lnTo>
                <a:lnTo>
                  <a:pt x="1257490" y="38100"/>
                </a:lnTo>
                <a:lnTo>
                  <a:pt x="1257490" y="114300"/>
                </a:lnTo>
                <a:close/>
              </a:path>
              <a:path w="1486535" h="152400">
                <a:moveTo>
                  <a:pt x="1371790" y="114300"/>
                </a:moveTo>
                <a:lnTo>
                  <a:pt x="1371790" y="38100"/>
                </a:lnTo>
                <a:lnTo>
                  <a:pt x="1486090" y="76200"/>
                </a:lnTo>
                <a:lnTo>
                  <a:pt x="137179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86471" y="3784091"/>
            <a:ext cx="1775460" cy="18501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92817" y="4530242"/>
            <a:ext cx="699135" cy="616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50" spc="-10">
                <a:latin typeface="Symbol"/>
                <a:cs typeface="Symbol"/>
              </a:rPr>
              <a:t></a:t>
            </a:r>
            <a:r>
              <a:rPr dirty="0" sz="3850" spc="20" i="1">
                <a:latin typeface="Times New Roman"/>
                <a:cs typeface="Times New Roman"/>
              </a:rPr>
              <a:t>Φ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887478" y="4491596"/>
            <a:ext cx="44450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5" i="1">
                <a:latin typeface="Times New Roman"/>
                <a:cs typeface="Times New Roman"/>
              </a:rPr>
              <a:t>I</a:t>
            </a:r>
            <a:r>
              <a:rPr dirty="0" baseline="-25745" sz="3075" spc="52">
                <a:latin typeface="微软雅黑"/>
                <a:cs typeface="微软雅黑"/>
              </a:rPr>
              <a:t>感</a:t>
            </a:r>
            <a:endParaRPr baseline="-25745" sz="3075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3267" y="4314723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闭</a:t>
            </a:r>
            <a:r>
              <a:rPr dirty="0" sz="2800" spc="-10" b="1">
                <a:latin typeface="华文楷体"/>
                <a:cs typeface="华文楷体"/>
              </a:rPr>
              <a:t>合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7319" y="472288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4" y="0"/>
                </a:lnTo>
              </a:path>
            </a:pathLst>
          </a:custGeom>
          <a:ln w="157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90390" y="4315586"/>
            <a:ext cx="920115" cy="790575"/>
          </a:xfrm>
          <a:custGeom>
            <a:avLst/>
            <a:gdLst/>
            <a:ahLst/>
            <a:cxnLst/>
            <a:rect l="l" t="t" r="r" b="b"/>
            <a:pathLst>
              <a:path w="920114" h="790575">
                <a:moveTo>
                  <a:pt x="919734" y="790193"/>
                </a:moveTo>
                <a:lnTo>
                  <a:pt x="0" y="790193"/>
                </a:lnTo>
                <a:lnTo>
                  <a:pt x="0" y="0"/>
                </a:lnTo>
                <a:lnTo>
                  <a:pt x="919734" y="0"/>
                </a:lnTo>
                <a:lnTo>
                  <a:pt x="91973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80668"/>
                </a:lnTo>
                <a:lnTo>
                  <a:pt x="4762" y="780668"/>
                </a:lnTo>
                <a:lnTo>
                  <a:pt x="9525" y="785431"/>
                </a:lnTo>
                <a:lnTo>
                  <a:pt x="919734" y="785431"/>
                </a:lnTo>
                <a:lnTo>
                  <a:pt x="919734" y="790193"/>
                </a:lnTo>
                <a:close/>
              </a:path>
              <a:path w="920114" h="7905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0114" h="790575">
                <a:moveTo>
                  <a:pt x="91020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0209" y="4762"/>
                </a:lnTo>
                <a:lnTo>
                  <a:pt x="910209" y="9525"/>
                </a:lnTo>
                <a:close/>
              </a:path>
              <a:path w="920114" h="790575">
                <a:moveTo>
                  <a:pt x="910209" y="785431"/>
                </a:moveTo>
                <a:lnTo>
                  <a:pt x="910209" y="4762"/>
                </a:lnTo>
                <a:lnTo>
                  <a:pt x="914971" y="9525"/>
                </a:lnTo>
                <a:lnTo>
                  <a:pt x="919734" y="9525"/>
                </a:lnTo>
                <a:lnTo>
                  <a:pt x="919734" y="780668"/>
                </a:lnTo>
                <a:lnTo>
                  <a:pt x="914971" y="780668"/>
                </a:lnTo>
                <a:lnTo>
                  <a:pt x="910209" y="785431"/>
                </a:lnTo>
                <a:close/>
              </a:path>
              <a:path w="920114" h="790575">
                <a:moveTo>
                  <a:pt x="919734" y="9525"/>
                </a:moveTo>
                <a:lnTo>
                  <a:pt x="914971" y="9525"/>
                </a:lnTo>
                <a:lnTo>
                  <a:pt x="910209" y="4762"/>
                </a:lnTo>
                <a:lnTo>
                  <a:pt x="919734" y="4762"/>
                </a:lnTo>
                <a:lnTo>
                  <a:pt x="919734" y="9525"/>
                </a:lnTo>
                <a:close/>
              </a:path>
              <a:path w="920114" h="790575">
                <a:moveTo>
                  <a:pt x="9525" y="785431"/>
                </a:moveTo>
                <a:lnTo>
                  <a:pt x="4762" y="780668"/>
                </a:lnTo>
                <a:lnTo>
                  <a:pt x="9525" y="780668"/>
                </a:lnTo>
                <a:lnTo>
                  <a:pt x="9525" y="785431"/>
                </a:lnTo>
                <a:close/>
              </a:path>
              <a:path w="920114" h="790575">
                <a:moveTo>
                  <a:pt x="910209" y="785431"/>
                </a:moveTo>
                <a:lnTo>
                  <a:pt x="9525" y="785431"/>
                </a:lnTo>
                <a:lnTo>
                  <a:pt x="9525" y="780668"/>
                </a:lnTo>
                <a:lnTo>
                  <a:pt x="910209" y="780668"/>
                </a:lnTo>
                <a:lnTo>
                  <a:pt x="910209" y="785431"/>
                </a:lnTo>
                <a:close/>
              </a:path>
              <a:path w="920114" h="790575">
                <a:moveTo>
                  <a:pt x="919734" y="785431"/>
                </a:moveTo>
                <a:lnTo>
                  <a:pt x="910209" y="785431"/>
                </a:lnTo>
                <a:lnTo>
                  <a:pt x="914971" y="780668"/>
                </a:lnTo>
                <a:lnTo>
                  <a:pt x="919734" y="780668"/>
                </a:lnTo>
                <a:lnTo>
                  <a:pt x="919734" y="785431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06984" y="473454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 h="0">
                <a:moveTo>
                  <a:pt x="0" y="0"/>
                </a:moveTo>
                <a:lnTo>
                  <a:pt x="403009" y="0"/>
                </a:lnTo>
              </a:path>
            </a:pathLst>
          </a:custGeom>
          <a:ln w="142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48671" y="4497387"/>
            <a:ext cx="227139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9395" algn="l"/>
                <a:tab pos="539750" algn="l"/>
                <a:tab pos="2162175" algn="l"/>
              </a:tabLst>
            </a:pPr>
            <a:r>
              <a:rPr dirty="0" baseline="1182" sz="3525" spc="-7" i="1">
                <a:latin typeface="Times New Roman"/>
                <a:cs typeface="Times New Roman"/>
              </a:rPr>
              <a:t>I</a:t>
            </a:r>
            <a:r>
              <a:rPr dirty="0" baseline="1182" sz="3525" spc="-7" i="1">
                <a:latin typeface="Times New Roman"/>
                <a:cs typeface="Times New Roman"/>
              </a:rPr>
              <a:t>	</a:t>
            </a:r>
            <a:r>
              <a:rPr dirty="0" baseline="1182" sz="3525" spc="-7">
                <a:latin typeface="Symbol"/>
                <a:cs typeface="Symbol"/>
              </a:rPr>
              <a:t></a:t>
            </a:r>
            <a:r>
              <a:rPr dirty="0" baseline="1182" sz="3525" spc="-7">
                <a:latin typeface="Times New Roman"/>
                <a:cs typeface="Times New Roman"/>
              </a:rPr>
              <a:t>	</a:t>
            </a:r>
            <a:r>
              <a:rPr dirty="0" baseline="36643" sz="3525" spc="-7" i="1">
                <a:latin typeface="Times New Roman"/>
                <a:cs typeface="Times New Roman"/>
              </a:rPr>
              <a:t>E</a:t>
            </a:r>
            <a:r>
              <a:rPr dirty="0" baseline="36643" sz="3525" spc="-7" i="1">
                <a:latin typeface="Times New Roman"/>
                <a:cs typeface="Times New Roman"/>
              </a:rPr>
              <a:t>	</a:t>
            </a:r>
            <a:r>
              <a:rPr dirty="0" sz="2250" spc="5" i="1">
                <a:latin typeface="Times New Roman"/>
                <a:cs typeface="Times New Roman"/>
              </a:rPr>
              <a:t>I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1550" y="4723231"/>
            <a:ext cx="253301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43785" algn="l"/>
              </a:tabLst>
            </a:pPr>
            <a:r>
              <a:rPr dirty="0" sz="2350" spc="-5" i="1">
                <a:latin typeface="Times New Roman"/>
                <a:cs typeface="Times New Roman"/>
              </a:rPr>
              <a:t>R</a:t>
            </a:r>
            <a:r>
              <a:rPr dirty="0" sz="2350" spc="-5" i="1">
                <a:latin typeface="Times New Roman"/>
                <a:cs typeface="Times New Roman"/>
              </a:rPr>
              <a:t>	</a:t>
            </a:r>
            <a:r>
              <a:rPr dirty="0" sz="2250" spc="5" i="1">
                <a:latin typeface="Times New Roman"/>
                <a:cs typeface="Times New Roman"/>
              </a:rPr>
              <a:t>R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5925" y="4300867"/>
            <a:ext cx="61658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39506" sz="3375" spc="7">
                <a:latin typeface="Symbol"/>
                <a:cs typeface="Symbol"/>
              </a:rPr>
              <a:t></a:t>
            </a:r>
            <a:r>
              <a:rPr dirty="0" baseline="-39506" sz="3375" spc="179">
                <a:latin typeface="Times New Roman"/>
                <a:cs typeface="Times New Roman"/>
              </a:rPr>
              <a:t> </a:t>
            </a:r>
            <a:r>
              <a:rPr dirty="0" sz="2250" spc="-45" i="1">
                <a:latin typeface="Times New Roman"/>
                <a:cs typeface="Times New Roman"/>
              </a:rPr>
              <a:t>E</a:t>
            </a:r>
            <a:r>
              <a:rPr dirty="0" baseline="-27777" sz="1950" spc="7">
                <a:latin typeface="宋体"/>
                <a:cs typeface="宋体"/>
              </a:rPr>
              <a:t>感</a:t>
            </a:r>
            <a:endParaRPr baseline="-27777" sz="19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5461" y="4713592"/>
            <a:ext cx="19177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5">
                <a:latin typeface="宋体"/>
                <a:cs typeface="宋体"/>
              </a:rPr>
              <a:t>感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49898" y="4315586"/>
            <a:ext cx="1118235" cy="790575"/>
          </a:xfrm>
          <a:custGeom>
            <a:avLst/>
            <a:gdLst/>
            <a:ahLst/>
            <a:cxnLst/>
            <a:rect l="l" t="t" r="r" b="b"/>
            <a:pathLst>
              <a:path w="1118234" h="790575">
                <a:moveTo>
                  <a:pt x="1117853" y="790193"/>
                </a:moveTo>
                <a:lnTo>
                  <a:pt x="0" y="790193"/>
                </a:lnTo>
                <a:lnTo>
                  <a:pt x="0" y="0"/>
                </a:lnTo>
                <a:lnTo>
                  <a:pt x="1117853" y="0"/>
                </a:lnTo>
                <a:lnTo>
                  <a:pt x="111785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80668"/>
                </a:lnTo>
                <a:lnTo>
                  <a:pt x="4762" y="780668"/>
                </a:lnTo>
                <a:lnTo>
                  <a:pt x="9525" y="785431"/>
                </a:lnTo>
                <a:lnTo>
                  <a:pt x="1117853" y="785431"/>
                </a:lnTo>
                <a:lnTo>
                  <a:pt x="1117853" y="790193"/>
                </a:lnTo>
                <a:close/>
              </a:path>
              <a:path w="1118234" h="7905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18234" h="790575">
                <a:moveTo>
                  <a:pt x="110832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08328" y="4762"/>
                </a:lnTo>
                <a:lnTo>
                  <a:pt x="1108328" y="9525"/>
                </a:lnTo>
                <a:close/>
              </a:path>
              <a:path w="1118234" h="790575">
                <a:moveTo>
                  <a:pt x="1108328" y="785431"/>
                </a:moveTo>
                <a:lnTo>
                  <a:pt x="1108328" y="4762"/>
                </a:lnTo>
                <a:lnTo>
                  <a:pt x="1113091" y="9525"/>
                </a:lnTo>
                <a:lnTo>
                  <a:pt x="1117853" y="9525"/>
                </a:lnTo>
                <a:lnTo>
                  <a:pt x="1117853" y="780668"/>
                </a:lnTo>
                <a:lnTo>
                  <a:pt x="1113091" y="780668"/>
                </a:lnTo>
                <a:lnTo>
                  <a:pt x="1108328" y="785431"/>
                </a:lnTo>
                <a:close/>
              </a:path>
              <a:path w="1118234" h="790575">
                <a:moveTo>
                  <a:pt x="1117853" y="9525"/>
                </a:moveTo>
                <a:lnTo>
                  <a:pt x="1113091" y="9525"/>
                </a:lnTo>
                <a:lnTo>
                  <a:pt x="1108328" y="4762"/>
                </a:lnTo>
                <a:lnTo>
                  <a:pt x="1117853" y="4762"/>
                </a:lnTo>
                <a:lnTo>
                  <a:pt x="1117853" y="9525"/>
                </a:lnTo>
                <a:close/>
              </a:path>
              <a:path w="1118234" h="790575">
                <a:moveTo>
                  <a:pt x="9525" y="785431"/>
                </a:moveTo>
                <a:lnTo>
                  <a:pt x="4762" y="780668"/>
                </a:lnTo>
                <a:lnTo>
                  <a:pt x="9525" y="780668"/>
                </a:lnTo>
                <a:lnTo>
                  <a:pt x="9525" y="785431"/>
                </a:lnTo>
                <a:close/>
              </a:path>
              <a:path w="1118234" h="790575">
                <a:moveTo>
                  <a:pt x="1108328" y="785431"/>
                </a:moveTo>
                <a:lnTo>
                  <a:pt x="9525" y="785431"/>
                </a:lnTo>
                <a:lnTo>
                  <a:pt x="9525" y="780668"/>
                </a:lnTo>
                <a:lnTo>
                  <a:pt x="1108328" y="780668"/>
                </a:lnTo>
                <a:lnTo>
                  <a:pt x="1108328" y="785431"/>
                </a:lnTo>
                <a:close/>
              </a:path>
              <a:path w="1118234" h="790575">
                <a:moveTo>
                  <a:pt x="1117853" y="785431"/>
                </a:moveTo>
                <a:lnTo>
                  <a:pt x="1108328" y="785431"/>
                </a:lnTo>
                <a:lnTo>
                  <a:pt x="1113091" y="780668"/>
                </a:lnTo>
                <a:lnTo>
                  <a:pt x="1117853" y="780668"/>
                </a:lnTo>
                <a:lnTo>
                  <a:pt x="1117853" y="785431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94888" y="2718816"/>
            <a:ext cx="2295143" cy="1508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65813" y="1283665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想一想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14827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14472" y="17282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02880" y="3924300"/>
            <a:ext cx="1676400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591555" y="2084832"/>
            <a:ext cx="2170176" cy="2023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36194" y="2825407"/>
            <a:ext cx="937894" cy="1118870"/>
          </a:xfrm>
          <a:custGeom>
            <a:avLst/>
            <a:gdLst/>
            <a:ahLst/>
            <a:cxnLst/>
            <a:rect l="l" t="t" r="r" b="b"/>
            <a:pathLst>
              <a:path w="937895" h="1118870">
                <a:moveTo>
                  <a:pt x="38100" y="1099578"/>
                </a:moveTo>
                <a:lnTo>
                  <a:pt x="0" y="1099578"/>
                </a:lnTo>
                <a:lnTo>
                  <a:pt x="0" y="947178"/>
                </a:lnTo>
                <a:lnTo>
                  <a:pt x="38100" y="947178"/>
                </a:lnTo>
                <a:lnTo>
                  <a:pt x="38100" y="1099578"/>
                </a:lnTo>
                <a:close/>
              </a:path>
              <a:path w="937895" h="1118870">
                <a:moveTo>
                  <a:pt x="38100" y="832878"/>
                </a:moveTo>
                <a:lnTo>
                  <a:pt x="0" y="832878"/>
                </a:lnTo>
                <a:lnTo>
                  <a:pt x="0" y="680478"/>
                </a:lnTo>
                <a:lnTo>
                  <a:pt x="38100" y="680478"/>
                </a:lnTo>
                <a:lnTo>
                  <a:pt x="38100" y="832878"/>
                </a:lnTo>
                <a:close/>
              </a:path>
              <a:path w="937895" h="1118870">
                <a:moveTo>
                  <a:pt x="38100" y="566178"/>
                </a:moveTo>
                <a:lnTo>
                  <a:pt x="0" y="566178"/>
                </a:lnTo>
                <a:lnTo>
                  <a:pt x="0" y="413778"/>
                </a:lnTo>
                <a:lnTo>
                  <a:pt x="38100" y="413778"/>
                </a:lnTo>
                <a:lnTo>
                  <a:pt x="38100" y="566178"/>
                </a:lnTo>
                <a:close/>
              </a:path>
              <a:path w="937895" h="1118870">
                <a:moveTo>
                  <a:pt x="38100" y="299478"/>
                </a:moveTo>
                <a:lnTo>
                  <a:pt x="0" y="299478"/>
                </a:lnTo>
                <a:lnTo>
                  <a:pt x="0" y="147078"/>
                </a:lnTo>
                <a:lnTo>
                  <a:pt x="38100" y="147078"/>
                </a:lnTo>
                <a:lnTo>
                  <a:pt x="38100" y="299478"/>
                </a:lnTo>
                <a:close/>
              </a:path>
              <a:path w="937895" h="1118870">
                <a:moveTo>
                  <a:pt x="24371" y="32778"/>
                </a:moveTo>
                <a:lnTo>
                  <a:pt x="0" y="32778"/>
                </a:lnTo>
                <a:lnTo>
                  <a:pt x="0" y="0"/>
                </a:lnTo>
                <a:lnTo>
                  <a:pt x="157721" y="0"/>
                </a:lnTo>
                <a:lnTo>
                  <a:pt x="157721" y="19050"/>
                </a:lnTo>
                <a:lnTo>
                  <a:pt x="38100" y="19050"/>
                </a:lnTo>
                <a:lnTo>
                  <a:pt x="24371" y="32778"/>
                </a:lnTo>
                <a:close/>
              </a:path>
              <a:path w="937895" h="111887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937895" h="1118870">
                <a:moveTo>
                  <a:pt x="157721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57721" y="19050"/>
                </a:lnTo>
                <a:lnTo>
                  <a:pt x="157721" y="38100"/>
                </a:lnTo>
                <a:close/>
              </a:path>
              <a:path w="937895" h="1118870">
                <a:moveTo>
                  <a:pt x="424421" y="38100"/>
                </a:moveTo>
                <a:lnTo>
                  <a:pt x="272021" y="38100"/>
                </a:lnTo>
                <a:lnTo>
                  <a:pt x="272021" y="0"/>
                </a:lnTo>
                <a:lnTo>
                  <a:pt x="424421" y="0"/>
                </a:lnTo>
                <a:lnTo>
                  <a:pt x="424421" y="38100"/>
                </a:lnTo>
                <a:close/>
              </a:path>
              <a:path w="937895" h="1118870">
                <a:moveTo>
                  <a:pt x="691121" y="38100"/>
                </a:moveTo>
                <a:lnTo>
                  <a:pt x="538721" y="38100"/>
                </a:lnTo>
                <a:lnTo>
                  <a:pt x="538721" y="0"/>
                </a:lnTo>
                <a:lnTo>
                  <a:pt x="691121" y="0"/>
                </a:lnTo>
                <a:lnTo>
                  <a:pt x="691121" y="38100"/>
                </a:lnTo>
                <a:close/>
              </a:path>
              <a:path w="937895" h="1118870">
                <a:moveTo>
                  <a:pt x="899515" y="38100"/>
                </a:moveTo>
                <a:lnTo>
                  <a:pt x="805421" y="38100"/>
                </a:lnTo>
                <a:lnTo>
                  <a:pt x="805421" y="0"/>
                </a:lnTo>
                <a:lnTo>
                  <a:pt x="937615" y="0"/>
                </a:lnTo>
                <a:lnTo>
                  <a:pt x="937615" y="19050"/>
                </a:lnTo>
                <a:lnTo>
                  <a:pt x="899515" y="19050"/>
                </a:lnTo>
                <a:lnTo>
                  <a:pt x="899515" y="38100"/>
                </a:lnTo>
                <a:close/>
              </a:path>
              <a:path w="937895" h="1118870">
                <a:moveTo>
                  <a:pt x="937615" y="58318"/>
                </a:moveTo>
                <a:lnTo>
                  <a:pt x="899515" y="58318"/>
                </a:lnTo>
                <a:lnTo>
                  <a:pt x="899515" y="19050"/>
                </a:lnTo>
                <a:lnTo>
                  <a:pt x="918565" y="38100"/>
                </a:lnTo>
                <a:lnTo>
                  <a:pt x="937615" y="38100"/>
                </a:lnTo>
                <a:lnTo>
                  <a:pt x="937615" y="58318"/>
                </a:lnTo>
                <a:close/>
              </a:path>
              <a:path w="937895" h="1118870">
                <a:moveTo>
                  <a:pt x="937615" y="38100"/>
                </a:moveTo>
                <a:lnTo>
                  <a:pt x="918565" y="38100"/>
                </a:lnTo>
                <a:lnTo>
                  <a:pt x="899515" y="19050"/>
                </a:lnTo>
                <a:lnTo>
                  <a:pt x="937615" y="19050"/>
                </a:lnTo>
                <a:lnTo>
                  <a:pt x="937615" y="38100"/>
                </a:lnTo>
                <a:close/>
              </a:path>
              <a:path w="937895" h="1118870">
                <a:moveTo>
                  <a:pt x="937615" y="325018"/>
                </a:moveTo>
                <a:lnTo>
                  <a:pt x="899515" y="325018"/>
                </a:lnTo>
                <a:lnTo>
                  <a:pt x="899515" y="172618"/>
                </a:lnTo>
                <a:lnTo>
                  <a:pt x="937615" y="172618"/>
                </a:lnTo>
                <a:lnTo>
                  <a:pt x="937615" y="325018"/>
                </a:lnTo>
                <a:close/>
              </a:path>
              <a:path w="937895" h="1118870">
                <a:moveTo>
                  <a:pt x="937615" y="591718"/>
                </a:moveTo>
                <a:lnTo>
                  <a:pt x="899515" y="591718"/>
                </a:lnTo>
                <a:lnTo>
                  <a:pt x="899515" y="439318"/>
                </a:lnTo>
                <a:lnTo>
                  <a:pt x="937615" y="439318"/>
                </a:lnTo>
                <a:lnTo>
                  <a:pt x="937615" y="591718"/>
                </a:lnTo>
                <a:close/>
              </a:path>
              <a:path w="937895" h="1118870">
                <a:moveTo>
                  <a:pt x="937615" y="858418"/>
                </a:moveTo>
                <a:lnTo>
                  <a:pt x="899515" y="858418"/>
                </a:lnTo>
                <a:lnTo>
                  <a:pt x="899515" y="706018"/>
                </a:lnTo>
                <a:lnTo>
                  <a:pt x="937615" y="706018"/>
                </a:lnTo>
                <a:lnTo>
                  <a:pt x="937615" y="858418"/>
                </a:lnTo>
                <a:close/>
              </a:path>
              <a:path w="937895" h="1118870">
                <a:moveTo>
                  <a:pt x="899515" y="1099578"/>
                </a:moveTo>
                <a:lnTo>
                  <a:pt x="899515" y="972718"/>
                </a:lnTo>
                <a:lnTo>
                  <a:pt x="937615" y="972718"/>
                </a:lnTo>
                <a:lnTo>
                  <a:pt x="937615" y="1080528"/>
                </a:lnTo>
                <a:lnTo>
                  <a:pt x="918565" y="1080528"/>
                </a:lnTo>
                <a:lnTo>
                  <a:pt x="899515" y="1099578"/>
                </a:lnTo>
                <a:close/>
              </a:path>
              <a:path w="937895" h="1118870">
                <a:moveTo>
                  <a:pt x="937615" y="1118628"/>
                </a:moveTo>
                <a:lnTo>
                  <a:pt x="893013" y="1118628"/>
                </a:lnTo>
                <a:lnTo>
                  <a:pt x="893013" y="1080528"/>
                </a:lnTo>
                <a:lnTo>
                  <a:pt x="899515" y="1080528"/>
                </a:lnTo>
                <a:lnTo>
                  <a:pt x="899515" y="1099578"/>
                </a:lnTo>
                <a:lnTo>
                  <a:pt x="937615" y="1099578"/>
                </a:lnTo>
                <a:lnTo>
                  <a:pt x="937615" y="1118628"/>
                </a:lnTo>
                <a:close/>
              </a:path>
              <a:path w="937895" h="1118870">
                <a:moveTo>
                  <a:pt x="937615" y="1099578"/>
                </a:moveTo>
                <a:lnTo>
                  <a:pt x="899515" y="1099578"/>
                </a:lnTo>
                <a:lnTo>
                  <a:pt x="918565" y="1080528"/>
                </a:lnTo>
                <a:lnTo>
                  <a:pt x="937615" y="1080528"/>
                </a:lnTo>
                <a:lnTo>
                  <a:pt x="937615" y="1099578"/>
                </a:lnTo>
                <a:close/>
              </a:path>
              <a:path w="937895" h="1118870">
                <a:moveTo>
                  <a:pt x="778713" y="1118628"/>
                </a:moveTo>
                <a:lnTo>
                  <a:pt x="626313" y="1118628"/>
                </a:lnTo>
                <a:lnTo>
                  <a:pt x="626313" y="1080528"/>
                </a:lnTo>
                <a:lnTo>
                  <a:pt x="778713" y="1080528"/>
                </a:lnTo>
                <a:lnTo>
                  <a:pt x="778713" y="1118628"/>
                </a:lnTo>
                <a:close/>
              </a:path>
              <a:path w="937895" h="1118870">
                <a:moveTo>
                  <a:pt x="512013" y="1118628"/>
                </a:moveTo>
                <a:lnTo>
                  <a:pt x="359613" y="1118628"/>
                </a:lnTo>
                <a:lnTo>
                  <a:pt x="359613" y="1080528"/>
                </a:lnTo>
                <a:lnTo>
                  <a:pt x="512013" y="1080528"/>
                </a:lnTo>
                <a:lnTo>
                  <a:pt x="512013" y="1118628"/>
                </a:lnTo>
                <a:close/>
              </a:path>
              <a:path w="937895" h="1118870">
                <a:moveTo>
                  <a:pt x="245313" y="1118628"/>
                </a:moveTo>
                <a:lnTo>
                  <a:pt x="92913" y="1118628"/>
                </a:lnTo>
                <a:lnTo>
                  <a:pt x="92913" y="1080528"/>
                </a:lnTo>
                <a:lnTo>
                  <a:pt x="245313" y="1080528"/>
                </a:lnTo>
                <a:lnTo>
                  <a:pt x="245313" y="111862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02725" y="5216677"/>
            <a:ext cx="5522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电磁感应中产生的电动势叫感应电动势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7123" y="3851147"/>
            <a:ext cx="6153912" cy="1857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97123" y="1990344"/>
            <a:ext cx="2209800" cy="16474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86133" y="1283665"/>
            <a:ext cx="1168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做一做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223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34639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34283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8" y="0"/>
                </a:lnTo>
                <a:lnTo>
                  <a:pt x="246888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61203" y="2203704"/>
            <a:ext cx="2075688" cy="15072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29856" y="2029967"/>
            <a:ext cx="1682496" cy="1682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1523" y="2400300"/>
            <a:ext cx="5015483" cy="3238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15013" y="1293825"/>
            <a:ext cx="1168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做一做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71113" y="182242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64535" y="151485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64179" y="173888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44290" y="1959089"/>
            <a:ext cx="1316355" cy="546735"/>
          </a:xfrm>
          <a:custGeom>
            <a:avLst/>
            <a:gdLst/>
            <a:ahLst/>
            <a:cxnLst/>
            <a:rect l="l" t="t" r="r" b="b"/>
            <a:pathLst>
              <a:path w="1316354" h="546735">
                <a:moveTo>
                  <a:pt x="1315745" y="546366"/>
                </a:moveTo>
                <a:lnTo>
                  <a:pt x="0" y="546366"/>
                </a:lnTo>
                <a:lnTo>
                  <a:pt x="0" y="0"/>
                </a:lnTo>
                <a:lnTo>
                  <a:pt x="1315745" y="0"/>
                </a:lnTo>
                <a:lnTo>
                  <a:pt x="1315745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533666"/>
                </a:lnTo>
                <a:lnTo>
                  <a:pt x="6350" y="533666"/>
                </a:lnTo>
                <a:lnTo>
                  <a:pt x="12700" y="540016"/>
                </a:lnTo>
                <a:lnTo>
                  <a:pt x="1315745" y="540016"/>
                </a:lnTo>
                <a:lnTo>
                  <a:pt x="1315745" y="546366"/>
                </a:lnTo>
                <a:close/>
              </a:path>
              <a:path w="1316354" h="54673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1316354" h="546735">
                <a:moveTo>
                  <a:pt x="1303045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1303045" y="6349"/>
                </a:lnTo>
                <a:lnTo>
                  <a:pt x="1303045" y="12699"/>
                </a:lnTo>
                <a:close/>
              </a:path>
              <a:path w="1316354" h="546735">
                <a:moveTo>
                  <a:pt x="1303045" y="540016"/>
                </a:moveTo>
                <a:lnTo>
                  <a:pt x="1303045" y="6349"/>
                </a:lnTo>
                <a:lnTo>
                  <a:pt x="1309395" y="12699"/>
                </a:lnTo>
                <a:lnTo>
                  <a:pt x="1315745" y="12699"/>
                </a:lnTo>
                <a:lnTo>
                  <a:pt x="1315745" y="533666"/>
                </a:lnTo>
                <a:lnTo>
                  <a:pt x="1309395" y="533666"/>
                </a:lnTo>
                <a:lnTo>
                  <a:pt x="1303045" y="540016"/>
                </a:lnTo>
                <a:close/>
              </a:path>
              <a:path w="1316354" h="546735">
                <a:moveTo>
                  <a:pt x="1315745" y="12699"/>
                </a:moveTo>
                <a:lnTo>
                  <a:pt x="1309395" y="12699"/>
                </a:lnTo>
                <a:lnTo>
                  <a:pt x="1303045" y="6349"/>
                </a:lnTo>
                <a:lnTo>
                  <a:pt x="1315745" y="6349"/>
                </a:lnTo>
                <a:lnTo>
                  <a:pt x="1315745" y="12699"/>
                </a:lnTo>
                <a:close/>
              </a:path>
              <a:path w="1316354" h="546735">
                <a:moveTo>
                  <a:pt x="12700" y="540016"/>
                </a:moveTo>
                <a:lnTo>
                  <a:pt x="6350" y="533666"/>
                </a:lnTo>
                <a:lnTo>
                  <a:pt x="12700" y="533666"/>
                </a:lnTo>
                <a:lnTo>
                  <a:pt x="12700" y="540016"/>
                </a:lnTo>
                <a:close/>
              </a:path>
              <a:path w="1316354" h="546735">
                <a:moveTo>
                  <a:pt x="1303045" y="540016"/>
                </a:moveTo>
                <a:lnTo>
                  <a:pt x="12700" y="540016"/>
                </a:lnTo>
                <a:lnTo>
                  <a:pt x="12700" y="533666"/>
                </a:lnTo>
                <a:lnTo>
                  <a:pt x="1303045" y="533666"/>
                </a:lnTo>
                <a:lnTo>
                  <a:pt x="1303045" y="540016"/>
                </a:lnTo>
                <a:close/>
              </a:path>
              <a:path w="1316354" h="546735">
                <a:moveTo>
                  <a:pt x="1315745" y="540016"/>
                </a:moveTo>
                <a:lnTo>
                  <a:pt x="1303045" y="540016"/>
                </a:lnTo>
                <a:lnTo>
                  <a:pt x="1309395" y="533666"/>
                </a:lnTo>
                <a:lnTo>
                  <a:pt x="1315745" y="533666"/>
                </a:lnTo>
                <a:lnTo>
                  <a:pt x="1315745" y="5400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27107" y="2059152"/>
            <a:ext cx="760730" cy="1529080"/>
          </a:xfrm>
          <a:custGeom>
            <a:avLst/>
            <a:gdLst/>
            <a:ahLst/>
            <a:cxnLst/>
            <a:rect l="l" t="t" r="r" b="b"/>
            <a:pathLst>
              <a:path w="760729" h="1529079">
                <a:moveTo>
                  <a:pt x="750214" y="1528737"/>
                </a:moveTo>
                <a:lnTo>
                  <a:pt x="0" y="441934"/>
                </a:lnTo>
                <a:lnTo>
                  <a:pt x="0" y="0"/>
                </a:lnTo>
                <a:lnTo>
                  <a:pt x="114947" y="0"/>
                </a:lnTo>
                <a:lnTo>
                  <a:pt x="114947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436346"/>
                </a:lnTo>
                <a:lnTo>
                  <a:pt x="11582" y="436346"/>
                </a:lnTo>
                <a:lnTo>
                  <a:pt x="12700" y="439953"/>
                </a:lnTo>
                <a:lnTo>
                  <a:pt x="14072" y="439953"/>
                </a:lnTo>
                <a:lnTo>
                  <a:pt x="760666" y="1521523"/>
                </a:lnTo>
                <a:lnTo>
                  <a:pt x="750214" y="1528737"/>
                </a:lnTo>
                <a:close/>
              </a:path>
              <a:path w="760729" h="1529079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760729" h="1529079">
                <a:moveTo>
                  <a:pt x="114947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114947" y="6349"/>
                </a:lnTo>
                <a:lnTo>
                  <a:pt x="114947" y="12699"/>
                </a:lnTo>
                <a:close/>
              </a:path>
              <a:path w="760729" h="1529079">
                <a:moveTo>
                  <a:pt x="12700" y="439953"/>
                </a:moveTo>
                <a:lnTo>
                  <a:pt x="11582" y="436346"/>
                </a:lnTo>
                <a:lnTo>
                  <a:pt x="12700" y="437965"/>
                </a:lnTo>
                <a:lnTo>
                  <a:pt x="12700" y="439953"/>
                </a:lnTo>
                <a:close/>
              </a:path>
              <a:path w="760729" h="1529079">
                <a:moveTo>
                  <a:pt x="12700" y="437965"/>
                </a:moveTo>
                <a:lnTo>
                  <a:pt x="11582" y="436346"/>
                </a:lnTo>
                <a:lnTo>
                  <a:pt x="12700" y="436346"/>
                </a:lnTo>
                <a:lnTo>
                  <a:pt x="12700" y="437965"/>
                </a:lnTo>
                <a:close/>
              </a:path>
              <a:path w="760729" h="1529079">
                <a:moveTo>
                  <a:pt x="14072" y="439953"/>
                </a:moveTo>
                <a:lnTo>
                  <a:pt x="12700" y="439953"/>
                </a:lnTo>
                <a:lnTo>
                  <a:pt x="12700" y="437965"/>
                </a:lnTo>
                <a:lnTo>
                  <a:pt x="14072" y="4399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30979" y="2000364"/>
            <a:ext cx="9410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示波</a:t>
            </a:r>
            <a:r>
              <a:rPr dirty="0" sz="2400" spc="-5" b="1">
                <a:latin typeface="华文楷体"/>
                <a:cs typeface="华文楷体"/>
              </a:rPr>
              <a:t>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59980" y="1996579"/>
            <a:ext cx="886460" cy="546735"/>
          </a:xfrm>
          <a:custGeom>
            <a:avLst/>
            <a:gdLst/>
            <a:ahLst/>
            <a:cxnLst/>
            <a:rect l="l" t="t" r="r" b="b"/>
            <a:pathLst>
              <a:path w="886459" h="546735">
                <a:moveTo>
                  <a:pt x="885875" y="546379"/>
                </a:moveTo>
                <a:lnTo>
                  <a:pt x="0" y="546379"/>
                </a:lnTo>
                <a:lnTo>
                  <a:pt x="0" y="0"/>
                </a:lnTo>
                <a:lnTo>
                  <a:pt x="885875" y="0"/>
                </a:lnTo>
                <a:lnTo>
                  <a:pt x="88587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3679"/>
                </a:lnTo>
                <a:lnTo>
                  <a:pt x="6350" y="533679"/>
                </a:lnTo>
                <a:lnTo>
                  <a:pt x="12700" y="540029"/>
                </a:lnTo>
                <a:lnTo>
                  <a:pt x="885875" y="540029"/>
                </a:lnTo>
                <a:lnTo>
                  <a:pt x="885875" y="546379"/>
                </a:lnTo>
                <a:close/>
              </a:path>
              <a:path w="886459" h="54673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86459" h="546735">
                <a:moveTo>
                  <a:pt x="87317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73175" y="6350"/>
                </a:lnTo>
                <a:lnTo>
                  <a:pt x="873175" y="12700"/>
                </a:lnTo>
                <a:close/>
              </a:path>
              <a:path w="886459" h="546735">
                <a:moveTo>
                  <a:pt x="873175" y="540029"/>
                </a:moveTo>
                <a:lnTo>
                  <a:pt x="873175" y="6350"/>
                </a:lnTo>
                <a:lnTo>
                  <a:pt x="879525" y="12700"/>
                </a:lnTo>
                <a:lnTo>
                  <a:pt x="885875" y="12700"/>
                </a:lnTo>
                <a:lnTo>
                  <a:pt x="885875" y="533679"/>
                </a:lnTo>
                <a:lnTo>
                  <a:pt x="879525" y="533679"/>
                </a:lnTo>
                <a:lnTo>
                  <a:pt x="873175" y="540029"/>
                </a:lnTo>
                <a:close/>
              </a:path>
              <a:path w="886459" h="546735">
                <a:moveTo>
                  <a:pt x="885875" y="12700"/>
                </a:moveTo>
                <a:lnTo>
                  <a:pt x="879525" y="12700"/>
                </a:lnTo>
                <a:lnTo>
                  <a:pt x="873175" y="6350"/>
                </a:lnTo>
                <a:lnTo>
                  <a:pt x="885875" y="6350"/>
                </a:lnTo>
                <a:lnTo>
                  <a:pt x="885875" y="12700"/>
                </a:lnTo>
                <a:close/>
              </a:path>
              <a:path w="886459" h="546735">
                <a:moveTo>
                  <a:pt x="12700" y="540029"/>
                </a:moveTo>
                <a:lnTo>
                  <a:pt x="6350" y="533679"/>
                </a:lnTo>
                <a:lnTo>
                  <a:pt x="12700" y="533679"/>
                </a:lnTo>
                <a:lnTo>
                  <a:pt x="12700" y="540029"/>
                </a:lnTo>
                <a:close/>
              </a:path>
              <a:path w="886459" h="546735">
                <a:moveTo>
                  <a:pt x="873175" y="540029"/>
                </a:moveTo>
                <a:lnTo>
                  <a:pt x="12700" y="540029"/>
                </a:lnTo>
                <a:lnTo>
                  <a:pt x="12700" y="533679"/>
                </a:lnTo>
                <a:lnTo>
                  <a:pt x="873175" y="533679"/>
                </a:lnTo>
                <a:lnTo>
                  <a:pt x="873175" y="540029"/>
                </a:lnTo>
                <a:close/>
              </a:path>
              <a:path w="886459" h="546735">
                <a:moveTo>
                  <a:pt x="885875" y="540029"/>
                </a:moveTo>
                <a:lnTo>
                  <a:pt x="873175" y="540029"/>
                </a:lnTo>
                <a:lnTo>
                  <a:pt x="879525" y="533679"/>
                </a:lnTo>
                <a:lnTo>
                  <a:pt x="885875" y="533679"/>
                </a:lnTo>
                <a:lnTo>
                  <a:pt x="885875" y="5400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82234" y="2098497"/>
            <a:ext cx="1516380" cy="1509395"/>
          </a:xfrm>
          <a:custGeom>
            <a:avLst/>
            <a:gdLst/>
            <a:ahLst/>
            <a:cxnLst/>
            <a:rect l="l" t="t" r="r" b="b"/>
            <a:pathLst>
              <a:path w="1516379" h="1509395">
                <a:moveTo>
                  <a:pt x="8966" y="1509153"/>
                </a:moveTo>
                <a:lnTo>
                  <a:pt x="0" y="1500162"/>
                </a:lnTo>
                <a:lnTo>
                  <a:pt x="1506855" y="0"/>
                </a:lnTo>
                <a:lnTo>
                  <a:pt x="1515821" y="9004"/>
                </a:lnTo>
                <a:lnTo>
                  <a:pt x="8966" y="15091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284440" y="2037854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光</a:t>
            </a:r>
            <a:r>
              <a:rPr dirty="0" sz="2400" spc="-5" b="1">
                <a:latin typeface="华文楷体"/>
                <a:cs typeface="华文楷体"/>
              </a:rPr>
              <a:t>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94865" y="2596629"/>
            <a:ext cx="886460" cy="546735"/>
          </a:xfrm>
          <a:custGeom>
            <a:avLst/>
            <a:gdLst/>
            <a:ahLst/>
            <a:cxnLst/>
            <a:rect l="l" t="t" r="r" b="b"/>
            <a:pathLst>
              <a:path w="886459" h="546735">
                <a:moveTo>
                  <a:pt x="885863" y="546379"/>
                </a:moveTo>
                <a:lnTo>
                  <a:pt x="0" y="546379"/>
                </a:lnTo>
                <a:lnTo>
                  <a:pt x="0" y="0"/>
                </a:lnTo>
                <a:lnTo>
                  <a:pt x="885863" y="0"/>
                </a:lnTo>
                <a:lnTo>
                  <a:pt x="88586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3679"/>
                </a:lnTo>
                <a:lnTo>
                  <a:pt x="6350" y="533679"/>
                </a:lnTo>
                <a:lnTo>
                  <a:pt x="12700" y="540029"/>
                </a:lnTo>
                <a:lnTo>
                  <a:pt x="885863" y="540029"/>
                </a:lnTo>
                <a:lnTo>
                  <a:pt x="885863" y="546379"/>
                </a:lnTo>
                <a:close/>
              </a:path>
              <a:path w="886459" h="54673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86459" h="546735">
                <a:moveTo>
                  <a:pt x="87316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73163" y="6350"/>
                </a:lnTo>
                <a:lnTo>
                  <a:pt x="873163" y="12700"/>
                </a:lnTo>
                <a:close/>
              </a:path>
              <a:path w="886459" h="546735">
                <a:moveTo>
                  <a:pt x="873163" y="540029"/>
                </a:moveTo>
                <a:lnTo>
                  <a:pt x="873163" y="6350"/>
                </a:lnTo>
                <a:lnTo>
                  <a:pt x="879513" y="12700"/>
                </a:lnTo>
                <a:lnTo>
                  <a:pt x="885863" y="12700"/>
                </a:lnTo>
                <a:lnTo>
                  <a:pt x="885863" y="533679"/>
                </a:lnTo>
                <a:lnTo>
                  <a:pt x="879513" y="533679"/>
                </a:lnTo>
                <a:lnTo>
                  <a:pt x="873163" y="540029"/>
                </a:lnTo>
                <a:close/>
              </a:path>
              <a:path w="886459" h="546735">
                <a:moveTo>
                  <a:pt x="885863" y="12700"/>
                </a:moveTo>
                <a:lnTo>
                  <a:pt x="879513" y="12700"/>
                </a:lnTo>
                <a:lnTo>
                  <a:pt x="873163" y="6350"/>
                </a:lnTo>
                <a:lnTo>
                  <a:pt x="885863" y="6350"/>
                </a:lnTo>
                <a:lnTo>
                  <a:pt x="885863" y="12700"/>
                </a:lnTo>
                <a:close/>
              </a:path>
              <a:path w="886459" h="546735">
                <a:moveTo>
                  <a:pt x="12700" y="540029"/>
                </a:moveTo>
                <a:lnTo>
                  <a:pt x="6350" y="533679"/>
                </a:lnTo>
                <a:lnTo>
                  <a:pt x="12700" y="533679"/>
                </a:lnTo>
                <a:lnTo>
                  <a:pt x="12700" y="540029"/>
                </a:lnTo>
                <a:close/>
              </a:path>
              <a:path w="886459" h="546735">
                <a:moveTo>
                  <a:pt x="873163" y="540029"/>
                </a:moveTo>
                <a:lnTo>
                  <a:pt x="12700" y="540029"/>
                </a:lnTo>
                <a:lnTo>
                  <a:pt x="12700" y="533679"/>
                </a:lnTo>
                <a:lnTo>
                  <a:pt x="873163" y="533679"/>
                </a:lnTo>
                <a:lnTo>
                  <a:pt x="873163" y="540029"/>
                </a:lnTo>
                <a:close/>
              </a:path>
              <a:path w="886459" h="546735">
                <a:moveTo>
                  <a:pt x="885863" y="540029"/>
                </a:moveTo>
                <a:lnTo>
                  <a:pt x="873163" y="540029"/>
                </a:lnTo>
                <a:lnTo>
                  <a:pt x="879513" y="533679"/>
                </a:lnTo>
                <a:lnTo>
                  <a:pt x="885863" y="533679"/>
                </a:lnTo>
                <a:lnTo>
                  <a:pt x="885863" y="5400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80655" y="2701442"/>
            <a:ext cx="554355" cy="2077085"/>
          </a:xfrm>
          <a:custGeom>
            <a:avLst/>
            <a:gdLst/>
            <a:ahLst/>
            <a:cxnLst/>
            <a:rect l="l" t="t" r="r" b="b"/>
            <a:pathLst>
              <a:path w="554354" h="2077085">
                <a:moveTo>
                  <a:pt x="12280" y="2076615"/>
                </a:moveTo>
                <a:lnTo>
                  <a:pt x="0" y="2073402"/>
                </a:lnTo>
                <a:lnTo>
                  <a:pt x="541654" y="0"/>
                </a:lnTo>
                <a:lnTo>
                  <a:pt x="553935" y="3213"/>
                </a:lnTo>
                <a:lnTo>
                  <a:pt x="12280" y="20766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74240" y="3609975"/>
            <a:ext cx="927100" cy="460375"/>
          </a:xfrm>
          <a:custGeom>
            <a:avLst/>
            <a:gdLst/>
            <a:ahLst/>
            <a:cxnLst/>
            <a:rect l="l" t="t" r="r" b="b"/>
            <a:pathLst>
              <a:path w="927100" h="460375">
                <a:moveTo>
                  <a:pt x="927100" y="459841"/>
                </a:moveTo>
                <a:lnTo>
                  <a:pt x="0" y="459841"/>
                </a:lnTo>
                <a:lnTo>
                  <a:pt x="0" y="0"/>
                </a:lnTo>
                <a:lnTo>
                  <a:pt x="846315" y="0"/>
                </a:lnTo>
                <a:lnTo>
                  <a:pt x="850392" y="114"/>
                </a:lnTo>
                <a:lnTo>
                  <a:pt x="12687" y="6362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47141"/>
                </a:lnTo>
                <a:lnTo>
                  <a:pt x="6350" y="447141"/>
                </a:lnTo>
                <a:lnTo>
                  <a:pt x="12700" y="453491"/>
                </a:lnTo>
                <a:lnTo>
                  <a:pt x="927100" y="453491"/>
                </a:lnTo>
                <a:lnTo>
                  <a:pt x="927100" y="459841"/>
                </a:lnTo>
                <a:close/>
              </a:path>
              <a:path w="927100" h="4603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927100" h="460375">
                <a:moveTo>
                  <a:pt x="849662" y="12795"/>
                </a:moveTo>
                <a:lnTo>
                  <a:pt x="846074" y="12700"/>
                </a:lnTo>
                <a:lnTo>
                  <a:pt x="12700" y="12700"/>
                </a:lnTo>
                <a:lnTo>
                  <a:pt x="12700" y="6350"/>
                </a:lnTo>
                <a:lnTo>
                  <a:pt x="877709" y="6362"/>
                </a:lnTo>
                <a:lnTo>
                  <a:pt x="889842" y="12788"/>
                </a:lnTo>
                <a:lnTo>
                  <a:pt x="849579" y="12788"/>
                </a:lnTo>
                <a:close/>
              </a:path>
              <a:path w="927100" h="460375">
                <a:moveTo>
                  <a:pt x="890279" y="13068"/>
                </a:moveTo>
                <a:lnTo>
                  <a:pt x="853363" y="13068"/>
                </a:lnTo>
                <a:lnTo>
                  <a:pt x="849662" y="12795"/>
                </a:lnTo>
                <a:lnTo>
                  <a:pt x="849909" y="12801"/>
                </a:lnTo>
                <a:lnTo>
                  <a:pt x="889862" y="12801"/>
                </a:lnTo>
                <a:lnTo>
                  <a:pt x="890279" y="13068"/>
                </a:lnTo>
                <a:close/>
              </a:path>
              <a:path w="927100" h="460375">
                <a:moveTo>
                  <a:pt x="890974" y="13512"/>
                </a:moveTo>
                <a:lnTo>
                  <a:pt x="856780" y="13512"/>
                </a:lnTo>
                <a:lnTo>
                  <a:pt x="853083" y="13047"/>
                </a:lnTo>
                <a:lnTo>
                  <a:pt x="853363" y="13068"/>
                </a:lnTo>
                <a:lnTo>
                  <a:pt x="890279" y="13068"/>
                </a:lnTo>
                <a:lnTo>
                  <a:pt x="890974" y="13512"/>
                </a:lnTo>
                <a:close/>
              </a:path>
              <a:path w="927100" h="460375">
                <a:moveTo>
                  <a:pt x="891879" y="14122"/>
                </a:moveTo>
                <a:lnTo>
                  <a:pt x="860132" y="14122"/>
                </a:lnTo>
                <a:lnTo>
                  <a:pt x="856663" y="13498"/>
                </a:lnTo>
                <a:lnTo>
                  <a:pt x="890974" y="13512"/>
                </a:lnTo>
                <a:lnTo>
                  <a:pt x="891879" y="14122"/>
                </a:lnTo>
                <a:close/>
              </a:path>
              <a:path w="927100" h="460375">
                <a:moveTo>
                  <a:pt x="892949" y="14884"/>
                </a:moveTo>
                <a:lnTo>
                  <a:pt x="863422" y="14884"/>
                </a:lnTo>
                <a:lnTo>
                  <a:pt x="860002" y="14098"/>
                </a:lnTo>
                <a:lnTo>
                  <a:pt x="860132" y="14122"/>
                </a:lnTo>
                <a:lnTo>
                  <a:pt x="891879" y="14122"/>
                </a:lnTo>
                <a:lnTo>
                  <a:pt x="892949" y="14884"/>
                </a:lnTo>
                <a:close/>
              </a:path>
              <a:path w="927100" h="460375">
                <a:moveTo>
                  <a:pt x="894251" y="15811"/>
                </a:moveTo>
                <a:lnTo>
                  <a:pt x="866660" y="15811"/>
                </a:lnTo>
                <a:lnTo>
                  <a:pt x="863233" y="14840"/>
                </a:lnTo>
                <a:lnTo>
                  <a:pt x="863422" y="14884"/>
                </a:lnTo>
                <a:lnTo>
                  <a:pt x="892949" y="14884"/>
                </a:lnTo>
                <a:lnTo>
                  <a:pt x="894251" y="15811"/>
                </a:lnTo>
                <a:close/>
              </a:path>
              <a:path w="927100" h="460375">
                <a:moveTo>
                  <a:pt x="895658" y="16890"/>
                </a:moveTo>
                <a:lnTo>
                  <a:pt x="869823" y="16890"/>
                </a:lnTo>
                <a:lnTo>
                  <a:pt x="866404" y="15738"/>
                </a:lnTo>
                <a:lnTo>
                  <a:pt x="866660" y="15811"/>
                </a:lnTo>
                <a:lnTo>
                  <a:pt x="894251" y="15811"/>
                </a:lnTo>
                <a:lnTo>
                  <a:pt x="894626" y="16078"/>
                </a:lnTo>
                <a:lnTo>
                  <a:pt x="895658" y="16890"/>
                </a:lnTo>
                <a:close/>
              </a:path>
              <a:path w="927100" h="460375">
                <a:moveTo>
                  <a:pt x="897222" y="18122"/>
                </a:moveTo>
                <a:lnTo>
                  <a:pt x="872909" y="18122"/>
                </a:lnTo>
                <a:lnTo>
                  <a:pt x="869585" y="16811"/>
                </a:lnTo>
                <a:lnTo>
                  <a:pt x="869823" y="16890"/>
                </a:lnTo>
                <a:lnTo>
                  <a:pt x="895658" y="16890"/>
                </a:lnTo>
                <a:lnTo>
                  <a:pt x="897222" y="18122"/>
                </a:lnTo>
                <a:close/>
              </a:path>
              <a:path w="927100" h="460375">
                <a:moveTo>
                  <a:pt x="898847" y="19494"/>
                </a:moveTo>
                <a:lnTo>
                  <a:pt x="875919" y="19494"/>
                </a:lnTo>
                <a:lnTo>
                  <a:pt x="872814" y="18085"/>
                </a:lnTo>
                <a:lnTo>
                  <a:pt x="897222" y="18122"/>
                </a:lnTo>
                <a:lnTo>
                  <a:pt x="897674" y="18478"/>
                </a:lnTo>
                <a:lnTo>
                  <a:pt x="898847" y="19494"/>
                </a:lnTo>
                <a:close/>
              </a:path>
              <a:path w="927100" h="460375">
                <a:moveTo>
                  <a:pt x="900593" y="21005"/>
                </a:moveTo>
                <a:lnTo>
                  <a:pt x="878845" y="21001"/>
                </a:lnTo>
                <a:lnTo>
                  <a:pt x="878586" y="20853"/>
                </a:lnTo>
                <a:lnTo>
                  <a:pt x="875854" y="19465"/>
                </a:lnTo>
                <a:lnTo>
                  <a:pt x="898847" y="19494"/>
                </a:lnTo>
                <a:lnTo>
                  <a:pt x="900593" y="21005"/>
                </a:lnTo>
                <a:close/>
              </a:path>
              <a:path w="927100" h="460375">
                <a:moveTo>
                  <a:pt x="878844" y="21001"/>
                </a:moveTo>
                <a:lnTo>
                  <a:pt x="878556" y="20853"/>
                </a:lnTo>
                <a:lnTo>
                  <a:pt x="878844" y="21001"/>
                </a:lnTo>
                <a:close/>
              </a:path>
              <a:path w="927100" h="460375">
                <a:moveTo>
                  <a:pt x="902310" y="22644"/>
                </a:moveTo>
                <a:lnTo>
                  <a:pt x="881710" y="22644"/>
                </a:lnTo>
                <a:lnTo>
                  <a:pt x="878844" y="21001"/>
                </a:lnTo>
                <a:lnTo>
                  <a:pt x="900607" y="21018"/>
                </a:lnTo>
                <a:lnTo>
                  <a:pt x="902310" y="22644"/>
                </a:lnTo>
                <a:close/>
              </a:path>
              <a:path w="927100" h="460375">
                <a:moveTo>
                  <a:pt x="904117" y="24434"/>
                </a:moveTo>
                <a:lnTo>
                  <a:pt x="884466" y="24434"/>
                </a:lnTo>
                <a:lnTo>
                  <a:pt x="881443" y="22491"/>
                </a:lnTo>
                <a:lnTo>
                  <a:pt x="881710" y="22644"/>
                </a:lnTo>
                <a:lnTo>
                  <a:pt x="902310" y="22644"/>
                </a:lnTo>
                <a:lnTo>
                  <a:pt x="903414" y="23698"/>
                </a:lnTo>
                <a:lnTo>
                  <a:pt x="904117" y="24434"/>
                </a:lnTo>
                <a:close/>
              </a:path>
              <a:path w="927100" h="460375">
                <a:moveTo>
                  <a:pt x="905936" y="26339"/>
                </a:moveTo>
                <a:lnTo>
                  <a:pt x="887145" y="26339"/>
                </a:lnTo>
                <a:lnTo>
                  <a:pt x="884428" y="24410"/>
                </a:lnTo>
                <a:lnTo>
                  <a:pt x="904117" y="24434"/>
                </a:lnTo>
                <a:lnTo>
                  <a:pt x="905936" y="26339"/>
                </a:lnTo>
                <a:close/>
              </a:path>
              <a:path w="927100" h="460375">
                <a:moveTo>
                  <a:pt x="909484" y="30518"/>
                </a:moveTo>
                <a:lnTo>
                  <a:pt x="892175" y="30518"/>
                </a:lnTo>
                <a:lnTo>
                  <a:pt x="889482" y="28168"/>
                </a:lnTo>
                <a:lnTo>
                  <a:pt x="887021" y="26251"/>
                </a:lnTo>
                <a:lnTo>
                  <a:pt x="905936" y="26339"/>
                </a:lnTo>
                <a:lnTo>
                  <a:pt x="908634" y="29438"/>
                </a:lnTo>
                <a:lnTo>
                  <a:pt x="909484" y="30518"/>
                </a:lnTo>
                <a:close/>
              </a:path>
              <a:path w="927100" h="460375">
                <a:moveTo>
                  <a:pt x="889711" y="28371"/>
                </a:moveTo>
                <a:lnTo>
                  <a:pt x="889453" y="28168"/>
                </a:lnTo>
                <a:lnTo>
                  <a:pt x="889711" y="28371"/>
                </a:lnTo>
                <a:close/>
              </a:path>
              <a:path w="927100" h="460375">
                <a:moveTo>
                  <a:pt x="911242" y="32778"/>
                </a:moveTo>
                <a:lnTo>
                  <a:pt x="894549" y="32778"/>
                </a:lnTo>
                <a:lnTo>
                  <a:pt x="892147" y="30494"/>
                </a:lnTo>
                <a:lnTo>
                  <a:pt x="909484" y="30518"/>
                </a:lnTo>
                <a:lnTo>
                  <a:pt x="911242" y="32778"/>
                </a:lnTo>
                <a:close/>
              </a:path>
              <a:path w="927100" h="460375">
                <a:moveTo>
                  <a:pt x="912933" y="35153"/>
                </a:moveTo>
                <a:lnTo>
                  <a:pt x="896797" y="35153"/>
                </a:lnTo>
                <a:lnTo>
                  <a:pt x="894439" y="32673"/>
                </a:lnTo>
                <a:lnTo>
                  <a:pt x="911242" y="32778"/>
                </a:lnTo>
                <a:lnTo>
                  <a:pt x="912933" y="35153"/>
                </a:lnTo>
                <a:close/>
              </a:path>
              <a:path w="927100" h="460375">
                <a:moveTo>
                  <a:pt x="914554" y="37630"/>
                </a:moveTo>
                <a:lnTo>
                  <a:pt x="898931" y="37630"/>
                </a:lnTo>
                <a:lnTo>
                  <a:pt x="896735" y="35087"/>
                </a:lnTo>
                <a:lnTo>
                  <a:pt x="912933" y="35153"/>
                </a:lnTo>
                <a:lnTo>
                  <a:pt x="913295" y="35661"/>
                </a:lnTo>
                <a:lnTo>
                  <a:pt x="914554" y="37630"/>
                </a:lnTo>
                <a:close/>
              </a:path>
              <a:path w="927100" h="460375">
                <a:moveTo>
                  <a:pt x="917631" y="42887"/>
                </a:moveTo>
                <a:lnTo>
                  <a:pt x="902855" y="42887"/>
                </a:lnTo>
                <a:lnTo>
                  <a:pt x="900772" y="39966"/>
                </a:lnTo>
                <a:lnTo>
                  <a:pt x="898809" y="37488"/>
                </a:lnTo>
                <a:lnTo>
                  <a:pt x="898931" y="37630"/>
                </a:lnTo>
                <a:lnTo>
                  <a:pt x="914554" y="37630"/>
                </a:lnTo>
                <a:lnTo>
                  <a:pt x="915390" y="38938"/>
                </a:lnTo>
                <a:lnTo>
                  <a:pt x="917346" y="42329"/>
                </a:lnTo>
                <a:lnTo>
                  <a:pt x="917631" y="42887"/>
                </a:lnTo>
                <a:close/>
              </a:path>
              <a:path w="927100" h="460375">
                <a:moveTo>
                  <a:pt x="900950" y="40220"/>
                </a:moveTo>
                <a:lnTo>
                  <a:pt x="900751" y="39966"/>
                </a:lnTo>
                <a:lnTo>
                  <a:pt x="900950" y="40220"/>
                </a:lnTo>
                <a:close/>
              </a:path>
              <a:path w="927100" h="460375">
                <a:moveTo>
                  <a:pt x="919053" y="45669"/>
                </a:moveTo>
                <a:lnTo>
                  <a:pt x="904621" y="45669"/>
                </a:lnTo>
                <a:lnTo>
                  <a:pt x="902707" y="42679"/>
                </a:lnTo>
                <a:lnTo>
                  <a:pt x="902855" y="42887"/>
                </a:lnTo>
                <a:lnTo>
                  <a:pt x="917631" y="42887"/>
                </a:lnTo>
                <a:lnTo>
                  <a:pt x="919053" y="45669"/>
                </a:lnTo>
                <a:close/>
              </a:path>
              <a:path w="927100" h="460375">
                <a:moveTo>
                  <a:pt x="920353" y="48526"/>
                </a:moveTo>
                <a:lnTo>
                  <a:pt x="906259" y="48526"/>
                </a:lnTo>
                <a:lnTo>
                  <a:pt x="904507" y="45492"/>
                </a:lnTo>
                <a:lnTo>
                  <a:pt x="904621" y="45669"/>
                </a:lnTo>
                <a:lnTo>
                  <a:pt x="919053" y="45669"/>
                </a:lnTo>
                <a:lnTo>
                  <a:pt x="920353" y="48526"/>
                </a:lnTo>
                <a:close/>
              </a:path>
              <a:path w="927100" h="460375">
                <a:moveTo>
                  <a:pt x="921561" y="51460"/>
                </a:moveTo>
                <a:lnTo>
                  <a:pt x="907757" y="51460"/>
                </a:lnTo>
                <a:lnTo>
                  <a:pt x="906178" y="48387"/>
                </a:lnTo>
                <a:lnTo>
                  <a:pt x="906259" y="48526"/>
                </a:lnTo>
                <a:lnTo>
                  <a:pt x="920353" y="48526"/>
                </a:lnTo>
                <a:lnTo>
                  <a:pt x="920750" y="49402"/>
                </a:lnTo>
                <a:lnTo>
                  <a:pt x="921561" y="51460"/>
                </a:lnTo>
                <a:close/>
              </a:path>
              <a:path w="927100" h="460375">
                <a:moveTo>
                  <a:pt x="922674" y="54483"/>
                </a:moveTo>
                <a:lnTo>
                  <a:pt x="909116" y="54483"/>
                </a:lnTo>
                <a:lnTo>
                  <a:pt x="907647" y="51245"/>
                </a:lnTo>
                <a:lnTo>
                  <a:pt x="907757" y="51460"/>
                </a:lnTo>
                <a:lnTo>
                  <a:pt x="921561" y="51460"/>
                </a:lnTo>
                <a:lnTo>
                  <a:pt x="922197" y="53073"/>
                </a:lnTo>
                <a:lnTo>
                  <a:pt x="922674" y="54483"/>
                </a:lnTo>
                <a:close/>
              </a:path>
              <a:path w="927100" h="460375">
                <a:moveTo>
                  <a:pt x="923681" y="57581"/>
                </a:moveTo>
                <a:lnTo>
                  <a:pt x="910323" y="57581"/>
                </a:lnTo>
                <a:lnTo>
                  <a:pt x="910221" y="57289"/>
                </a:lnTo>
                <a:lnTo>
                  <a:pt x="908989" y="54203"/>
                </a:lnTo>
                <a:lnTo>
                  <a:pt x="909116" y="54483"/>
                </a:lnTo>
                <a:lnTo>
                  <a:pt x="922674" y="54483"/>
                </a:lnTo>
                <a:lnTo>
                  <a:pt x="923467" y="56832"/>
                </a:lnTo>
                <a:lnTo>
                  <a:pt x="923681" y="57581"/>
                </a:lnTo>
                <a:close/>
              </a:path>
              <a:path w="927100" h="460375">
                <a:moveTo>
                  <a:pt x="910301" y="57527"/>
                </a:moveTo>
                <a:lnTo>
                  <a:pt x="910207" y="57289"/>
                </a:lnTo>
                <a:lnTo>
                  <a:pt x="910301" y="57527"/>
                </a:lnTo>
                <a:close/>
              </a:path>
              <a:path w="927100" h="460375">
                <a:moveTo>
                  <a:pt x="924580" y="60756"/>
                </a:moveTo>
                <a:lnTo>
                  <a:pt x="911390" y="60756"/>
                </a:lnTo>
                <a:lnTo>
                  <a:pt x="911301" y="60451"/>
                </a:lnTo>
                <a:lnTo>
                  <a:pt x="910301" y="57527"/>
                </a:lnTo>
                <a:lnTo>
                  <a:pt x="923681" y="57581"/>
                </a:lnTo>
                <a:lnTo>
                  <a:pt x="924580" y="60756"/>
                </a:lnTo>
                <a:close/>
              </a:path>
              <a:path w="927100" h="460375">
                <a:moveTo>
                  <a:pt x="911373" y="60708"/>
                </a:moveTo>
                <a:lnTo>
                  <a:pt x="911287" y="60451"/>
                </a:lnTo>
                <a:lnTo>
                  <a:pt x="911373" y="60708"/>
                </a:lnTo>
                <a:close/>
              </a:path>
              <a:path w="927100" h="460375">
                <a:moveTo>
                  <a:pt x="925324" y="63995"/>
                </a:moveTo>
                <a:lnTo>
                  <a:pt x="912304" y="63995"/>
                </a:lnTo>
                <a:lnTo>
                  <a:pt x="911373" y="60708"/>
                </a:lnTo>
                <a:lnTo>
                  <a:pt x="924580" y="60756"/>
                </a:lnTo>
                <a:lnTo>
                  <a:pt x="925324" y="63995"/>
                </a:lnTo>
                <a:close/>
              </a:path>
              <a:path w="927100" h="460375">
                <a:moveTo>
                  <a:pt x="925943" y="67284"/>
                </a:moveTo>
                <a:lnTo>
                  <a:pt x="913053" y="67284"/>
                </a:lnTo>
                <a:lnTo>
                  <a:pt x="912220" y="63697"/>
                </a:lnTo>
                <a:lnTo>
                  <a:pt x="912304" y="63995"/>
                </a:lnTo>
                <a:lnTo>
                  <a:pt x="925324" y="63995"/>
                </a:lnTo>
                <a:lnTo>
                  <a:pt x="925461" y="64592"/>
                </a:lnTo>
                <a:lnTo>
                  <a:pt x="925943" y="67284"/>
                </a:lnTo>
                <a:close/>
              </a:path>
              <a:path w="927100" h="460375">
                <a:moveTo>
                  <a:pt x="926440" y="70650"/>
                </a:moveTo>
                <a:lnTo>
                  <a:pt x="913650" y="70650"/>
                </a:lnTo>
                <a:lnTo>
                  <a:pt x="913015" y="67119"/>
                </a:lnTo>
                <a:lnTo>
                  <a:pt x="913053" y="67284"/>
                </a:lnTo>
                <a:lnTo>
                  <a:pt x="925943" y="67284"/>
                </a:lnTo>
                <a:lnTo>
                  <a:pt x="926172" y="68567"/>
                </a:lnTo>
                <a:lnTo>
                  <a:pt x="926440" y="70650"/>
                </a:lnTo>
                <a:close/>
              </a:path>
              <a:path w="927100" h="460375">
                <a:moveTo>
                  <a:pt x="926801" y="74066"/>
                </a:moveTo>
                <a:lnTo>
                  <a:pt x="914069" y="74066"/>
                </a:lnTo>
                <a:lnTo>
                  <a:pt x="913614" y="70449"/>
                </a:lnTo>
                <a:lnTo>
                  <a:pt x="913650" y="70650"/>
                </a:lnTo>
                <a:lnTo>
                  <a:pt x="926440" y="70650"/>
                </a:lnTo>
                <a:lnTo>
                  <a:pt x="926693" y="72618"/>
                </a:lnTo>
                <a:lnTo>
                  <a:pt x="926801" y="74066"/>
                </a:lnTo>
                <a:close/>
              </a:path>
              <a:path w="927100" h="460375">
                <a:moveTo>
                  <a:pt x="927018" y="77520"/>
                </a:moveTo>
                <a:lnTo>
                  <a:pt x="914323" y="77520"/>
                </a:lnTo>
                <a:lnTo>
                  <a:pt x="914037" y="73807"/>
                </a:lnTo>
                <a:lnTo>
                  <a:pt x="914069" y="74066"/>
                </a:lnTo>
                <a:lnTo>
                  <a:pt x="926801" y="74066"/>
                </a:lnTo>
                <a:lnTo>
                  <a:pt x="926998" y="76720"/>
                </a:lnTo>
                <a:lnTo>
                  <a:pt x="927018" y="77520"/>
                </a:lnTo>
                <a:close/>
              </a:path>
              <a:path w="927100" h="460375">
                <a:moveTo>
                  <a:pt x="914400" y="453491"/>
                </a:moveTo>
                <a:lnTo>
                  <a:pt x="914400" y="80873"/>
                </a:lnTo>
                <a:lnTo>
                  <a:pt x="914316" y="77421"/>
                </a:lnTo>
                <a:lnTo>
                  <a:pt x="927018" y="77520"/>
                </a:lnTo>
                <a:lnTo>
                  <a:pt x="927100" y="447141"/>
                </a:lnTo>
                <a:lnTo>
                  <a:pt x="920750" y="447141"/>
                </a:lnTo>
                <a:lnTo>
                  <a:pt x="914400" y="453491"/>
                </a:lnTo>
                <a:close/>
              </a:path>
              <a:path w="927100" h="460375">
                <a:moveTo>
                  <a:pt x="914400" y="81038"/>
                </a:moveTo>
                <a:lnTo>
                  <a:pt x="914396" y="80873"/>
                </a:lnTo>
                <a:lnTo>
                  <a:pt x="914400" y="81038"/>
                </a:lnTo>
                <a:close/>
              </a:path>
              <a:path w="927100" h="460375">
                <a:moveTo>
                  <a:pt x="12700" y="453491"/>
                </a:moveTo>
                <a:lnTo>
                  <a:pt x="6350" y="447141"/>
                </a:lnTo>
                <a:lnTo>
                  <a:pt x="12700" y="447141"/>
                </a:lnTo>
                <a:lnTo>
                  <a:pt x="12700" y="453491"/>
                </a:lnTo>
                <a:close/>
              </a:path>
              <a:path w="927100" h="460375">
                <a:moveTo>
                  <a:pt x="914400" y="453491"/>
                </a:moveTo>
                <a:lnTo>
                  <a:pt x="12700" y="453491"/>
                </a:lnTo>
                <a:lnTo>
                  <a:pt x="12700" y="447141"/>
                </a:lnTo>
                <a:lnTo>
                  <a:pt x="914400" y="447141"/>
                </a:lnTo>
                <a:lnTo>
                  <a:pt x="914400" y="453491"/>
                </a:lnTo>
                <a:close/>
              </a:path>
              <a:path w="927100" h="460375">
                <a:moveTo>
                  <a:pt x="927100" y="453491"/>
                </a:moveTo>
                <a:lnTo>
                  <a:pt x="914400" y="453491"/>
                </a:lnTo>
                <a:lnTo>
                  <a:pt x="920750" y="447141"/>
                </a:lnTo>
                <a:lnTo>
                  <a:pt x="927100" y="447141"/>
                </a:lnTo>
                <a:lnTo>
                  <a:pt x="927100" y="4534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308225" y="2637904"/>
            <a:ext cx="647065" cy="1362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线</a:t>
            </a:r>
            <a:r>
              <a:rPr dirty="0" sz="2400" spc="-5" b="1">
                <a:latin typeface="华文楷体"/>
                <a:cs typeface="华文楷体"/>
              </a:rPr>
              <a:t>圈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华文楷体"/>
                <a:cs typeface="华文楷体"/>
              </a:rPr>
              <a:t>磁</a:t>
            </a:r>
            <a:r>
              <a:rPr dirty="0" sz="2400" spc="-5" b="1">
                <a:latin typeface="华文楷体"/>
                <a:cs typeface="华文楷体"/>
              </a:rPr>
              <a:t>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31402" y="5150307"/>
            <a:ext cx="2569210" cy="539750"/>
          </a:xfrm>
          <a:custGeom>
            <a:avLst/>
            <a:gdLst/>
            <a:ahLst/>
            <a:cxnLst/>
            <a:rect l="l" t="t" r="r" b="b"/>
            <a:pathLst>
              <a:path w="2569210" h="539750">
                <a:moveTo>
                  <a:pt x="2569197" y="539470"/>
                </a:moveTo>
                <a:lnTo>
                  <a:pt x="0" y="539470"/>
                </a:lnTo>
                <a:lnTo>
                  <a:pt x="0" y="0"/>
                </a:lnTo>
                <a:lnTo>
                  <a:pt x="2475141" y="0"/>
                </a:lnTo>
                <a:lnTo>
                  <a:pt x="2479890" y="114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26770"/>
                </a:lnTo>
                <a:lnTo>
                  <a:pt x="6350" y="526770"/>
                </a:lnTo>
                <a:lnTo>
                  <a:pt x="12700" y="533120"/>
                </a:lnTo>
                <a:lnTo>
                  <a:pt x="2569197" y="533120"/>
                </a:lnTo>
                <a:lnTo>
                  <a:pt x="2569197" y="539470"/>
                </a:lnTo>
                <a:close/>
              </a:path>
              <a:path w="2569210" h="5397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569210" h="539750">
                <a:moveTo>
                  <a:pt x="247505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509065" y="6350"/>
                </a:lnTo>
                <a:lnTo>
                  <a:pt x="2511704" y="7391"/>
                </a:lnTo>
                <a:lnTo>
                  <a:pt x="2515870" y="9283"/>
                </a:lnTo>
                <a:lnTo>
                  <a:pt x="2519934" y="11353"/>
                </a:lnTo>
                <a:lnTo>
                  <a:pt x="2522250" y="12687"/>
                </a:lnTo>
                <a:lnTo>
                  <a:pt x="2474899" y="12687"/>
                </a:lnTo>
                <a:lnTo>
                  <a:pt x="2475052" y="12700"/>
                </a:lnTo>
                <a:close/>
              </a:path>
              <a:path w="2569210" h="539750">
                <a:moveTo>
                  <a:pt x="2479180" y="12795"/>
                </a:moveTo>
                <a:lnTo>
                  <a:pt x="2474899" y="12687"/>
                </a:lnTo>
                <a:lnTo>
                  <a:pt x="2522272" y="12700"/>
                </a:lnTo>
                <a:lnTo>
                  <a:pt x="2522427" y="12788"/>
                </a:lnTo>
                <a:lnTo>
                  <a:pt x="2479090" y="12788"/>
                </a:lnTo>
                <a:close/>
              </a:path>
              <a:path w="2569210" h="539750">
                <a:moveTo>
                  <a:pt x="2483503" y="13128"/>
                </a:moveTo>
                <a:lnTo>
                  <a:pt x="2479180" y="12795"/>
                </a:lnTo>
                <a:lnTo>
                  <a:pt x="2479408" y="12801"/>
                </a:lnTo>
                <a:lnTo>
                  <a:pt x="2522449" y="12801"/>
                </a:lnTo>
                <a:lnTo>
                  <a:pt x="2522956" y="13093"/>
                </a:lnTo>
                <a:lnTo>
                  <a:pt x="2483231" y="13093"/>
                </a:lnTo>
                <a:lnTo>
                  <a:pt x="2483503" y="13128"/>
                </a:lnTo>
                <a:close/>
              </a:path>
              <a:path w="2569210" h="539750">
                <a:moveTo>
                  <a:pt x="2523023" y="13131"/>
                </a:moveTo>
                <a:lnTo>
                  <a:pt x="2483519" y="13128"/>
                </a:lnTo>
                <a:lnTo>
                  <a:pt x="2483231" y="13093"/>
                </a:lnTo>
                <a:lnTo>
                  <a:pt x="2522956" y="13093"/>
                </a:lnTo>
                <a:close/>
              </a:path>
              <a:path w="2569210" h="539750">
                <a:moveTo>
                  <a:pt x="2523923" y="13652"/>
                </a:moveTo>
                <a:lnTo>
                  <a:pt x="2487625" y="13652"/>
                </a:lnTo>
                <a:lnTo>
                  <a:pt x="2483503" y="13128"/>
                </a:lnTo>
                <a:lnTo>
                  <a:pt x="2523023" y="13131"/>
                </a:lnTo>
                <a:lnTo>
                  <a:pt x="2523923" y="13652"/>
                </a:lnTo>
                <a:close/>
              </a:path>
              <a:path w="2569210" h="539750">
                <a:moveTo>
                  <a:pt x="2525048" y="14376"/>
                </a:moveTo>
                <a:lnTo>
                  <a:pt x="2491638" y="14376"/>
                </a:lnTo>
                <a:lnTo>
                  <a:pt x="2487509" y="13637"/>
                </a:lnTo>
                <a:lnTo>
                  <a:pt x="2523923" y="13652"/>
                </a:lnTo>
                <a:lnTo>
                  <a:pt x="2525048" y="14376"/>
                </a:lnTo>
                <a:close/>
              </a:path>
              <a:path w="2569210" h="539750">
                <a:moveTo>
                  <a:pt x="2526469" y="15290"/>
                </a:moveTo>
                <a:lnTo>
                  <a:pt x="2495562" y="15290"/>
                </a:lnTo>
                <a:lnTo>
                  <a:pt x="2491450" y="14342"/>
                </a:lnTo>
                <a:lnTo>
                  <a:pt x="2491638" y="14376"/>
                </a:lnTo>
                <a:lnTo>
                  <a:pt x="2525048" y="14376"/>
                </a:lnTo>
                <a:lnTo>
                  <a:pt x="2526469" y="15290"/>
                </a:lnTo>
                <a:close/>
              </a:path>
              <a:path w="2569210" h="539750">
                <a:moveTo>
                  <a:pt x="2528142" y="16395"/>
                </a:moveTo>
                <a:lnTo>
                  <a:pt x="2499423" y="16395"/>
                </a:lnTo>
                <a:lnTo>
                  <a:pt x="2495369" y="15246"/>
                </a:lnTo>
                <a:lnTo>
                  <a:pt x="2495562" y="15290"/>
                </a:lnTo>
                <a:lnTo>
                  <a:pt x="2526469" y="15290"/>
                </a:lnTo>
                <a:lnTo>
                  <a:pt x="2527693" y="16078"/>
                </a:lnTo>
                <a:lnTo>
                  <a:pt x="2528142" y="16395"/>
                </a:lnTo>
                <a:close/>
              </a:path>
              <a:path w="2569210" h="539750">
                <a:moveTo>
                  <a:pt x="2529972" y="17691"/>
                </a:moveTo>
                <a:lnTo>
                  <a:pt x="2503191" y="17684"/>
                </a:lnTo>
                <a:lnTo>
                  <a:pt x="2502916" y="17576"/>
                </a:lnTo>
                <a:lnTo>
                  <a:pt x="2499239" y="16343"/>
                </a:lnTo>
                <a:lnTo>
                  <a:pt x="2499423" y="16395"/>
                </a:lnTo>
                <a:lnTo>
                  <a:pt x="2528142" y="16395"/>
                </a:lnTo>
                <a:lnTo>
                  <a:pt x="2529972" y="17691"/>
                </a:lnTo>
                <a:close/>
              </a:path>
              <a:path w="2569210" h="539750">
                <a:moveTo>
                  <a:pt x="2503189" y="17684"/>
                </a:moveTo>
                <a:lnTo>
                  <a:pt x="2502871" y="17576"/>
                </a:lnTo>
                <a:lnTo>
                  <a:pt x="2503189" y="17684"/>
                </a:lnTo>
                <a:close/>
              </a:path>
              <a:path w="2569210" h="539750">
                <a:moveTo>
                  <a:pt x="2531971" y="19151"/>
                </a:moveTo>
                <a:lnTo>
                  <a:pt x="2506903" y="19151"/>
                </a:lnTo>
                <a:lnTo>
                  <a:pt x="2503189" y="17684"/>
                </a:lnTo>
                <a:lnTo>
                  <a:pt x="2529972" y="17691"/>
                </a:lnTo>
                <a:lnTo>
                  <a:pt x="2531389" y="18694"/>
                </a:lnTo>
                <a:lnTo>
                  <a:pt x="2531971" y="19151"/>
                </a:lnTo>
                <a:close/>
              </a:path>
              <a:path w="2569210" h="539750">
                <a:moveTo>
                  <a:pt x="2534056" y="20789"/>
                </a:moveTo>
                <a:lnTo>
                  <a:pt x="2510497" y="20789"/>
                </a:lnTo>
                <a:lnTo>
                  <a:pt x="2506807" y="19113"/>
                </a:lnTo>
                <a:lnTo>
                  <a:pt x="2531971" y="19151"/>
                </a:lnTo>
                <a:lnTo>
                  <a:pt x="2534056" y="20789"/>
                </a:lnTo>
                <a:close/>
              </a:path>
              <a:path w="2569210" h="539750">
                <a:moveTo>
                  <a:pt x="2536221" y="22593"/>
                </a:moveTo>
                <a:lnTo>
                  <a:pt x="2514015" y="22593"/>
                </a:lnTo>
                <a:lnTo>
                  <a:pt x="2510440" y="20764"/>
                </a:lnTo>
                <a:lnTo>
                  <a:pt x="2534056" y="20789"/>
                </a:lnTo>
                <a:lnTo>
                  <a:pt x="2534945" y="21488"/>
                </a:lnTo>
                <a:lnTo>
                  <a:pt x="2536221" y="22593"/>
                </a:lnTo>
                <a:close/>
              </a:path>
              <a:path w="2569210" h="539750">
                <a:moveTo>
                  <a:pt x="2538481" y="24561"/>
                </a:moveTo>
                <a:lnTo>
                  <a:pt x="2517419" y="24561"/>
                </a:lnTo>
                <a:lnTo>
                  <a:pt x="2513883" y="22525"/>
                </a:lnTo>
                <a:lnTo>
                  <a:pt x="2514015" y="22593"/>
                </a:lnTo>
                <a:lnTo>
                  <a:pt x="2536221" y="22593"/>
                </a:lnTo>
                <a:lnTo>
                  <a:pt x="2538481" y="24561"/>
                </a:lnTo>
                <a:close/>
              </a:path>
              <a:path w="2569210" h="539750">
                <a:moveTo>
                  <a:pt x="2540696" y="26682"/>
                </a:moveTo>
                <a:lnTo>
                  <a:pt x="2520721" y="26682"/>
                </a:lnTo>
                <a:lnTo>
                  <a:pt x="2517330" y="24510"/>
                </a:lnTo>
                <a:lnTo>
                  <a:pt x="2538481" y="24561"/>
                </a:lnTo>
                <a:lnTo>
                  <a:pt x="2540696" y="26682"/>
                </a:lnTo>
                <a:close/>
              </a:path>
              <a:path w="2569210" h="539750">
                <a:moveTo>
                  <a:pt x="2542950" y="28955"/>
                </a:moveTo>
                <a:lnTo>
                  <a:pt x="2523909" y="28955"/>
                </a:lnTo>
                <a:lnTo>
                  <a:pt x="2520502" y="26542"/>
                </a:lnTo>
                <a:lnTo>
                  <a:pt x="2520721" y="26682"/>
                </a:lnTo>
                <a:lnTo>
                  <a:pt x="2540696" y="26682"/>
                </a:lnTo>
                <a:lnTo>
                  <a:pt x="2541625" y="27571"/>
                </a:lnTo>
                <a:lnTo>
                  <a:pt x="2542950" y="28955"/>
                </a:lnTo>
                <a:close/>
              </a:path>
              <a:path w="2569210" h="539750">
                <a:moveTo>
                  <a:pt x="2545222" y="31381"/>
                </a:moveTo>
                <a:lnTo>
                  <a:pt x="2526982" y="31381"/>
                </a:lnTo>
                <a:lnTo>
                  <a:pt x="2523756" y="28848"/>
                </a:lnTo>
                <a:lnTo>
                  <a:pt x="2523909" y="28955"/>
                </a:lnTo>
                <a:lnTo>
                  <a:pt x="2542950" y="28955"/>
                </a:lnTo>
                <a:lnTo>
                  <a:pt x="2544749" y="30835"/>
                </a:lnTo>
                <a:lnTo>
                  <a:pt x="2545222" y="31381"/>
                </a:lnTo>
                <a:close/>
              </a:path>
              <a:path w="2569210" h="539750">
                <a:moveTo>
                  <a:pt x="2547444" y="33947"/>
                </a:moveTo>
                <a:lnTo>
                  <a:pt x="2529928" y="33947"/>
                </a:lnTo>
                <a:lnTo>
                  <a:pt x="2526753" y="31201"/>
                </a:lnTo>
                <a:lnTo>
                  <a:pt x="2526982" y="31381"/>
                </a:lnTo>
                <a:lnTo>
                  <a:pt x="2545222" y="31381"/>
                </a:lnTo>
                <a:lnTo>
                  <a:pt x="2547444" y="33947"/>
                </a:lnTo>
                <a:close/>
              </a:path>
              <a:path w="2569210" h="539750">
                <a:moveTo>
                  <a:pt x="2549594" y="36652"/>
                </a:moveTo>
                <a:lnTo>
                  <a:pt x="2532761" y="36652"/>
                </a:lnTo>
                <a:lnTo>
                  <a:pt x="2529765" y="33805"/>
                </a:lnTo>
                <a:lnTo>
                  <a:pt x="2529928" y="33947"/>
                </a:lnTo>
                <a:lnTo>
                  <a:pt x="2547444" y="33947"/>
                </a:lnTo>
                <a:lnTo>
                  <a:pt x="2547708" y="34251"/>
                </a:lnTo>
                <a:lnTo>
                  <a:pt x="2549594" y="36652"/>
                </a:lnTo>
                <a:close/>
              </a:path>
              <a:path w="2569210" h="539750">
                <a:moveTo>
                  <a:pt x="2551698" y="39497"/>
                </a:moveTo>
                <a:lnTo>
                  <a:pt x="2535453" y="39497"/>
                </a:lnTo>
                <a:lnTo>
                  <a:pt x="2532650" y="36547"/>
                </a:lnTo>
                <a:lnTo>
                  <a:pt x="2549594" y="36652"/>
                </a:lnTo>
                <a:lnTo>
                  <a:pt x="2550502" y="37807"/>
                </a:lnTo>
                <a:lnTo>
                  <a:pt x="2551698" y="39497"/>
                </a:lnTo>
                <a:close/>
              </a:path>
              <a:path w="2569210" h="539750">
                <a:moveTo>
                  <a:pt x="2553731" y="42456"/>
                </a:moveTo>
                <a:lnTo>
                  <a:pt x="2537996" y="42443"/>
                </a:lnTo>
                <a:lnTo>
                  <a:pt x="2537815" y="42214"/>
                </a:lnTo>
                <a:lnTo>
                  <a:pt x="2535391" y="39432"/>
                </a:lnTo>
                <a:lnTo>
                  <a:pt x="2551698" y="39497"/>
                </a:lnTo>
                <a:lnTo>
                  <a:pt x="2553119" y="41503"/>
                </a:lnTo>
                <a:lnTo>
                  <a:pt x="2553731" y="42456"/>
                </a:lnTo>
                <a:close/>
              </a:path>
              <a:path w="2569210" h="539750">
                <a:moveTo>
                  <a:pt x="2537995" y="42443"/>
                </a:moveTo>
                <a:lnTo>
                  <a:pt x="2537797" y="42214"/>
                </a:lnTo>
                <a:lnTo>
                  <a:pt x="2537995" y="42443"/>
                </a:lnTo>
                <a:close/>
              </a:path>
              <a:path w="2569210" h="539750">
                <a:moveTo>
                  <a:pt x="2555693" y="45529"/>
                </a:moveTo>
                <a:lnTo>
                  <a:pt x="2540419" y="45529"/>
                </a:lnTo>
                <a:lnTo>
                  <a:pt x="2537995" y="42443"/>
                </a:lnTo>
                <a:lnTo>
                  <a:pt x="2553731" y="42456"/>
                </a:lnTo>
                <a:lnTo>
                  <a:pt x="2555693" y="45529"/>
                </a:lnTo>
                <a:close/>
              </a:path>
              <a:path w="2569210" h="539750">
                <a:moveTo>
                  <a:pt x="2557525" y="48729"/>
                </a:moveTo>
                <a:lnTo>
                  <a:pt x="2542679" y="48729"/>
                </a:lnTo>
                <a:lnTo>
                  <a:pt x="2540349" y="45440"/>
                </a:lnTo>
                <a:lnTo>
                  <a:pt x="2555693" y="45529"/>
                </a:lnTo>
                <a:lnTo>
                  <a:pt x="2557525" y="48729"/>
                </a:lnTo>
                <a:close/>
              </a:path>
              <a:path w="2569210" h="539750">
                <a:moveTo>
                  <a:pt x="2559256" y="52044"/>
                </a:moveTo>
                <a:lnTo>
                  <a:pt x="2544800" y="52044"/>
                </a:lnTo>
                <a:lnTo>
                  <a:pt x="2542654" y="48694"/>
                </a:lnTo>
                <a:lnTo>
                  <a:pt x="2557525" y="48729"/>
                </a:lnTo>
                <a:lnTo>
                  <a:pt x="2557830" y="49263"/>
                </a:lnTo>
                <a:lnTo>
                  <a:pt x="2559256" y="52044"/>
                </a:lnTo>
                <a:close/>
              </a:path>
              <a:path w="2569210" h="539750">
                <a:moveTo>
                  <a:pt x="2560882" y="55460"/>
                </a:moveTo>
                <a:lnTo>
                  <a:pt x="2546756" y="55460"/>
                </a:lnTo>
                <a:lnTo>
                  <a:pt x="2544686" y="51866"/>
                </a:lnTo>
                <a:lnTo>
                  <a:pt x="2544800" y="52044"/>
                </a:lnTo>
                <a:lnTo>
                  <a:pt x="2559256" y="52044"/>
                </a:lnTo>
                <a:lnTo>
                  <a:pt x="2559913" y="53327"/>
                </a:lnTo>
                <a:lnTo>
                  <a:pt x="2560882" y="55460"/>
                </a:lnTo>
                <a:close/>
              </a:path>
              <a:path w="2569210" h="539750">
                <a:moveTo>
                  <a:pt x="2562392" y="58978"/>
                </a:moveTo>
                <a:lnTo>
                  <a:pt x="2548547" y="58978"/>
                </a:lnTo>
                <a:lnTo>
                  <a:pt x="2546671" y="55313"/>
                </a:lnTo>
                <a:lnTo>
                  <a:pt x="2546756" y="55460"/>
                </a:lnTo>
                <a:lnTo>
                  <a:pt x="2560882" y="55460"/>
                </a:lnTo>
                <a:lnTo>
                  <a:pt x="2561805" y="57492"/>
                </a:lnTo>
                <a:lnTo>
                  <a:pt x="2562392" y="58978"/>
                </a:lnTo>
                <a:close/>
              </a:path>
              <a:path w="2569210" h="539750">
                <a:moveTo>
                  <a:pt x="2565007" y="66281"/>
                </a:moveTo>
                <a:lnTo>
                  <a:pt x="2551620" y="66281"/>
                </a:lnTo>
                <a:lnTo>
                  <a:pt x="2550045" y="62293"/>
                </a:lnTo>
                <a:lnTo>
                  <a:pt x="2548431" y="58753"/>
                </a:lnTo>
                <a:lnTo>
                  <a:pt x="2548547" y="58978"/>
                </a:lnTo>
                <a:lnTo>
                  <a:pt x="2562392" y="58978"/>
                </a:lnTo>
                <a:lnTo>
                  <a:pt x="2563495" y="61772"/>
                </a:lnTo>
                <a:lnTo>
                  <a:pt x="2565007" y="66281"/>
                </a:lnTo>
                <a:close/>
              </a:path>
              <a:path w="2569210" h="539750">
                <a:moveTo>
                  <a:pt x="2550160" y="62585"/>
                </a:moveTo>
                <a:lnTo>
                  <a:pt x="2550028" y="62293"/>
                </a:lnTo>
                <a:lnTo>
                  <a:pt x="2550160" y="62585"/>
                </a:lnTo>
                <a:close/>
              </a:path>
              <a:path w="2569210" h="539750">
                <a:moveTo>
                  <a:pt x="2566083" y="70065"/>
                </a:moveTo>
                <a:lnTo>
                  <a:pt x="2552890" y="70065"/>
                </a:lnTo>
                <a:lnTo>
                  <a:pt x="2551512" y="66008"/>
                </a:lnTo>
                <a:lnTo>
                  <a:pt x="2551620" y="66281"/>
                </a:lnTo>
                <a:lnTo>
                  <a:pt x="2565007" y="66281"/>
                </a:lnTo>
                <a:lnTo>
                  <a:pt x="2566083" y="70065"/>
                </a:lnTo>
                <a:close/>
              </a:path>
              <a:path w="2569210" h="539750">
                <a:moveTo>
                  <a:pt x="2567007" y="73939"/>
                </a:moveTo>
                <a:lnTo>
                  <a:pt x="2553982" y="73939"/>
                </a:lnTo>
                <a:lnTo>
                  <a:pt x="2553906" y="73621"/>
                </a:lnTo>
                <a:lnTo>
                  <a:pt x="2552853" y="69957"/>
                </a:lnTo>
                <a:lnTo>
                  <a:pt x="2566083" y="70065"/>
                </a:lnTo>
                <a:lnTo>
                  <a:pt x="2566238" y="70612"/>
                </a:lnTo>
                <a:lnTo>
                  <a:pt x="2567007" y="73939"/>
                </a:lnTo>
                <a:close/>
              </a:path>
              <a:path w="2569210" h="539750">
                <a:moveTo>
                  <a:pt x="2553965" y="73879"/>
                </a:moveTo>
                <a:lnTo>
                  <a:pt x="2553892" y="73621"/>
                </a:lnTo>
                <a:lnTo>
                  <a:pt x="2553965" y="73879"/>
                </a:lnTo>
                <a:close/>
              </a:path>
              <a:path w="2569210" h="539750">
                <a:moveTo>
                  <a:pt x="2567774" y="77876"/>
                </a:moveTo>
                <a:lnTo>
                  <a:pt x="2554884" y="77876"/>
                </a:lnTo>
                <a:lnTo>
                  <a:pt x="2553965" y="73879"/>
                </a:lnTo>
                <a:lnTo>
                  <a:pt x="2567007" y="73939"/>
                </a:lnTo>
                <a:lnTo>
                  <a:pt x="2567292" y="75171"/>
                </a:lnTo>
                <a:lnTo>
                  <a:pt x="2567774" y="77876"/>
                </a:lnTo>
                <a:close/>
              </a:path>
              <a:path w="2569210" h="539750">
                <a:moveTo>
                  <a:pt x="2568381" y="81889"/>
                </a:moveTo>
                <a:lnTo>
                  <a:pt x="2555595" y="81889"/>
                </a:lnTo>
                <a:lnTo>
                  <a:pt x="2554854" y="77744"/>
                </a:lnTo>
                <a:lnTo>
                  <a:pt x="2554884" y="77876"/>
                </a:lnTo>
                <a:lnTo>
                  <a:pt x="2567774" y="77876"/>
                </a:lnTo>
                <a:lnTo>
                  <a:pt x="2568117" y="79806"/>
                </a:lnTo>
                <a:lnTo>
                  <a:pt x="2568381" y="81889"/>
                </a:lnTo>
                <a:close/>
              </a:path>
              <a:path w="2569210" h="539750">
                <a:moveTo>
                  <a:pt x="2568826" y="85966"/>
                </a:moveTo>
                <a:lnTo>
                  <a:pt x="2556103" y="85966"/>
                </a:lnTo>
                <a:lnTo>
                  <a:pt x="2555559" y="81688"/>
                </a:lnTo>
                <a:lnTo>
                  <a:pt x="2555595" y="81889"/>
                </a:lnTo>
                <a:lnTo>
                  <a:pt x="2568381" y="81889"/>
                </a:lnTo>
                <a:lnTo>
                  <a:pt x="2568714" y="84518"/>
                </a:lnTo>
                <a:lnTo>
                  <a:pt x="2568826" y="85966"/>
                </a:lnTo>
                <a:close/>
              </a:path>
              <a:path w="2569210" h="539750">
                <a:moveTo>
                  <a:pt x="2569102" y="90106"/>
                </a:moveTo>
                <a:lnTo>
                  <a:pt x="2556408" y="90106"/>
                </a:lnTo>
                <a:lnTo>
                  <a:pt x="2556068" y="85694"/>
                </a:lnTo>
                <a:lnTo>
                  <a:pt x="2556103" y="85966"/>
                </a:lnTo>
                <a:lnTo>
                  <a:pt x="2568826" y="85966"/>
                </a:lnTo>
                <a:lnTo>
                  <a:pt x="2569083" y="89306"/>
                </a:lnTo>
                <a:lnTo>
                  <a:pt x="2569102" y="90106"/>
                </a:lnTo>
                <a:close/>
              </a:path>
              <a:path w="2569210" h="539750">
                <a:moveTo>
                  <a:pt x="2569197" y="94297"/>
                </a:moveTo>
                <a:lnTo>
                  <a:pt x="2556510" y="94297"/>
                </a:lnTo>
                <a:lnTo>
                  <a:pt x="2556401" y="90016"/>
                </a:lnTo>
                <a:lnTo>
                  <a:pt x="2569102" y="90106"/>
                </a:lnTo>
                <a:lnTo>
                  <a:pt x="2569197" y="94297"/>
                </a:lnTo>
                <a:close/>
              </a:path>
              <a:path w="2569210" h="539750">
                <a:moveTo>
                  <a:pt x="2556497" y="533120"/>
                </a:moveTo>
                <a:lnTo>
                  <a:pt x="2556497" y="94145"/>
                </a:lnTo>
                <a:lnTo>
                  <a:pt x="2556510" y="94297"/>
                </a:lnTo>
                <a:lnTo>
                  <a:pt x="2569197" y="94297"/>
                </a:lnTo>
                <a:lnTo>
                  <a:pt x="2569197" y="526770"/>
                </a:lnTo>
                <a:lnTo>
                  <a:pt x="2562847" y="526770"/>
                </a:lnTo>
                <a:lnTo>
                  <a:pt x="2556497" y="533120"/>
                </a:lnTo>
                <a:close/>
              </a:path>
              <a:path w="2569210" h="539750">
                <a:moveTo>
                  <a:pt x="12700" y="533120"/>
                </a:moveTo>
                <a:lnTo>
                  <a:pt x="6350" y="526770"/>
                </a:lnTo>
                <a:lnTo>
                  <a:pt x="12700" y="526770"/>
                </a:lnTo>
                <a:lnTo>
                  <a:pt x="12700" y="533120"/>
                </a:lnTo>
                <a:close/>
              </a:path>
              <a:path w="2569210" h="539750">
                <a:moveTo>
                  <a:pt x="2556497" y="533120"/>
                </a:moveTo>
                <a:lnTo>
                  <a:pt x="12700" y="533120"/>
                </a:lnTo>
                <a:lnTo>
                  <a:pt x="12700" y="526770"/>
                </a:lnTo>
                <a:lnTo>
                  <a:pt x="2556497" y="526770"/>
                </a:lnTo>
                <a:lnTo>
                  <a:pt x="2556497" y="533120"/>
                </a:lnTo>
                <a:close/>
              </a:path>
              <a:path w="2569210" h="539750">
                <a:moveTo>
                  <a:pt x="2569197" y="533120"/>
                </a:moveTo>
                <a:lnTo>
                  <a:pt x="2556497" y="533120"/>
                </a:lnTo>
                <a:lnTo>
                  <a:pt x="2562847" y="526770"/>
                </a:lnTo>
                <a:lnTo>
                  <a:pt x="2569197" y="526770"/>
                </a:lnTo>
                <a:lnTo>
                  <a:pt x="2569197" y="5331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420937" y="5187772"/>
            <a:ext cx="2363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数据线连接</a:t>
            </a:r>
            <a:r>
              <a:rPr dirty="0" sz="2400" b="1">
                <a:latin typeface="华文楷体"/>
                <a:cs typeface="华文楷体"/>
              </a:rPr>
              <a:t>Y</a:t>
            </a:r>
            <a:r>
              <a:rPr dirty="0" sz="2400" b="1">
                <a:latin typeface="华文楷体"/>
                <a:cs typeface="华文楷体"/>
              </a:rPr>
              <a:t>输</a:t>
            </a:r>
            <a:r>
              <a:rPr dirty="0" sz="2400" spc="-5" b="1">
                <a:latin typeface="华文楷体"/>
                <a:cs typeface="华文楷体"/>
              </a:rPr>
              <a:t>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0051" y="1167383"/>
            <a:ext cx="8017764" cy="4509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0077" y="5359298"/>
            <a:ext cx="1140460" cy="152400"/>
          </a:xfrm>
          <a:custGeom>
            <a:avLst/>
            <a:gdLst/>
            <a:ahLst/>
            <a:cxnLst/>
            <a:rect l="l" t="t" r="r" b="b"/>
            <a:pathLst>
              <a:path w="1140460" h="152400">
                <a:moveTo>
                  <a:pt x="911555" y="152400"/>
                </a:moveTo>
                <a:lnTo>
                  <a:pt x="911555" y="0"/>
                </a:lnTo>
                <a:lnTo>
                  <a:pt x="1025855" y="38100"/>
                </a:lnTo>
                <a:lnTo>
                  <a:pt x="1025855" y="114300"/>
                </a:lnTo>
                <a:lnTo>
                  <a:pt x="911555" y="152400"/>
                </a:lnTo>
                <a:close/>
              </a:path>
              <a:path w="1140460" h="152400">
                <a:moveTo>
                  <a:pt x="911555" y="114300"/>
                </a:moveTo>
                <a:lnTo>
                  <a:pt x="0" y="114300"/>
                </a:lnTo>
                <a:lnTo>
                  <a:pt x="0" y="38100"/>
                </a:lnTo>
                <a:lnTo>
                  <a:pt x="911555" y="38100"/>
                </a:lnTo>
                <a:lnTo>
                  <a:pt x="911555" y="114300"/>
                </a:lnTo>
                <a:close/>
              </a:path>
              <a:path w="1140460" h="152400">
                <a:moveTo>
                  <a:pt x="1025855" y="114300"/>
                </a:moveTo>
                <a:lnTo>
                  <a:pt x="1025855" y="38100"/>
                </a:lnTo>
                <a:lnTo>
                  <a:pt x="1140155" y="76200"/>
                </a:lnTo>
                <a:lnTo>
                  <a:pt x="1025855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12280" y="2057400"/>
            <a:ext cx="2244852" cy="23576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46166" y="1283665"/>
            <a:ext cx="787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00174" y="2921304"/>
            <a:ext cx="937894" cy="1323340"/>
          </a:xfrm>
          <a:custGeom>
            <a:avLst/>
            <a:gdLst/>
            <a:ahLst/>
            <a:cxnLst/>
            <a:rect l="l" t="t" r="r" b="b"/>
            <a:pathLst>
              <a:path w="937895" h="1323339">
                <a:moveTo>
                  <a:pt x="19050" y="1303769"/>
                </a:moveTo>
                <a:lnTo>
                  <a:pt x="0" y="1303769"/>
                </a:lnTo>
                <a:lnTo>
                  <a:pt x="0" y="1151369"/>
                </a:lnTo>
                <a:lnTo>
                  <a:pt x="38100" y="1151369"/>
                </a:lnTo>
                <a:lnTo>
                  <a:pt x="38100" y="1284719"/>
                </a:lnTo>
                <a:lnTo>
                  <a:pt x="19050" y="1284719"/>
                </a:lnTo>
                <a:lnTo>
                  <a:pt x="19050" y="1303769"/>
                </a:lnTo>
                <a:close/>
              </a:path>
              <a:path w="937895" h="1323339">
                <a:moveTo>
                  <a:pt x="120307" y="1322819"/>
                </a:moveTo>
                <a:lnTo>
                  <a:pt x="19050" y="1322819"/>
                </a:lnTo>
                <a:lnTo>
                  <a:pt x="19050" y="1284719"/>
                </a:lnTo>
                <a:lnTo>
                  <a:pt x="38100" y="1284719"/>
                </a:lnTo>
                <a:lnTo>
                  <a:pt x="38100" y="1303769"/>
                </a:lnTo>
                <a:lnTo>
                  <a:pt x="120307" y="1303769"/>
                </a:lnTo>
                <a:lnTo>
                  <a:pt x="120307" y="1322819"/>
                </a:lnTo>
                <a:close/>
              </a:path>
              <a:path w="937895" h="1323339">
                <a:moveTo>
                  <a:pt x="120307" y="1303769"/>
                </a:moveTo>
                <a:lnTo>
                  <a:pt x="38100" y="1303769"/>
                </a:lnTo>
                <a:lnTo>
                  <a:pt x="38100" y="1284719"/>
                </a:lnTo>
                <a:lnTo>
                  <a:pt x="120307" y="1284719"/>
                </a:lnTo>
                <a:lnTo>
                  <a:pt x="120307" y="1303769"/>
                </a:lnTo>
                <a:close/>
              </a:path>
              <a:path w="937895" h="1323339">
                <a:moveTo>
                  <a:pt x="38100" y="1037069"/>
                </a:moveTo>
                <a:lnTo>
                  <a:pt x="0" y="1037069"/>
                </a:lnTo>
                <a:lnTo>
                  <a:pt x="0" y="884669"/>
                </a:lnTo>
                <a:lnTo>
                  <a:pt x="38100" y="884669"/>
                </a:lnTo>
                <a:lnTo>
                  <a:pt x="38100" y="1037069"/>
                </a:lnTo>
                <a:close/>
              </a:path>
              <a:path w="937895" h="1323339">
                <a:moveTo>
                  <a:pt x="38100" y="770369"/>
                </a:moveTo>
                <a:lnTo>
                  <a:pt x="0" y="770369"/>
                </a:lnTo>
                <a:lnTo>
                  <a:pt x="0" y="617969"/>
                </a:lnTo>
                <a:lnTo>
                  <a:pt x="38100" y="617969"/>
                </a:lnTo>
                <a:lnTo>
                  <a:pt x="38100" y="770369"/>
                </a:lnTo>
                <a:close/>
              </a:path>
              <a:path w="937895" h="1323339">
                <a:moveTo>
                  <a:pt x="38100" y="503669"/>
                </a:moveTo>
                <a:lnTo>
                  <a:pt x="0" y="503669"/>
                </a:lnTo>
                <a:lnTo>
                  <a:pt x="0" y="351269"/>
                </a:lnTo>
                <a:lnTo>
                  <a:pt x="38100" y="351269"/>
                </a:lnTo>
                <a:lnTo>
                  <a:pt x="38100" y="503669"/>
                </a:lnTo>
                <a:close/>
              </a:path>
              <a:path w="937895" h="1323339">
                <a:moveTo>
                  <a:pt x="38100" y="236969"/>
                </a:moveTo>
                <a:lnTo>
                  <a:pt x="0" y="236969"/>
                </a:lnTo>
                <a:lnTo>
                  <a:pt x="0" y="84569"/>
                </a:lnTo>
                <a:lnTo>
                  <a:pt x="38100" y="84569"/>
                </a:lnTo>
                <a:lnTo>
                  <a:pt x="38100" y="236969"/>
                </a:lnTo>
                <a:close/>
              </a:path>
              <a:path w="937895" h="1323339">
                <a:moveTo>
                  <a:pt x="220230" y="38100"/>
                </a:moveTo>
                <a:lnTo>
                  <a:pt x="67830" y="38100"/>
                </a:lnTo>
                <a:lnTo>
                  <a:pt x="67830" y="0"/>
                </a:lnTo>
                <a:lnTo>
                  <a:pt x="220230" y="0"/>
                </a:lnTo>
                <a:lnTo>
                  <a:pt x="220230" y="38100"/>
                </a:lnTo>
                <a:close/>
              </a:path>
              <a:path w="937895" h="1323339">
                <a:moveTo>
                  <a:pt x="486930" y="38100"/>
                </a:moveTo>
                <a:lnTo>
                  <a:pt x="334530" y="38100"/>
                </a:lnTo>
                <a:lnTo>
                  <a:pt x="334530" y="0"/>
                </a:lnTo>
                <a:lnTo>
                  <a:pt x="486930" y="0"/>
                </a:lnTo>
                <a:lnTo>
                  <a:pt x="486930" y="38100"/>
                </a:lnTo>
                <a:close/>
              </a:path>
              <a:path w="937895" h="1323339">
                <a:moveTo>
                  <a:pt x="753630" y="38100"/>
                </a:moveTo>
                <a:lnTo>
                  <a:pt x="601230" y="38100"/>
                </a:lnTo>
                <a:lnTo>
                  <a:pt x="601230" y="0"/>
                </a:lnTo>
                <a:lnTo>
                  <a:pt x="753630" y="0"/>
                </a:lnTo>
                <a:lnTo>
                  <a:pt x="753630" y="38100"/>
                </a:lnTo>
                <a:close/>
              </a:path>
              <a:path w="937895" h="1323339">
                <a:moveTo>
                  <a:pt x="899515" y="38100"/>
                </a:moveTo>
                <a:lnTo>
                  <a:pt x="867930" y="38100"/>
                </a:lnTo>
                <a:lnTo>
                  <a:pt x="867930" y="0"/>
                </a:lnTo>
                <a:lnTo>
                  <a:pt x="937615" y="0"/>
                </a:lnTo>
                <a:lnTo>
                  <a:pt x="937615" y="19050"/>
                </a:lnTo>
                <a:lnTo>
                  <a:pt x="899515" y="19050"/>
                </a:lnTo>
                <a:lnTo>
                  <a:pt x="899515" y="38100"/>
                </a:lnTo>
                <a:close/>
              </a:path>
              <a:path w="937895" h="1323339">
                <a:moveTo>
                  <a:pt x="937615" y="120827"/>
                </a:moveTo>
                <a:lnTo>
                  <a:pt x="899515" y="120827"/>
                </a:lnTo>
                <a:lnTo>
                  <a:pt x="899515" y="19050"/>
                </a:lnTo>
                <a:lnTo>
                  <a:pt x="918565" y="38100"/>
                </a:lnTo>
                <a:lnTo>
                  <a:pt x="937615" y="38100"/>
                </a:lnTo>
                <a:lnTo>
                  <a:pt x="937615" y="120827"/>
                </a:lnTo>
                <a:close/>
              </a:path>
              <a:path w="937895" h="1323339">
                <a:moveTo>
                  <a:pt x="937615" y="38100"/>
                </a:moveTo>
                <a:lnTo>
                  <a:pt x="918565" y="38100"/>
                </a:lnTo>
                <a:lnTo>
                  <a:pt x="899515" y="19050"/>
                </a:lnTo>
                <a:lnTo>
                  <a:pt x="937615" y="19050"/>
                </a:lnTo>
                <a:lnTo>
                  <a:pt x="937615" y="38100"/>
                </a:lnTo>
                <a:close/>
              </a:path>
              <a:path w="937895" h="1323339">
                <a:moveTo>
                  <a:pt x="937615" y="387527"/>
                </a:moveTo>
                <a:lnTo>
                  <a:pt x="899515" y="387527"/>
                </a:lnTo>
                <a:lnTo>
                  <a:pt x="899515" y="235127"/>
                </a:lnTo>
                <a:lnTo>
                  <a:pt x="937615" y="235127"/>
                </a:lnTo>
                <a:lnTo>
                  <a:pt x="937615" y="387527"/>
                </a:lnTo>
                <a:close/>
              </a:path>
              <a:path w="937895" h="1323339">
                <a:moveTo>
                  <a:pt x="937615" y="654227"/>
                </a:moveTo>
                <a:lnTo>
                  <a:pt x="899515" y="654227"/>
                </a:lnTo>
                <a:lnTo>
                  <a:pt x="899515" y="501827"/>
                </a:lnTo>
                <a:lnTo>
                  <a:pt x="937615" y="501827"/>
                </a:lnTo>
                <a:lnTo>
                  <a:pt x="937615" y="654227"/>
                </a:lnTo>
                <a:close/>
              </a:path>
              <a:path w="937895" h="1323339">
                <a:moveTo>
                  <a:pt x="937615" y="920927"/>
                </a:moveTo>
                <a:lnTo>
                  <a:pt x="899515" y="920927"/>
                </a:lnTo>
                <a:lnTo>
                  <a:pt x="899515" y="768527"/>
                </a:lnTo>
                <a:lnTo>
                  <a:pt x="937615" y="768527"/>
                </a:lnTo>
                <a:lnTo>
                  <a:pt x="937615" y="920927"/>
                </a:lnTo>
                <a:close/>
              </a:path>
              <a:path w="937895" h="1323339">
                <a:moveTo>
                  <a:pt x="937615" y="1187627"/>
                </a:moveTo>
                <a:lnTo>
                  <a:pt x="899515" y="1187627"/>
                </a:lnTo>
                <a:lnTo>
                  <a:pt x="899515" y="1035227"/>
                </a:lnTo>
                <a:lnTo>
                  <a:pt x="937615" y="1035227"/>
                </a:lnTo>
                <a:lnTo>
                  <a:pt x="937615" y="1187627"/>
                </a:lnTo>
                <a:close/>
              </a:path>
              <a:path w="937895" h="1323339">
                <a:moveTo>
                  <a:pt x="937615" y="1322819"/>
                </a:moveTo>
                <a:lnTo>
                  <a:pt x="768007" y="1322819"/>
                </a:lnTo>
                <a:lnTo>
                  <a:pt x="768007" y="1284719"/>
                </a:lnTo>
                <a:lnTo>
                  <a:pt x="899515" y="1284719"/>
                </a:lnTo>
                <a:lnTo>
                  <a:pt x="899515" y="1303769"/>
                </a:lnTo>
                <a:lnTo>
                  <a:pt x="937615" y="1303769"/>
                </a:lnTo>
                <a:lnTo>
                  <a:pt x="937615" y="1322819"/>
                </a:lnTo>
                <a:close/>
              </a:path>
              <a:path w="937895" h="1323339">
                <a:moveTo>
                  <a:pt x="899515" y="1303769"/>
                </a:moveTo>
                <a:lnTo>
                  <a:pt x="899515" y="1284719"/>
                </a:lnTo>
                <a:lnTo>
                  <a:pt x="918565" y="1284719"/>
                </a:lnTo>
                <a:lnTo>
                  <a:pt x="899515" y="1303769"/>
                </a:lnTo>
                <a:close/>
              </a:path>
              <a:path w="937895" h="1323339">
                <a:moveTo>
                  <a:pt x="937615" y="1303769"/>
                </a:moveTo>
                <a:lnTo>
                  <a:pt x="899515" y="1303769"/>
                </a:lnTo>
                <a:lnTo>
                  <a:pt x="901357" y="1301927"/>
                </a:lnTo>
                <a:lnTo>
                  <a:pt x="937615" y="1301927"/>
                </a:lnTo>
                <a:lnTo>
                  <a:pt x="937615" y="1303769"/>
                </a:lnTo>
                <a:close/>
              </a:path>
              <a:path w="937895" h="1323339">
                <a:moveTo>
                  <a:pt x="653707" y="1322819"/>
                </a:moveTo>
                <a:lnTo>
                  <a:pt x="501307" y="1322819"/>
                </a:lnTo>
                <a:lnTo>
                  <a:pt x="501307" y="1284719"/>
                </a:lnTo>
                <a:lnTo>
                  <a:pt x="653707" y="1284719"/>
                </a:lnTo>
                <a:lnTo>
                  <a:pt x="653707" y="1322819"/>
                </a:lnTo>
                <a:close/>
              </a:path>
              <a:path w="937895" h="1323339">
                <a:moveTo>
                  <a:pt x="387007" y="1322819"/>
                </a:moveTo>
                <a:lnTo>
                  <a:pt x="234607" y="1322819"/>
                </a:lnTo>
                <a:lnTo>
                  <a:pt x="234607" y="1284719"/>
                </a:lnTo>
                <a:lnTo>
                  <a:pt x="387007" y="1284719"/>
                </a:lnTo>
                <a:lnTo>
                  <a:pt x="387007" y="13228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04160" y="2069592"/>
            <a:ext cx="3863340" cy="2744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93135" y="4338828"/>
            <a:ext cx="6083935" cy="523240"/>
          </a:xfrm>
          <a:custGeom>
            <a:avLst/>
            <a:gdLst/>
            <a:ahLst/>
            <a:cxnLst/>
            <a:rect l="l" t="t" r="r" b="b"/>
            <a:pathLst>
              <a:path w="6083934" h="523239">
                <a:moveTo>
                  <a:pt x="0" y="0"/>
                </a:moveTo>
                <a:lnTo>
                  <a:pt x="6083808" y="0"/>
                </a:lnTo>
                <a:lnTo>
                  <a:pt x="6083808" y="522731"/>
                </a:lnTo>
                <a:lnTo>
                  <a:pt x="0" y="5227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72002" y="4329912"/>
            <a:ext cx="60801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电磁感应现象实质：产生感应电动势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78078" y="3231273"/>
            <a:ext cx="461009" cy="648970"/>
          </a:xfrm>
          <a:custGeom>
            <a:avLst/>
            <a:gdLst/>
            <a:ahLst/>
            <a:cxnLst/>
            <a:rect l="l" t="t" r="r" b="b"/>
            <a:pathLst>
              <a:path w="461009" h="648970">
                <a:moveTo>
                  <a:pt x="387426" y="648969"/>
                </a:moveTo>
                <a:lnTo>
                  <a:pt x="73075" y="648969"/>
                </a:lnTo>
                <a:lnTo>
                  <a:pt x="64643" y="646429"/>
                </a:lnTo>
                <a:lnTo>
                  <a:pt x="56527" y="643889"/>
                </a:lnTo>
                <a:lnTo>
                  <a:pt x="48780" y="641350"/>
                </a:lnTo>
                <a:lnTo>
                  <a:pt x="45046" y="638809"/>
                </a:lnTo>
                <a:lnTo>
                  <a:pt x="41440" y="637539"/>
                </a:lnTo>
                <a:lnTo>
                  <a:pt x="12395" y="608329"/>
                </a:lnTo>
                <a:lnTo>
                  <a:pt x="2603" y="584200"/>
                </a:lnTo>
                <a:lnTo>
                  <a:pt x="1638" y="580389"/>
                </a:lnTo>
                <a:lnTo>
                  <a:pt x="876" y="576579"/>
                </a:lnTo>
                <a:lnTo>
                  <a:pt x="330" y="571500"/>
                </a:lnTo>
                <a:lnTo>
                  <a:pt x="110" y="568959"/>
                </a:lnTo>
                <a:lnTo>
                  <a:pt x="0" y="81279"/>
                </a:lnTo>
                <a:lnTo>
                  <a:pt x="330" y="77469"/>
                </a:lnTo>
                <a:lnTo>
                  <a:pt x="876" y="72389"/>
                </a:lnTo>
                <a:lnTo>
                  <a:pt x="1638" y="68579"/>
                </a:lnTo>
                <a:lnTo>
                  <a:pt x="2603" y="63500"/>
                </a:lnTo>
                <a:lnTo>
                  <a:pt x="25158" y="24129"/>
                </a:lnTo>
                <a:lnTo>
                  <a:pt x="45046" y="10159"/>
                </a:lnTo>
                <a:lnTo>
                  <a:pt x="48780" y="7619"/>
                </a:lnTo>
                <a:lnTo>
                  <a:pt x="52603" y="6349"/>
                </a:lnTo>
                <a:lnTo>
                  <a:pt x="60540" y="3809"/>
                </a:lnTo>
                <a:lnTo>
                  <a:pt x="73075" y="0"/>
                </a:lnTo>
                <a:lnTo>
                  <a:pt x="387426" y="0"/>
                </a:lnTo>
                <a:lnTo>
                  <a:pt x="399961" y="3809"/>
                </a:lnTo>
                <a:lnTo>
                  <a:pt x="407898" y="6349"/>
                </a:lnTo>
                <a:lnTo>
                  <a:pt x="411721" y="7619"/>
                </a:lnTo>
                <a:lnTo>
                  <a:pt x="415442" y="10159"/>
                </a:lnTo>
                <a:lnTo>
                  <a:pt x="419061" y="11429"/>
                </a:lnTo>
                <a:lnTo>
                  <a:pt x="422706" y="13969"/>
                </a:lnTo>
                <a:lnTo>
                  <a:pt x="429209" y="19049"/>
                </a:lnTo>
                <a:lnTo>
                  <a:pt x="435343" y="24129"/>
                </a:lnTo>
                <a:lnTo>
                  <a:pt x="438680" y="27939"/>
                </a:lnTo>
                <a:lnTo>
                  <a:pt x="77749" y="27939"/>
                </a:lnTo>
                <a:lnTo>
                  <a:pt x="74206" y="29209"/>
                </a:lnTo>
                <a:lnTo>
                  <a:pt x="72110" y="29209"/>
                </a:lnTo>
                <a:lnTo>
                  <a:pt x="68694" y="30479"/>
                </a:lnTo>
                <a:lnTo>
                  <a:pt x="69367" y="30479"/>
                </a:lnTo>
                <a:lnTo>
                  <a:pt x="66014" y="31750"/>
                </a:lnTo>
                <a:lnTo>
                  <a:pt x="64058" y="31750"/>
                </a:lnTo>
                <a:lnTo>
                  <a:pt x="62464" y="33019"/>
                </a:lnTo>
                <a:lnTo>
                  <a:pt x="61493" y="33019"/>
                </a:lnTo>
                <a:lnTo>
                  <a:pt x="59937" y="34289"/>
                </a:lnTo>
                <a:lnTo>
                  <a:pt x="58991" y="34289"/>
                </a:lnTo>
                <a:lnTo>
                  <a:pt x="57486" y="35559"/>
                </a:lnTo>
                <a:lnTo>
                  <a:pt x="56565" y="35559"/>
                </a:lnTo>
                <a:lnTo>
                  <a:pt x="55105" y="36829"/>
                </a:lnTo>
                <a:lnTo>
                  <a:pt x="54495" y="36829"/>
                </a:lnTo>
                <a:lnTo>
                  <a:pt x="50333" y="40639"/>
                </a:lnTo>
                <a:lnTo>
                  <a:pt x="49999" y="40639"/>
                </a:lnTo>
                <a:lnTo>
                  <a:pt x="46161" y="44450"/>
                </a:lnTo>
                <a:lnTo>
                  <a:pt x="45847" y="44450"/>
                </a:lnTo>
                <a:lnTo>
                  <a:pt x="42360" y="48259"/>
                </a:lnTo>
                <a:lnTo>
                  <a:pt x="42075" y="48259"/>
                </a:lnTo>
                <a:lnTo>
                  <a:pt x="37922" y="53339"/>
                </a:lnTo>
                <a:lnTo>
                  <a:pt x="38506" y="53339"/>
                </a:lnTo>
                <a:lnTo>
                  <a:pt x="36639" y="55879"/>
                </a:lnTo>
                <a:lnTo>
                  <a:pt x="36995" y="55879"/>
                </a:lnTo>
                <a:lnTo>
                  <a:pt x="35255" y="58419"/>
                </a:lnTo>
                <a:lnTo>
                  <a:pt x="35585" y="58419"/>
                </a:lnTo>
                <a:lnTo>
                  <a:pt x="33997" y="60959"/>
                </a:lnTo>
                <a:lnTo>
                  <a:pt x="34302" y="60959"/>
                </a:lnTo>
                <a:lnTo>
                  <a:pt x="32854" y="63500"/>
                </a:lnTo>
                <a:lnTo>
                  <a:pt x="33134" y="63500"/>
                </a:lnTo>
                <a:lnTo>
                  <a:pt x="31838" y="66039"/>
                </a:lnTo>
                <a:lnTo>
                  <a:pt x="32080" y="66039"/>
                </a:lnTo>
                <a:lnTo>
                  <a:pt x="30949" y="68579"/>
                </a:lnTo>
                <a:lnTo>
                  <a:pt x="31165" y="68579"/>
                </a:lnTo>
                <a:lnTo>
                  <a:pt x="30187" y="71119"/>
                </a:lnTo>
                <a:lnTo>
                  <a:pt x="30365" y="71119"/>
                </a:lnTo>
                <a:lnTo>
                  <a:pt x="29832" y="73659"/>
                </a:lnTo>
                <a:lnTo>
                  <a:pt x="29281" y="76200"/>
                </a:lnTo>
                <a:lnTo>
                  <a:pt x="28727" y="80009"/>
                </a:lnTo>
                <a:lnTo>
                  <a:pt x="28524" y="82550"/>
                </a:lnTo>
                <a:lnTo>
                  <a:pt x="28473" y="85089"/>
                </a:lnTo>
                <a:lnTo>
                  <a:pt x="28460" y="562609"/>
                </a:lnTo>
                <a:lnTo>
                  <a:pt x="28524" y="566419"/>
                </a:lnTo>
                <a:lnTo>
                  <a:pt x="28803" y="568959"/>
                </a:lnTo>
                <a:lnTo>
                  <a:pt x="29184" y="572769"/>
                </a:lnTo>
                <a:lnTo>
                  <a:pt x="29705" y="575309"/>
                </a:lnTo>
                <a:lnTo>
                  <a:pt x="30365" y="577850"/>
                </a:lnTo>
                <a:lnTo>
                  <a:pt x="30187" y="577850"/>
                </a:lnTo>
                <a:lnTo>
                  <a:pt x="31165" y="580389"/>
                </a:lnTo>
                <a:lnTo>
                  <a:pt x="30949" y="580389"/>
                </a:lnTo>
                <a:lnTo>
                  <a:pt x="32080" y="582929"/>
                </a:lnTo>
                <a:lnTo>
                  <a:pt x="31838" y="582929"/>
                </a:lnTo>
                <a:lnTo>
                  <a:pt x="33134" y="585469"/>
                </a:lnTo>
                <a:lnTo>
                  <a:pt x="32854" y="585469"/>
                </a:lnTo>
                <a:lnTo>
                  <a:pt x="34302" y="588009"/>
                </a:lnTo>
                <a:lnTo>
                  <a:pt x="33997" y="588009"/>
                </a:lnTo>
                <a:lnTo>
                  <a:pt x="35585" y="590550"/>
                </a:lnTo>
                <a:lnTo>
                  <a:pt x="35255" y="590550"/>
                </a:lnTo>
                <a:lnTo>
                  <a:pt x="36995" y="593089"/>
                </a:lnTo>
                <a:lnTo>
                  <a:pt x="36639" y="593089"/>
                </a:lnTo>
                <a:lnTo>
                  <a:pt x="38506" y="595629"/>
                </a:lnTo>
                <a:lnTo>
                  <a:pt x="38752" y="595629"/>
                </a:lnTo>
                <a:lnTo>
                  <a:pt x="41244" y="599439"/>
                </a:lnTo>
                <a:lnTo>
                  <a:pt x="42075" y="600709"/>
                </a:lnTo>
                <a:lnTo>
                  <a:pt x="42360" y="600709"/>
                </a:lnTo>
                <a:lnTo>
                  <a:pt x="45847" y="604519"/>
                </a:lnTo>
                <a:lnTo>
                  <a:pt x="46161" y="604519"/>
                </a:lnTo>
                <a:lnTo>
                  <a:pt x="49999" y="608329"/>
                </a:lnTo>
                <a:lnTo>
                  <a:pt x="50795" y="608329"/>
                </a:lnTo>
                <a:lnTo>
                  <a:pt x="54495" y="610869"/>
                </a:lnTo>
                <a:lnTo>
                  <a:pt x="53644" y="610869"/>
                </a:lnTo>
                <a:lnTo>
                  <a:pt x="56565" y="613409"/>
                </a:lnTo>
                <a:lnTo>
                  <a:pt x="57486" y="613409"/>
                </a:lnTo>
                <a:lnTo>
                  <a:pt x="58991" y="614679"/>
                </a:lnTo>
                <a:lnTo>
                  <a:pt x="59937" y="614679"/>
                </a:lnTo>
                <a:lnTo>
                  <a:pt x="61493" y="615950"/>
                </a:lnTo>
                <a:lnTo>
                  <a:pt x="63411" y="615950"/>
                </a:lnTo>
                <a:lnTo>
                  <a:pt x="66687" y="617219"/>
                </a:lnTo>
                <a:lnTo>
                  <a:pt x="66014" y="617219"/>
                </a:lnTo>
                <a:lnTo>
                  <a:pt x="69367" y="618489"/>
                </a:lnTo>
                <a:lnTo>
                  <a:pt x="68694" y="618489"/>
                </a:lnTo>
                <a:lnTo>
                  <a:pt x="72110" y="619759"/>
                </a:lnTo>
                <a:lnTo>
                  <a:pt x="77038" y="619759"/>
                </a:lnTo>
                <a:lnTo>
                  <a:pt x="80645" y="621029"/>
                </a:lnTo>
                <a:lnTo>
                  <a:pt x="438680" y="621029"/>
                </a:lnTo>
                <a:lnTo>
                  <a:pt x="435343" y="624839"/>
                </a:lnTo>
                <a:lnTo>
                  <a:pt x="429209" y="629919"/>
                </a:lnTo>
                <a:lnTo>
                  <a:pt x="422706" y="635000"/>
                </a:lnTo>
                <a:lnTo>
                  <a:pt x="419061" y="637539"/>
                </a:lnTo>
                <a:lnTo>
                  <a:pt x="415442" y="638809"/>
                </a:lnTo>
                <a:lnTo>
                  <a:pt x="411721" y="641350"/>
                </a:lnTo>
                <a:lnTo>
                  <a:pt x="403974" y="643889"/>
                </a:lnTo>
                <a:lnTo>
                  <a:pt x="395858" y="646429"/>
                </a:lnTo>
                <a:lnTo>
                  <a:pt x="387426" y="648969"/>
                </a:lnTo>
                <a:close/>
              </a:path>
              <a:path w="461009" h="648970">
                <a:moveTo>
                  <a:pt x="77038" y="29209"/>
                </a:moveTo>
                <a:lnTo>
                  <a:pt x="77749" y="27939"/>
                </a:lnTo>
                <a:lnTo>
                  <a:pt x="80645" y="27939"/>
                </a:lnTo>
                <a:lnTo>
                  <a:pt x="77038" y="29209"/>
                </a:lnTo>
                <a:close/>
              </a:path>
              <a:path w="461009" h="648970">
                <a:moveTo>
                  <a:pt x="383463" y="29209"/>
                </a:moveTo>
                <a:lnTo>
                  <a:pt x="379856" y="27939"/>
                </a:lnTo>
                <a:lnTo>
                  <a:pt x="382752" y="27939"/>
                </a:lnTo>
                <a:lnTo>
                  <a:pt x="383463" y="29209"/>
                </a:lnTo>
                <a:close/>
              </a:path>
              <a:path w="461009" h="648970">
                <a:moveTo>
                  <a:pt x="399630" y="34289"/>
                </a:moveTo>
                <a:lnTo>
                  <a:pt x="396443" y="31750"/>
                </a:lnTo>
                <a:lnTo>
                  <a:pt x="394474" y="31750"/>
                </a:lnTo>
                <a:lnTo>
                  <a:pt x="391134" y="30479"/>
                </a:lnTo>
                <a:lnTo>
                  <a:pt x="391807" y="30479"/>
                </a:lnTo>
                <a:lnTo>
                  <a:pt x="388391" y="29209"/>
                </a:lnTo>
                <a:lnTo>
                  <a:pt x="386295" y="29209"/>
                </a:lnTo>
                <a:lnTo>
                  <a:pt x="382752" y="27939"/>
                </a:lnTo>
                <a:lnTo>
                  <a:pt x="438680" y="27939"/>
                </a:lnTo>
                <a:lnTo>
                  <a:pt x="440905" y="30479"/>
                </a:lnTo>
                <a:lnTo>
                  <a:pt x="442851" y="33019"/>
                </a:lnTo>
                <a:lnTo>
                  <a:pt x="399008" y="33019"/>
                </a:lnTo>
                <a:lnTo>
                  <a:pt x="399630" y="34289"/>
                </a:lnTo>
                <a:close/>
              </a:path>
              <a:path w="461009" h="648970">
                <a:moveTo>
                  <a:pt x="71424" y="30479"/>
                </a:moveTo>
                <a:lnTo>
                  <a:pt x="72110" y="29209"/>
                </a:lnTo>
                <a:lnTo>
                  <a:pt x="74904" y="29209"/>
                </a:lnTo>
                <a:lnTo>
                  <a:pt x="71424" y="30479"/>
                </a:lnTo>
                <a:close/>
              </a:path>
              <a:path w="461009" h="648970">
                <a:moveTo>
                  <a:pt x="389077" y="30479"/>
                </a:moveTo>
                <a:lnTo>
                  <a:pt x="385597" y="29209"/>
                </a:lnTo>
                <a:lnTo>
                  <a:pt x="388391" y="29209"/>
                </a:lnTo>
                <a:lnTo>
                  <a:pt x="389077" y="30479"/>
                </a:lnTo>
                <a:close/>
              </a:path>
              <a:path w="461009" h="648970">
                <a:moveTo>
                  <a:pt x="63411" y="33019"/>
                </a:moveTo>
                <a:lnTo>
                  <a:pt x="64058" y="31750"/>
                </a:lnTo>
                <a:lnTo>
                  <a:pt x="66687" y="31750"/>
                </a:lnTo>
                <a:lnTo>
                  <a:pt x="63411" y="33019"/>
                </a:lnTo>
                <a:close/>
              </a:path>
              <a:path w="461009" h="648970">
                <a:moveTo>
                  <a:pt x="397090" y="33019"/>
                </a:moveTo>
                <a:lnTo>
                  <a:pt x="393814" y="31750"/>
                </a:lnTo>
                <a:lnTo>
                  <a:pt x="396443" y="31750"/>
                </a:lnTo>
                <a:lnTo>
                  <a:pt x="397090" y="33019"/>
                </a:lnTo>
                <a:close/>
              </a:path>
              <a:path w="461009" h="648970">
                <a:moveTo>
                  <a:pt x="60871" y="34289"/>
                </a:moveTo>
                <a:lnTo>
                  <a:pt x="61493" y="33019"/>
                </a:lnTo>
                <a:lnTo>
                  <a:pt x="62464" y="33019"/>
                </a:lnTo>
                <a:lnTo>
                  <a:pt x="60871" y="34289"/>
                </a:lnTo>
                <a:close/>
              </a:path>
              <a:path w="461009" h="648970">
                <a:moveTo>
                  <a:pt x="402107" y="35559"/>
                </a:moveTo>
                <a:lnTo>
                  <a:pt x="399008" y="33019"/>
                </a:lnTo>
                <a:lnTo>
                  <a:pt x="442851" y="33019"/>
                </a:lnTo>
                <a:lnTo>
                  <a:pt x="443824" y="34289"/>
                </a:lnTo>
                <a:lnTo>
                  <a:pt x="401497" y="34289"/>
                </a:lnTo>
                <a:lnTo>
                  <a:pt x="402107" y="35559"/>
                </a:lnTo>
                <a:close/>
              </a:path>
              <a:path w="461009" h="648970">
                <a:moveTo>
                  <a:pt x="58381" y="35559"/>
                </a:moveTo>
                <a:lnTo>
                  <a:pt x="58991" y="34289"/>
                </a:lnTo>
                <a:lnTo>
                  <a:pt x="59937" y="34289"/>
                </a:lnTo>
                <a:lnTo>
                  <a:pt x="58381" y="35559"/>
                </a:lnTo>
                <a:close/>
              </a:path>
              <a:path w="461009" h="648970">
                <a:moveTo>
                  <a:pt x="404520" y="36829"/>
                </a:moveTo>
                <a:lnTo>
                  <a:pt x="401497" y="34289"/>
                </a:lnTo>
                <a:lnTo>
                  <a:pt x="443824" y="34289"/>
                </a:lnTo>
                <a:lnTo>
                  <a:pt x="444797" y="35559"/>
                </a:lnTo>
                <a:lnTo>
                  <a:pt x="403936" y="35559"/>
                </a:lnTo>
                <a:lnTo>
                  <a:pt x="404520" y="36829"/>
                </a:lnTo>
                <a:close/>
              </a:path>
              <a:path w="461009" h="648970">
                <a:moveTo>
                  <a:pt x="55981" y="36829"/>
                </a:moveTo>
                <a:lnTo>
                  <a:pt x="56565" y="35559"/>
                </a:lnTo>
                <a:lnTo>
                  <a:pt x="57486" y="35559"/>
                </a:lnTo>
                <a:lnTo>
                  <a:pt x="55981" y="36829"/>
                </a:lnTo>
                <a:close/>
              </a:path>
              <a:path w="461009" h="648970">
                <a:moveTo>
                  <a:pt x="406857" y="38100"/>
                </a:moveTo>
                <a:lnTo>
                  <a:pt x="403936" y="35559"/>
                </a:lnTo>
                <a:lnTo>
                  <a:pt x="444797" y="35559"/>
                </a:lnTo>
                <a:lnTo>
                  <a:pt x="445770" y="36829"/>
                </a:lnTo>
                <a:lnTo>
                  <a:pt x="406006" y="36829"/>
                </a:lnTo>
                <a:lnTo>
                  <a:pt x="406857" y="38100"/>
                </a:lnTo>
                <a:close/>
              </a:path>
              <a:path w="461009" h="648970">
                <a:moveTo>
                  <a:pt x="53644" y="38100"/>
                </a:moveTo>
                <a:lnTo>
                  <a:pt x="54495" y="36829"/>
                </a:lnTo>
                <a:lnTo>
                  <a:pt x="55105" y="36829"/>
                </a:lnTo>
                <a:lnTo>
                  <a:pt x="53644" y="38100"/>
                </a:lnTo>
                <a:close/>
              </a:path>
              <a:path w="461009" h="648970">
                <a:moveTo>
                  <a:pt x="411556" y="41909"/>
                </a:moveTo>
                <a:lnTo>
                  <a:pt x="406006" y="36829"/>
                </a:lnTo>
                <a:lnTo>
                  <a:pt x="445770" y="36829"/>
                </a:lnTo>
                <a:lnTo>
                  <a:pt x="448106" y="40639"/>
                </a:lnTo>
                <a:lnTo>
                  <a:pt x="410502" y="40639"/>
                </a:lnTo>
                <a:lnTo>
                  <a:pt x="411556" y="41909"/>
                </a:lnTo>
                <a:close/>
              </a:path>
              <a:path w="461009" h="648970">
                <a:moveTo>
                  <a:pt x="48945" y="41909"/>
                </a:moveTo>
                <a:lnTo>
                  <a:pt x="49999" y="40639"/>
                </a:lnTo>
                <a:lnTo>
                  <a:pt x="50333" y="40639"/>
                </a:lnTo>
                <a:lnTo>
                  <a:pt x="48945" y="41909"/>
                </a:lnTo>
                <a:close/>
              </a:path>
              <a:path w="461009" h="648970">
                <a:moveTo>
                  <a:pt x="415607" y="45719"/>
                </a:moveTo>
                <a:lnTo>
                  <a:pt x="410502" y="40639"/>
                </a:lnTo>
                <a:lnTo>
                  <a:pt x="448106" y="40639"/>
                </a:lnTo>
                <a:lnTo>
                  <a:pt x="450189" y="44450"/>
                </a:lnTo>
                <a:lnTo>
                  <a:pt x="414654" y="44450"/>
                </a:lnTo>
                <a:lnTo>
                  <a:pt x="415607" y="45719"/>
                </a:lnTo>
                <a:close/>
              </a:path>
              <a:path w="461009" h="648970">
                <a:moveTo>
                  <a:pt x="44881" y="45719"/>
                </a:moveTo>
                <a:lnTo>
                  <a:pt x="45847" y="44450"/>
                </a:lnTo>
                <a:lnTo>
                  <a:pt x="46161" y="44450"/>
                </a:lnTo>
                <a:lnTo>
                  <a:pt x="44881" y="45719"/>
                </a:lnTo>
                <a:close/>
              </a:path>
              <a:path w="461009" h="648970">
                <a:moveTo>
                  <a:pt x="419303" y="49529"/>
                </a:moveTo>
                <a:lnTo>
                  <a:pt x="414654" y="44450"/>
                </a:lnTo>
                <a:lnTo>
                  <a:pt x="450189" y="44450"/>
                </a:lnTo>
                <a:lnTo>
                  <a:pt x="452094" y="48259"/>
                </a:lnTo>
                <a:lnTo>
                  <a:pt x="418426" y="48259"/>
                </a:lnTo>
                <a:lnTo>
                  <a:pt x="419303" y="49529"/>
                </a:lnTo>
                <a:close/>
              </a:path>
              <a:path w="461009" h="648970">
                <a:moveTo>
                  <a:pt x="41198" y="49529"/>
                </a:moveTo>
                <a:lnTo>
                  <a:pt x="42075" y="48259"/>
                </a:lnTo>
                <a:lnTo>
                  <a:pt x="42360" y="48259"/>
                </a:lnTo>
                <a:lnTo>
                  <a:pt x="41198" y="49529"/>
                </a:lnTo>
                <a:close/>
              </a:path>
              <a:path w="461009" h="648970">
                <a:moveTo>
                  <a:pt x="460603" y="86359"/>
                </a:moveTo>
                <a:lnTo>
                  <a:pt x="432041" y="86359"/>
                </a:lnTo>
                <a:lnTo>
                  <a:pt x="432028" y="85089"/>
                </a:lnTo>
                <a:lnTo>
                  <a:pt x="431939" y="82550"/>
                </a:lnTo>
                <a:lnTo>
                  <a:pt x="431698" y="80009"/>
                </a:lnTo>
                <a:lnTo>
                  <a:pt x="431317" y="76200"/>
                </a:lnTo>
                <a:lnTo>
                  <a:pt x="430796" y="73659"/>
                </a:lnTo>
                <a:lnTo>
                  <a:pt x="430136" y="71119"/>
                </a:lnTo>
                <a:lnTo>
                  <a:pt x="430301" y="71119"/>
                </a:lnTo>
                <a:lnTo>
                  <a:pt x="429336" y="68579"/>
                </a:lnTo>
                <a:lnTo>
                  <a:pt x="429552" y="68579"/>
                </a:lnTo>
                <a:lnTo>
                  <a:pt x="428409" y="66039"/>
                </a:lnTo>
                <a:lnTo>
                  <a:pt x="428663" y="66039"/>
                </a:lnTo>
                <a:lnTo>
                  <a:pt x="427367" y="63500"/>
                </a:lnTo>
                <a:lnTo>
                  <a:pt x="427634" y="63500"/>
                </a:lnTo>
                <a:lnTo>
                  <a:pt x="426199" y="60959"/>
                </a:lnTo>
                <a:lnTo>
                  <a:pt x="426504" y="60959"/>
                </a:lnTo>
                <a:lnTo>
                  <a:pt x="424903" y="58419"/>
                </a:lnTo>
                <a:lnTo>
                  <a:pt x="425234" y="58419"/>
                </a:lnTo>
                <a:lnTo>
                  <a:pt x="423506" y="55879"/>
                </a:lnTo>
                <a:lnTo>
                  <a:pt x="423862" y="55879"/>
                </a:lnTo>
                <a:lnTo>
                  <a:pt x="421995" y="53339"/>
                </a:lnTo>
                <a:lnTo>
                  <a:pt x="422579" y="53339"/>
                </a:lnTo>
                <a:lnTo>
                  <a:pt x="418426" y="48259"/>
                </a:lnTo>
                <a:lnTo>
                  <a:pt x="452094" y="48259"/>
                </a:lnTo>
                <a:lnTo>
                  <a:pt x="458863" y="68579"/>
                </a:lnTo>
                <a:lnTo>
                  <a:pt x="459613" y="72389"/>
                </a:lnTo>
                <a:lnTo>
                  <a:pt x="460171" y="77469"/>
                </a:lnTo>
                <a:lnTo>
                  <a:pt x="460501" y="81279"/>
                </a:lnTo>
                <a:lnTo>
                  <a:pt x="460603" y="86359"/>
                </a:lnTo>
                <a:close/>
              </a:path>
              <a:path w="461009" h="648970">
                <a:moveTo>
                  <a:pt x="29565" y="74929"/>
                </a:moveTo>
                <a:lnTo>
                  <a:pt x="29705" y="73659"/>
                </a:lnTo>
                <a:lnTo>
                  <a:pt x="29565" y="74929"/>
                </a:lnTo>
                <a:close/>
              </a:path>
              <a:path w="461009" h="648970">
                <a:moveTo>
                  <a:pt x="430936" y="74929"/>
                </a:moveTo>
                <a:lnTo>
                  <a:pt x="430669" y="73659"/>
                </a:lnTo>
                <a:lnTo>
                  <a:pt x="430936" y="74929"/>
                </a:lnTo>
                <a:close/>
              </a:path>
              <a:path w="461009" h="648970">
                <a:moveTo>
                  <a:pt x="29070" y="77469"/>
                </a:moveTo>
                <a:lnTo>
                  <a:pt x="29184" y="76200"/>
                </a:lnTo>
                <a:lnTo>
                  <a:pt x="29070" y="77469"/>
                </a:lnTo>
                <a:close/>
              </a:path>
              <a:path w="461009" h="648970">
                <a:moveTo>
                  <a:pt x="431419" y="77469"/>
                </a:moveTo>
                <a:lnTo>
                  <a:pt x="431211" y="76200"/>
                </a:lnTo>
                <a:lnTo>
                  <a:pt x="431419" y="77469"/>
                </a:lnTo>
                <a:close/>
              </a:path>
              <a:path w="461009" h="648970">
                <a:moveTo>
                  <a:pt x="28473" y="85883"/>
                </a:moveTo>
                <a:lnTo>
                  <a:pt x="28473" y="85089"/>
                </a:lnTo>
                <a:lnTo>
                  <a:pt x="28473" y="85883"/>
                </a:lnTo>
                <a:close/>
              </a:path>
              <a:path w="461009" h="648970">
                <a:moveTo>
                  <a:pt x="432028" y="85883"/>
                </a:moveTo>
                <a:lnTo>
                  <a:pt x="432007" y="85089"/>
                </a:lnTo>
                <a:lnTo>
                  <a:pt x="432028" y="85883"/>
                </a:lnTo>
                <a:close/>
              </a:path>
              <a:path w="461009" h="648970">
                <a:moveTo>
                  <a:pt x="460032" y="572769"/>
                </a:moveTo>
                <a:lnTo>
                  <a:pt x="431317" y="572769"/>
                </a:lnTo>
                <a:lnTo>
                  <a:pt x="431774" y="568959"/>
                </a:lnTo>
                <a:lnTo>
                  <a:pt x="431977" y="566419"/>
                </a:lnTo>
                <a:lnTo>
                  <a:pt x="432041" y="562609"/>
                </a:lnTo>
                <a:lnTo>
                  <a:pt x="432028" y="85883"/>
                </a:lnTo>
                <a:lnTo>
                  <a:pt x="432041" y="86359"/>
                </a:lnTo>
                <a:lnTo>
                  <a:pt x="460603" y="86359"/>
                </a:lnTo>
                <a:lnTo>
                  <a:pt x="460501" y="567689"/>
                </a:lnTo>
                <a:lnTo>
                  <a:pt x="460171" y="571500"/>
                </a:lnTo>
                <a:lnTo>
                  <a:pt x="460032" y="572769"/>
                </a:lnTo>
                <a:close/>
              </a:path>
              <a:path w="461009" h="648970">
                <a:moveTo>
                  <a:pt x="29281" y="572769"/>
                </a:moveTo>
                <a:lnTo>
                  <a:pt x="29070" y="571500"/>
                </a:lnTo>
                <a:lnTo>
                  <a:pt x="29281" y="572769"/>
                </a:lnTo>
                <a:close/>
              </a:path>
              <a:path w="461009" h="648970">
                <a:moveTo>
                  <a:pt x="459752" y="575309"/>
                </a:moveTo>
                <a:lnTo>
                  <a:pt x="430796" y="575309"/>
                </a:lnTo>
                <a:lnTo>
                  <a:pt x="431419" y="571500"/>
                </a:lnTo>
                <a:lnTo>
                  <a:pt x="431317" y="572769"/>
                </a:lnTo>
                <a:lnTo>
                  <a:pt x="460032" y="572769"/>
                </a:lnTo>
                <a:lnTo>
                  <a:pt x="459752" y="575309"/>
                </a:lnTo>
                <a:close/>
              </a:path>
              <a:path w="461009" h="648970">
                <a:moveTo>
                  <a:pt x="29832" y="575309"/>
                </a:moveTo>
                <a:lnTo>
                  <a:pt x="29565" y="574039"/>
                </a:lnTo>
                <a:lnTo>
                  <a:pt x="29832" y="575309"/>
                </a:lnTo>
                <a:close/>
              </a:path>
              <a:path w="461009" h="648970">
                <a:moveTo>
                  <a:pt x="454338" y="595629"/>
                </a:moveTo>
                <a:lnTo>
                  <a:pt x="421995" y="595629"/>
                </a:lnTo>
                <a:lnTo>
                  <a:pt x="423862" y="593089"/>
                </a:lnTo>
                <a:lnTo>
                  <a:pt x="423506" y="593089"/>
                </a:lnTo>
                <a:lnTo>
                  <a:pt x="425234" y="590550"/>
                </a:lnTo>
                <a:lnTo>
                  <a:pt x="424903" y="590550"/>
                </a:lnTo>
                <a:lnTo>
                  <a:pt x="426504" y="588009"/>
                </a:lnTo>
                <a:lnTo>
                  <a:pt x="426199" y="588009"/>
                </a:lnTo>
                <a:lnTo>
                  <a:pt x="427634" y="585469"/>
                </a:lnTo>
                <a:lnTo>
                  <a:pt x="427367" y="585469"/>
                </a:lnTo>
                <a:lnTo>
                  <a:pt x="428663" y="582929"/>
                </a:lnTo>
                <a:lnTo>
                  <a:pt x="428409" y="582929"/>
                </a:lnTo>
                <a:lnTo>
                  <a:pt x="429552" y="580389"/>
                </a:lnTo>
                <a:lnTo>
                  <a:pt x="429336" y="580389"/>
                </a:lnTo>
                <a:lnTo>
                  <a:pt x="430301" y="577850"/>
                </a:lnTo>
                <a:lnTo>
                  <a:pt x="430136" y="577850"/>
                </a:lnTo>
                <a:lnTo>
                  <a:pt x="430936" y="574039"/>
                </a:lnTo>
                <a:lnTo>
                  <a:pt x="430796" y="575309"/>
                </a:lnTo>
                <a:lnTo>
                  <a:pt x="459752" y="575309"/>
                </a:lnTo>
                <a:lnTo>
                  <a:pt x="459613" y="576579"/>
                </a:lnTo>
                <a:lnTo>
                  <a:pt x="458863" y="580389"/>
                </a:lnTo>
                <a:lnTo>
                  <a:pt x="457898" y="584200"/>
                </a:lnTo>
                <a:lnTo>
                  <a:pt x="456730" y="589279"/>
                </a:lnTo>
                <a:lnTo>
                  <a:pt x="455371" y="593089"/>
                </a:lnTo>
                <a:lnTo>
                  <a:pt x="454338" y="595629"/>
                </a:lnTo>
                <a:close/>
              </a:path>
              <a:path w="461009" h="648970">
                <a:moveTo>
                  <a:pt x="38752" y="595629"/>
                </a:moveTo>
                <a:lnTo>
                  <a:pt x="38506" y="595629"/>
                </a:lnTo>
                <a:lnTo>
                  <a:pt x="37922" y="594359"/>
                </a:lnTo>
                <a:lnTo>
                  <a:pt x="38752" y="595629"/>
                </a:lnTo>
                <a:close/>
              </a:path>
              <a:path w="461009" h="648970">
                <a:moveTo>
                  <a:pt x="452094" y="600709"/>
                </a:moveTo>
                <a:lnTo>
                  <a:pt x="418426" y="600709"/>
                </a:lnTo>
                <a:lnTo>
                  <a:pt x="419303" y="599439"/>
                </a:lnTo>
                <a:lnTo>
                  <a:pt x="422579" y="594359"/>
                </a:lnTo>
                <a:lnTo>
                  <a:pt x="421995" y="595629"/>
                </a:lnTo>
                <a:lnTo>
                  <a:pt x="454338" y="595629"/>
                </a:lnTo>
                <a:lnTo>
                  <a:pt x="453821" y="596900"/>
                </a:lnTo>
                <a:lnTo>
                  <a:pt x="452094" y="600709"/>
                </a:lnTo>
                <a:close/>
              </a:path>
              <a:path w="461009" h="648970">
                <a:moveTo>
                  <a:pt x="42075" y="600709"/>
                </a:moveTo>
                <a:lnTo>
                  <a:pt x="41198" y="599439"/>
                </a:lnTo>
                <a:lnTo>
                  <a:pt x="41359" y="599615"/>
                </a:lnTo>
                <a:lnTo>
                  <a:pt x="42075" y="600709"/>
                </a:lnTo>
                <a:close/>
              </a:path>
              <a:path w="461009" h="648970">
                <a:moveTo>
                  <a:pt x="41359" y="599615"/>
                </a:moveTo>
                <a:lnTo>
                  <a:pt x="41198" y="599439"/>
                </a:lnTo>
                <a:lnTo>
                  <a:pt x="41359" y="599615"/>
                </a:lnTo>
                <a:close/>
              </a:path>
              <a:path w="461009" h="648970">
                <a:moveTo>
                  <a:pt x="419142" y="599615"/>
                </a:moveTo>
                <a:lnTo>
                  <a:pt x="419257" y="599439"/>
                </a:lnTo>
                <a:lnTo>
                  <a:pt x="419142" y="599615"/>
                </a:lnTo>
                <a:close/>
              </a:path>
              <a:path w="461009" h="648970">
                <a:moveTo>
                  <a:pt x="418426" y="600709"/>
                </a:moveTo>
                <a:lnTo>
                  <a:pt x="419142" y="599615"/>
                </a:lnTo>
                <a:lnTo>
                  <a:pt x="419303" y="599439"/>
                </a:lnTo>
                <a:lnTo>
                  <a:pt x="418426" y="600709"/>
                </a:lnTo>
                <a:close/>
              </a:path>
              <a:path w="461009" h="648970">
                <a:moveTo>
                  <a:pt x="42360" y="600709"/>
                </a:moveTo>
                <a:lnTo>
                  <a:pt x="42075" y="600709"/>
                </a:lnTo>
                <a:lnTo>
                  <a:pt x="41359" y="599615"/>
                </a:lnTo>
                <a:lnTo>
                  <a:pt x="42360" y="600709"/>
                </a:lnTo>
                <a:close/>
              </a:path>
              <a:path w="461009" h="648970">
                <a:moveTo>
                  <a:pt x="450189" y="604519"/>
                </a:moveTo>
                <a:lnTo>
                  <a:pt x="414654" y="604519"/>
                </a:lnTo>
                <a:lnTo>
                  <a:pt x="419142" y="599615"/>
                </a:lnTo>
                <a:lnTo>
                  <a:pt x="418426" y="600709"/>
                </a:lnTo>
                <a:lnTo>
                  <a:pt x="452094" y="600709"/>
                </a:lnTo>
                <a:lnTo>
                  <a:pt x="450189" y="604519"/>
                </a:lnTo>
                <a:close/>
              </a:path>
              <a:path w="461009" h="648970">
                <a:moveTo>
                  <a:pt x="46161" y="604519"/>
                </a:moveTo>
                <a:lnTo>
                  <a:pt x="45847" y="604519"/>
                </a:lnTo>
                <a:lnTo>
                  <a:pt x="44881" y="603250"/>
                </a:lnTo>
                <a:lnTo>
                  <a:pt x="46161" y="604519"/>
                </a:lnTo>
                <a:close/>
              </a:path>
              <a:path w="461009" h="648970">
                <a:moveTo>
                  <a:pt x="448106" y="608329"/>
                </a:moveTo>
                <a:lnTo>
                  <a:pt x="410502" y="608329"/>
                </a:lnTo>
                <a:lnTo>
                  <a:pt x="415607" y="603250"/>
                </a:lnTo>
                <a:lnTo>
                  <a:pt x="414654" y="604519"/>
                </a:lnTo>
                <a:lnTo>
                  <a:pt x="450189" y="604519"/>
                </a:lnTo>
                <a:lnTo>
                  <a:pt x="448106" y="608329"/>
                </a:lnTo>
                <a:close/>
              </a:path>
              <a:path w="461009" h="648970">
                <a:moveTo>
                  <a:pt x="50795" y="608329"/>
                </a:moveTo>
                <a:lnTo>
                  <a:pt x="49999" y="608329"/>
                </a:lnTo>
                <a:lnTo>
                  <a:pt x="48945" y="607059"/>
                </a:lnTo>
                <a:lnTo>
                  <a:pt x="50795" y="608329"/>
                </a:lnTo>
                <a:close/>
              </a:path>
              <a:path w="461009" h="648970">
                <a:moveTo>
                  <a:pt x="444797" y="613409"/>
                </a:moveTo>
                <a:lnTo>
                  <a:pt x="403936" y="613409"/>
                </a:lnTo>
                <a:lnTo>
                  <a:pt x="406857" y="610869"/>
                </a:lnTo>
                <a:lnTo>
                  <a:pt x="406006" y="610869"/>
                </a:lnTo>
                <a:lnTo>
                  <a:pt x="411556" y="607059"/>
                </a:lnTo>
                <a:lnTo>
                  <a:pt x="410502" y="608329"/>
                </a:lnTo>
                <a:lnTo>
                  <a:pt x="448106" y="608329"/>
                </a:lnTo>
                <a:lnTo>
                  <a:pt x="445770" y="612139"/>
                </a:lnTo>
                <a:lnTo>
                  <a:pt x="444797" y="613409"/>
                </a:lnTo>
                <a:close/>
              </a:path>
              <a:path w="461009" h="648970">
                <a:moveTo>
                  <a:pt x="57486" y="613409"/>
                </a:moveTo>
                <a:lnTo>
                  <a:pt x="56565" y="613409"/>
                </a:lnTo>
                <a:lnTo>
                  <a:pt x="55981" y="612139"/>
                </a:lnTo>
                <a:lnTo>
                  <a:pt x="57486" y="613409"/>
                </a:lnTo>
                <a:close/>
              </a:path>
              <a:path w="461009" h="648970">
                <a:moveTo>
                  <a:pt x="443824" y="614679"/>
                </a:moveTo>
                <a:lnTo>
                  <a:pt x="401497" y="614679"/>
                </a:lnTo>
                <a:lnTo>
                  <a:pt x="404520" y="612139"/>
                </a:lnTo>
                <a:lnTo>
                  <a:pt x="403936" y="613409"/>
                </a:lnTo>
                <a:lnTo>
                  <a:pt x="444797" y="613409"/>
                </a:lnTo>
                <a:lnTo>
                  <a:pt x="443824" y="614679"/>
                </a:lnTo>
                <a:close/>
              </a:path>
              <a:path w="461009" h="648970">
                <a:moveTo>
                  <a:pt x="59937" y="614679"/>
                </a:moveTo>
                <a:lnTo>
                  <a:pt x="58991" y="614679"/>
                </a:lnTo>
                <a:lnTo>
                  <a:pt x="58381" y="613409"/>
                </a:lnTo>
                <a:lnTo>
                  <a:pt x="59937" y="614679"/>
                </a:lnTo>
                <a:close/>
              </a:path>
              <a:path w="461009" h="648970">
                <a:moveTo>
                  <a:pt x="438680" y="621029"/>
                </a:moveTo>
                <a:lnTo>
                  <a:pt x="379856" y="621029"/>
                </a:lnTo>
                <a:lnTo>
                  <a:pt x="383463" y="619759"/>
                </a:lnTo>
                <a:lnTo>
                  <a:pt x="388391" y="619759"/>
                </a:lnTo>
                <a:lnTo>
                  <a:pt x="391807" y="618489"/>
                </a:lnTo>
                <a:lnTo>
                  <a:pt x="391134" y="618489"/>
                </a:lnTo>
                <a:lnTo>
                  <a:pt x="394474" y="617219"/>
                </a:lnTo>
                <a:lnTo>
                  <a:pt x="393814" y="617219"/>
                </a:lnTo>
                <a:lnTo>
                  <a:pt x="397090" y="615950"/>
                </a:lnTo>
                <a:lnTo>
                  <a:pt x="399008" y="615950"/>
                </a:lnTo>
                <a:lnTo>
                  <a:pt x="402107" y="613409"/>
                </a:lnTo>
                <a:lnTo>
                  <a:pt x="401497" y="614679"/>
                </a:lnTo>
                <a:lnTo>
                  <a:pt x="443824" y="614679"/>
                </a:lnTo>
                <a:lnTo>
                  <a:pt x="440905" y="618489"/>
                </a:lnTo>
                <a:lnTo>
                  <a:pt x="438680" y="621029"/>
                </a:lnTo>
                <a:close/>
              </a:path>
              <a:path w="461009" h="648970">
                <a:moveTo>
                  <a:pt x="64058" y="615950"/>
                </a:moveTo>
                <a:lnTo>
                  <a:pt x="61493" y="615950"/>
                </a:lnTo>
                <a:lnTo>
                  <a:pt x="60871" y="614679"/>
                </a:lnTo>
                <a:lnTo>
                  <a:pt x="64058" y="615950"/>
                </a:lnTo>
                <a:close/>
              </a:path>
              <a:path w="461009" h="648970">
                <a:moveTo>
                  <a:pt x="399008" y="615950"/>
                </a:moveTo>
                <a:lnTo>
                  <a:pt x="396443" y="615950"/>
                </a:lnTo>
                <a:lnTo>
                  <a:pt x="399630" y="614679"/>
                </a:lnTo>
                <a:lnTo>
                  <a:pt x="399008" y="615950"/>
                </a:lnTo>
                <a:close/>
              </a:path>
              <a:path w="461009" h="648970">
                <a:moveTo>
                  <a:pt x="74904" y="619759"/>
                </a:moveTo>
                <a:lnTo>
                  <a:pt x="72110" y="619759"/>
                </a:lnTo>
                <a:lnTo>
                  <a:pt x="71424" y="618489"/>
                </a:lnTo>
                <a:lnTo>
                  <a:pt x="74904" y="619759"/>
                </a:lnTo>
                <a:close/>
              </a:path>
              <a:path w="461009" h="648970">
                <a:moveTo>
                  <a:pt x="388391" y="619759"/>
                </a:moveTo>
                <a:lnTo>
                  <a:pt x="385597" y="619759"/>
                </a:lnTo>
                <a:lnTo>
                  <a:pt x="389077" y="618489"/>
                </a:lnTo>
                <a:lnTo>
                  <a:pt x="388391" y="6197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78162" y="5112753"/>
            <a:ext cx="661035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 spc="-10">
                <a:latin typeface="Symbol"/>
                <a:cs typeface="Symbol"/>
              </a:rPr>
              <a:t></a:t>
            </a:r>
            <a:r>
              <a:rPr dirty="0" sz="3650" spc="-5" i="1">
                <a:latin typeface="Times New Roman"/>
                <a:cs typeface="Times New Roman"/>
              </a:rPr>
              <a:t>Φ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80077" y="5354027"/>
            <a:ext cx="1140460" cy="152400"/>
          </a:xfrm>
          <a:custGeom>
            <a:avLst/>
            <a:gdLst/>
            <a:ahLst/>
            <a:cxnLst/>
            <a:rect l="l" t="t" r="r" b="b"/>
            <a:pathLst>
              <a:path w="1140460" h="152400">
                <a:moveTo>
                  <a:pt x="911555" y="152400"/>
                </a:moveTo>
                <a:lnTo>
                  <a:pt x="911555" y="0"/>
                </a:lnTo>
                <a:lnTo>
                  <a:pt x="1025855" y="38100"/>
                </a:lnTo>
                <a:lnTo>
                  <a:pt x="1025855" y="114300"/>
                </a:lnTo>
                <a:lnTo>
                  <a:pt x="911555" y="152400"/>
                </a:lnTo>
                <a:close/>
              </a:path>
              <a:path w="1140460" h="152400">
                <a:moveTo>
                  <a:pt x="911555" y="114300"/>
                </a:moveTo>
                <a:lnTo>
                  <a:pt x="0" y="114300"/>
                </a:lnTo>
                <a:lnTo>
                  <a:pt x="0" y="38100"/>
                </a:lnTo>
                <a:lnTo>
                  <a:pt x="911555" y="38100"/>
                </a:lnTo>
                <a:lnTo>
                  <a:pt x="911555" y="114300"/>
                </a:lnTo>
                <a:close/>
              </a:path>
              <a:path w="1140460" h="152400">
                <a:moveTo>
                  <a:pt x="1025855" y="114300"/>
                </a:moveTo>
                <a:lnTo>
                  <a:pt x="1025855" y="38100"/>
                </a:lnTo>
                <a:lnTo>
                  <a:pt x="1140155" y="76200"/>
                </a:lnTo>
                <a:lnTo>
                  <a:pt x="1025855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455081" y="5093208"/>
            <a:ext cx="527685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00" spc="-1250" i="1">
                <a:latin typeface="Times New Roman"/>
                <a:cs typeface="Times New Roman"/>
              </a:rPr>
              <a:t>E</a:t>
            </a:r>
            <a:r>
              <a:rPr dirty="0" sz="3400" spc="10" i="1">
                <a:latin typeface="Times New Roman"/>
                <a:cs typeface="Times New Roman"/>
              </a:rPr>
              <a:t>I</a:t>
            </a:r>
            <a:r>
              <a:rPr dirty="0" baseline="-25641" sz="2925" spc="37" b="1">
                <a:latin typeface="微软雅黑"/>
                <a:cs typeface="微软雅黑"/>
              </a:rPr>
              <a:t>感</a:t>
            </a:r>
            <a:endParaRPr baseline="-25641" sz="2925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413643" y="4882146"/>
            <a:ext cx="7759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2976" sz="4200" spc="-3750" b="1">
                <a:latin typeface="华文楷体"/>
                <a:cs typeface="华文楷体"/>
              </a:rPr>
              <a:t>闭</a:t>
            </a:r>
            <a:r>
              <a:rPr dirty="0" sz="2800" spc="-310" b="1">
                <a:latin typeface="华文楷体"/>
                <a:cs typeface="华文楷体"/>
              </a:rPr>
              <a:t>产</a:t>
            </a:r>
            <a:r>
              <a:rPr dirty="0" baseline="-2976" sz="4200" spc="-3750" b="1">
                <a:latin typeface="华文楷体"/>
                <a:cs typeface="华文楷体"/>
              </a:rPr>
              <a:t>合</a:t>
            </a:r>
            <a:r>
              <a:rPr dirty="0" sz="2800" spc="-10" b="1">
                <a:latin typeface="华文楷体"/>
                <a:cs typeface="华文楷体"/>
              </a:rPr>
              <a:t>生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46020" y="4239767"/>
            <a:ext cx="1127759" cy="1281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36006" y="1283665"/>
            <a:ext cx="787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回顾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0159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95016" y="1504188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94660" y="17282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58711" y="2602992"/>
            <a:ext cx="2648712" cy="19126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64279" y="2602992"/>
            <a:ext cx="2505455" cy="19126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67483" y="1196339"/>
            <a:ext cx="7988808" cy="4494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3301" y="4385322"/>
            <a:ext cx="4300855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700"/>
              </a:spcBef>
            </a:pPr>
            <a:r>
              <a:rPr dirty="0" sz="2400" b="1">
                <a:latin typeface="华文楷体"/>
                <a:cs typeface="华文楷体"/>
              </a:rPr>
              <a:t>感应电动势的大</a:t>
            </a:r>
            <a:r>
              <a:rPr dirty="0" sz="2400" spc="-5" b="1">
                <a:latin typeface="华文楷体"/>
                <a:cs typeface="华文楷体"/>
              </a:rPr>
              <a:t>小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b="1">
                <a:latin typeface="华文楷体"/>
                <a:cs typeface="华文楷体"/>
              </a:rPr>
              <a:t>可能跟磁通量的变化快慢有关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46020" y="4239767"/>
            <a:ext cx="1127759" cy="1281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36006" y="1283665"/>
            <a:ext cx="78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0159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95016" y="1504188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94660" y="17282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60420" y="2261616"/>
            <a:ext cx="2720340" cy="1927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21552" y="2308860"/>
            <a:ext cx="2319528" cy="1674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93735" y="3924300"/>
            <a:ext cx="16764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88691" y="2187968"/>
            <a:ext cx="5418455" cy="3193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实验目的：</a:t>
            </a:r>
            <a:endParaRPr sz="2400">
              <a:latin typeface="黑体"/>
              <a:cs typeface="黑体"/>
            </a:endParaRPr>
          </a:p>
          <a:p>
            <a:pPr marL="88900" marR="5080" indent="-26670">
              <a:lnSpc>
                <a:spcPts val="5520"/>
              </a:lnSpc>
              <a:spcBef>
                <a:spcPts val="515"/>
              </a:spcBef>
            </a:pPr>
            <a:r>
              <a:rPr dirty="0" sz="2800" b="1">
                <a:latin typeface="华文楷体"/>
                <a:cs typeface="华文楷体"/>
              </a:rPr>
              <a:t>研究影响感应电动势大小的因素</a:t>
            </a:r>
            <a:r>
              <a:rPr dirty="0" sz="2800" spc="-5" b="1">
                <a:latin typeface="华文楷体"/>
                <a:cs typeface="华文楷体"/>
              </a:rPr>
              <a:t>。 </a:t>
            </a:r>
            <a:r>
              <a:rPr dirty="0" sz="2800" b="1">
                <a:latin typeface="华文楷体"/>
                <a:cs typeface="华文楷体"/>
              </a:rPr>
              <a:t>猜想：可能的影响因素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53340" marR="293370">
              <a:lnSpc>
                <a:spcPts val="5520"/>
              </a:lnSpc>
              <a:spcBef>
                <a:spcPts val="10"/>
              </a:spcBef>
            </a:pPr>
            <a:r>
              <a:rPr dirty="0" sz="2800" b="1">
                <a:latin typeface="华文楷体"/>
                <a:cs typeface="华文楷体"/>
              </a:rPr>
              <a:t>变化所用时间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r>
              <a:rPr dirty="0" sz="2800" spc="-160" b="1">
                <a:latin typeface="华文楷体"/>
                <a:cs typeface="华文楷体"/>
              </a:rPr>
              <a:t> </a:t>
            </a:r>
            <a:r>
              <a:rPr dirty="0" baseline="-1984" sz="4200" b="1">
                <a:latin typeface="华文楷体"/>
                <a:cs typeface="华文楷体"/>
              </a:rPr>
              <a:t>磁铁磁性强弱</a:t>
            </a:r>
            <a:r>
              <a:rPr dirty="0" baseline="-1984" sz="4200" spc="-15" b="1">
                <a:latin typeface="华文楷体"/>
                <a:cs typeface="华文楷体"/>
              </a:rPr>
              <a:t>？  </a:t>
            </a:r>
            <a:r>
              <a:rPr dirty="0" sz="2800" b="1">
                <a:latin typeface="华文楷体"/>
                <a:cs typeface="华文楷体"/>
              </a:rPr>
              <a:t>线圈匝数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100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0159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95016" y="1504188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94660" y="17282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0159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08465" y="2245829"/>
            <a:ext cx="3997325" cy="2736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实验方</a:t>
            </a:r>
            <a:r>
              <a:rPr dirty="0" sz="2800" spc="-5">
                <a:latin typeface="黑体"/>
                <a:cs typeface="黑体"/>
              </a:rPr>
              <a:t>法</a:t>
            </a:r>
            <a:endParaRPr sz="2800">
              <a:latin typeface="黑体"/>
              <a:cs typeface="黑体"/>
            </a:endParaRPr>
          </a:p>
          <a:p>
            <a:pPr marL="305435">
              <a:lnSpc>
                <a:spcPct val="100000"/>
              </a:lnSpc>
              <a:spcBef>
                <a:spcPts val="217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控制变量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！</a:t>
            </a:r>
            <a:endParaRPr sz="2800">
              <a:latin typeface="华文楷体"/>
              <a:cs typeface="华文楷体"/>
            </a:endParaRPr>
          </a:p>
          <a:p>
            <a:pPr marL="12700" marR="5080" indent="307340">
              <a:lnSpc>
                <a:spcPct val="120800"/>
              </a:lnSpc>
              <a:spcBef>
                <a:spcPts val="2015"/>
              </a:spcBef>
            </a:pPr>
            <a:r>
              <a:rPr dirty="0" sz="2400" b="1">
                <a:latin typeface="华文楷体"/>
                <a:cs typeface="华文楷体"/>
              </a:rPr>
              <a:t>分别改变磁铁下落的时间</a:t>
            </a:r>
            <a:r>
              <a:rPr dirty="0" sz="2400" spc="-5" b="1">
                <a:latin typeface="华文楷体"/>
                <a:cs typeface="华文楷体"/>
              </a:rPr>
              <a:t>、 </a:t>
            </a:r>
            <a:r>
              <a:rPr dirty="0" sz="2400" b="1">
                <a:latin typeface="华文楷体"/>
                <a:cs typeface="华文楷体"/>
              </a:rPr>
              <a:t>磁性的强弱、线圈的匝数</a:t>
            </a:r>
            <a:r>
              <a:rPr dirty="0" sz="2400" spc="-5" b="1">
                <a:latin typeface="华文楷体"/>
                <a:cs typeface="华文楷体"/>
              </a:rPr>
              <a:t>，  </a:t>
            </a:r>
            <a:r>
              <a:rPr dirty="0" sz="2400" b="1">
                <a:latin typeface="华文楷体"/>
                <a:cs typeface="华文楷体"/>
              </a:rPr>
              <a:t>重复实验……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56476" y="2755392"/>
            <a:ext cx="2272283" cy="2272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63252" y="2245829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实验装</a:t>
            </a:r>
            <a:r>
              <a:rPr dirty="0" sz="2800" spc="-5">
                <a:latin typeface="黑体"/>
                <a:cs typeface="黑体"/>
              </a:rPr>
              <a:t>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63221" y="5166448"/>
            <a:ext cx="3689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线圈的两端与毫伏表相连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40779" y="2875788"/>
            <a:ext cx="2795016" cy="2116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09088" y="2875788"/>
            <a:ext cx="2929128" cy="2051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47359" y="3674364"/>
            <a:ext cx="660400" cy="304800"/>
          </a:xfrm>
          <a:custGeom>
            <a:avLst/>
            <a:gdLst/>
            <a:ahLst/>
            <a:cxnLst/>
            <a:rect l="l" t="t" r="r" b="b"/>
            <a:pathLst>
              <a:path w="660400" h="304800">
                <a:moveTo>
                  <a:pt x="507491" y="304800"/>
                </a:moveTo>
                <a:lnTo>
                  <a:pt x="507491" y="228600"/>
                </a:lnTo>
                <a:lnTo>
                  <a:pt x="0" y="228600"/>
                </a:lnTo>
                <a:lnTo>
                  <a:pt x="0" y="76200"/>
                </a:lnTo>
                <a:lnTo>
                  <a:pt x="507491" y="76200"/>
                </a:lnTo>
                <a:lnTo>
                  <a:pt x="507491" y="0"/>
                </a:lnTo>
                <a:lnTo>
                  <a:pt x="659891" y="152400"/>
                </a:lnTo>
                <a:lnTo>
                  <a:pt x="507491" y="304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41467" y="3658870"/>
            <a:ext cx="675640" cy="335915"/>
          </a:xfrm>
          <a:custGeom>
            <a:avLst/>
            <a:gdLst/>
            <a:ahLst/>
            <a:cxnLst/>
            <a:rect l="l" t="t" r="r" b="b"/>
            <a:pathLst>
              <a:path w="675639" h="335914">
                <a:moveTo>
                  <a:pt x="507530" y="91528"/>
                </a:moveTo>
                <a:lnTo>
                  <a:pt x="507530" y="0"/>
                </a:lnTo>
                <a:lnTo>
                  <a:pt x="522860" y="15328"/>
                </a:lnTo>
                <a:lnTo>
                  <a:pt x="520230" y="15328"/>
                </a:lnTo>
                <a:lnTo>
                  <a:pt x="509397" y="19812"/>
                </a:lnTo>
                <a:lnTo>
                  <a:pt x="520230" y="30645"/>
                </a:lnTo>
                <a:lnTo>
                  <a:pt x="520230" y="85178"/>
                </a:lnTo>
                <a:lnTo>
                  <a:pt x="513880" y="85178"/>
                </a:lnTo>
                <a:lnTo>
                  <a:pt x="507530" y="91528"/>
                </a:lnTo>
                <a:close/>
              </a:path>
              <a:path w="675639" h="335914">
                <a:moveTo>
                  <a:pt x="520230" y="30645"/>
                </a:moveTo>
                <a:lnTo>
                  <a:pt x="509397" y="19812"/>
                </a:lnTo>
                <a:lnTo>
                  <a:pt x="520230" y="15328"/>
                </a:lnTo>
                <a:lnTo>
                  <a:pt x="520230" y="30645"/>
                </a:lnTo>
                <a:close/>
              </a:path>
              <a:path w="675639" h="335914">
                <a:moveTo>
                  <a:pt x="657307" y="167722"/>
                </a:moveTo>
                <a:lnTo>
                  <a:pt x="520230" y="30645"/>
                </a:lnTo>
                <a:lnTo>
                  <a:pt x="520230" y="15328"/>
                </a:lnTo>
                <a:lnTo>
                  <a:pt x="522860" y="15328"/>
                </a:lnTo>
                <a:lnTo>
                  <a:pt x="670775" y="163233"/>
                </a:lnTo>
                <a:lnTo>
                  <a:pt x="661797" y="163233"/>
                </a:lnTo>
                <a:lnTo>
                  <a:pt x="657307" y="167722"/>
                </a:lnTo>
                <a:close/>
              </a:path>
              <a:path w="675639" h="335914">
                <a:moveTo>
                  <a:pt x="507530" y="250278"/>
                </a:moveTo>
                <a:lnTo>
                  <a:pt x="0" y="250278"/>
                </a:lnTo>
                <a:lnTo>
                  <a:pt x="0" y="85178"/>
                </a:lnTo>
                <a:lnTo>
                  <a:pt x="507530" y="85178"/>
                </a:lnTo>
                <a:lnTo>
                  <a:pt x="507530" y="91528"/>
                </a:lnTo>
                <a:lnTo>
                  <a:pt x="12700" y="91528"/>
                </a:lnTo>
                <a:lnTo>
                  <a:pt x="6350" y="97878"/>
                </a:lnTo>
                <a:lnTo>
                  <a:pt x="12700" y="97878"/>
                </a:lnTo>
                <a:lnTo>
                  <a:pt x="12700" y="237578"/>
                </a:lnTo>
                <a:lnTo>
                  <a:pt x="6350" y="237578"/>
                </a:lnTo>
                <a:lnTo>
                  <a:pt x="12700" y="243928"/>
                </a:lnTo>
                <a:lnTo>
                  <a:pt x="507530" y="243928"/>
                </a:lnTo>
                <a:lnTo>
                  <a:pt x="507530" y="250278"/>
                </a:lnTo>
                <a:close/>
              </a:path>
              <a:path w="675639" h="335914">
                <a:moveTo>
                  <a:pt x="520230" y="97878"/>
                </a:moveTo>
                <a:lnTo>
                  <a:pt x="12700" y="97878"/>
                </a:lnTo>
                <a:lnTo>
                  <a:pt x="12700" y="91528"/>
                </a:lnTo>
                <a:lnTo>
                  <a:pt x="507530" y="91528"/>
                </a:lnTo>
                <a:lnTo>
                  <a:pt x="513880" y="85178"/>
                </a:lnTo>
                <a:lnTo>
                  <a:pt x="520230" y="85178"/>
                </a:lnTo>
                <a:lnTo>
                  <a:pt x="520230" y="97878"/>
                </a:lnTo>
                <a:close/>
              </a:path>
              <a:path w="675639" h="335914">
                <a:moveTo>
                  <a:pt x="12700" y="97878"/>
                </a:moveTo>
                <a:lnTo>
                  <a:pt x="6350" y="97878"/>
                </a:lnTo>
                <a:lnTo>
                  <a:pt x="12700" y="91528"/>
                </a:lnTo>
                <a:lnTo>
                  <a:pt x="12700" y="97878"/>
                </a:lnTo>
                <a:close/>
              </a:path>
              <a:path w="675639" h="335914">
                <a:moveTo>
                  <a:pt x="661797" y="172212"/>
                </a:moveTo>
                <a:lnTo>
                  <a:pt x="657307" y="167722"/>
                </a:lnTo>
                <a:lnTo>
                  <a:pt x="661797" y="163233"/>
                </a:lnTo>
                <a:lnTo>
                  <a:pt x="661797" y="172212"/>
                </a:lnTo>
                <a:close/>
              </a:path>
              <a:path w="675639" h="335914">
                <a:moveTo>
                  <a:pt x="670788" y="172212"/>
                </a:moveTo>
                <a:lnTo>
                  <a:pt x="661797" y="172212"/>
                </a:lnTo>
                <a:lnTo>
                  <a:pt x="661797" y="163233"/>
                </a:lnTo>
                <a:lnTo>
                  <a:pt x="670775" y="163233"/>
                </a:lnTo>
                <a:lnTo>
                  <a:pt x="675271" y="167728"/>
                </a:lnTo>
                <a:lnTo>
                  <a:pt x="670788" y="172212"/>
                </a:lnTo>
                <a:close/>
              </a:path>
              <a:path w="675639" h="335914">
                <a:moveTo>
                  <a:pt x="522860" y="320128"/>
                </a:moveTo>
                <a:lnTo>
                  <a:pt x="520230" y="320128"/>
                </a:lnTo>
                <a:lnTo>
                  <a:pt x="520230" y="304800"/>
                </a:lnTo>
                <a:lnTo>
                  <a:pt x="657313" y="167728"/>
                </a:lnTo>
                <a:lnTo>
                  <a:pt x="661797" y="172212"/>
                </a:lnTo>
                <a:lnTo>
                  <a:pt x="670788" y="172212"/>
                </a:lnTo>
                <a:lnTo>
                  <a:pt x="522860" y="320128"/>
                </a:lnTo>
                <a:close/>
              </a:path>
              <a:path w="675639" h="335914">
                <a:moveTo>
                  <a:pt x="12700" y="243928"/>
                </a:moveTo>
                <a:lnTo>
                  <a:pt x="6350" y="237578"/>
                </a:lnTo>
                <a:lnTo>
                  <a:pt x="12700" y="237578"/>
                </a:lnTo>
                <a:lnTo>
                  <a:pt x="12700" y="243928"/>
                </a:lnTo>
                <a:close/>
              </a:path>
              <a:path w="675639" h="335914">
                <a:moveTo>
                  <a:pt x="520230" y="250278"/>
                </a:moveTo>
                <a:lnTo>
                  <a:pt x="513880" y="250278"/>
                </a:lnTo>
                <a:lnTo>
                  <a:pt x="507530" y="243928"/>
                </a:lnTo>
                <a:lnTo>
                  <a:pt x="12700" y="243928"/>
                </a:lnTo>
                <a:lnTo>
                  <a:pt x="12700" y="237578"/>
                </a:lnTo>
                <a:lnTo>
                  <a:pt x="520230" y="237578"/>
                </a:lnTo>
                <a:lnTo>
                  <a:pt x="520230" y="250278"/>
                </a:lnTo>
                <a:close/>
              </a:path>
              <a:path w="675639" h="335914">
                <a:moveTo>
                  <a:pt x="507530" y="335457"/>
                </a:moveTo>
                <a:lnTo>
                  <a:pt x="507530" y="243928"/>
                </a:lnTo>
                <a:lnTo>
                  <a:pt x="513880" y="250278"/>
                </a:lnTo>
                <a:lnTo>
                  <a:pt x="520230" y="250278"/>
                </a:lnTo>
                <a:lnTo>
                  <a:pt x="520230" y="304800"/>
                </a:lnTo>
                <a:lnTo>
                  <a:pt x="509397" y="315633"/>
                </a:lnTo>
                <a:lnTo>
                  <a:pt x="520230" y="320128"/>
                </a:lnTo>
                <a:lnTo>
                  <a:pt x="522860" y="320128"/>
                </a:lnTo>
                <a:lnTo>
                  <a:pt x="507530" y="335457"/>
                </a:lnTo>
                <a:close/>
              </a:path>
              <a:path w="675639" h="335914">
                <a:moveTo>
                  <a:pt x="520230" y="320128"/>
                </a:moveTo>
                <a:lnTo>
                  <a:pt x="509397" y="315633"/>
                </a:lnTo>
                <a:lnTo>
                  <a:pt x="520230" y="304800"/>
                </a:lnTo>
                <a:lnTo>
                  <a:pt x="520230" y="32012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2444" y="2683764"/>
            <a:ext cx="4549140" cy="3032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51313" y="1283665"/>
            <a:ext cx="4597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14827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14472" y="17282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65609" y="3266020"/>
            <a:ext cx="1945639" cy="1968500"/>
          </a:xfrm>
          <a:custGeom>
            <a:avLst/>
            <a:gdLst/>
            <a:ahLst/>
            <a:cxnLst/>
            <a:rect l="l" t="t" r="r" b="b"/>
            <a:pathLst>
              <a:path w="1945640" h="1968500">
                <a:moveTo>
                  <a:pt x="1710588" y="12700"/>
                </a:moveTo>
                <a:lnTo>
                  <a:pt x="234480" y="12700"/>
                </a:lnTo>
                <a:lnTo>
                  <a:pt x="242354" y="0"/>
                </a:lnTo>
                <a:lnTo>
                  <a:pt x="1702701" y="0"/>
                </a:lnTo>
                <a:lnTo>
                  <a:pt x="1710588" y="12700"/>
                </a:lnTo>
                <a:close/>
              </a:path>
              <a:path w="1945640" h="1968500">
                <a:moveTo>
                  <a:pt x="1741258" y="25400"/>
                </a:moveTo>
                <a:lnTo>
                  <a:pt x="203809" y="25400"/>
                </a:lnTo>
                <a:lnTo>
                  <a:pt x="211340" y="12700"/>
                </a:lnTo>
                <a:lnTo>
                  <a:pt x="1733715" y="12700"/>
                </a:lnTo>
                <a:lnTo>
                  <a:pt x="1741258" y="25400"/>
                </a:lnTo>
                <a:close/>
              </a:path>
              <a:path w="1945640" h="1968500">
                <a:moveTo>
                  <a:pt x="257263" y="38100"/>
                </a:moveTo>
                <a:lnTo>
                  <a:pt x="174625" y="38100"/>
                </a:lnTo>
                <a:lnTo>
                  <a:pt x="181775" y="25400"/>
                </a:lnTo>
                <a:lnTo>
                  <a:pt x="264960" y="25400"/>
                </a:lnTo>
                <a:lnTo>
                  <a:pt x="257263" y="38100"/>
                </a:lnTo>
                <a:close/>
              </a:path>
              <a:path w="1945640" h="1968500">
                <a:moveTo>
                  <a:pt x="1770430" y="38100"/>
                </a:moveTo>
                <a:lnTo>
                  <a:pt x="1687791" y="38100"/>
                </a:lnTo>
                <a:lnTo>
                  <a:pt x="1680108" y="25400"/>
                </a:lnTo>
                <a:lnTo>
                  <a:pt x="1763280" y="25400"/>
                </a:lnTo>
                <a:lnTo>
                  <a:pt x="1770430" y="38100"/>
                </a:lnTo>
                <a:close/>
              </a:path>
              <a:path w="1945640" h="1968500">
                <a:moveTo>
                  <a:pt x="214769" y="50800"/>
                </a:moveTo>
                <a:lnTo>
                  <a:pt x="153822" y="50800"/>
                </a:lnTo>
                <a:lnTo>
                  <a:pt x="160655" y="38100"/>
                </a:lnTo>
                <a:lnTo>
                  <a:pt x="221983" y="38100"/>
                </a:lnTo>
                <a:lnTo>
                  <a:pt x="214769" y="50800"/>
                </a:lnTo>
                <a:close/>
              </a:path>
              <a:path w="1945640" h="1968500">
                <a:moveTo>
                  <a:pt x="1791233" y="50800"/>
                </a:moveTo>
                <a:lnTo>
                  <a:pt x="1730286" y="50800"/>
                </a:lnTo>
                <a:lnTo>
                  <a:pt x="1723072" y="38100"/>
                </a:lnTo>
                <a:lnTo>
                  <a:pt x="1784400" y="38100"/>
                </a:lnTo>
                <a:lnTo>
                  <a:pt x="1791233" y="50800"/>
                </a:lnTo>
                <a:close/>
              </a:path>
              <a:path w="1945640" h="1968500">
                <a:moveTo>
                  <a:pt x="188112" y="63500"/>
                </a:moveTo>
                <a:lnTo>
                  <a:pt x="134035" y="63500"/>
                </a:lnTo>
                <a:lnTo>
                  <a:pt x="140512" y="50800"/>
                </a:lnTo>
                <a:lnTo>
                  <a:pt x="194957" y="50800"/>
                </a:lnTo>
                <a:lnTo>
                  <a:pt x="188112" y="63500"/>
                </a:lnTo>
                <a:close/>
              </a:path>
              <a:path w="1945640" h="1968500">
                <a:moveTo>
                  <a:pt x="1811032" y="63500"/>
                </a:moveTo>
                <a:lnTo>
                  <a:pt x="1756943" y="63500"/>
                </a:lnTo>
                <a:lnTo>
                  <a:pt x="1750098" y="50800"/>
                </a:lnTo>
                <a:lnTo>
                  <a:pt x="1804542" y="50800"/>
                </a:lnTo>
                <a:lnTo>
                  <a:pt x="1811032" y="63500"/>
                </a:lnTo>
                <a:close/>
              </a:path>
              <a:path w="1945640" h="1968500">
                <a:moveTo>
                  <a:pt x="169100" y="76200"/>
                </a:moveTo>
                <a:lnTo>
                  <a:pt x="121424" y="76200"/>
                </a:lnTo>
                <a:lnTo>
                  <a:pt x="127673" y="63500"/>
                </a:lnTo>
                <a:lnTo>
                  <a:pt x="175641" y="63500"/>
                </a:lnTo>
                <a:lnTo>
                  <a:pt x="169100" y="76200"/>
                </a:lnTo>
                <a:close/>
              </a:path>
              <a:path w="1945640" h="1968500">
                <a:moveTo>
                  <a:pt x="1823631" y="76200"/>
                </a:moveTo>
                <a:lnTo>
                  <a:pt x="1775955" y="76200"/>
                </a:lnTo>
                <a:lnTo>
                  <a:pt x="1769414" y="63500"/>
                </a:lnTo>
                <a:lnTo>
                  <a:pt x="1817395" y="63500"/>
                </a:lnTo>
                <a:lnTo>
                  <a:pt x="1823631" y="76200"/>
                </a:lnTo>
                <a:close/>
              </a:path>
              <a:path w="1945640" h="1968500">
                <a:moveTo>
                  <a:pt x="151003" y="88900"/>
                </a:moveTo>
                <a:lnTo>
                  <a:pt x="103466" y="88900"/>
                </a:lnTo>
                <a:lnTo>
                  <a:pt x="109321" y="76200"/>
                </a:lnTo>
                <a:lnTo>
                  <a:pt x="157213" y="76200"/>
                </a:lnTo>
                <a:lnTo>
                  <a:pt x="151003" y="88900"/>
                </a:lnTo>
                <a:close/>
              </a:path>
              <a:path w="1945640" h="1968500">
                <a:moveTo>
                  <a:pt x="1841601" y="88900"/>
                </a:moveTo>
                <a:lnTo>
                  <a:pt x="1794052" y="88900"/>
                </a:lnTo>
                <a:lnTo>
                  <a:pt x="1787842" y="76200"/>
                </a:lnTo>
                <a:lnTo>
                  <a:pt x="1835734" y="76200"/>
                </a:lnTo>
                <a:lnTo>
                  <a:pt x="1841601" y="88900"/>
                </a:lnTo>
                <a:close/>
              </a:path>
              <a:path w="1945640" h="1968500">
                <a:moveTo>
                  <a:pt x="133896" y="101600"/>
                </a:moveTo>
                <a:lnTo>
                  <a:pt x="92138" y="101600"/>
                </a:lnTo>
                <a:lnTo>
                  <a:pt x="97739" y="88900"/>
                </a:lnTo>
                <a:lnTo>
                  <a:pt x="139750" y="88900"/>
                </a:lnTo>
                <a:lnTo>
                  <a:pt x="133896" y="101600"/>
                </a:lnTo>
                <a:close/>
              </a:path>
              <a:path w="1945640" h="1968500">
                <a:moveTo>
                  <a:pt x="1852917" y="101600"/>
                </a:moveTo>
                <a:lnTo>
                  <a:pt x="1811172" y="101600"/>
                </a:lnTo>
                <a:lnTo>
                  <a:pt x="1805317" y="88900"/>
                </a:lnTo>
                <a:lnTo>
                  <a:pt x="1847329" y="88900"/>
                </a:lnTo>
                <a:lnTo>
                  <a:pt x="1852917" y="101600"/>
                </a:lnTo>
                <a:close/>
              </a:path>
              <a:path w="1945640" h="1968500">
                <a:moveTo>
                  <a:pt x="117817" y="114300"/>
                </a:moveTo>
                <a:lnTo>
                  <a:pt x="81368" y="114300"/>
                </a:lnTo>
                <a:lnTo>
                  <a:pt x="86690" y="101600"/>
                </a:lnTo>
                <a:lnTo>
                  <a:pt x="123304" y="101600"/>
                </a:lnTo>
                <a:lnTo>
                  <a:pt x="117817" y="114300"/>
                </a:lnTo>
                <a:close/>
              </a:path>
              <a:path w="1945640" h="1968500">
                <a:moveTo>
                  <a:pt x="1863686" y="114300"/>
                </a:moveTo>
                <a:lnTo>
                  <a:pt x="1827237" y="114300"/>
                </a:lnTo>
                <a:lnTo>
                  <a:pt x="1821751" y="101600"/>
                </a:lnTo>
                <a:lnTo>
                  <a:pt x="1858365" y="101600"/>
                </a:lnTo>
                <a:lnTo>
                  <a:pt x="1863686" y="114300"/>
                </a:lnTo>
                <a:close/>
              </a:path>
              <a:path w="1945640" h="1968500">
                <a:moveTo>
                  <a:pt x="107721" y="127000"/>
                </a:moveTo>
                <a:lnTo>
                  <a:pt x="71170" y="127000"/>
                </a:lnTo>
                <a:lnTo>
                  <a:pt x="76200" y="114300"/>
                </a:lnTo>
                <a:lnTo>
                  <a:pt x="112941" y="114300"/>
                </a:lnTo>
                <a:lnTo>
                  <a:pt x="107721" y="127000"/>
                </a:lnTo>
                <a:close/>
              </a:path>
              <a:path w="1945640" h="1968500">
                <a:moveTo>
                  <a:pt x="1873885" y="127000"/>
                </a:moveTo>
                <a:lnTo>
                  <a:pt x="1837334" y="127000"/>
                </a:lnTo>
                <a:lnTo>
                  <a:pt x="1832114" y="114300"/>
                </a:lnTo>
                <a:lnTo>
                  <a:pt x="1868855" y="114300"/>
                </a:lnTo>
                <a:lnTo>
                  <a:pt x="1873885" y="127000"/>
                </a:lnTo>
                <a:close/>
              </a:path>
              <a:path w="1945640" h="1968500">
                <a:moveTo>
                  <a:pt x="93535" y="139700"/>
                </a:moveTo>
                <a:lnTo>
                  <a:pt x="61569" y="139700"/>
                </a:lnTo>
                <a:lnTo>
                  <a:pt x="66294" y="127000"/>
                </a:lnTo>
                <a:lnTo>
                  <a:pt x="98348" y="127000"/>
                </a:lnTo>
                <a:lnTo>
                  <a:pt x="93535" y="139700"/>
                </a:lnTo>
                <a:close/>
              </a:path>
              <a:path w="1945640" h="1968500">
                <a:moveTo>
                  <a:pt x="98132" y="139700"/>
                </a:moveTo>
                <a:lnTo>
                  <a:pt x="98348" y="127000"/>
                </a:lnTo>
                <a:lnTo>
                  <a:pt x="103085" y="127000"/>
                </a:lnTo>
                <a:lnTo>
                  <a:pt x="98132" y="139700"/>
                </a:lnTo>
                <a:close/>
              </a:path>
              <a:path w="1945640" h="1968500">
                <a:moveTo>
                  <a:pt x="1846922" y="139700"/>
                </a:moveTo>
                <a:lnTo>
                  <a:pt x="1841969" y="127000"/>
                </a:lnTo>
                <a:lnTo>
                  <a:pt x="1846707" y="127000"/>
                </a:lnTo>
                <a:lnTo>
                  <a:pt x="1846922" y="139700"/>
                </a:lnTo>
                <a:close/>
              </a:path>
              <a:path w="1945640" h="1968500">
                <a:moveTo>
                  <a:pt x="1883486" y="139700"/>
                </a:moveTo>
                <a:lnTo>
                  <a:pt x="1851520" y="139700"/>
                </a:lnTo>
                <a:lnTo>
                  <a:pt x="1846707" y="127000"/>
                </a:lnTo>
                <a:lnTo>
                  <a:pt x="1878761" y="127000"/>
                </a:lnTo>
                <a:lnTo>
                  <a:pt x="1883486" y="139700"/>
                </a:lnTo>
                <a:close/>
              </a:path>
              <a:path w="1945640" h="1968500">
                <a:moveTo>
                  <a:pt x="84759" y="152400"/>
                </a:moveTo>
                <a:lnTo>
                  <a:pt x="52578" y="152400"/>
                </a:lnTo>
                <a:lnTo>
                  <a:pt x="56997" y="139700"/>
                </a:lnTo>
                <a:lnTo>
                  <a:pt x="89281" y="139700"/>
                </a:lnTo>
                <a:lnTo>
                  <a:pt x="84759" y="152400"/>
                </a:lnTo>
                <a:close/>
              </a:path>
              <a:path w="1945640" h="1968500">
                <a:moveTo>
                  <a:pt x="1892477" y="152400"/>
                </a:moveTo>
                <a:lnTo>
                  <a:pt x="1860296" y="152400"/>
                </a:lnTo>
                <a:lnTo>
                  <a:pt x="1855774" y="139700"/>
                </a:lnTo>
                <a:lnTo>
                  <a:pt x="1888058" y="139700"/>
                </a:lnTo>
                <a:lnTo>
                  <a:pt x="1892477" y="152400"/>
                </a:lnTo>
                <a:close/>
              </a:path>
              <a:path w="1945640" h="1968500">
                <a:moveTo>
                  <a:pt x="76542" y="165100"/>
                </a:moveTo>
                <a:lnTo>
                  <a:pt x="44221" y="165100"/>
                </a:lnTo>
                <a:lnTo>
                  <a:pt x="48310" y="152400"/>
                </a:lnTo>
                <a:lnTo>
                  <a:pt x="80772" y="152400"/>
                </a:lnTo>
                <a:lnTo>
                  <a:pt x="76542" y="165100"/>
                </a:lnTo>
                <a:close/>
              </a:path>
              <a:path w="1945640" h="1968500">
                <a:moveTo>
                  <a:pt x="1900847" y="165100"/>
                </a:moveTo>
                <a:lnTo>
                  <a:pt x="1868525" y="165100"/>
                </a:lnTo>
                <a:lnTo>
                  <a:pt x="1864283" y="152400"/>
                </a:lnTo>
                <a:lnTo>
                  <a:pt x="1896744" y="152400"/>
                </a:lnTo>
                <a:lnTo>
                  <a:pt x="1900847" y="165100"/>
                </a:lnTo>
                <a:close/>
              </a:path>
              <a:path w="1945640" h="1968500">
                <a:moveTo>
                  <a:pt x="68897" y="177800"/>
                </a:moveTo>
                <a:lnTo>
                  <a:pt x="36512" y="177800"/>
                </a:lnTo>
                <a:lnTo>
                  <a:pt x="40284" y="165100"/>
                </a:lnTo>
                <a:lnTo>
                  <a:pt x="72821" y="165100"/>
                </a:lnTo>
                <a:lnTo>
                  <a:pt x="68897" y="177800"/>
                </a:lnTo>
                <a:close/>
              </a:path>
              <a:path w="1945640" h="1968500">
                <a:moveTo>
                  <a:pt x="1908543" y="177800"/>
                </a:moveTo>
                <a:lnTo>
                  <a:pt x="1876158" y="177800"/>
                </a:lnTo>
                <a:lnTo>
                  <a:pt x="1872234" y="165100"/>
                </a:lnTo>
                <a:lnTo>
                  <a:pt x="1904784" y="165100"/>
                </a:lnTo>
                <a:lnTo>
                  <a:pt x="1908543" y="177800"/>
                </a:lnTo>
                <a:close/>
              </a:path>
              <a:path w="1945640" h="1968500">
                <a:moveTo>
                  <a:pt x="55448" y="203200"/>
                </a:moveTo>
                <a:lnTo>
                  <a:pt x="26225" y="203200"/>
                </a:lnTo>
                <a:lnTo>
                  <a:pt x="29476" y="190500"/>
                </a:lnTo>
                <a:lnTo>
                  <a:pt x="32905" y="177800"/>
                </a:lnTo>
                <a:lnTo>
                  <a:pt x="65468" y="177800"/>
                </a:lnTo>
                <a:lnTo>
                  <a:pt x="61861" y="190500"/>
                </a:lnTo>
                <a:lnTo>
                  <a:pt x="58724" y="190500"/>
                </a:lnTo>
                <a:lnTo>
                  <a:pt x="55448" y="203200"/>
                </a:lnTo>
                <a:close/>
              </a:path>
              <a:path w="1945640" h="1968500">
                <a:moveTo>
                  <a:pt x="1918830" y="203200"/>
                </a:moveTo>
                <a:lnTo>
                  <a:pt x="1889607" y="203200"/>
                </a:lnTo>
                <a:lnTo>
                  <a:pt x="1886331" y="190500"/>
                </a:lnTo>
                <a:lnTo>
                  <a:pt x="1883194" y="190500"/>
                </a:lnTo>
                <a:lnTo>
                  <a:pt x="1879587" y="177800"/>
                </a:lnTo>
                <a:lnTo>
                  <a:pt x="1912150" y="177800"/>
                </a:lnTo>
                <a:lnTo>
                  <a:pt x="1915579" y="190500"/>
                </a:lnTo>
                <a:lnTo>
                  <a:pt x="1918830" y="203200"/>
                </a:lnTo>
                <a:close/>
              </a:path>
              <a:path w="1945640" h="1968500">
                <a:moveTo>
                  <a:pt x="49669" y="215900"/>
                </a:moveTo>
                <a:lnTo>
                  <a:pt x="20243" y="215900"/>
                </a:lnTo>
                <a:lnTo>
                  <a:pt x="23152" y="203200"/>
                </a:lnTo>
                <a:lnTo>
                  <a:pt x="52616" y="203200"/>
                </a:lnTo>
                <a:lnTo>
                  <a:pt x="49669" y="215900"/>
                </a:lnTo>
                <a:close/>
              </a:path>
              <a:path w="1945640" h="1968500">
                <a:moveTo>
                  <a:pt x="1924812" y="215900"/>
                </a:moveTo>
                <a:lnTo>
                  <a:pt x="1895398" y="215900"/>
                </a:lnTo>
                <a:lnTo>
                  <a:pt x="1892452" y="203200"/>
                </a:lnTo>
                <a:lnTo>
                  <a:pt x="1921916" y="203200"/>
                </a:lnTo>
                <a:lnTo>
                  <a:pt x="1924812" y="215900"/>
                </a:lnTo>
                <a:close/>
              </a:path>
              <a:path w="1945640" h="1968500">
                <a:moveTo>
                  <a:pt x="42227" y="241300"/>
                </a:moveTo>
                <a:lnTo>
                  <a:pt x="12649" y="241300"/>
                </a:lnTo>
                <a:lnTo>
                  <a:pt x="14998" y="228600"/>
                </a:lnTo>
                <a:lnTo>
                  <a:pt x="17525" y="215900"/>
                </a:lnTo>
                <a:lnTo>
                  <a:pt x="49796" y="215900"/>
                </a:lnTo>
                <a:lnTo>
                  <a:pt x="47015" y="228600"/>
                </a:lnTo>
                <a:lnTo>
                  <a:pt x="44653" y="228600"/>
                </a:lnTo>
                <a:lnTo>
                  <a:pt x="42227" y="241300"/>
                </a:lnTo>
                <a:close/>
              </a:path>
              <a:path w="1945640" h="1968500">
                <a:moveTo>
                  <a:pt x="1932406" y="241300"/>
                </a:moveTo>
                <a:lnTo>
                  <a:pt x="1902828" y="241300"/>
                </a:lnTo>
                <a:lnTo>
                  <a:pt x="1900402" y="228600"/>
                </a:lnTo>
                <a:lnTo>
                  <a:pt x="1898040" y="228600"/>
                </a:lnTo>
                <a:lnTo>
                  <a:pt x="1895259" y="215900"/>
                </a:lnTo>
                <a:lnTo>
                  <a:pt x="1927529" y="215900"/>
                </a:lnTo>
                <a:lnTo>
                  <a:pt x="1930057" y="228600"/>
                </a:lnTo>
                <a:lnTo>
                  <a:pt x="1932406" y="241300"/>
                </a:lnTo>
                <a:close/>
              </a:path>
              <a:path w="1945640" h="1968500">
                <a:moveTo>
                  <a:pt x="38125" y="254000"/>
                </a:moveTo>
                <a:lnTo>
                  <a:pt x="8534" y="254000"/>
                </a:lnTo>
                <a:lnTo>
                  <a:pt x="10502" y="241300"/>
                </a:lnTo>
                <a:lnTo>
                  <a:pt x="40195" y="241300"/>
                </a:lnTo>
                <a:lnTo>
                  <a:pt x="38125" y="254000"/>
                </a:lnTo>
                <a:close/>
              </a:path>
              <a:path w="1945640" h="1968500">
                <a:moveTo>
                  <a:pt x="1936521" y="254000"/>
                </a:moveTo>
                <a:lnTo>
                  <a:pt x="1906930" y="254000"/>
                </a:lnTo>
                <a:lnTo>
                  <a:pt x="1904873" y="241300"/>
                </a:lnTo>
                <a:lnTo>
                  <a:pt x="1934552" y="241300"/>
                </a:lnTo>
                <a:lnTo>
                  <a:pt x="1936521" y="254000"/>
                </a:lnTo>
                <a:close/>
              </a:path>
              <a:path w="1945640" h="1968500">
                <a:moveTo>
                  <a:pt x="33299" y="279400"/>
                </a:moveTo>
                <a:lnTo>
                  <a:pt x="3835" y="279400"/>
                </a:lnTo>
                <a:lnTo>
                  <a:pt x="5207" y="266700"/>
                </a:lnTo>
                <a:lnTo>
                  <a:pt x="6769" y="254000"/>
                </a:lnTo>
                <a:lnTo>
                  <a:pt x="36423" y="254000"/>
                </a:lnTo>
                <a:lnTo>
                  <a:pt x="34734" y="266700"/>
                </a:lnTo>
                <a:lnTo>
                  <a:pt x="33299" y="279400"/>
                </a:lnTo>
                <a:close/>
              </a:path>
              <a:path w="1945640" h="1968500">
                <a:moveTo>
                  <a:pt x="1941220" y="279400"/>
                </a:moveTo>
                <a:lnTo>
                  <a:pt x="1911756" y="279400"/>
                </a:lnTo>
                <a:lnTo>
                  <a:pt x="1910257" y="266700"/>
                </a:lnTo>
                <a:lnTo>
                  <a:pt x="1908632" y="254000"/>
                </a:lnTo>
                <a:lnTo>
                  <a:pt x="1938286" y="254000"/>
                </a:lnTo>
                <a:lnTo>
                  <a:pt x="1939848" y="266700"/>
                </a:lnTo>
                <a:lnTo>
                  <a:pt x="1941220" y="279400"/>
                </a:lnTo>
                <a:close/>
              </a:path>
              <a:path w="1945640" h="1968500">
                <a:moveTo>
                  <a:pt x="29451" y="304800"/>
                </a:moveTo>
                <a:lnTo>
                  <a:pt x="965" y="304800"/>
                </a:lnTo>
                <a:lnTo>
                  <a:pt x="1714" y="292100"/>
                </a:lnTo>
                <a:lnTo>
                  <a:pt x="2679" y="279400"/>
                </a:lnTo>
                <a:lnTo>
                  <a:pt x="32118" y="279400"/>
                </a:lnTo>
                <a:lnTo>
                  <a:pt x="31000" y="292100"/>
                </a:lnTo>
                <a:lnTo>
                  <a:pt x="30162" y="292100"/>
                </a:lnTo>
                <a:lnTo>
                  <a:pt x="29451" y="304800"/>
                </a:lnTo>
                <a:close/>
              </a:path>
              <a:path w="1945640" h="1968500">
                <a:moveTo>
                  <a:pt x="1944090" y="304800"/>
                </a:moveTo>
                <a:lnTo>
                  <a:pt x="1915617" y="304800"/>
                </a:lnTo>
                <a:lnTo>
                  <a:pt x="1914893" y="292100"/>
                </a:lnTo>
                <a:lnTo>
                  <a:pt x="1914055" y="292100"/>
                </a:lnTo>
                <a:lnTo>
                  <a:pt x="1912950" y="279400"/>
                </a:lnTo>
                <a:lnTo>
                  <a:pt x="1942388" y="279400"/>
                </a:lnTo>
                <a:lnTo>
                  <a:pt x="1943341" y="292100"/>
                </a:lnTo>
                <a:lnTo>
                  <a:pt x="1944090" y="304800"/>
                </a:lnTo>
                <a:close/>
              </a:path>
              <a:path w="1945640" h="1968500">
                <a:moveTo>
                  <a:pt x="28575" y="1638300"/>
                </a:moveTo>
                <a:lnTo>
                  <a:pt x="0" y="1638300"/>
                </a:lnTo>
                <a:lnTo>
                  <a:pt x="101" y="317500"/>
                </a:lnTo>
                <a:lnTo>
                  <a:pt x="431" y="304800"/>
                </a:lnTo>
                <a:lnTo>
                  <a:pt x="29476" y="304800"/>
                </a:lnTo>
                <a:lnTo>
                  <a:pt x="28956" y="317500"/>
                </a:lnTo>
                <a:lnTo>
                  <a:pt x="28676" y="317500"/>
                </a:lnTo>
                <a:lnTo>
                  <a:pt x="28575" y="1638300"/>
                </a:lnTo>
                <a:close/>
              </a:path>
              <a:path w="1945640" h="1968500">
                <a:moveTo>
                  <a:pt x="1945068" y="1638300"/>
                </a:moveTo>
                <a:lnTo>
                  <a:pt x="1916493" y="1638300"/>
                </a:lnTo>
                <a:lnTo>
                  <a:pt x="1916379" y="317500"/>
                </a:lnTo>
                <a:lnTo>
                  <a:pt x="1916099" y="317500"/>
                </a:lnTo>
                <a:lnTo>
                  <a:pt x="1915591" y="304800"/>
                </a:lnTo>
                <a:lnTo>
                  <a:pt x="1944636" y="304800"/>
                </a:lnTo>
                <a:lnTo>
                  <a:pt x="1944954" y="317500"/>
                </a:lnTo>
                <a:lnTo>
                  <a:pt x="1945068" y="1638300"/>
                </a:lnTo>
                <a:close/>
              </a:path>
              <a:path w="1945640" h="1968500">
                <a:moveTo>
                  <a:pt x="30162" y="1663700"/>
                </a:moveTo>
                <a:lnTo>
                  <a:pt x="965" y="1663700"/>
                </a:lnTo>
                <a:lnTo>
                  <a:pt x="431" y="1651000"/>
                </a:lnTo>
                <a:lnTo>
                  <a:pt x="101" y="1638300"/>
                </a:lnTo>
                <a:lnTo>
                  <a:pt x="28663" y="1638300"/>
                </a:lnTo>
                <a:lnTo>
                  <a:pt x="28981" y="1651000"/>
                </a:lnTo>
                <a:lnTo>
                  <a:pt x="29451" y="1651000"/>
                </a:lnTo>
                <a:lnTo>
                  <a:pt x="30162" y="1663700"/>
                </a:lnTo>
                <a:close/>
              </a:path>
              <a:path w="1945640" h="1968500">
                <a:moveTo>
                  <a:pt x="1944090" y="1663700"/>
                </a:moveTo>
                <a:lnTo>
                  <a:pt x="1914893" y="1663700"/>
                </a:lnTo>
                <a:lnTo>
                  <a:pt x="1915617" y="1651000"/>
                </a:lnTo>
                <a:lnTo>
                  <a:pt x="1916087" y="1651000"/>
                </a:lnTo>
                <a:lnTo>
                  <a:pt x="1916391" y="1638300"/>
                </a:lnTo>
                <a:lnTo>
                  <a:pt x="1944954" y="1638300"/>
                </a:lnTo>
                <a:lnTo>
                  <a:pt x="1944636" y="1651000"/>
                </a:lnTo>
                <a:lnTo>
                  <a:pt x="1944090" y="1663700"/>
                </a:lnTo>
                <a:close/>
              </a:path>
              <a:path w="1945640" h="1968500">
                <a:moveTo>
                  <a:pt x="33362" y="1689100"/>
                </a:moveTo>
                <a:lnTo>
                  <a:pt x="3835" y="1689100"/>
                </a:lnTo>
                <a:lnTo>
                  <a:pt x="2679" y="1676400"/>
                </a:lnTo>
                <a:lnTo>
                  <a:pt x="1714" y="1663700"/>
                </a:lnTo>
                <a:lnTo>
                  <a:pt x="30124" y="1663700"/>
                </a:lnTo>
                <a:lnTo>
                  <a:pt x="31038" y="1676400"/>
                </a:lnTo>
                <a:lnTo>
                  <a:pt x="32054" y="1676400"/>
                </a:lnTo>
                <a:lnTo>
                  <a:pt x="33362" y="1689100"/>
                </a:lnTo>
                <a:close/>
              </a:path>
              <a:path w="1945640" h="1968500">
                <a:moveTo>
                  <a:pt x="1941220" y="1689100"/>
                </a:moveTo>
                <a:lnTo>
                  <a:pt x="1911692" y="1689100"/>
                </a:lnTo>
                <a:lnTo>
                  <a:pt x="1913001" y="1676400"/>
                </a:lnTo>
                <a:lnTo>
                  <a:pt x="1914016" y="1676400"/>
                </a:lnTo>
                <a:lnTo>
                  <a:pt x="1914931" y="1663700"/>
                </a:lnTo>
                <a:lnTo>
                  <a:pt x="1943341" y="1663700"/>
                </a:lnTo>
                <a:lnTo>
                  <a:pt x="1942388" y="1676400"/>
                </a:lnTo>
                <a:lnTo>
                  <a:pt x="1941220" y="1689100"/>
                </a:lnTo>
                <a:close/>
              </a:path>
              <a:path w="1945640" h="1968500">
                <a:moveTo>
                  <a:pt x="38214" y="1714500"/>
                </a:moveTo>
                <a:lnTo>
                  <a:pt x="8534" y="1714500"/>
                </a:lnTo>
                <a:lnTo>
                  <a:pt x="6769" y="1701800"/>
                </a:lnTo>
                <a:lnTo>
                  <a:pt x="5207" y="1689100"/>
                </a:lnTo>
                <a:lnTo>
                  <a:pt x="34734" y="1689100"/>
                </a:lnTo>
                <a:lnTo>
                  <a:pt x="36423" y="1701800"/>
                </a:lnTo>
                <a:lnTo>
                  <a:pt x="38214" y="1714500"/>
                </a:lnTo>
                <a:close/>
              </a:path>
              <a:path w="1945640" h="1968500">
                <a:moveTo>
                  <a:pt x="1936521" y="1714500"/>
                </a:moveTo>
                <a:lnTo>
                  <a:pt x="1906841" y="1714500"/>
                </a:lnTo>
                <a:lnTo>
                  <a:pt x="1908721" y="1701800"/>
                </a:lnTo>
                <a:lnTo>
                  <a:pt x="1910321" y="1689100"/>
                </a:lnTo>
                <a:lnTo>
                  <a:pt x="1939848" y="1689100"/>
                </a:lnTo>
                <a:lnTo>
                  <a:pt x="1938286" y="1701800"/>
                </a:lnTo>
                <a:lnTo>
                  <a:pt x="1936521" y="1714500"/>
                </a:lnTo>
                <a:close/>
              </a:path>
              <a:path w="1945640" h="1968500">
                <a:moveTo>
                  <a:pt x="42341" y="1727200"/>
                </a:moveTo>
                <a:lnTo>
                  <a:pt x="12649" y="1727200"/>
                </a:lnTo>
                <a:lnTo>
                  <a:pt x="10502" y="1714500"/>
                </a:lnTo>
                <a:lnTo>
                  <a:pt x="40093" y="1714500"/>
                </a:lnTo>
                <a:lnTo>
                  <a:pt x="42341" y="1727200"/>
                </a:lnTo>
                <a:close/>
              </a:path>
              <a:path w="1945640" h="1968500">
                <a:moveTo>
                  <a:pt x="1932406" y="1727200"/>
                </a:moveTo>
                <a:lnTo>
                  <a:pt x="1902726" y="1727200"/>
                </a:lnTo>
                <a:lnTo>
                  <a:pt x="1904961" y="1714500"/>
                </a:lnTo>
                <a:lnTo>
                  <a:pt x="1934552" y="1714500"/>
                </a:lnTo>
                <a:lnTo>
                  <a:pt x="1932406" y="1727200"/>
                </a:lnTo>
                <a:close/>
              </a:path>
              <a:path w="1945640" h="1968500">
                <a:moveTo>
                  <a:pt x="52616" y="1752600"/>
                </a:moveTo>
                <a:lnTo>
                  <a:pt x="20243" y="1752600"/>
                </a:lnTo>
                <a:lnTo>
                  <a:pt x="17525" y="1739900"/>
                </a:lnTo>
                <a:lnTo>
                  <a:pt x="14998" y="1727200"/>
                </a:lnTo>
                <a:lnTo>
                  <a:pt x="44538" y="1727200"/>
                </a:lnTo>
                <a:lnTo>
                  <a:pt x="47142" y="1739900"/>
                </a:lnTo>
                <a:lnTo>
                  <a:pt x="49669" y="1739900"/>
                </a:lnTo>
                <a:lnTo>
                  <a:pt x="52616" y="1752600"/>
                </a:lnTo>
                <a:close/>
              </a:path>
              <a:path w="1945640" h="1968500">
                <a:moveTo>
                  <a:pt x="1924812" y="1752600"/>
                </a:moveTo>
                <a:lnTo>
                  <a:pt x="1892452" y="1752600"/>
                </a:lnTo>
                <a:lnTo>
                  <a:pt x="1895398" y="1739900"/>
                </a:lnTo>
                <a:lnTo>
                  <a:pt x="1897913" y="1739900"/>
                </a:lnTo>
                <a:lnTo>
                  <a:pt x="1900516" y="1727200"/>
                </a:lnTo>
                <a:lnTo>
                  <a:pt x="1930057" y="1727200"/>
                </a:lnTo>
                <a:lnTo>
                  <a:pt x="1927529" y="1739900"/>
                </a:lnTo>
                <a:lnTo>
                  <a:pt x="1924812" y="1752600"/>
                </a:lnTo>
                <a:close/>
              </a:path>
              <a:path w="1945640" h="1968500">
                <a:moveTo>
                  <a:pt x="58724" y="1765300"/>
                </a:moveTo>
                <a:lnTo>
                  <a:pt x="26225" y="1765300"/>
                </a:lnTo>
                <a:lnTo>
                  <a:pt x="23152" y="1752600"/>
                </a:lnTo>
                <a:lnTo>
                  <a:pt x="55448" y="1752600"/>
                </a:lnTo>
                <a:lnTo>
                  <a:pt x="58724" y="1765300"/>
                </a:lnTo>
                <a:close/>
              </a:path>
              <a:path w="1945640" h="1968500">
                <a:moveTo>
                  <a:pt x="1918830" y="1765300"/>
                </a:moveTo>
                <a:lnTo>
                  <a:pt x="1886331" y="1765300"/>
                </a:lnTo>
                <a:lnTo>
                  <a:pt x="1889607" y="1752600"/>
                </a:lnTo>
                <a:lnTo>
                  <a:pt x="1921916" y="1752600"/>
                </a:lnTo>
                <a:lnTo>
                  <a:pt x="1918830" y="1765300"/>
                </a:lnTo>
                <a:close/>
              </a:path>
              <a:path w="1945640" h="1968500">
                <a:moveTo>
                  <a:pt x="69075" y="1790700"/>
                </a:moveTo>
                <a:lnTo>
                  <a:pt x="36512" y="1790700"/>
                </a:lnTo>
                <a:lnTo>
                  <a:pt x="32905" y="1778000"/>
                </a:lnTo>
                <a:lnTo>
                  <a:pt x="29476" y="1765300"/>
                </a:lnTo>
                <a:lnTo>
                  <a:pt x="58572" y="1765300"/>
                </a:lnTo>
                <a:lnTo>
                  <a:pt x="62026" y="1778000"/>
                </a:lnTo>
                <a:lnTo>
                  <a:pt x="65303" y="1778000"/>
                </a:lnTo>
                <a:lnTo>
                  <a:pt x="69075" y="1790700"/>
                </a:lnTo>
                <a:close/>
              </a:path>
              <a:path w="1945640" h="1968500">
                <a:moveTo>
                  <a:pt x="1908543" y="1790700"/>
                </a:moveTo>
                <a:lnTo>
                  <a:pt x="1875980" y="1790700"/>
                </a:lnTo>
                <a:lnTo>
                  <a:pt x="1879752" y="1778000"/>
                </a:lnTo>
                <a:lnTo>
                  <a:pt x="1883041" y="1778000"/>
                </a:lnTo>
                <a:lnTo>
                  <a:pt x="1886483" y="1765300"/>
                </a:lnTo>
                <a:lnTo>
                  <a:pt x="1915579" y="1765300"/>
                </a:lnTo>
                <a:lnTo>
                  <a:pt x="1912150" y="1778000"/>
                </a:lnTo>
                <a:lnTo>
                  <a:pt x="1908543" y="1790700"/>
                </a:lnTo>
                <a:close/>
              </a:path>
              <a:path w="1945640" h="1968500">
                <a:moveTo>
                  <a:pt x="76720" y="1803400"/>
                </a:moveTo>
                <a:lnTo>
                  <a:pt x="44221" y="1803400"/>
                </a:lnTo>
                <a:lnTo>
                  <a:pt x="40284" y="1790700"/>
                </a:lnTo>
                <a:lnTo>
                  <a:pt x="72644" y="1790700"/>
                </a:lnTo>
                <a:lnTo>
                  <a:pt x="76720" y="1803400"/>
                </a:lnTo>
                <a:close/>
              </a:path>
              <a:path w="1945640" h="1968500">
                <a:moveTo>
                  <a:pt x="1900847" y="1803400"/>
                </a:moveTo>
                <a:lnTo>
                  <a:pt x="1868335" y="1803400"/>
                </a:lnTo>
                <a:lnTo>
                  <a:pt x="1872411" y="1790700"/>
                </a:lnTo>
                <a:lnTo>
                  <a:pt x="1904784" y="1790700"/>
                </a:lnTo>
                <a:lnTo>
                  <a:pt x="1900847" y="1803400"/>
                </a:lnTo>
                <a:close/>
              </a:path>
              <a:path w="1945640" h="1968500">
                <a:moveTo>
                  <a:pt x="89281" y="1816100"/>
                </a:moveTo>
                <a:lnTo>
                  <a:pt x="52578" y="1816100"/>
                </a:lnTo>
                <a:lnTo>
                  <a:pt x="48310" y="1803400"/>
                </a:lnTo>
                <a:lnTo>
                  <a:pt x="84759" y="1803400"/>
                </a:lnTo>
                <a:lnTo>
                  <a:pt x="89281" y="1816100"/>
                </a:lnTo>
                <a:close/>
              </a:path>
              <a:path w="1945640" h="1968500">
                <a:moveTo>
                  <a:pt x="1892477" y="1816100"/>
                </a:moveTo>
                <a:lnTo>
                  <a:pt x="1855774" y="1816100"/>
                </a:lnTo>
                <a:lnTo>
                  <a:pt x="1860296" y="1803400"/>
                </a:lnTo>
                <a:lnTo>
                  <a:pt x="1896744" y="1803400"/>
                </a:lnTo>
                <a:lnTo>
                  <a:pt x="1892477" y="1816100"/>
                </a:lnTo>
                <a:close/>
              </a:path>
              <a:path w="1945640" h="1968500">
                <a:moveTo>
                  <a:pt x="98348" y="1828800"/>
                </a:moveTo>
                <a:lnTo>
                  <a:pt x="61569" y="1828800"/>
                </a:lnTo>
                <a:lnTo>
                  <a:pt x="56997" y="1816100"/>
                </a:lnTo>
                <a:lnTo>
                  <a:pt x="93535" y="1816100"/>
                </a:lnTo>
                <a:lnTo>
                  <a:pt x="98348" y="1828800"/>
                </a:lnTo>
                <a:close/>
              </a:path>
              <a:path w="1945640" h="1968500">
                <a:moveTo>
                  <a:pt x="1883486" y="1828800"/>
                </a:moveTo>
                <a:lnTo>
                  <a:pt x="1846707" y="1828800"/>
                </a:lnTo>
                <a:lnTo>
                  <a:pt x="1851520" y="1816100"/>
                </a:lnTo>
                <a:lnTo>
                  <a:pt x="1888058" y="1816100"/>
                </a:lnTo>
                <a:lnTo>
                  <a:pt x="1883486" y="1828800"/>
                </a:lnTo>
                <a:close/>
              </a:path>
              <a:path w="1945640" h="1968500">
                <a:moveTo>
                  <a:pt x="107950" y="1841500"/>
                </a:moveTo>
                <a:lnTo>
                  <a:pt x="71170" y="1841500"/>
                </a:lnTo>
                <a:lnTo>
                  <a:pt x="66294" y="1828800"/>
                </a:lnTo>
                <a:lnTo>
                  <a:pt x="102857" y="1828800"/>
                </a:lnTo>
                <a:lnTo>
                  <a:pt x="107950" y="1841500"/>
                </a:lnTo>
                <a:close/>
              </a:path>
              <a:path w="1945640" h="1968500">
                <a:moveTo>
                  <a:pt x="1873885" y="1841500"/>
                </a:moveTo>
                <a:lnTo>
                  <a:pt x="1837105" y="1841500"/>
                </a:lnTo>
                <a:lnTo>
                  <a:pt x="1842198" y="1828800"/>
                </a:lnTo>
                <a:lnTo>
                  <a:pt x="1878761" y="1828800"/>
                </a:lnTo>
                <a:lnTo>
                  <a:pt x="1873885" y="1841500"/>
                </a:lnTo>
                <a:close/>
              </a:path>
              <a:path w="1945640" h="1968500">
                <a:moveTo>
                  <a:pt x="118059" y="1854200"/>
                </a:moveTo>
                <a:lnTo>
                  <a:pt x="81368" y="1854200"/>
                </a:lnTo>
                <a:lnTo>
                  <a:pt x="76200" y="1841500"/>
                </a:lnTo>
                <a:lnTo>
                  <a:pt x="112712" y="1841500"/>
                </a:lnTo>
                <a:lnTo>
                  <a:pt x="118059" y="1854200"/>
                </a:lnTo>
                <a:close/>
              </a:path>
              <a:path w="1945640" h="1968500">
                <a:moveTo>
                  <a:pt x="1863686" y="1854200"/>
                </a:moveTo>
                <a:lnTo>
                  <a:pt x="1826996" y="1854200"/>
                </a:lnTo>
                <a:lnTo>
                  <a:pt x="1832356" y="1841500"/>
                </a:lnTo>
                <a:lnTo>
                  <a:pt x="1868855" y="1841500"/>
                </a:lnTo>
                <a:lnTo>
                  <a:pt x="1863686" y="1854200"/>
                </a:lnTo>
                <a:close/>
              </a:path>
              <a:path w="1945640" h="1968500">
                <a:moveTo>
                  <a:pt x="134150" y="1866900"/>
                </a:moveTo>
                <a:lnTo>
                  <a:pt x="92138" y="1866900"/>
                </a:lnTo>
                <a:lnTo>
                  <a:pt x="86690" y="1854200"/>
                </a:lnTo>
                <a:lnTo>
                  <a:pt x="128409" y="1854200"/>
                </a:lnTo>
                <a:lnTo>
                  <a:pt x="134150" y="1866900"/>
                </a:lnTo>
                <a:close/>
              </a:path>
              <a:path w="1945640" h="1968500">
                <a:moveTo>
                  <a:pt x="1852917" y="1866900"/>
                </a:moveTo>
                <a:lnTo>
                  <a:pt x="1810905" y="1866900"/>
                </a:lnTo>
                <a:lnTo>
                  <a:pt x="1816646" y="1854200"/>
                </a:lnTo>
                <a:lnTo>
                  <a:pt x="1858365" y="1854200"/>
                </a:lnTo>
                <a:lnTo>
                  <a:pt x="1852917" y="1866900"/>
                </a:lnTo>
                <a:close/>
              </a:path>
              <a:path w="1945640" h="1968500">
                <a:moveTo>
                  <a:pt x="151282" y="1879600"/>
                </a:moveTo>
                <a:lnTo>
                  <a:pt x="103466" y="1879600"/>
                </a:lnTo>
                <a:lnTo>
                  <a:pt x="97739" y="1866900"/>
                </a:lnTo>
                <a:lnTo>
                  <a:pt x="145186" y="1866900"/>
                </a:lnTo>
                <a:lnTo>
                  <a:pt x="151282" y="1879600"/>
                </a:lnTo>
                <a:close/>
              </a:path>
              <a:path w="1945640" h="1968500">
                <a:moveTo>
                  <a:pt x="1841601" y="1879600"/>
                </a:moveTo>
                <a:lnTo>
                  <a:pt x="1793773" y="1879600"/>
                </a:lnTo>
                <a:lnTo>
                  <a:pt x="1799869" y="1866900"/>
                </a:lnTo>
                <a:lnTo>
                  <a:pt x="1847329" y="1866900"/>
                </a:lnTo>
                <a:lnTo>
                  <a:pt x="1841601" y="1879600"/>
                </a:lnTo>
                <a:close/>
              </a:path>
              <a:path w="1945640" h="1968500">
                <a:moveTo>
                  <a:pt x="163258" y="1892300"/>
                </a:moveTo>
                <a:lnTo>
                  <a:pt x="121424" y="1892300"/>
                </a:lnTo>
                <a:lnTo>
                  <a:pt x="115316" y="1879600"/>
                </a:lnTo>
                <a:lnTo>
                  <a:pt x="156933" y="1879600"/>
                </a:lnTo>
                <a:lnTo>
                  <a:pt x="163258" y="1892300"/>
                </a:lnTo>
                <a:close/>
              </a:path>
              <a:path w="1945640" h="1968500">
                <a:moveTo>
                  <a:pt x="169392" y="1892300"/>
                </a:moveTo>
                <a:lnTo>
                  <a:pt x="163258" y="1892300"/>
                </a:lnTo>
                <a:lnTo>
                  <a:pt x="162966" y="1879600"/>
                </a:lnTo>
                <a:lnTo>
                  <a:pt x="169392" y="1892300"/>
                </a:lnTo>
                <a:close/>
              </a:path>
              <a:path w="1945640" h="1968500">
                <a:moveTo>
                  <a:pt x="1781810" y="1892300"/>
                </a:moveTo>
                <a:lnTo>
                  <a:pt x="1775663" y="1892300"/>
                </a:lnTo>
                <a:lnTo>
                  <a:pt x="1782089" y="1879600"/>
                </a:lnTo>
                <a:lnTo>
                  <a:pt x="1781810" y="1892300"/>
                </a:lnTo>
                <a:close/>
              </a:path>
              <a:path w="1945640" h="1968500">
                <a:moveTo>
                  <a:pt x="1823631" y="1892300"/>
                </a:moveTo>
                <a:lnTo>
                  <a:pt x="1781810" y="1892300"/>
                </a:lnTo>
                <a:lnTo>
                  <a:pt x="1788121" y="1879600"/>
                </a:lnTo>
                <a:lnTo>
                  <a:pt x="1829752" y="1879600"/>
                </a:lnTo>
                <a:lnTo>
                  <a:pt x="1823631" y="1892300"/>
                </a:lnTo>
                <a:close/>
              </a:path>
              <a:path w="1945640" h="1968500">
                <a:moveTo>
                  <a:pt x="188417" y="1905000"/>
                </a:moveTo>
                <a:lnTo>
                  <a:pt x="134035" y="1905000"/>
                </a:lnTo>
                <a:lnTo>
                  <a:pt x="127673" y="1892300"/>
                </a:lnTo>
                <a:lnTo>
                  <a:pt x="181686" y="1892300"/>
                </a:lnTo>
                <a:lnTo>
                  <a:pt x="188417" y="1905000"/>
                </a:lnTo>
                <a:close/>
              </a:path>
              <a:path w="1945640" h="1968500">
                <a:moveTo>
                  <a:pt x="1811032" y="1905000"/>
                </a:moveTo>
                <a:lnTo>
                  <a:pt x="1756638" y="1905000"/>
                </a:lnTo>
                <a:lnTo>
                  <a:pt x="1763382" y="1892300"/>
                </a:lnTo>
                <a:lnTo>
                  <a:pt x="1817395" y="1892300"/>
                </a:lnTo>
                <a:lnTo>
                  <a:pt x="1811032" y="1905000"/>
                </a:lnTo>
                <a:close/>
              </a:path>
              <a:path w="1945640" h="1968500">
                <a:moveTo>
                  <a:pt x="215099" y="1917700"/>
                </a:moveTo>
                <a:lnTo>
                  <a:pt x="153822" y="1917700"/>
                </a:lnTo>
                <a:lnTo>
                  <a:pt x="147116" y="1905000"/>
                </a:lnTo>
                <a:lnTo>
                  <a:pt x="207975" y="1905000"/>
                </a:lnTo>
                <a:lnTo>
                  <a:pt x="215099" y="1917700"/>
                </a:lnTo>
                <a:close/>
              </a:path>
              <a:path w="1945640" h="1968500">
                <a:moveTo>
                  <a:pt x="1791233" y="1917700"/>
                </a:moveTo>
                <a:lnTo>
                  <a:pt x="1729955" y="1917700"/>
                </a:lnTo>
                <a:lnTo>
                  <a:pt x="1737080" y="1905000"/>
                </a:lnTo>
                <a:lnTo>
                  <a:pt x="1797939" y="1905000"/>
                </a:lnTo>
                <a:lnTo>
                  <a:pt x="1791233" y="1917700"/>
                </a:lnTo>
                <a:close/>
              </a:path>
              <a:path w="1945640" h="1968500">
                <a:moveTo>
                  <a:pt x="243128" y="1930400"/>
                </a:moveTo>
                <a:lnTo>
                  <a:pt x="174625" y="1930400"/>
                </a:lnTo>
                <a:lnTo>
                  <a:pt x="167589" y="1917700"/>
                </a:lnTo>
                <a:lnTo>
                  <a:pt x="235673" y="1917700"/>
                </a:lnTo>
                <a:lnTo>
                  <a:pt x="243128" y="1930400"/>
                </a:lnTo>
                <a:close/>
              </a:path>
              <a:path w="1945640" h="1968500">
                <a:moveTo>
                  <a:pt x="1770430" y="1930400"/>
                </a:moveTo>
                <a:lnTo>
                  <a:pt x="1701927" y="1930400"/>
                </a:lnTo>
                <a:lnTo>
                  <a:pt x="1709394" y="1917700"/>
                </a:lnTo>
                <a:lnTo>
                  <a:pt x="1777466" y="1917700"/>
                </a:lnTo>
                <a:lnTo>
                  <a:pt x="1770430" y="1930400"/>
                </a:lnTo>
                <a:close/>
              </a:path>
              <a:path w="1945640" h="1968500">
                <a:moveTo>
                  <a:pt x="310388" y="1943100"/>
                </a:moveTo>
                <a:lnTo>
                  <a:pt x="196367" y="1943100"/>
                </a:lnTo>
                <a:lnTo>
                  <a:pt x="189014" y="1930400"/>
                </a:lnTo>
                <a:lnTo>
                  <a:pt x="302310" y="1930400"/>
                </a:lnTo>
                <a:lnTo>
                  <a:pt x="310388" y="1943100"/>
                </a:lnTo>
                <a:close/>
              </a:path>
              <a:path w="1945640" h="1968500">
                <a:moveTo>
                  <a:pt x="1748701" y="1943100"/>
                </a:moveTo>
                <a:lnTo>
                  <a:pt x="1634667" y="1943100"/>
                </a:lnTo>
                <a:lnTo>
                  <a:pt x="1642744" y="1930400"/>
                </a:lnTo>
                <a:lnTo>
                  <a:pt x="1756041" y="1930400"/>
                </a:lnTo>
                <a:lnTo>
                  <a:pt x="1748701" y="1943100"/>
                </a:lnTo>
                <a:close/>
              </a:path>
              <a:path w="1945640" h="1968500">
                <a:moveTo>
                  <a:pt x="1710588" y="1955800"/>
                </a:moveTo>
                <a:lnTo>
                  <a:pt x="234480" y="1955800"/>
                </a:lnTo>
                <a:lnTo>
                  <a:pt x="226682" y="1943100"/>
                </a:lnTo>
                <a:lnTo>
                  <a:pt x="1718386" y="1943100"/>
                </a:lnTo>
                <a:lnTo>
                  <a:pt x="1710588" y="1955800"/>
                </a:lnTo>
                <a:close/>
              </a:path>
              <a:path w="1945640" h="1968500">
                <a:moveTo>
                  <a:pt x="1662163" y="1968500"/>
                </a:moveTo>
                <a:lnTo>
                  <a:pt x="282905" y="1968500"/>
                </a:lnTo>
                <a:lnTo>
                  <a:pt x="274650" y="1955800"/>
                </a:lnTo>
                <a:lnTo>
                  <a:pt x="1670405" y="1955800"/>
                </a:lnTo>
                <a:lnTo>
                  <a:pt x="1662163" y="1968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08107" y="3266020"/>
            <a:ext cx="1945639" cy="1968500"/>
          </a:xfrm>
          <a:custGeom>
            <a:avLst/>
            <a:gdLst/>
            <a:ahLst/>
            <a:cxnLst/>
            <a:rect l="l" t="t" r="r" b="b"/>
            <a:pathLst>
              <a:path w="1945639" h="1968500">
                <a:moveTo>
                  <a:pt x="1710588" y="12700"/>
                </a:moveTo>
                <a:lnTo>
                  <a:pt x="234480" y="12700"/>
                </a:lnTo>
                <a:lnTo>
                  <a:pt x="242366" y="0"/>
                </a:lnTo>
                <a:lnTo>
                  <a:pt x="1702714" y="0"/>
                </a:lnTo>
                <a:lnTo>
                  <a:pt x="1710588" y="12700"/>
                </a:lnTo>
                <a:close/>
              </a:path>
              <a:path w="1945639" h="1968500">
                <a:moveTo>
                  <a:pt x="1741258" y="25400"/>
                </a:moveTo>
                <a:lnTo>
                  <a:pt x="203809" y="25400"/>
                </a:lnTo>
                <a:lnTo>
                  <a:pt x="211340" y="12700"/>
                </a:lnTo>
                <a:lnTo>
                  <a:pt x="1733727" y="12700"/>
                </a:lnTo>
                <a:lnTo>
                  <a:pt x="1741258" y="25400"/>
                </a:lnTo>
                <a:close/>
              </a:path>
              <a:path w="1945639" h="1968500">
                <a:moveTo>
                  <a:pt x="257276" y="38100"/>
                </a:moveTo>
                <a:lnTo>
                  <a:pt x="174637" y="38100"/>
                </a:lnTo>
                <a:lnTo>
                  <a:pt x="181775" y="25400"/>
                </a:lnTo>
                <a:lnTo>
                  <a:pt x="264960" y="25400"/>
                </a:lnTo>
                <a:lnTo>
                  <a:pt x="257276" y="38100"/>
                </a:lnTo>
                <a:close/>
              </a:path>
              <a:path w="1945639" h="1968500">
                <a:moveTo>
                  <a:pt x="1770443" y="38100"/>
                </a:moveTo>
                <a:lnTo>
                  <a:pt x="1687804" y="38100"/>
                </a:lnTo>
                <a:lnTo>
                  <a:pt x="1680108" y="25400"/>
                </a:lnTo>
                <a:lnTo>
                  <a:pt x="1763293" y="25400"/>
                </a:lnTo>
                <a:lnTo>
                  <a:pt x="1770443" y="38100"/>
                </a:lnTo>
                <a:close/>
              </a:path>
              <a:path w="1945639" h="1968500">
                <a:moveTo>
                  <a:pt x="214782" y="50800"/>
                </a:moveTo>
                <a:lnTo>
                  <a:pt x="153835" y="50800"/>
                </a:lnTo>
                <a:lnTo>
                  <a:pt x="160654" y="38100"/>
                </a:lnTo>
                <a:lnTo>
                  <a:pt x="221995" y="38100"/>
                </a:lnTo>
                <a:lnTo>
                  <a:pt x="214782" y="50800"/>
                </a:lnTo>
                <a:close/>
              </a:path>
              <a:path w="1945639" h="1968500">
                <a:moveTo>
                  <a:pt x="1791233" y="50800"/>
                </a:moveTo>
                <a:lnTo>
                  <a:pt x="1730286" y="50800"/>
                </a:lnTo>
                <a:lnTo>
                  <a:pt x="1723085" y="38100"/>
                </a:lnTo>
                <a:lnTo>
                  <a:pt x="1784413" y="38100"/>
                </a:lnTo>
                <a:lnTo>
                  <a:pt x="1791233" y="50800"/>
                </a:lnTo>
                <a:close/>
              </a:path>
              <a:path w="1945639" h="1968500">
                <a:moveTo>
                  <a:pt x="188125" y="63500"/>
                </a:moveTo>
                <a:lnTo>
                  <a:pt x="134035" y="63500"/>
                </a:lnTo>
                <a:lnTo>
                  <a:pt x="140525" y="50800"/>
                </a:lnTo>
                <a:lnTo>
                  <a:pt x="194957" y="50800"/>
                </a:lnTo>
                <a:lnTo>
                  <a:pt x="188125" y="63500"/>
                </a:lnTo>
                <a:close/>
              </a:path>
              <a:path w="1945639" h="1968500">
                <a:moveTo>
                  <a:pt x="1811032" y="63500"/>
                </a:moveTo>
                <a:lnTo>
                  <a:pt x="1756956" y="63500"/>
                </a:lnTo>
                <a:lnTo>
                  <a:pt x="1750110" y="50800"/>
                </a:lnTo>
                <a:lnTo>
                  <a:pt x="1804555" y="50800"/>
                </a:lnTo>
                <a:lnTo>
                  <a:pt x="1811032" y="63500"/>
                </a:lnTo>
                <a:close/>
              </a:path>
              <a:path w="1945639" h="1968500">
                <a:moveTo>
                  <a:pt x="169113" y="76200"/>
                </a:moveTo>
                <a:lnTo>
                  <a:pt x="121437" y="76200"/>
                </a:lnTo>
                <a:lnTo>
                  <a:pt x="127673" y="63500"/>
                </a:lnTo>
                <a:lnTo>
                  <a:pt x="175640" y="63500"/>
                </a:lnTo>
                <a:lnTo>
                  <a:pt x="169113" y="76200"/>
                </a:lnTo>
                <a:close/>
              </a:path>
              <a:path w="1945639" h="1968500">
                <a:moveTo>
                  <a:pt x="1823643" y="76200"/>
                </a:moveTo>
                <a:lnTo>
                  <a:pt x="1775967" y="76200"/>
                </a:lnTo>
                <a:lnTo>
                  <a:pt x="1769427" y="63500"/>
                </a:lnTo>
                <a:lnTo>
                  <a:pt x="1817395" y="63500"/>
                </a:lnTo>
                <a:lnTo>
                  <a:pt x="1823643" y="76200"/>
                </a:lnTo>
                <a:close/>
              </a:path>
              <a:path w="1945639" h="1968500">
                <a:moveTo>
                  <a:pt x="151015" y="88900"/>
                </a:moveTo>
                <a:lnTo>
                  <a:pt x="103466" y="88900"/>
                </a:lnTo>
                <a:lnTo>
                  <a:pt x="109334" y="76200"/>
                </a:lnTo>
                <a:lnTo>
                  <a:pt x="157225" y="76200"/>
                </a:lnTo>
                <a:lnTo>
                  <a:pt x="151015" y="88900"/>
                </a:lnTo>
                <a:close/>
              </a:path>
              <a:path w="1945639" h="1968500">
                <a:moveTo>
                  <a:pt x="1841601" y="88900"/>
                </a:moveTo>
                <a:lnTo>
                  <a:pt x="1794052" y="88900"/>
                </a:lnTo>
                <a:lnTo>
                  <a:pt x="1787855" y="76200"/>
                </a:lnTo>
                <a:lnTo>
                  <a:pt x="1835746" y="76200"/>
                </a:lnTo>
                <a:lnTo>
                  <a:pt x="1841601" y="88900"/>
                </a:lnTo>
                <a:close/>
              </a:path>
              <a:path w="1945639" h="1968500">
                <a:moveTo>
                  <a:pt x="133896" y="101600"/>
                </a:moveTo>
                <a:lnTo>
                  <a:pt x="92151" y="101600"/>
                </a:lnTo>
                <a:lnTo>
                  <a:pt x="97739" y="88900"/>
                </a:lnTo>
                <a:lnTo>
                  <a:pt x="139750" y="88900"/>
                </a:lnTo>
                <a:lnTo>
                  <a:pt x="133896" y="101600"/>
                </a:lnTo>
                <a:close/>
              </a:path>
              <a:path w="1945639" h="1968500">
                <a:moveTo>
                  <a:pt x="1852917" y="101600"/>
                </a:moveTo>
                <a:lnTo>
                  <a:pt x="1811172" y="101600"/>
                </a:lnTo>
                <a:lnTo>
                  <a:pt x="1805317" y="88900"/>
                </a:lnTo>
                <a:lnTo>
                  <a:pt x="1847329" y="88900"/>
                </a:lnTo>
                <a:lnTo>
                  <a:pt x="1852917" y="101600"/>
                </a:lnTo>
                <a:close/>
              </a:path>
              <a:path w="1945639" h="1968500">
                <a:moveTo>
                  <a:pt x="117830" y="114300"/>
                </a:moveTo>
                <a:lnTo>
                  <a:pt x="81381" y="114300"/>
                </a:lnTo>
                <a:lnTo>
                  <a:pt x="86702" y="101600"/>
                </a:lnTo>
                <a:lnTo>
                  <a:pt x="123316" y="101600"/>
                </a:lnTo>
                <a:lnTo>
                  <a:pt x="117830" y="114300"/>
                </a:lnTo>
                <a:close/>
              </a:path>
              <a:path w="1945639" h="1968500">
                <a:moveTo>
                  <a:pt x="1863686" y="114300"/>
                </a:moveTo>
                <a:lnTo>
                  <a:pt x="1827250" y="114300"/>
                </a:lnTo>
                <a:lnTo>
                  <a:pt x="1821764" y="101600"/>
                </a:lnTo>
                <a:lnTo>
                  <a:pt x="1858378" y="101600"/>
                </a:lnTo>
                <a:lnTo>
                  <a:pt x="1863686" y="114300"/>
                </a:lnTo>
                <a:close/>
              </a:path>
              <a:path w="1945639" h="1968500">
                <a:moveTo>
                  <a:pt x="107734" y="127000"/>
                </a:moveTo>
                <a:lnTo>
                  <a:pt x="71183" y="127000"/>
                </a:lnTo>
                <a:lnTo>
                  <a:pt x="76212" y="114300"/>
                </a:lnTo>
                <a:lnTo>
                  <a:pt x="112953" y="114300"/>
                </a:lnTo>
                <a:lnTo>
                  <a:pt x="107734" y="127000"/>
                </a:lnTo>
                <a:close/>
              </a:path>
              <a:path w="1945639" h="1968500">
                <a:moveTo>
                  <a:pt x="1873884" y="127000"/>
                </a:moveTo>
                <a:lnTo>
                  <a:pt x="1837347" y="127000"/>
                </a:lnTo>
                <a:lnTo>
                  <a:pt x="1832127" y="114300"/>
                </a:lnTo>
                <a:lnTo>
                  <a:pt x="1868868" y="114300"/>
                </a:lnTo>
                <a:lnTo>
                  <a:pt x="1873884" y="127000"/>
                </a:lnTo>
                <a:close/>
              </a:path>
              <a:path w="1945639" h="1968500">
                <a:moveTo>
                  <a:pt x="93548" y="139700"/>
                </a:moveTo>
                <a:lnTo>
                  <a:pt x="61582" y="139700"/>
                </a:lnTo>
                <a:lnTo>
                  <a:pt x="66306" y="127000"/>
                </a:lnTo>
                <a:lnTo>
                  <a:pt x="98361" y="127000"/>
                </a:lnTo>
                <a:lnTo>
                  <a:pt x="93548" y="139700"/>
                </a:lnTo>
                <a:close/>
              </a:path>
              <a:path w="1945639" h="1968500">
                <a:moveTo>
                  <a:pt x="98145" y="139700"/>
                </a:moveTo>
                <a:lnTo>
                  <a:pt x="98361" y="127000"/>
                </a:lnTo>
                <a:lnTo>
                  <a:pt x="103085" y="127000"/>
                </a:lnTo>
                <a:lnTo>
                  <a:pt x="98145" y="139700"/>
                </a:lnTo>
                <a:close/>
              </a:path>
              <a:path w="1945639" h="1968500">
                <a:moveTo>
                  <a:pt x="1846935" y="139700"/>
                </a:moveTo>
                <a:lnTo>
                  <a:pt x="1841982" y="127000"/>
                </a:lnTo>
                <a:lnTo>
                  <a:pt x="1846719" y="127000"/>
                </a:lnTo>
                <a:lnTo>
                  <a:pt x="1846935" y="139700"/>
                </a:lnTo>
                <a:close/>
              </a:path>
              <a:path w="1945639" h="1968500">
                <a:moveTo>
                  <a:pt x="1883498" y="139700"/>
                </a:moveTo>
                <a:lnTo>
                  <a:pt x="1851532" y="139700"/>
                </a:lnTo>
                <a:lnTo>
                  <a:pt x="1846719" y="127000"/>
                </a:lnTo>
                <a:lnTo>
                  <a:pt x="1878774" y="127000"/>
                </a:lnTo>
                <a:lnTo>
                  <a:pt x="1883498" y="139700"/>
                </a:lnTo>
                <a:close/>
              </a:path>
              <a:path w="1945639" h="1968500">
                <a:moveTo>
                  <a:pt x="84759" y="152400"/>
                </a:moveTo>
                <a:lnTo>
                  <a:pt x="52577" y="152400"/>
                </a:lnTo>
                <a:lnTo>
                  <a:pt x="56997" y="139700"/>
                </a:lnTo>
                <a:lnTo>
                  <a:pt x="89293" y="139700"/>
                </a:lnTo>
                <a:lnTo>
                  <a:pt x="84759" y="152400"/>
                </a:lnTo>
                <a:close/>
              </a:path>
              <a:path w="1945639" h="1968500">
                <a:moveTo>
                  <a:pt x="1892490" y="152400"/>
                </a:moveTo>
                <a:lnTo>
                  <a:pt x="1860308" y="152400"/>
                </a:lnTo>
                <a:lnTo>
                  <a:pt x="1855787" y="139700"/>
                </a:lnTo>
                <a:lnTo>
                  <a:pt x="1888070" y="139700"/>
                </a:lnTo>
                <a:lnTo>
                  <a:pt x="1892490" y="152400"/>
                </a:lnTo>
                <a:close/>
              </a:path>
              <a:path w="1945639" h="1968500">
                <a:moveTo>
                  <a:pt x="76542" y="165100"/>
                </a:moveTo>
                <a:lnTo>
                  <a:pt x="44221" y="165100"/>
                </a:lnTo>
                <a:lnTo>
                  <a:pt x="48323" y="152400"/>
                </a:lnTo>
                <a:lnTo>
                  <a:pt x="80771" y="152400"/>
                </a:lnTo>
                <a:lnTo>
                  <a:pt x="76542" y="165100"/>
                </a:lnTo>
                <a:close/>
              </a:path>
              <a:path w="1945639" h="1968500">
                <a:moveTo>
                  <a:pt x="1900847" y="165100"/>
                </a:moveTo>
                <a:lnTo>
                  <a:pt x="1868525" y="165100"/>
                </a:lnTo>
                <a:lnTo>
                  <a:pt x="1864296" y="152400"/>
                </a:lnTo>
                <a:lnTo>
                  <a:pt x="1896757" y="152400"/>
                </a:lnTo>
                <a:lnTo>
                  <a:pt x="1900847" y="165100"/>
                </a:lnTo>
                <a:close/>
              </a:path>
              <a:path w="1945639" h="1968500">
                <a:moveTo>
                  <a:pt x="68910" y="177800"/>
                </a:moveTo>
                <a:lnTo>
                  <a:pt x="36512" y="177800"/>
                </a:lnTo>
                <a:lnTo>
                  <a:pt x="40284" y="165100"/>
                </a:lnTo>
                <a:lnTo>
                  <a:pt x="72834" y="165100"/>
                </a:lnTo>
                <a:lnTo>
                  <a:pt x="68910" y="177800"/>
                </a:lnTo>
                <a:close/>
              </a:path>
              <a:path w="1945639" h="1968500">
                <a:moveTo>
                  <a:pt x="1908555" y="177800"/>
                </a:moveTo>
                <a:lnTo>
                  <a:pt x="1876170" y="177800"/>
                </a:lnTo>
                <a:lnTo>
                  <a:pt x="1872246" y="165100"/>
                </a:lnTo>
                <a:lnTo>
                  <a:pt x="1904784" y="165100"/>
                </a:lnTo>
                <a:lnTo>
                  <a:pt x="1908555" y="177800"/>
                </a:lnTo>
                <a:close/>
              </a:path>
              <a:path w="1945639" h="1968500">
                <a:moveTo>
                  <a:pt x="55448" y="203200"/>
                </a:moveTo>
                <a:lnTo>
                  <a:pt x="26238" y="203200"/>
                </a:lnTo>
                <a:lnTo>
                  <a:pt x="29489" y="190500"/>
                </a:lnTo>
                <a:lnTo>
                  <a:pt x="32918" y="177800"/>
                </a:lnTo>
                <a:lnTo>
                  <a:pt x="65481" y="177800"/>
                </a:lnTo>
                <a:lnTo>
                  <a:pt x="61874" y="190500"/>
                </a:lnTo>
                <a:lnTo>
                  <a:pt x="58737" y="190500"/>
                </a:lnTo>
                <a:lnTo>
                  <a:pt x="55448" y="203200"/>
                </a:lnTo>
                <a:close/>
              </a:path>
              <a:path w="1945639" h="1968500">
                <a:moveTo>
                  <a:pt x="1918842" y="203200"/>
                </a:moveTo>
                <a:lnTo>
                  <a:pt x="1889620" y="203200"/>
                </a:lnTo>
                <a:lnTo>
                  <a:pt x="1886343" y="190500"/>
                </a:lnTo>
                <a:lnTo>
                  <a:pt x="1883206" y="190500"/>
                </a:lnTo>
                <a:lnTo>
                  <a:pt x="1879600" y="177800"/>
                </a:lnTo>
                <a:lnTo>
                  <a:pt x="1912162" y="177800"/>
                </a:lnTo>
                <a:lnTo>
                  <a:pt x="1915591" y="190500"/>
                </a:lnTo>
                <a:lnTo>
                  <a:pt x="1918842" y="203200"/>
                </a:lnTo>
                <a:close/>
              </a:path>
              <a:path w="1945639" h="1968500">
                <a:moveTo>
                  <a:pt x="49669" y="215900"/>
                </a:moveTo>
                <a:lnTo>
                  <a:pt x="20256" y="215900"/>
                </a:lnTo>
                <a:lnTo>
                  <a:pt x="23152" y="203200"/>
                </a:lnTo>
                <a:lnTo>
                  <a:pt x="52616" y="203200"/>
                </a:lnTo>
                <a:lnTo>
                  <a:pt x="49669" y="215900"/>
                </a:lnTo>
                <a:close/>
              </a:path>
              <a:path w="1945639" h="1968500">
                <a:moveTo>
                  <a:pt x="1924824" y="215900"/>
                </a:moveTo>
                <a:lnTo>
                  <a:pt x="1895398" y="215900"/>
                </a:lnTo>
                <a:lnTo>
                  <a:pt x="1892452" y="203200"/>
                </a:lnTo>
                <a:lnTo>
                  <a:pt x="1921916" y="203200"/>
                </a:lnTo>
                <a:lnTo>
                  <a:pt x="1924824" y="215900"/>
                </a:lnTo>
                <a:close/>
              </a:path>
              <a:path w="1945639" h="1968500">
                <a:moveTo>
                  <a:pt x="42240" y="241300"/>
                </a:moveTo>
                <a:lnTo>
                  <a:pt x="12661" y="241300"/>
                </a:lnTo>
                <a:lnTo>
                  <a:pt x="15011" y="228600"/>
                </a:lnTo>
                <a:lnTo>
                  <a:pt x="17538" y="215900"/>
                </a:lnTo>
                <a:lnTo>
                  <a:pt x="49796" y="215900"/>
                </a:lnTo>
                <a:lnTo>
                  <a:pt x="47028" y="228600"/>
                </a:lnTo>
                <a:lnTo>
                  <a:pt x="44665" y="228600"/>
                </a:lnTo>
                <a:lnTo>
                  <a:pt x="42240" y="241300"/>
                </a:lnTo>
                <a:close/>
              </a:path>
              <a:path w="1945639" h="1968500">
                <a:moveTo>
                  <a:pt x="1932406" y="241300"/>
                </a:moveTo>
                <a:lnTo>
                  <a:pt x="1902828" y="241300"/>
                </a:lnTo>
                <a:lnTo>
                  <a:pt x="1900415" y="228600"/>
                </a:lnTo>
                <a:lnTo>
                  <a:pt x="1898040" y="228600"/>
                </a:lnTo>
                <a:lnTo>
                  <a:pt x="1895271" y="215900"/>
                </a:lnTo>
                <a:lnTo>
                  <a:pt x="1927529" y="215900"/>
                </a:lnTo>
                <a:lnTo>
                  <a:pt x="1930069" y="228600"/>
                </a:lnTo>
                <a:lnTo>
                  <a:pt x="1932406" y="241300"/>
                </a:lnTo>
                <a:close/>
              </a:path>
              <a:path w="1945639" h="1968500">
                <a:moveTo>
                  <a:pt x="38138" y="254000"/>
                </a:moveTo>
                <a:lnTo>
                  <a:pt x="8547" y="254000"/>
                </a:lnTo>
                <a:lnTo>
                  <a:pt x="10502" y="241300"/>
                </a:lnTo>
                <a:lnTo>
                  <a:pt x="40195" y="241300"/>
                </a:lnTo>
                <a:lnTo>
                  <a:pt x="38138" y="254000"/>
                </a:lnTo>
                <a:close/>
              </a:path>
              <a:path w="1945639" h="1968500">
                <a:moveTo>
                  <a:pt x="1936521" y="254000"/>
                </a:moveTo>
                <a:lnTo>
                  <a:pt x="1906943" y="254000"/>
                </a:lnTo>
                <a:lnTo>
                  <a:pt x="1904872" y="241300"/>
                </a:lnTo>
                <a:lnTo>
                  <a:pt x="1934565" y="241300"/>
                </a:lnTo>
                <a:lnTo>
                  <a:pt x="1936521" y="254000"/>
                </a:lnTo>
                <a:close/>
              </a:path>
              <a:path w="1945639" h="1968500">
                <a:moveTo>
                  <a:pt x="33312" y="279400"/>
                </a:moveTo>
                <a:lnTo>
                  <a:pt x="3848" y="279400"/>
                </a:lnTo>
                <a:lnTo>
                  <a:pt x="5206" y="266700"/>
                </a:lnTo>
                <a:lnTo>
                  <a:pt x="6781" y="254000"/>
                </a:lnTo>
                <a:lnTo>
                  <a:pt x="36436" y="254000"/>
                </a:lnTo>
                <a:lnTo>
                  <a:pt x="34734" y="266700"/>
                </a:lnTo>
                <a:lnTo>
                  <a:pt x="33312" y="279400"/>
                </a:lnTo>
                <a:close/>
              </a:path>
              <a:path w="1945639" h="1968500">
                <a:moveTo>
                  <a:pt x="1941233" y="279400"/>
                </a:moveTo>
                <a:lnTo>
                  <a:pt x="1911769" y="279400"/>
                </a:lnTo>
                <a:lnTo>
                  <a:pt x="1910257" y="266700"/>
                </a:lnTo>
                <a:lnTo>
                  <a:pt x="1908644" y="254000"/>
                </a:lnTo>
                <a:lnTo>
                  <a:pt x="1938286" y="254000"/>
                </a:lnTo>
                <a:lnTo>
                  <a:pt x="1939861" y="266700"/>
                </a:lnTo>
                <a:lnTo>
                  <a:pt x="1941233" y="279400"/>
                </a:lnTo>
                <a:close/>
              </a:path>
              <a:path w="1945639" h="1968500">
                <a:moveTo>
                  <a:pt x="29451" y="304800"/>
                </a:moveTo>
                <a:lnTo>
                  <a:pt x="977" y="304800"/>
                </a:lnTo>
                <a:lnTo>
                  <a:pt x="1727" y="292100"/>
                </a:lnTo>
                <a:lnTo>
                  <a:pt x="2679" y="279400"/>
                </a:lnTo>
                <a:lnTo>
                  <a:pt x="32118" y="279400"/>
                </a:lnTo>
                <a:lnTo>
                  <a:pt x="31000" y="292100"/>
                </a:lnTo>
                <a:lnTo>
                  <a:pt x="30175" y="292100"/>
                </a:lnTo>
                <a:lnTo>
                  <a:pt x="29451" y="304800"/>
                </a:lnTo>
                <a:close/>
              </a:path>
              <a:path w="1945639" h="1968500">
                <a:moveTo>
                  <a:pt x="1944103" y="304800"/>
                </a:moveTo>
                <a:lnTo>
                  <a:pt x="1915617" y="304800"/>
                </a:lnTo>
                <a:lnTo>
                  <a:pt x="1914905" y="292100"/>
                </a:lnTo>
                <a:lnTo>
                  <a:pt x="1914067" y="292100"/>
                </a:lnTo>
                <a:lnTo>
                  <a:pt x="1912950" y="279400"/>
                </a:lnTo>
                <a:lnTo>
                  <a:pt x="1942388" y="279400"/>
                </a:lnTo>
                <a:lnTo>
                  <a:pt x="1943353" y="292100"/>
                </a:lnTo>
                <a:lnTo>
                  <a:pt x="1944103" y="304800"/>
                </a:lnTo>
                <a:close/>
              </a:path>
              <a:path w="1945639" h="1968500">
                <a:moveTo>
                  <a:pt x="28575" y="1638300"/>
                </a:moveTo>
                <a:lnTo>
                  <a:pt x="0" y="1638300"/>
                </a:lnTo>
                <a:lnTo>
                  <a:pt x="114" y="317500"/>
                </a:lnTo>
                <a:lnTo>
                  <a:pt x="431" y="304800"/>
                </a:lnTo>
                <a:lnTo>
                  <a:pt x="29476" y="304800"/>
                </a:lnTo>
                <a:lnTo>
                  <a:pt x="28968" y="317500"/>
                </a:lnTo>
                <a:lnTo>
                  <a:pt x="28676" y="317500"/>
                </a:lnTo>
                <a:lnTo>
                  <a:pt x="28575" y="1638300"/>
                </a:lnTo>
                <a:close/>
              </a:path>
              <a:path w="1945639" h="1968500">
                <a:moveTo>
                  <a:pt x="1945068" y="1638300"/>
                </a:moveTo>
                <a:lnTo>
                  <a:pt x="1916493" y="1638300"/>
                </a:lnTo>
                <a:lnTo>
                  <a:pt x="1916391" y="317500"/>
                </a:lnTo>
                <a:lnTo>
                  <a:pt x="1916112" y="317500"/>
                </a:lnTo>
                <a:lnTo>
                  <a:pt x="1915591" y="304800"/>
                </a:lnTo>
                <a:lnTo>
                  <a:pt x="1944636" y="304800"/>
                </a:lnTo>
                <a:lnTo>
                  <a:pt x="1944966" y="317500"/>
                </a:lnTo>
                <a:lnTo>
                  <a:pt x="1945068" y="1638300"/>
                </a:lnTo>
                <a:close/>
              </a:path>
              <a:path w="1945639" h="1968500">
                <a:moveTo>
                  <a:pt x="30175" y="1663700"/>
                </a:moveTo>
                <a:lnTo>
                  <a:pt x="977" y="1663700"/>
                </a:lnTo>
                <a:lnTo>
                  <a:pt x="431" y="1651000"/>
                </a:lnTo>
                <a:lnTo>
                  <a:pt x="114" y="1638300"/>
                </a:lnTo>
                <a:lnTo>
                  <a:pt x="28676" y="1638300"/>
                </a:lnTo>
                <a:lnTo>
                  <a:pt x="28981" y="1651000"/>
                </a:lnTo>
                <a:lnTo>
                  <a:pt x="29451" y="1651000"/>
                </a:lnTo>
                <a:lnTo>
                  <a:pt x="30175" y="1663700"/>
                </a:lnTo>
                <a:close/>
              </a:path>
              <a:path w="1945639" h="1968500">
                <a:moveTo>
                  <a:pt x="1944103" y="1663700"/>
                </a:moveTo>
                <a:lnTo>
                  <a:pt x="1914905" y="1663700"/>
                </a:lnTo>
                <a:lnTo>
                  <a:pt x="1915617" y="1651000"/>
                </a:lnTo>
                <a:lnTo>
                  <a:pt x="1916087" y="1651000"/>
                </a:lnTo>
                <a:lnTo>
                  <a:pt x="1916404" y="1638300"/>
                </a:lnTo>
                <a:lnTo>
                  <a:pt x="1944966" y="1638300"/>
                </a:lnTo>
                <a:lnTo>
                  <a:pt x="1944636" y="1651000"/>
                </a:lnTo>
                <a:lnTo>
                  <a:pt x="1944103" y="1663700"/>
                </a:lnTo>
                <a:close/>
              </a:path>
              <a:path w="1945639" h="1968500">
                <a:moveTo>
                  <a:pt x="33375" y="1689100"/>
                </a:moveTo>
                <a:lnTo>
                  <a:pt x="3848" y="1689100"/>
                </a:lnTo>
                <a:lnTo>
                  <a:pt x="2679" y="1676400"/>
                </a:lnTo>
                <a:lnTo>
                  <a:pt x="1727" y="1663700"/>
                </a:lnTo>
                <a:lnTo>
                  <a:pt x="30137" y="1663700"/>
                </a:lnTo>
                <a:lnTo>
                  <a:pt x="31051" y="1676400"/>
                </a:lnTo>
                <a:lnTo>
                  <a:pt x="32067" y="1676400"/>
                </a:lnTo>
                <a:lnTo>
                  <a:pt x="33375" y="1689100"/>
                </a:lnTo>
                <a:close/>
              </a:path>
              <a:path w="1945639" h="1968500">
                <a:moveTo>
                  <a:pt x="1941233" y="1689100"/>
                </a:moveTo>
                <a:lnTo>
                  <a:pt x="1911705" y="1689100"/>
                </a:lnTo>
                <a:lnTo>
                  <a:pt x="1913013" y="1676400"/>
                </a:lnTo>
                <a:lnTo>
                  <a:pt x="1914016" y="1676400"/>
                </a:lnTo>
                <a:lnTo>
                  <a:pt x="1914944" y="1663700"/>
                </a:lnTo>
                <a:lnTo>
                  <a:pt x="1943353" y="1663700"/>
                </a:lnTo>
                <a:lnTo>
                  <a:pt x="1942388" y="1676400"/>
                </a:lnTo>
                <a:lnTo>
                  <a:pt x="1941233" y="1689100"/>
                </a:lnTo>
                <a:close/>
              </a:path>
              <a:path w="1945639" h="1968500">
                <a:moveTo>
                  <a:pt x="38226" y="1714500"/>
                </a:moveTo>
                <a:lnTo>
                  <a:pt x="8547" y="1714500"/>
                </a:lnTo>
                <a:lnTo>
                  <a:pt x="6781" y="1701800"/>
                </a:lnTo>
                <a:lnTo>
                  <a:pt x="5206" y="1689100"/>
                </a:lnTo>
                <a:lnTo>
                  <a:pt x="34734" y="1689100"/>
                </a:lnTo>
                <a:lnTo>
                  <a:pt x="36436" y="1701800"/>
                </a:lnTo>
                <a:lnTo>
                  <a:pt x="38226" y="1714500"/>
                </a:lnTo>
                <a:close/>
              </a:path>
              <a:path w="1945639" h="1968500">
                <a:moveTo>
                  <a:pt x="1936521" y="1714500"/>
                </a:moveTo>
                <a:lnTo>
                  <a:pt x="1906841" y="1714500"/>
                </a:lnTo>
                <a:lnTo>
                  <a:pt x="1908721" y="1701800"/>
                </a:lnTo>
                <a:lnTo>
                  <a:pt x="1910333" y="1689100"/>
                </a:lnTo>
                <a:lnTo>
                  <a:pt x="1939861" y="1689100"/>
                </a:lnTo>
                <a:lnTo>
                  <a:pt x="1938286" y="1701800"/>
                </a:lnTo>
                <a:lnTo>
                  <a:pt x="1936521" y="1714500"/>
                </a:lnTo>
                <a:close/>
              </a:path>
              <a:path w="1945639" h="1968500">
                <a:moveTo>
                  <a:pt x="42341" y="1727200"/>
                </a:moveTo>
                <a:lnTo>
                  <a:pt x="12661" y="1727200"/>
                </a:lnTo>
                <a:lnTo>
                  <a:pt x="10502" y="1714500"/>
                </a:lnTo>
                <a:lnTo>
                  <a:pt x="40106" y="1714500"/>
                </a:lnTo>
                <a:lnTo>
                  <a:pt x="42341" y="1727200"/>
                </a:lnTo>
                <a:close/>
              </a:path>
              <a:path w="1945639" h="1968500">
                <a:moveTo>
                  <a:pt x="1932406" y="1727200"/>
                </a:moveTo>
                <a:lnTo>
                  <a:pt x="1902726" y="1727200"/>
                </a:lnTo>
                <a:lnTo>
                  <a:pt x="1904974" y="1714500"/>
                </a:lnTo>
                <a:lnTo>
                  <a:pt x="1934565" y="1714500"/>
                </a:lnTo>
                <a:lnTo>
                  <a:pt x="1932406" y="1727200"/>
                </a:lnTo>
                <a:close/>
              </a:path>
              <a:path w="1945639" h="1968500">
                <a:moveTo>
                  <a:pt x="52616" y="1752600"/>
                </a:moveTo>
                <a:lnTo>
                  <a:pt x="20256" y="1752600"/>
                </a:lnTo>
                <a:lnTo>
                  <a:pt x="17538" y="1739900"/>
                </a:lnTo>
                <a:lnTo>
                  <a:pt x="15011" y="1727200"/>
                </a:lnTo>
                <a:lnTo>
                  <a:pt x="44551" y="1727200"/>
                </a:lnTo>
                <a:lnTo>
                  <a:pt x="47155" y="1739900"/>
                </a:lnTo>
                <a:lnTo>
                  <a:pt x="49669" y="1739900"/>
                </a:lnTo>
                <a:lnTo>
                  <a:pt x="52616" y="1752600"/>
                </a:lnTo>
                <a:close/>
              </a:path>
              <a:path w="1945639" h="1968500">
                <a:moveTo>
                  <a:pt x="1924824" y="1752600"/>
                </a:moveTo>
                <a:lnTo>
                  <a:pt x="1892452" y="1752600"/>
                </a:lnTo>
                <a:lnTo>
                  <a:pt x="1895398" y="1739900"/>
                </a:lnTo>
                <a:lnTo>
                  <a:pt x="1897926" y="1739900"/>
                </a:lnTo>
                <a:lnTo>
                  <a:pt x="1900529" y="1727200"/>
                </a:lnTo>
                <a:lnTo>
                  <a:pt x="1930069" y="1727200"/>
                </a:lnTo>
                <a:lnTo>
                  <a:pt x="1927529" y="1739900"/>
                </a:lnTo>
                <a:lnTo>
                  <a:pt x="1924824" y="1752600"/>
                </a:lnTo>
                <a:close/>
              </a:path>
              <a:path w="1945639" h="1968500">
                <a:moveTo>
                  <a:pt x="58737" y="1765300"/>
                </a:moveTo>
                <a:lnTo>
                  <a:pt x="26238" y="1765300"/>
                </a:lnTo>
                <a:lnTo>
                  <a:pt x="23152" y="1752600"/>
                </a:lnTo>
                <a:lnTo>
                  <a:pt x="55448" y="1752600"/>
                </a:lnTo>
                <a:lnTo>
                  <a:pt x="58737" y="1765300"/>
                </a:lnTo>
                <a:close/>
              </a:path>
              <a:path w="1945639" h="1968500">
                <a:moveTo>
                  <a:pt x="1918842" y="1765300"/>
                </a:moveTo>
                <a:lnTo>
                  <a:pt x="1886343" y="1765300"/>
                </a:lnTo>
                <a:lnTo>
                  <a:pt x="1889620" y="1752600"/>
                </a:lnTo>
                <a:lnTo>
                  <a:pt x="1921916" y="1752600"/>
                </a:lnTo>
                <a:lnTo>
                  <a:pt x="1918842" y="1765300"/>
                </a:lnTo>
                <a:close/>
              </a:path>
              <a:path w="1945639" h="1968500">
                <a:moveTo>
                  <a:pt x="69075" y="1790700"/>
                </a:moveTo>
                <a:lnTo>
                  <a:pt x="36512" y="1790700"/>
                </a:lnTo>
                <a:lnTo>
                  <a:pt x="32918" y="1778000"/>
                </a:lnTo>
                <a:lnTo>
                  <a:pt x="29489" y="1765300"/>
                </a:lnTo>
                <a:lnTo>
                  <a:pt x="58585" y="1765300"/>
                </a:lnTo>
                <a:lnTo>
                  <a:pt x="62026" y="1778000"/>
                </a:lnTo>
                <a:lnTo>
                  <a:pt x="65316" y="1778000"/>
                </a:lnTo>
                <a:lnTo>
                  <a:pt x="69075" y="1790700"/>
                </a:lnTo>
                <a:close/>
              </a:path>
              <a:path w="1945639" h="1968500">
                <a:moveTo>
                  <a:pt x="1908555" y="1790700"/>
                </a:moveTo>
                <a:lnTo>
                  <a:pt x="1875993" y="1790700"/>
                </a:lnTo>
                <a:lnTo>
                  <a:pt x="1879765" y="1778000"/>
                </a:lnTo>
                <a:lnTo>
                  <a:pt x="1883041" y="1778000"/>
                </a:lnTo>
                <a:lnTo>
                  <a:pt x="1886496" y="1765300"/>
                </a:lnTo>
                <a:lnTo>
                  <a:pt x="1915591" y="1765300"/>
                </a:lnTo>
                <a:lnTo>
                  <a:pt x="1912162" y="1778000"/>
                </a:lnTo>
                <a:lnTo>
                  <a:pt x="1908555" y="1790700"/>
                </a:lnTo>
                <a:close/>
              </a:path>
              <a:path w="1945639" h="1968500">
                <a:moveTo>
                  <a:pt x="76733" y="1803400"/>
                </a:moveTo>
                <a:lnTo>
                  <a:pt x="44221" y="1803400"/>
                </a:lnTo>
                <a:lnTo>
                  <a:pt x="40284" y="1790700"/>
                </a:lnTo>
                <a:lnTo>
                  <a:pt x="72656" y="1790700"/>
                </a:lnTo>
                <a:lnTo>
                  <a:pt x="76733" y="1803400"/>
                </a:lnTo>
                <a:close/>
              </a:path>
              <a:path w="1945639" h="1968500">
                <a:moveTo>
                  <a:pt x="1900847" y="1803400"/>
                </a:moveTo>
                <a:lnTo>
                  <a:pt x="1868347" y="1803400"/>
                </a:lnTo>
                <a:lnTo>
                  <a:pt x="1872424" y="1790700"/>
                </a:lnTo>
                <a:lnTo>
                  <a:pt x="1904784" y="1790700"/>
                </a:lnTo>
                <a:lnTo>
                  <a:pt x="1900847" y="1803400"/>
                </a:lnTo>
                <a:close/>
              </a:path>
              <a:path w="1945639" h="1968500">
                <a:moveTo>
                  <a:pt x="89293" y="1816100"/>
                </a:moveTo>
                <a:lnTo>
                  <a:pt x="52577" y="1816100"/>
                </a:lnTo>
                <a:lnTo>
                  <a:pt x="48323" y="1803400"/>
                </a:lnTo>
                <a:lnTo>
                  <a:pt x="84759" y="1803400"/>
                </a:lnTo>
                <a:lnTo>
                  <a:pt x="89293" y="1816100"/>
                </a:lnTo>
                <a:close/>
              </a:path>
              <a:path w="1945639" h="1968500">
                <a:moveTo>
                  <a:pt x="1892490" y="1816100"/>
                </a:moveTo>
                <a:lnTo>
                  <a:pt x="1855787" y="1816100"/>
                </a:lnTo>
                <a:lnTo>
                  <a:pt x="1860308" y="1803400"/>
                </a:lnTo>
                <a:lnTo>
                  <a:pt x="1896757" y="1803400"/>
                </a:lnTo>
                <a:lnTo>
                  <a:pt x="1892490" y="1816100"/>
                </a:lnTo>
                <a:close/>
              </a:path>
              <a:path w="1945639" h="1968500">
                <a:moveTo>
                  <a:pt x="98361" y="1828800"/>
                </a:moveTo>
                <a:lnTo>
                  <a:pt x="61582" y="1828800"/>
                </a:lnTo>
                <a:lnTo>
                  <a:pt x="56997" y="1816100"/>
                </a:lnTo>
                <a:lnTo>
                  <a:pt x="93548" y="1816100"/>
                </a:lnTo>
                <a:lnTo>
                  <a:pt x="98361" y="1828800"/>
                </a:lnTo>
                <a:close/>
              </a:path>
              <a:path w="1945639" h="1968500">
                <a:moveTo>
                  <a:pt x="1883498" y="1828800"/>
                </a:moveTo>
                <a:lnTo>
                  <a:pt x="1846719" y="1828800"/>
                </a:lnTo>
                <a:lnTo>
                  <a:pt x="1851532" y="1816100"/>
                </a:lnTo>
                <a:lnTo>
                  <a:pt x="1888070" y="1816100"/>
                </a:lnTo>
                <a:lnTo>
                  <a:pt x="1883498" y="1828800"/>
                </a:lnTo>
                <a:close/>
              </a:path>
              <a:path w="1945639" h="1968500">
                <a:moveTo>
                  <a:pt x="107962" y="1841500"/>
                </a:moveTo>
                <a:lnTo>
                  <a:pt x="71183" y="1841500"/>
                </a:lnTo>
                <a:lnTo>
                  <a:pt x="66306" y="1828800"/>
                </a:lnTo>
                <a:lnTo>
                  <a:pt x="102869" y="1828800"/>
                </a:lnTo>
                <a:lnTo>
                  <a:pt x="107962" y="1841500"/>
                </a:lnTo>
                <a:close/>
              </a:path>
              <a:path w="1945639" h="1968500">
                <a:moveTo>
                  <a:pt x="1873884" y="1841500"/>
                </a:moveTo>
                <a:lnTo>
                  <a:pt x="1837118" y="1841500"/>
                </a:lnTo>
                <a:lnTo>
                  <a:pt x="1842211" y="1828800"/>
                </a:lnTo>
                <a:lnTo>
                  <a:pt x="1878774" y="1828800"/>
                </a:lnTo>
                <a:lnTo>
                  <a:pt x="1873884" y="1841500"/>
                </a:lnTo>
                <a:close/>
              </a:path>
              <a:path w="1945639" h="1968500">
                <a:moveTo>
                  <a:pt x="118071" y="1854200"/>
                </a:moveTo>
                <a:lnTo>
                  <a:pt x="81381" y="1854200"/>
                </a:lnTo>
                <a:lnTo>
                  <a:pt x="76212" y="1841500"/>
                </a:lnTo>
                <a:lnTo>
                  <a:pt x="112712" y="1841500"/>
                </a:lnTo>
                <a:lnTo>
                  <a:pt x="118071" y="1854200"/>
                </a:lnTo>
                <a:close/>
              </a:path>
              <a:path w="1945639" h="1968500">
                <a:moveTo>
                  <a:pt x="1863686" y="1854200"/>
                </a:moveTo>
                <a:lnTo>
                  <a:pt x="1827009" y="1854200"/>
                </a:lnTo>
                <a:lnTo>
                  <a:pt x="1832355" y="1841500"/>
                </a:lnTo>
                <a:lnTo>
                  <a:pt x="1868868" y="1841500"/>
                </a:lnTo>
                <a:lnTo>
                  <a:pt x="1863686" y="1854200"/>
                </a:lnTo>
                <a:close/>
              </a:path>
              <a:path w="1945639" h="1968500">
                <a:moveTo>
                  <a:pt x="134162" y="1866900"/>
                </a:moveTo>
                <a:lnTo>
                  <a:pt x="92151" y="1866900"/>
                </a:lnTo>
                <a:lnTo>
                  <a:pt x="86702" y="1854200"/>
                </a:lnTo>
                <a:lnTo>
                  <a:pt x="128422" y="1854200"/>
                </a:lnTo>
                <a:lnTo>
                  <a:pt x="134162" y="1866900"/>
                </a:lnTo>
                <a:close/>
              </a:path>
              <a:path w="1945639" h="1968500">
                <a:moveTo>
                  <a:pt x="1852917" y="1866900"/>
                </a:moveTo>
                <a:lnTo>
                  <a:pt x="1810918" y="1866900"/>
                </a:lnTo>
                <a:lnTo>
                  <a:pt x="1816646" y="1854200"/>
                </a:lnTo>
                <a:lnTo>
                  <a:pt x="1858378" y="1854200"/>
                </a:lnTo>
                <a:lnTo>
                  <a:pt x="1852917" y="1866900"/>
                </a:lnTo>
                <a:close/>
              </a:path>
              <a:path w="1945639" h="1968500">
                <a:moveTo>
                  <a:pt x="151295" y="1879600"/>
                </a:moveTo>
                <a:lnTo>
                  <a:pt x="103466" y="1879600"/>
                </a:lnTo>
                <a:lnTo>
                  <a:pt x="97739" y="1866900"/>
                </a:lnTo>
                <a:lnTo>
                  <a:pt x="145199" y="1866900"/>
                </a:lnTo>
                <a:lnTo>
                  <a:pt x="151295" y="1879600"/>
                </a:lnTo>
                <a:close/>
              </a:path>
              <a:path w="1945639" h="1968500">
                <a:moveTo>
                  <a:pt x="1841601" y="1879600"/>
                </a:moveTo>
                <a:lnTo>
                  <a:pt x="1793786" y="1879600"/>
                </a:lnTo>
                <a:lnTo>
                  <a:pt x="1799882" y="1866900"/>
                </a:lnTo>
                <a:lnTo>
                  <a:pt x="1847329" y="1866900"/>
                </a:lnTo>
                <a:lnTo>
                  <a:pt x="1841601" y="1879600"/>
                </a:lnTo>
                <a:close/>
              </a:path>
              <a:path w="1945639" h="1968500">
                <a:moveTo>
                  <a:pt x="163258" y="1892300"/>
                </a:moveTo>
                <a:lnTo>
                  <a:pt x="121437" y="1892300"/>
                </a:lnTo>
                <a:lnTo>
                  <a:pt x="115315" y="1879600"/>
                </a:lnTo>
                <a:lnTo>
                  <a:pt x="156946" y="1879600"/>
                </a:lnTo>
                <a:lnTo>
                  <a:pt x="163258" y="1892300"/>
                </a:lnTo>
                <a:close/>
              </a:path>
              <a:path w="1945639" h="1968500">
                <a:moveTo>
                  <a:pt x="169405" y="1892300"/>
                </a:moveTo>
                <a:lnTo>
                  <a:pt x="163258" y="1892300"/>
                </a:lnTo>
                <a:lnTo>
                  <a:pt x="162979" y="1879600"/>
                </a:lnTo>
                <a:lnTo>
                  <a:pt x="169405" y="1892300"/>
                </a:lnTo>
                <a:close/>
              </a:path>
              <a:path w="1945639" h="1968500">
                <a:moveTo>
                  <a:pt x="1781809" y="1892300"/>
                </a:moveTo>
                <a:lnTo>
                  <a:pt x="1775675" y="1892300"/>
                </a:lnTo>
                <a:lnTo>
                  <a:pt x="1782102" y="1879600"/>
                </a:lnTo>
                <a:lnTo>
                  <a:pt x="1781809" y="1892300"/>
                </a:lnTo>
                <a:close/>
              </a:path>
              <a:path w="1945639" h="1968500">
                <a:moveTo>
                  <a:pt x="1823643" y="1892300"/>
                </a:moveTo>
                <a:lnTo>
                  <a:pt x="1781809" y="1892300"/>
                </a:lnTo>
                <a:lnTo>
                  <a:pt x="1788134" y="1879600"/>
                </a:lnTo>
                <a:lnTo>
                  <a:pt x="1829752" y="1879600"/>
                </a:lnTo>
                <a:lnTo>
                  <a:pt x="1823643" y="1892300"/>
                </a:lnTo>
                <a:close/>
              </a:path>
              <a:path w="1945639" h="1968500">
                <a:moveTo>
                  <a:pt x="188429" y="1905000"/>
                </a:moveTo>
                <a:lnTo>
                  <a:pt x="134035" y="1905000"/>
                </a:lnTo>
                <a:lnTo>
                  <a:pt x="127673" y="1892300"/>
                </a:lnTo>
                <a:lnTo>
                  <a:pt x="181686" y="1892300"/>
                </a:lnTo>
                <a:lnTo>
                  <a:pt x="188429" y="1905000"/>
                </a:lnTo>
                <a:close/>
              </a:path>
              <a:path w="1945639" h="1968500">
                <a:moveTo>
                  <a:pt x="1811032" y="1905000"/>
                </a:moveTo>
                <a:lnTo>
                  <a:pt x="1756651" y="1905000"/>
                </a:lnTo>
                <a:lnTo>
                  <a:pt x="1763382" y="1892300"/>
                </a:lnTo>
                <a:lnTo>
                  <a:pt x="1817395" y="1892300"/>
                </a:lnTo>
                <a:lnTo>
                  <a:pt x="1811032" y="1905000"/>
                </a:lnTo>
                <a:close/>
              </a:path>
              <a:path w="1945639" h="1968500">
                <a:moveTo>
                  <a:pt x="215099" y="1917700"/>
                </a:moveTo>
                <a:lnTo>
                  <a:pt x="153835" y="1917700"/>
                </a:lnTo>
                <a:lnTo>
                  <a:pt x="147116" y="1905000"/>
                </a:lnTo>
                <a:lnTo>
                  <a:pt x="207987" y="1905000"/>
                </a:lnTo>
                <a:lnTo>
                  <a:pt x="215099" y="1917700"/>
                </a:lnTo>
                <a:close/>
              </a:path>
              <a:path w="1945639" h="1968500">
                <a:moveTo>
                  <a:pt x="1791233" y="1917700"/>
                </a:moveTo>
                <a:lnTo>
                  <a:pt x="1729968" y="1917700"/>
                </a:lnTo>
                <a:lnTo>
                  <a:pt x="1737093" y="1905000"/>
                </a:lnTo>
                <a:lnTo>
                  <a:pt x="1797951" y="1905000"/>
                </a:lnTo>
                <a:lnTo>
                  <a:pt x="1791233" y="1917700"/>
                </a:lnTo>
                <a:close/>
              </a:path>
              <a:path w="1945639" h="1968500">
                <a:moveTo>
                  <a:pt x="243141" y="1930400"/>
                </a:moveTo>
                <a:lnTo>
                  <a:pt x="174637" y="1930400"/>
                </a:lnTo>
                <a:lnTo>
                  <a:pt x="167589" y="1917700"/>
                </a:lnTo>
                <a:lnTo>
                  <a:pt x="235673" y="1917700"/>
                </a:lnTo>
                <a:lnTo>
                  <a:pt x="243141" y="1930400"/>
                </a:lnTo>
                <a:close/>
              </a:path>
              <a:path w="1945639" h="1968500">
                <a:moveTo>
                  <a:pt x="1770443" y="1930400"/>
                </a:moveTo>
                <a:lnTo>
                  <a:pt x="1701939" y="1930400"/>
                </a:lnTo>
                <a:lnTo>
                  <a:pt x="1709394" y="1917700"/>
                </a:lnTo>
                <a:lnTo>
                  <a:pt x="1777479" y="1917700"/>
                </a:lnTo>
                <a:lnTo>
                  <a:pt x="1770443" y="1930400"/>
                </a:lnTo>
                <a:close/>
              </a:path>
              <a:path w="1945639" h="1968500">
                <a:moveTo>
                  <a:pt x="310400" y="1943100"/>
                </a:moveTo>
                <a:lnTo>
                  <a:pt x="196367" y="1943100"/>
                </a:lnTo>
                <a:lnTo>
                  <a:pt x="189026" y="1930400"/>
                </a:lnTo>
                <a:lnTo>
                  <a:pt x="302310" y="1930400"/>
                </a:lnTo>
                <a:lnTo>
                  <a:pt x="310400" y="1943100"/>
                </a:lnTo>
                <a:close/>
              </a:path>
              <a:path w="1945639" h="1968500">
                <a:moveTo>
                  <a:pt x="1748701" y="1943100"/>
                </a:moveTo>
                <a:lnTo>
                  <a:pt x="1634680" y="1943100"/>
                </a:lnTo>
                <a:lnTo>
                  <a:pt x="1642757" y="1930400"/>
                </a:lnTo>
                <a:lnTo>
                  <a:pt x="1756041" y="1930400"/>
                </a:lnTo>
                <a:lnTo>
                  <a:pt x="1748701" y="1943100"/>
                </a:lnTo>
                <a:close/>
              </a:path>
              <a:path w="1945639" h="1968500">
                <a:moveTo>
                  <a:pt x="1710588" y="1955800"/>
                </a:moveTo>
                <a:lnTo>
                  <a:pt x="234480" y="1955800"/>
                </a:lnTo>
                <a:lnTo>
                  <a:pt x="226682" y="1943100"/>
                </a:lnTo>
                <a:lnTo>
                  <a:pt x="1718386" y="1943100"/>
                </a:lnTo>
                <a:lnTo>
                  <a:pt x="1710588" y="1955800"/>
                </a:lnTo>
                <a:close/>
              </a:path>
              <a:path w="1945639" h="1968500">
                <a:moveTo>
                  <a:pt x="1662163" y="1968500"/>
                </a:moveTo>
                <a:lnTo>
                  <a:pt x="282905" y="1968500"/>
                </a:lnTo>
                <a:lnTo>
                  <a:pt x="274662" y="1955800"/>
                </a:lnTo>
                <a:lnTo>
                  <a:pt x="1670418" y="1955800"/>
                </a:lnTo>
                <a:lnTo>
                  <a:pt x="1662163" y="1968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893669" y="2104885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实验装</a:t>
            </a:r>
            <a:r>
              <a:rPr dirty="0" sz="2800" spc="-5">
                <a:latin typeface="黑体"/>
                <a:cs typeface="黑体"/>
              </a:rPr>
              <a:t>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79008" y="2459735"/>
            <a:ext cx="448309" cy="841375"/>
          </a:xfrm>
          <a:custGeom>
            <a:avLst/>
            <a:gdLst/>
            <a:ahLst/>
            <a:cxnLst/>
            <a:rect l="l" t="t" r="r" b="b"/>
            <a:pathLst>
              <a:path w="448310" h="841375">
                <a:moveTo>
                  <a:pt x="189489" y="705612"/>
                </a:moveTo>
                <a:lnTo>
                  <a:pt x="57912" y="705612"/>
                </a:lnTo>
                <a:lnTo>
                  <a:pt x="333755" y="0"/>
                </a:lnTo>
                <a:lnTo>
                  <a:pt x="448055" y="44195"/>
                </a:lnTo>
                <a:lnTo>
                  <a:pt x="189489" y="705612"/>
                </a:lnTo>
                <a:close/>
              </a:path>
              <a:path w="448310" h="841375">
                <a:moveTo>
                  <a:pt x="70103" y="841248"/>
                </a:moveTo>
                <a:lnTo>
                  <a:pt x="0" y="682751"/>
                </a:lnTo>
                <a:lnTo>
                  <a:pt x="57912" y="705612"/>
                </a:lnTo>
                <a:lnTo>
                  <a:pt x="189489" y="705612"/>
                </a:lnTo>
                <a:lnTo>
                  <a:pt x="172212" y="749807"/>
                </a:lnTo>
                <a:lnTo>
                  <a:pt x="228600" y="772668"/>
                </a:lnTo>
                <a:lnTo>
                  <a:pt x="70103" y="8412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67666" y="2451582"/>
            <a:ext cx="467359" cy="858519"/>
          </a:xfrm>
          <a:custGeom>
            <a:avLst/>
            <a:gdLst/>
            <a:ahLst/>
            <a:cxnLst/>
            <a:rect l="l" t="t" r="r" b="b"/>
            <a:pathLst>
              <a:path w="467360" h="858520">
                <a:moveTo>
                  <a:pt x="76688" y="710933"/>
                </a:moveTo>
                <a:lnTo>
                  <a:pt x="63042" y="710933"/>
                </a:lnTo>
                <a:lnTo>
                  <a:pt x="71272" y="707339"/>
                </a:lnTo>
                <a:lnTo>
                  <a:pt x="65357" y="705022"/>
                </a:lnTo>
                <a:lnTo>
                  <a:pt x="341502" y="0"/>
                </a:lnTo>
                <a:lnTo>
                  <a:pt x="368446" y="10553"/>
                </a:lnTo>
                <a:lnTo>
                  <a:pt x="351015" y="10553"/>
                </a:lnTo>
                <a:lnTo>
                  <a:pt x="342785" y="14147"/>
                </a:lnTo>
                <a:lnTo>
                  <a:pt x="348700" y="16464"/>
                </a:lnTo>
                <a:lnTo>
                  <a:pt x="76688" y="710933"/>
                </a:lnTo>
                <a:close/>
              </a:path>
              <a:path w="467360" h="858520">
                <a:moveTo>
                  <a:pt x="348700" y="16464"/>
                </a:moveTo>
                <a:lnTo>
                  <a:pt x="342785" y="14147"/>
                </a:lnTo>
                <a:lnTo>
                  <a:pt x="351015" y="10553"/>
                </a:lnTo>
                <a:lnTo>
                  <a:pt x="348700" y="16464"/>
                </a:lnTo>
                <a:close/>
              </a:path>
              <a:path w="467360" h="858520">
                <a:moveTo>
                  <a:pt x="450870" y="56485"/>
                </a:moveTo>
                <a:lnTo>
                  <a:pt x="348700" y="16464"/>
                </a:lnTo>
                <a:lnTo>
                  <a:pt x="351015" y="10553"/>
                </a:lnTo>
                <a:lnTo>
                  <a:pt x="368446" y="10553"/>
                </a:lnTo>
                <a:lnTo>
                  <a:pt x="467334" y="49288"/>
                </a:lnTo>
                <a:lnTo>
                  <a:pt x="466832" y="50571"/>
                </a:lnTo>
                <a:lnTo>
                  <a:pt x="453186" y="50571"/>
                </a:lnTo>
                <a:lnTo>
                  <a:pt x="450870" y="56485"/>
                </a:lnTo>
                <a:close/>
              </a:path>
              <a:path w="467360" h="858520">
                <a:moveTo>
                  <a:pt x="456780" y="58800"/>
                </a:moveTo>
                <a:lnTo>
                  <a:pt x="450870" y="56485"/>
                </a:lnTo>
                <a:lnTo>
                  <a:pt x="453186" y="50571"/>
                </a:lnTo>
                <a:lnTo>
                  <a:pt x="456780" y="58800"/>
                </a:lnTo>
                <a:close/>
              </a:path>
              <a:path w="467360" h="858520">
                <a:moveTo>
                  <a:pt x="463608" y="58800"/>
                </a:moveTo>
                <a:lnTo>
                  <a:pt x="456780" y="58800"/>
                </a:lnTo>
                <a:lnTo>
                  <a:pt x="453186" y="50571"/>
                </a:lnTo>
                <a:lnTo>
                  <a:pt x="466832" y="50571"/>
                </a:lnTo>
                <a:lnTo>
                  <a:pt x="463608" y="58800"/>
                </a:lnTo>
                <a:close/>
              </a:path>
              <a:path w="467360" h="858520">
                <a:moveTo>
                  <a:pt x="223357" y="780552"/>
                </a:moveTo>
                <a:lnTo>
                  <a:pt x="174726" y="761504"/>
                </a:lnTo>
                <a:lnTo>
                  <a:pt x="450870" y="56485"/>
                </a:lnTo>
                <a:lnTo>
                  <a:pt x="456780" y="58800"/>
                </a:lnTo>
                <a:lnTo>
                  <a:pt x="463608" y="58800"/>
                </a:lnTo>
                <a:lnTo>
                  <a:pt x="192085" y="751992"/>
                </a:lnTo>
                <a:lnTo>
                  <a:pt x="185267" y="751992"/>
                </a:lnTo>
                <a:lnTo>
                  <a:pt x="188861" y="760221"/>
                </a:lnTo>
                <a:lnTo>
                  <a:pt x="206279" y="760221"/>
                </a:lnTo>
                <a:lnTo>
                  <a:pt x="242499" y="774407"/>
                </a:lnTo>
                <a:lnTo>
                  <a:pt x="237413" y="774407"/>
                </a:lnTo>
                <a:lnTo>
                  <a:pt x="223357" y="780552"/>
                </a:lnTo>
                <a:close/>
              </a:path>
              <a:path w="467360" h="858520">
                <a:moveTo>
                  <a:pt x="78028" y="857935"/>
                </a:moveTo>
                <a:lnTo>
                  <a:pt x="0" y="679424"/>
                </a:lnTo>
                <a:lnTo>
                  <a:pt x="22892" y="688390"/>
                </a:lnTo>
                <a:lnTo>
                  <a:pt x="17780" y="688390"/>
                </a:lnTo>
                <a:lnTo>
                  <a:pt x="9639" y="696836"/>
                </a:lnTo>
                <a:lnTo>
                  <a:pt x="23916" y="702430"/>
                </a:lnTo>
                <a:lnTo>
                  <a:pt x="84579" y="841221"/>
                </a:lnTo>
                <a:lnTo>
                  <a:pt x="78765" y="843762"/>
                </a:lnTo>
                <a:lnTo>
                  <a:pt x="87122" y="847039"/>
                </a:lnTo>
                <a:lnTo>
                  <a:pt x="102957" y="847039"/>
                </a:lnTo>
                <a:lnTo>
                  <a:pt x="78028" y="857935"/>
                </a:lnTo>
                <a:close/>
              </a:path>
              <a:path w="467360" h="858520">
                <a:moveTo>
                  <a:pt x="23916" y="702430"/>
                </a:moveTo>
                <a:lnTo>
                  <a:pt x="9639" y="696836"/>
                </a:lnTo>
                <a:lnTo>
                  <a:pt x="17780" y="688390"/>
                </a:lnTo>
                <a:lnTo>
                  <a:pt x="23916" y="702430"/>
                </a:lnTo>
                <a:close/>
              </a:path>
              <a:path w="467360" h="858520">
                <a:moveTo>
                  <a:pt x="72555" y="721487"/>
                </a:moveTo>
                <a:lnTo>
                  <a:pt x="23916" y="702430"/>
                </a:lnTo>
                <a:lnTo>
                  <a:pt x="17780" y="688390"/>
                </a:lnTo>
                <a:lnTo>
                  <a:pt x="22892" y="688390"/>
                </a:lnTo>
                <a:lnTo>
                  <a:pt x="65357" y="705022"/>
                </a:lnTo>
                <a:lnTo>
                  <a:pt x="63042" y="710933"/>
                </a:lnTo>
                <a:lnTo>
                  <a:pt x="76688" y="710933"/>
                </a:lnTo>
                <a:lnTo>
                  <a:pt x="72555" y="721487"/>
                </a:lnTo>
                <a:close/>
              </a:path>
              <a:path w="467360" h="858520">
                <a:moveTo>
                  <a:pt x="63042" y="710933"/>
                </a:moveTo>
                <a:lnTo>
                  <a:pt x="65357" y="705022"/>
                </a:lnTo>
                <a:lnTo>
                  <a:pt x="71272" y="707339"/>
                </a:lnTo>
                <a:lnTo>
                  <a:pt x="63042" y="710933"/>
                </a:lnTo>
                <a:close/>
              </a:path>
              <a:path w="467360" h="858520">
                <a:moveTo>
                  <a:pt x="188861" y="760221"/>
                </a:moveTo>
                <a:lnTo>
                  <a:pt x="185267" y="751992"/>
                </a:lnTo>
                <a:lnTo>
                  <a:pt x="191178" y="754307"/>
                </a:lnTo>
                <a:lnTo>
                  <a:pt x="188861" y="760221"/>
                </a:lnTo>
                <a:close/>
              </a:path>
              <a:path w="467360" h="858520">
                <a:moveTo>
                  <a:pt x="191178" y="754307"/>
                </a:moveTo>
                <a:lnTo>
                  <a:pt x="185267" y="751992"/>
                </a:lnTo>
                <a:lnTo>
                  <a:pt x="192085" y="751992"/>
                </a:lnTo>
                <a:lnTo>
                  <a:pt x="191178" y="754307"/>
                </a:lnTo>
                <a:close/>
              </a:path>
              <a:path w="467360" h="858520">
                <a:moveTo>
                  <a:pt x="206279" y="760221"/>
                </a:moveTo>
                <a:lnTo>
                  <a:pt x="188861" y="760221"/>
                </a:lnTo>
                <a:lnTo>
                  <a:pt x="191178" y="754307"/>
                </a:lnTo>
                <a:lnTo>
                  <a:pt x="206279" y="760221"/>
                </a:lnTo>
                <a:close/>
              </a:path>
              <a:path w="467360" h="858520">
                <a:moveTo>
                  <a:pt x="237629" y="786142"/>
                </a:moveTo>
                <a:lnTo>
                  <a:pt x="223357" y="780552"/>
                </a:lnTo>
                <a:lnTo>
                  <a:pt x="237413" y="774407"/>
                </a:lnTo>
                <a:lnTo>
                  <a:pt x="237629" y="786142"/>
                </a:lnTo>
                <a:close/>
              </a:path>
              <a:path w="467360" h="858520">
                <a:moveTo>
                  <a:pt x="242274" y="786142"/>
                </a:moveTo>
                <a:lnTo>
                  <a:pt x="237629" y="786142"/>
                </a:lnTo>
                <a:lnTo>
                  <a:pt x="237413" y="774407"/>
                </a:lnTo>
                <a:lnTo>
                  <a:pt x="242499" y="774407"/>
                </a:lnTo>
                <a:lnTo>
                  <a:pt x="256539" y="779907"/>
                </a:lnTo>
                <a:lnTo>
                  <a:pt x="242274" y="786142"/>
                </a:lnTo>
                <a:close/>
              </a:path>
              <a:path w="467360" h="858520">
                <a:moveTo>
                  <a:pt x="102957" y="847039"/>
                </a:moveTo>
                <a:lnTo>
                  <a:pt x="87122" y="847039"/>
                </a:lnTo>
                <a:lnTo>
                  <a:pt x="84579" y="841221"/>
                </a:lnTo>
                <a:lnTo>
                  <a:pt x="223357" y="780552"/>
                </a:lnTo>
                <a:lnTo>
                  <a:pt x="237629" y="786142"/>
                </a:lnTo>
                <a:lnTo>
                  <a:pt x="242274" y="786142"/>
                </a:lnTo>
                <a:lnTo>
                  <a:pt x="102957" y="847039"/>
                </a:lnTo>
                <a:close/>
              </a:path>
              <a:path w="467360" h="858520">
                <a:moveTo>
                  <a:pt x="87122" y="847039"/>
                </a:moveTo>
                <a:lnTo>
                  <a:pt x="78765" y="843762"/>
                </a:lnTo>
                <a:lnTo>
                  <a:pt x="84579" y="841221"/>
                </a:lnTo>
                <a:lnTo>
                  <a:pt x="87122" y="8470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1166" y="1283665"/>
            <a:ext cx="4597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83509" y="2196096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实验准</a:t>
            </a:r>
            <a:r>
              <a:rPr dirty="0" sz="2800" spc="-5">
                <a:latin typeface="黑体"/>
                <a:cs typeface="黑体"/>
              </a:rPr>
              <a:t>备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0544" y="2706623"/>
            <a:ext cx="4998720" cy="2808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4623" y="1103375"/>
            <a:ext cx="8022335" cy="4512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302" y="2211082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实验记</a:t>
            </a:r>
            <a:r>
              <a:rPr dirty="0" sz="2800" spc="-5">
                <a:latin typeface="黑体"/>
                <a:cs typeface="黑体"/>
              </a:rPr>
              <a:t>录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70727" y="2744927"/>
            <a:ext cx="3295015" cy="396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5"/>
              </a:lnSpc>
              <a:tabLst>
                <a:tab pos="1184910" algn="l"/>
                <a:tab pos="2378710" algn="l"/>
              </a:tabLst>
            </a:pPr>
            <a:r>
              <a:rPr dirty="0" sz="2400" b="1">
                <a:latin typeface="华文楷体"/>
                <a:cs typeface="华文楷体"/>
              </a:rPr>
              <a:t>探究</a:t>
            </a:r>
            <a:r>
              <a:rPr dirty="0" sz="2400" spc="-5" b="1">
                <a:latin typeface="华文楷体"/>
                <a:cs typeface="华文楷体"/>
              </a:rPr>
              <a:t>一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探究</a:t>
            </a:r>
            <a:r>
              <a:rPr dirty="0" sz="2400" spc="-5" b="1">
                <a:latin typeface="华文楷体"/>
                <a:cs typeface="华文楷体"/>
              </a:rPr>
              <a:t>二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探究</a:t>
            </a:r>
            <a:r>
              <a:rPr dirty="0" sz="2400" spc="-5" b="1">
                <a:latin typeface="华文楷体"/>
                <a:cs typeface="华文楷体"/>
              </a:rPr>
              <a:t>三</a:t>
            </a:r>
            <a:endParaRPr sz="2400">
              <a:latin typeface="华文楷体"/>
              <a:cs typeface="华文楷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59507" y="2724785"/>
          <a:ext cx="3332479" cy="275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790"/>
                <a:gridCol w="929639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准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备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线圈接入匝数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磁通量变化量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Φ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变化所用时间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b="1" i="1"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毫伏表指针偏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转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感应电动势大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小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158562" y="3272866"/>
            <a:ext cx="239585" cy="322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58562" y="3713149"/>
            <a:ext cx="239585" cy="322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60517" y="4180014"/>
            <a:ext cx="239585" cy="322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95771" y="2720339"/>
            <a:ext cx="3595370" cy="2783205"/>
          </a:xfrm>
          <a:custGeom>
            <a:avLst/>
            <a:gdLst/>
            <a:ahLst/>
            <a:cxnLst/>
            <a:rect l="l" t="t" r="r" b="b"/>
            <a:pathLst>
              <a:path w="3595370" h="2783204">
                <a:moveTo>
                  <a:pt x="0" y="0"/>
                </a:moveTo>
                <a:lnTo>
                  <a:pt x="3595116" y="0"/>
                </a:lnTo>
                <a:lnTo>
                  <a:pt x="3595116" y="2782824"/>
                </a:lnTo>
                <a:lnTo>
                  <a:pt x="0" y="2782824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89929" y="2714612"/>
            <a:ext cx="3608070" cy="2795905"/>
          </a:xfrm>
          <a:custGeom>
            <a:avLst/>
            <a:gdLst/>
            <a:ahLst/>
            <a:cxnLst/>
            <a:rect l="l" t="t" r="r" b="b"/>
            <a:pathLst>
              <a:path w="3608070" h="2795904">
                <a:moveTo>
                  <a:pt x="3607854" y="2795460"/>
                </a:moveTo>
                <a:lnTo>
                  <a:pt x="0" y="2795460"/>
                </a:lnTo>
                <a:lnTo>
                  <a:pt x="0" y="0"/>
                </a:lnTo>
                <a:lnTo>
                  <a:pt x="3607854" y="0"/>
                </a:lnTo>
                <a:lnTo>
                  <a:pt x="3607854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782760"/>
                </a:lnTo>
                <a:lnTo>
                  <a:pt x="6350" y="2782760"/>
                </a:lnTo>
                <a:lnTo>
                  <a:pt x="12700" y="2789110"/>
                </a:lnTo>
                <a:lnTo>
                  <a:pt x="3607854" y="2789110"/>
                </a:lnTo>
                <a:lnTo>
                  <a:pt x="3607854" y="2795460"/>
                </a:lnTo>
                <a:close/>
              </a:path>
              <a:path w="3608070" h="2795904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3608070" h="2795904">
                <a:moveTo>
                  <a:pt x="3595154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3595154" y="6349"/>
                </a:lnTo>
                <a:lnTo>
                  <a:pt x="3595154" y="12699"/>
                </a:lnTo>
                <a:close/>
              </a:path>
              <a:path w="3608070" h="2795904">
                <a:moveTo>
                  <a:pt x="3595154" y="2789110"/>
                </a:moveTo>
                <a:lnTo>
                  <a:pt x="3595154" y="6349"/>
                </a:lnTo>
                <a:lnTo>
                  <a:pt x="3601504" y="12699"/>
                </a:lnTo>
                <a:lnTo>
                  <a:pt x="3607854" y="12699"/>
                </a:lnTo>
                <a:lnTo>
                  <a:pt x="3607854" y="2782760"/>
                </a:lnTo>
                <a:lnTo>
                  <a:pt x="3601504" y="2782760"/>
                </a:lnTo>
                <a:lnTo>
                  <a:pt x="3595154" y="2789110"/>
                </a:lnTo>
                <a:close/>
              </a:path>
              <a:path w="3608070" h="2795904">
                <a:moveTo>
                  <a:pt x="3607854" y="12699"/>
                </a:moveTo>
                <a:lnTo>
                  <a:pt x="3601504" y="12699"/>
                </a:lnTo>
                <a:lnTo>
                  <a:pt x="3595154" y="6349"/>
                </a:lnTo>
                <a:lnTo>
                  <a:pt x="3607854" y="6349"/>
                </a:lnTo>
                <a:lnTo>
                  <a:pt x="3607854" y="12699"/>
                </a:lnTo>
                <a:close/>
              </a:path>
              <a:path w="3608070" h="2795904">
                <a:moveTo>
                  <a:pt x="12700" y="2789110"/>
                </a:moveTo>
                <a:lnTo>
                  <a:pt x="6350" y="2782760"/>
                </a:lnTo>
                <a:lnTo>
                  <a:pt x="12700" y="2782760"/>
                </a:lnTo>
                <a:lnTo>
                  <a:pt x="12700" y="2789110"/>
                </a:lnTo>
                <a:close/>
              </a:path>
              <a:path w="3608070" h="2795904">
                <a:moveTo>
                  <a:pt x="3595154" y="2789110"/>
                </a:moveTo>
                <a:lnTo>
                  <a:pt x="12700" y="2789110"/>
                </a:lnTo>
                <a:lnTo>
                  <a:pt x="12700" y="2782760"/>
                </a:lnTo>
                <a:lnTo>
                  <a:pt x="3595154" y="2782760"/>
                </a:lnTo>
                <a:lnTo>
                  <a:pt x="3595154" y="2789110"/>
                </a:lnTo>
                <a:close/>
              </a:path>
              <a:path w="3608070" h="2795904">
                <a:moveTo>
                  <a:pt x="3607854" y="2789110"/>
                </a:moveTo>
                <a:lnTo>
                  <a:pt x="3595154" y="2789110"/>
                </a:lnTo>
                <a:lnTo>
                  <a:pt x="3601504" y="2782760"/>
                </a:lnTo>
                <a:lnTo>
                  <a:pt x="3607854" y="2782760"/>
                </a:lnTo>
                <a:lnTo>
                  <a:pt x="3607854" y="278911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1313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4827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4472" y="17282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2191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14827" y="2185416"/>
            <a:ext cx="1728470" cy="42418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855"/>
              </a:lnSpc>
            </a:pPr>
            <a:r>
              <a:rPr dirty="0" sz="2400">
                <a:solidFill>
                  <a:srgbClr val="FFFFFF"/>
                </a:solidFill>
                <a:latin typeface="黑体"/>
                <a:cs typeface="黑体"/>
              </a:rPr>
              <a:t>实验探究</a:t>
            </a:r>
            <a:r>
              <a:rPr dirty="0" sz="2400" spc="-10" b="1">
                <a:solidFill>
                  <a:srgbClr val="FFFFFF"/>
                </a:solidFill>
                <a:latin typeface="黑体"/>
                <a:cs typeface="黑体"/>
              </a:rPr>
              <a:t>一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1631" y="2114880"/>
            <a:ext cx="43535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磁通量变化所用时间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Δ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2800" spc="-6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不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同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54908" y="2676144"/>
            <a:ext cx="5263895" cy="2958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5479" y="1112519"/>
            <a:ext cx="8042148" cy="4523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302" y="2211082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实验记</a:t>
            </a:r>
            <a:r>
              <a:rPr dirty="0" sz="2800" spc="-5">
                <a:latin typeface="黑体"/>
                <a:cs typeface="黑体"/>
              </a:rPr>
              <a:t>录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56272" y="2744927"/>
            <a:ext cx="2109470" cy="396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5"/>
              </a:lnSpc>
              <a:tabLst>
                <a:tab pos="1193165" algn="l"/>
              </a:tabLst>
            </a:pPr>
            <a:r>
              <a:rPr dirty="0" sz="2400" b="1">
                <a:latin typeface="华文楷体"/>
                <a:cs typeface="华文楷体"/>
              </a:rPr>
              <a:t>探究</a:t>
            </a:r>
            <a:r>
              <a:rPr dirty="0" sz="2400" spc="-5" b="1">
                <a:latin typeface="华文楷体"/>
                <a:cs typeface="华文楷体"/>
              </a:rPr>
              <a:t>二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探究</a:t>
            </a:r>
            <a:r>
              <a:rPr dirty="0" sz="2400" spc="-5" b="1">
                <a:latin typeface="华文楷体"/>
                <a:cs typeface="华文楷体"/>
              </a:rPr>
              <a:t>三</a:t>
            </a:r>
            <a:endParaRPr sz="2400">
              <a:latin typeface="华文楷体"/>
              <a:cs typeface="华文楷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59507" y="2724785"/>
          <a:ext cx="4518025" cy="275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790"/>
                <a:gridCol w="929639"/>
                <a:gridCol w="1185545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准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备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探究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一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线圈接入匝数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磁通量变化量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Φ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变化所用时间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b="1" i="1"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短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毫伏表指针偏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转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感应电动势大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小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158562" y="3272866"/>
            <a:ext cx="239585" cy="322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58562" y="3713149"/>
            <a:ext cx="239585" cy="322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60517" y="4180014"/>
            <a:ext cx="239585" cy="322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73823" y="2720339"/>
            <a:ext cx="2376170" cy="2783205"/>
          </a:xfrm>
          <a:custGeom>
            <a:avLst/>
            <a:gdLst/>
            <a:ahLst/>
            <a:cxnLst/>
            <a:rect l="l" t="t" r="r" b="b"/>
            <a:pathLst>
              <a:path w="2376170" h="2783204">
                <a:moveTo>
                  <a:pt x="0" y="0"/>
                </a:moveTo>
                <a:lnTo>
                  <a:pt x="2375916" y="0"/>
                </a:lnTo>
                <a:lnTo>
                  <a:pt x="2375916" y="2782824"/>
                </a:lnTo>
                <a:lnTo>
                  <a:pt x="0" y="2782824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66801" y="2714612"/>
            <a:ext cx="2388870" cy="2795905"/>
          </a:xfrm>
          <a:custGeom>
            <a:avLst/>
            <a:gdLst/>
            <a:ahLst/>
            <a:cxnLst/>
            <a:rect l="l" t="t" r="r" b="b"/>
            <a:pathLst>
              <a:path w="2388870" h="2795904">
                <a:moveTo>
                  <a:pt x="2388654" y="2795460"/>
                </a:moveTo>
                <a:lnTo>
                  <a:pt x="0" y="2795460"/>
                </a:lnTo>
                <a:lnTo>
                  <a:pt x="0" y="0"/>
                </a:lnTo>
                <a:lnTo>
                  <a:pt x="2388654" y="0"/>
                </a:lnTo>
                <a:lnTo>
                  <a:pt x="2388654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782760"/>
                </a:lnTo>
                <a:lnTo>
                  <a:pt x="6350" y="2782760"/>
                </a:lnTo>
                <a:lnTo>
                  <a:pt x="12700" y="2789110"/>
                </a:lnTo>
                <a:lnTo>
                  <a:pt x="2388654" y="2789110"/>
                </a:lnTo>
                <a:lnTo>
                  <a:pt x="2388654" y="2795460"/>
                </a:lnTo>
                <a:close/>
              </a:path>
              <a:path w="2388870" h="2795904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388870" h="2795904">
                <a:moveTo>
                  <a:pt x="2375954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375954" y="6349"/>
                </a:lnTo>
                <a:lnTo>
                  <a:pt x="2375954" y="12699"/>
                </a:lnTo>
                <a:close/>
              </a:path>
              <a:path w="2388870" h="2795904">
                <a:moveTo>
                  <a:pt x="2375954" y="2789110"/>
                </a:moveTo>
                <a:lnTo>
                  <a:pt x="2375954" y="6349"/>
                </a:lnTo>
                <a:lnTo>
                  <a:pt x="2382304" y="12699"/>
                </a:lnTo>
                <a:lnTo>
                  <a:pt x="2388654" y="12699"/>
                </a:lnTo>
                <a:lnTo>
                  <a:pt x="2388654" y="2782760"/>
                </a:lnTo>
                <a:lnTo>
                  <a:pt x="2382304" y="2782760"/>
                </a:lnTo>
                <a:lnTo>
                  <a:pt x="2375954" y="2789110"/>
                </a:lnTo>
                <a:close/>
              </a:path>
              <a:path w="2388870" h="2795904">
                <a:moveTo>
                  <a:pt x="2388654" y="12699"/>
                </a:moveTo>
                <a:lnTo>
                  <a:pt x="2382304" y="12699"/>
                </a:lnTo>
                <a:lnTo>
                  <a:pt x="2375954" y="6349"/>
                </a:lnTo>
                <a:lnTo>
                  <a:pt x="2388654" y="6349"/>
                </a:lnTo>
                <a:lnTo>
                  <a:pt x="2388654" y="12699"/>
                </a:lnTo>
                <a:close/>
              </a:path>
              <a:path w="2388870" h="2795904">
                <a:moveTo>
                  <a:pt x="12700" y="2789110"/>
                </a:moveTo>
                <a:lnTo>
                  <a:pt x="6350" y="2782760"/>
                </a:lnTo>
                <a:lnTo>
                  <a:pt x="12700" y="2782760"/>
                </a:lnTo>
                <a:lnTo>
                  <a:pt x="12700" y="2789110"/>
                </a:lnTo>
                <a:close/>
              </a:path>
              <a:path w="2388870" h="2795904">
                <a:moveTo>
                  <a:pt x="2375954" y="2789110"/>
                </a:moveTo>
                <a:lnTo>
                  <a:pt x="12700" y="2789110"/>
                </a:lnTo>
                <a:lnTo>
                  <a:pt x="12700" y="2782760"/>
                </a:lnTo>
                <a:lnTo>
                  <a:pt x="2375954" y="2782760"/>
                </a:lnTo>
                <a:lnTo>
                  <a:pt x="2375954" y="2789110"/>
                </a:lnTo>
                <a:close/>
              </a:path>
              <a:path w="2388870" h="2795904">
                <a:moveTo>
                  <a:pt x="2388654" y="2789110"/>
                </a:moveTo>
                <a:lnTo>
                  <a:pt x="2375954" y="2789110"/>
                </a:lnTo>
                <a:lnTo>
                  <a:pt x="2382304" y="2782760"/>
                </a:lnTo>
                <a:lnTo>
                  <a:pt x="2388654" y="2782760"/>
                </a:lnTo>
                <a:lnTo>
                  <a:pt x="2388654" y="278911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78245" y="3243491"/>
            <a:ext cx="239585" cy="3229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78245" y="3683761"/>
            <a:ext cx="239585" cy="3229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37203" y="3028188"/>
            <a:ext cx="4988052" cy="26563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76727" y="2145792"/>
            <a:ext cx="1771014" cy="42418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855"/>
              </a:lnSpc>
            </a:pPr>
            <a:r>
              <a:rPr dirty="0" sz="2400">
                <a:solidFill>
                  <a:srgbClr val="FFFFFF"/>
                </a:solidFill>
                <a:latin typeface="黑体"/>
                <a:cs typeface="黑体"/>
              </a:rPr>
              <a:t>实验探究</a:t>
            </a:r>
            <a:r>
              <a:rPr dirty="0" sz="2400" spc="-10" b="1">
                <a:solidFill>
                  <a:srgbClr val="FFFFFF"/>
                </a:solidFill>
                <a:latin typeface="黑体"/>
                <a:cs typeface="黑体"/>
              </a:rPr>
              <a:t>二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4263" y="2577261"/>
            <a:ext cx="55587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磁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铁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磁性强弱不同</a:t>
            </a:r>
            <a:r>
              <a:rPr dirty="0" sz="2400" spc="-690" b="1">
                <a:solidFill>
                  <a:srgbClr val="0000FF"/>
                </a:solidFill>
                <a:latin typeface="华文楷体"/>
                <a:cs typeface="华文楷体"/>
              </a:rPr>
              <a:t>，</a:t>
            </a:r>
            <a:r>
              <a:rPr dirty="0" baseline="1157" sz="3600" b="1">
                <a:solidFill>
                  <a:srgbClr val="0000FF"/>
                </a:solidFill>
                <a:latin typeface="华文楷体"/>
                <a:cs typeface="华文楷体"/>
              </a:rPr>
              <a:t>磁通量变化</a:t>
            </a:r>
            <a:r>
              <a:rPr dirty="0" baseline="1157" sz="3600" spc="-7" b="1">
                <a:solidFill>
                  <a:srgbClr val="0000FF"/>
                </a:solidFill>
                <a:latin typeface="华文楷体"/>
                <a:cs typeface="华文楷体"/>
              </a:rPr>
              <a:t>∆</a:t>
            </a:r>
            <a:r>
              <a:rPr dirty="0" baseline="1157" sz="3600" spc="-7" b="1" i="1">
                <a:solidFill>
                  <a:srgbClr val="0000FF"/>
                </a:solidFill>
                <a:latin typeface="Times New Roman"/>
                <a:cs typeface="Times New Roman"/>
              </a:rPr>
              <a:t>Φ</a:t>
            </a:r>
            <a:r>
              <a:rPr dirty="0" baseline="1157" sz="3600" b="1">
                <a:solidFill>
                  <a:srgbClr val="0000FF"/>
                </a:solidFill>
                <a:latin typeface="华文楷体"/>
                <a:cs typeface="华文楷体"/>
              </a:rPr>
              <a:t>不同</a:t>
            </a:r>
            <a:r>
              <a:rPr dirty="0" baseline="1157" sz="3600" spc="-7" b="1">
                <a:solidFill>
                  <a:srgbClr val="0000FF"/>
                </a:solidFill>
                <a:latin typeface="华文楷体"/>
                <a:cs typeface="华文楷体"/>
              </a:rPr>
              <a:t>。</a:t>
            </a:r>
            <a:endParaRPr baseline="1157" sz="36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5948" y="3685806"/>
            <a:ext cx="760984" cy="505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93736" y="3507422"/>
            <a:ext cx="697102" cy="867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1764" y="1103375"/>
            <a:ext cx="8135111" cy="4576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302" y="2211082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实验记</a:t>
            </a:r>
            <a:r>
              <a:rPr dirty="0" sz="2800" spc="-5">
                <a:latin typeface="黑体"/>
                <a:cs typeface="黑体"/>
              </a:rPr>
              <a:t>录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250072" y="2744927"/>
            <a:ext cx="915669" cy="396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5"/>
              </a:lnSpc>
            </a:pPr>
            <a:r>
              <a:rPr dirty="0" sz="2400" b="1">
                <a:latin typeface="华文楷体"/>
                <a:cs typeface="华文楷体"/>
              </a:rPr>
              <a:t>探究</a:t>
            </a:r>
            <a:r>
              <a:rPr dirty="0" sz="2400" spc="-5" b="1">
                <a:latin typeface="华文楷体"/>
                <a:cs typeface="华文楷体"/>
              </a:rPr>
              <a:t>三</a:t>
            </a:r>
            <a:endParaRPr sz="2400">
              <a:latin typeface="华文楷体"/>
              <a:cs typeface="华文楷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59507" y="2724785"/>
          <a:ext cx="5711825" cy="275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790"/>
                <a:gridCol w="929639"/>
                <a:gridCol w="1185545"/>
                <a:gridCol w="11938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准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备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探究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一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2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探究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线圈接入匝数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磁通量变化量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Φ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变化所用时间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b="1" i="1"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短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毫伏表指针偏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转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ts val="2780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感应电动势大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小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ts val="2870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158562" y="3272866"/>
            <a:ext cx="239585" cy="322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58562" y="3713149"/>
            <a:ext cx="239585" cy="322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60517" y="4180014"/>
            <a:ext cx="239585" cy="322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71688" y="2720339"/>
            <a:ext cx="1178560" cy="2783205"/>
          </a:xfrm>
          <a:custGeom>
            <a:avLst/>
            <a:gdLst/>
            <a:ahLst/>
            <a:cxnLst/>
            <a:rect l="l" t="t" r="r" b="b"/>
            <a:pathLst>
              <a:path w="1178559" h="2783204">
                <a:moveTo>
                  <a:pt x="0" y="0"/>
                </a:moveTo>
                <a:lnTo>
                  <a:pt x="1178052" y="0"/>
                </a:lnTo>
                <a:lnTo>
                  <a:pt x="1178052" y="2782824"/>
                </a:lnTo>
                <a:lnTo>
                  <a:pt x="0" y="2782824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65934" y="2714612"/>
            <a:ext cx="1189990" cy="2795905"/>
          </a:xfrm>
          <a:custGeom>
            <a:avLst/>
            <a:gdLst/>
            <a:ahLst/>
            <a:cxnLst/>
            <a:rect l="l" t="t" r="r" b="b"/>
            <a:pathLst>
              <a:path w="1189990" h="2795904">
                <a:moveTo>
                  <a:pt x="1189520" y="2795460"/>
                </a:moveTo>
                <a:lnTo>
                  <a:pt x="0" y="2795460"/>
                </a:lnTo>
                <a:lnTo>
                  <a:pt x="0" y="0"/>
                </a:lnTo>
                <a:lnTo>
                  <a:pt x="1189520" y="0"/>
                </a:lnTo>
                <a:lnTo>
                  <a:pt x="118952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782760"/>
                </a:lnTo>
                <a:lnTo>
                  <a:pt x="6350" y="2782760"/>
                </a:lnTo>
                <a:lnTo>
                  <a:pt x="12700" y="2789110"/>
                </a:lnTo>
                <a:lnTo>
                  <a:pt x="1189520" y="2789110"/>
                </a:lnTo>
                <a:lnTo>
                  <a:pt x="1189520" y="2795460"/>
                </a:lnTo>
                <a:close/>
              </a:path>
              <a:path w="1189990" h="2795904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1189990" h="2795904">
                <a:moveTo>
                  <a:pt x="117682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1176820" y="6349"/>
                </a:lnTo>
                <a:lnTo>
                  <a:pt x="1176820" y="12699"/>
                </a:lnTo>
                <a:close/>
              </a:path>
              <a:path w="1189990" h="2795904">
                <a:moveTo>
                  <a:pt x="1176820" y="2789110"/>
                </a:moveTo>
                <a:lnTo>
                  <a:pt x="1176820" y="6349"/>
                </a:lnTo>
                <a:lnTo>
                  <a:pt x="1183170" y="12699"/>
                </a:lnTo>
                <a:lnTo>
                  <a:pt x="1189520" y="12699"/>
                </a:lnTo>
                <a:lnTo>
                  <a:pt x="1189520" y="2782760"/>
                </a:lnTo>
                <a:lnTo>
                  <a:pt x="1183170" y="2782760"/>
                </a:lnTo>
                <a:lnTo>
                  <a:pt x="1176820" y="2789110"/>
                </a:lnTo>
                <a:close/>
              </a:path>
              <a:path w="1189990" h="2795904">
                <a:moveTo>
                  <a:pt x="1189520" y="12699"/>
                </a:moveTo>
                <a:lnTo>
                  <a:pt x="1183170" y="12699"/>
                </a:lnTo>
                <a:lnTo>
                  <a:pt x="1176820" y="6349"/>
                </a:lnTo>
                <a:lnTo>
                  <a:pt x="1189520" y="6349"/>
                </a:lnTo>
                <a:lnTo>
                  <a:pt x="1189520" y="12699"/>
                </a:lnTo>
                <a:close/>
              </a:path>
              <a:path w="1189990" h="2795904">
                <a:moveTo>
                  <a:pt x="12700" y="2789110"/>
                </a:moveTo>
                <a:lnTo>
                  <a:pt x="6350" y="2782760"/>
                </a:lnTo>
                <a:lnTo>
                  <a:pt x="12700" y="2782760"/>
                </a:lnTo>
                <a:lnTo>
                  <a:pt x="12700" y="2789110"/>
                </a:lnTo>
                <a:close/>
              </a:path>
              <a:path w="1189990" h="2795904">
                <a:moveTo>
                  <a:pt x="1176820" y="2789110"/>
                </a:moveTo>
                <a:lnTo>
                  <a:pt x="12700" y="2789110"/>
                </a:lnTo>
                <a:lnTo>
                  <a:pt x="12700" y="2782760"/>
                </a:lnTo>
                <a:lnTo>
                  <a:pt x="1176820" y="2782760"/>
                </a:lnTo>
                <a:lnTo>
                  <a:pt x="1176820" y="2789110"/>
                </a:lnTo>
                <a:close/>
              </a:path>
              <a:path w="1189990" h="2795904">
                <a:moveTo>
                  <a:pt x="1189520" y="2789110"/>
                </a:moveTo>
                <a:lnTo>
                  <a:pt x="1176820" y="2789110"/>
                </a:lnTo>
                <a:lnTo>
                  <a:pt x="1183170" y="2782760"/>
                </a:lnTo>
                <a:lnTo>
                  <a:pt x="1189520" y="2782760"/>
                </a:lnTo>
                <a:lnTo>
                  <a:pt x="1189520" y="278911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78245" y="3243491"/>
            <a:ext cx="239585" cy="3229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78245" y="3683761"/>
            <a:ext cx="239585" cy="3229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48804" y="3236887"/>
            <a:ext cx="239585" cy="3229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26159" y="4180014"/>
            <a:ext cx="239585" cy="3229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1652" y="2699004"/>
            <a:ext cx="5570220" cy="3005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13096" y="2151151"/>
            <a:ext cx="2773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线圈接入的匝数不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同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9672" y="2191511"/>
            <a:ext cx="1812289" cy="42545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vert="horz">
            <a:spAutoFit/>
          </a:bodyPr>
          <a:lstStyle/>
          <a:p>
            <a:pPr marL="142240">
              <a:lnSpc>
                <a:spcPts val="2860"/>
              </a:lnSpc>
            </a:pPr>
            <a:r>
              <a:rPr dirty="0" sz="2400">
                <a:solidFill>
                  <a:srgbClr val="FFFFFF"/>
                </a:solidFill>
                <a:latin typeface="黑体"/>
                <a:cs typeface="黑体"/>
              </a:rPr>
              <a:t>实验探究</a:t>
            </a:r>
            <a:r>
              <a:rPr dirty="0" sz="2400" spc="-10" b="1">
                <a:solidFill>
                  <a:srgbClr val="FFFFFF"/>
                </a:solidFill>
                <a:latin typeface="黑体"/>
                <a:cs typeface="黑体"/>
              </a:rPr>
              <a:t>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59585" y="4671885"/>
            <a:ext cx="1327988" cy="8674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82250" y="4671885"/>
            <a:ext cx="1327988" cy="867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1764" y="1112519"/>
            <a:ext cx="8055864" cy="4530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302" y="2211082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实验记</a:t>
            </a:r>
            <a:r>
              <a:rPr dirty="0" sz="2800" spc="-5">
                <a:latin typeface="黑体"/>
                <a:cs typeface="黑体"/>
              </a:rPr>
              <a:t>录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59507" y="2724785"/>
          <a:ext cx="6854825" cy="275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790"/>
                <a:gridCol w="929639"/>
                <a:gridCol w="1185545"/>
                <a:gridCol w="1193800"/>
                <a:gridCol w="1143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准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备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探究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一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2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探究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探究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线圈接入匝数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多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磁通量变化量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000" b="1" i="1">
                          <a:latin typeface="Times New Roman"/>
                          <a:cs typeface="Times New Roman"/>
                        </a:rPr>
                        <a:t>Φ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变化所用时间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b="1" i="1"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短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毫伏表指针偏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转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ts val="2780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ts val="2730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感应电动势大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小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相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ts val="2870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ts val="2815"/>
                        </a:lnSpc>
                      </a:pPr>
                      <a:r>
                        <a:rPr dirty="0" sz="24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越</a:t>
                      </a:r>
                      <a:r>
                        <a:rPr dirty="0" sz="2400" spc="-5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158562" y="3272866"/>
            <a:ext cx="239585" cy="322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58562" y="3713149"/>
            <a:ext cx="239585" cy="322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60517" y="4180014"/>
            <a:ext cx="239585" cy="322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78245" y="3243491"/>
            <a:ext cx="239585" cy="3229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78245" y="3683761"/>
            <a:ext cx="239585" cy="3229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48804" y="3236887"/>
            <a:ext cx="239585" cy="3229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26159" y="4180014"/>
            <a:ext cx="239585" cy="3229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619375" y="3720338"/>
            <a:ext cx="239585" cy="3229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19375" y="4173423"/>
            <a:ext cx="239585" cy="3229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2257" y="4888763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实验结论：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22257" y="5235473"/>
            <a:ext cx="5522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感应电动势的大小由磁通量变化率决定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实验探究感应电动势的大小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66384" y="4721047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29" y="0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43994" y="4717148"/>
            <a:ext cx="30416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35">
                <a:latin typeface="Symbol"/>
                <a:cs typeface="Symbol"/>
              </a:rPr>
              <a:t></a:t>
            </a:r>
            <a:r>
              <a:rPr dirty="0" sz="2500" spc="-5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04663" y="4291203"/>
            <a:ext cx="592455" cy="833119"/>
          </a:xfrm>
          <a:custGeom>
            <a:avLst/>
            <a:gdLst/>
            <a:ahLst/>
            <a:cxnLst/>
            <a:rect l="l" t="t" r="r" b="b"/>
            <a:pathLst>
              <a:path w="592454" h="833120">
                <a:moveTo>
                  <a:pt x="592074" y="832866"/>
                </a:moveTo>
                <a:lnTo>
                  <a:pt x="0" y="832866"/>
                </a:lnTo>
                <a:lnTo>
                  <a:pt x="0" y="0"/>
                </a:lnTo>
                <a:lnTo>
                  <a:pt x="592074" y="0"/>
                </a:lnTo>
                <a:lnTo>
                  <a:pt x="59207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23341"/>
                </a:lnTo>
                <a:lnTo>
                  <a:pt x="4762" y="823341"/>
                </a:lnTo>
                <a:lnTo>
                  <a:pt x="9525" y="828103"/>
                </a:lnTo>
                <a:lnTo>
                  <a:pt x="592074" y="828103"/>
                </a:lnTo>
                <a:lnTo>
                  <a:pt x="592074" y="832866"/>
                </a:lnTo>
                <a:close/>
              </a:path>
              <a:path w="592454" h="83312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92454" h="833120">
                <a:moveTo>
                  <a:pt x="58254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82549" y="4762"/>
                </a:lnTo>
                <a:lnTo>
                  <a:pt x="582549" y="9525"/>
                </a:lnTo>
                <a:close/>
              </a:path>
              <a:path w="592454" h="833120">
                <a:moveTo>
                  <a:pt x="582549" y="828103"/>
                </a:moveTo>
                <a:lnTo>
                  <a:pt x="582549" y="4762"/>
                </a:lnTo>
                <a:lnTo>
                  <a:pt x="587311" y="9525"/>
                </a:lnTo>
                <a:lnTo>
                  <a:pt x="592074" y="9525"/>
                </a:lnTo>
                <a:lnTo>
                  <a:pt x="592074" y="823341"/>
                </a:lnTo>
                <a:lnTo>
                  <a:pt x="587311" y="823341"/>
                </a:lnTo>
                <a:lnTo>
                  <a:pt x="582549" y="828103"/>
                </a:lnTo>
                <a:close/>
              </a:path>
              <a:path w="592454" h="833120">
                <a:moveTo>
                  <a:pt x="592074" y="9525"/>
                </a:moveTo>
                <a:lnTo>
                  <a:pt x="587311" y="9525"/>
                </a:lnTo>
                <a:lnTo>
                  <a:pt x="582549" y="4762"/>
                </a:lnTo>
                <a:lnTo>
                  <a:pt x="592074" y="4762"/>
                </a:lnTo>
                <a:lnTo>
                  <a:pt x="592074" y="9525"/>
                </a:lnTo>
                <a:close/>
              </a:path>
              <a:path w="592454" h="833120">
                <a:moveTo>
                  <a:pt x="9525" y="828103"/>
                </a:moveTo>
                <a:lnTo>
                  <a:pt x="4762" y="823341"/>
                </a:lnTo>
                <a:lnTo>
                  <a:pt x="9525" y="823341"/>
                </a:lnTo>
                <a:lnTo>
                  <a:pt x="9525" y="828103"/>
                </a:lnTo>
                <a:close/>
              </a:path>
              <a:path w="592454" h="833120">
                <a:moveTo>
                  <a:pt x="582549" y="828103"/>
                </a:moveTo>
                <a:lnTo>
                  <a:pt x="9525" y="828103"/>
                </a:lnTo>
                <a:lnTo>
                  <a:pt x="9525" y="823341"/>
                </a:lnTo>
                <a:lnTo>
                  <a:pt x="582549" y="823341"/>
                </a:lnTo>
                <a:lnTo>
                  <a:pt x="582549" y="828103"/>
                </a:lnTo>
                <a:close/>
              </a:path>
              <a:path w="592454" h="833120">
                <a:moveTo>
                  <a:pt x="592074" y="828103"/>
                </a:moveTo>
                <a:lnTo>
                  <a:pt x="582549" y="828103"/>
                </a:lnTo>
                <a:lnTo>
                  <a:pt x="587311" y="823341"/>
                </a:lnTo>
                <a:lnTo>
                  <a:pt x="592074" y="823341"/>
                </a:lnTo>
                <a:lnTo>
                  <a:pt x="592074" y="8281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60080" y="4293108"/>
            <a:ext cx="829055" cy="11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554211" y="1865376"/>
            <a:ext cx="208788" cy="1063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564892" y="2647188"/>
            <a:ext cx="1720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76424" y="187142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14080" y="2883814"/>
            <a:ext cx="1085430" cy="16459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22257" y="1855876"/>
            <a:ext cx="3958590" cy="2933065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575"/>
              </a:spcBef>
            </a:pPr>
            <a:r>
              <a:rPr dirty="0" sz="2400">
                <a:latin typeface="黑体"/>
                <a:cs typeface="黑体"/>
              </a:rPr>
              <a:t>分析总结</a:t>
            </a:r>
            <a:endParaRPr sz="2400">
              <a:latin typeface="黑体"/>
              <a:cs typeface="黑体"/>
            </a:endParaRPr>
          </a:p>
          <a:p>
            <a:pPr marL="315595" marR="351155" indent="-285115">
              <a:lnSpc>
                <a:spcPct val="116900"/>
              </a:lnSpc>
              <a:spcBef>
                <a:spcPts val="990"/>
              </a:spcBef>
            </a:pPr>
            <a:r>
              <a:rPr dirty="0" sz="2400" b="1">
                <a:latin typeface="华文楷体"/>
                <a:cs typeface="华文楷体"/>
              </a:rPr>
              <a:t>设在</a:t>
            </a:r>
            <a:r>
              <a:rPr dirty="0" sz="2400" spc="-5" i="1">
                <a:latin typeface="Times New Roman"/>
                <a:cs typeface="Times New Roman"/>
              </a:rPr>
              <a:t>t</a:t>
            </a:r>
            <a:r>
              <a:rPr dirty="0" baseline="-17921" sz="2325" spc="7">
                <a:latin typeface="Times New Roman"/>
                <a:cs typeface="Times New Roman"/>
              </a:rPr>
              <a:t>1</a:t>
            </a:r>
            <a:r>
              <a:rPr dirty="0" sz="2400" b="1">
                <a:latin typeface="华文楷体"/>
                <a:cs typeface="华文楷体"/>
              </a:rPr>
              <a:t>时刻的磁通量为</a:t>
            </a:r>
            <a:r>
              <a:rPr dirty="0" sz="2400" spc="-5" i="1">
                <a:latin typeface="Times New Roman"/>
                <a:cs typeface="Times New Roman"/>
              </a:rPr>
              <a:t>Φ</a:t>
            </a:r>
            <a:r>
              <a:rPr dirty="0" baseline="-17921" sz="2325" spc="7">
                <a:latin typeface="Times New Roman"/>
                <a:cs typeface="Times New Roman"/>
              </a:rPr>
              <a:t>1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latin typeface="华文楷体"/>
                <a:cs typeface="华文楷体"/>
              </a:rPr>
              <a:t>在</a:t>
            </a: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baseline="-17921" sz="2325">
                <a:latin typeface="Times New Roman"/>
                <a:cs typeface="Times New Roman"/>
              </a:rPr>
              <a:t>2</a:t>
            </a:r>
            <a:r>
              <a:rPr dirty="0" sz="2400" b="1">
                <a:latin typeface="华文楷体"/>
                <a:cs typeface="华文楷体"/>
              </a:rPr>
              <a:t>时刻的磁通量为</a:t>
            </a:r>
            <a:r>
              <a:rPr dirty="0" sz="2400" spc="-5" i="1">
                <a:latin typeface="Times New Roman"/>
                <a:cs typeface="Times New Roman"/>
              </a:rPr>
              <a:t>Φ</a:t>
            </a:r>
            <a:r>
              <a:rPr dirty="0" baseline="-17921" sz="2325" spc="-7">
                <a:latin typeface="Times New Roman"/>
                <a:cs typeface="Times New Roman"/>
              </a:rPr>
              <a:t>2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400" b="1">
                <a:latin typeface="华文楷体"/>
                <a:cs typeface="华文楷体"/>
              </a:rPr>
              <a:t>则在</a:t>
            </a:r>
            <a:r>
              <a:rPr dirty="0" sz="2400" spc="-5">
                <a:latin typeface="华文楷体"/>
                <a:cs typeface="华文楷体"/>
              </a:rPr>
              <a:t>∆</a:t>
            </a:r>
            <a:r>
              <a:rPr dirty="0" sz="2400" spc="-5" i="1">
                <a:latin typeface="Times New Roman"/>
                <a:cs typeface="Times New Roman"/>
              </a:rPr>
              <a:t>t</a:t>
            </a:r>
            <a:r>
              <a:rPr dirty="0" sz="2400" spc="-10" i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310" i="1">
                <a:latin typeface="Times New Roman"/>
                <a:cs typeface="Times New Roman"/>
              </a:rPr>
              <a:t>t</a:t>
            </a:r>
            <a:r>
              <a:rPr dirty="0" baseline="-17921" sz="2325" spc="-465">
                <a:latin typeface="Times New Roman"/>
                <a:cs typeface="Times New Roman"/>
              </a:rPr>
              <a:t>2</a:t>
            </a:r>
            <a:r>
              <a:rPr dirty="0" sz="2500" spc="-310" i="1">
                <a:latin typeface="宋体"/>
                <a:cs typeface="宋体"/>
              </a:rPr>
              <a:t>-</a:t>
            </a:r>
            <a:r>
              <a:rPr dirty="0" sz="2500" spc="-715" i="1">
                <a:latin typeface="宋体"/>
                <a:cs typeface="宋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baseline="-17921" sz="2325">
                <a:latin typeface="Times New Roman"/>
                <a:cs typeface="Times New Roman"/>
              </a:rPr>
              <a:t>1</a:t>
            </a:r>
            <a:r>
              <a:rPr dirty="0" sz="2400" b="1">
                <a:latin typeface="华文楷体"/>
                <a:cs typeface="华文楷体"/>
              </a:rPr>
              <a:t>时间内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  <a:p>
            <a:pPr marL="327025">
              <a:lnSpc>
                <a:spcPct val="100000"/>
              </a:lnSpc>
              <a:spcBef>
                <a:spcPts val="565"/>
              </a:spcBef>
              <a:tabLst>
                <a:tab pos="2730500" algn="l"/>
              </a:tabLst>
            </a:pPr>
            <a:r>
              <a:rPr dirty="0" sz="2400" b="1">
                <a:latin typeface="华文楷体"/>
                <a:cs typeface="华文楷体"/>
              </a:rPr>
              <a:t>磁通量变化量</a:t>
            </a:r>
            <a:r>
              <a:rPr dirty="0" sz="2400">
                <a:latin typeface="Times New Roman"/>
                <a:cs typeface="Times New Roman"/>
              </a:rPr>
              <a:t>∆</a:t>
            </a:r>
            <a:r>
              <a:rPr dirty="0" sz="2400" i="1">
                <a:latin typeface="Times New Roman"/>
                <a:cs typeface="Times New Roman"/>
              </a:rPr>
              <a:t>Φ	</a:t>
            </a:r>
            <a:r>
              <a:rPr dirty="0" sz="2400">
                <a:latin typeface="Times New Roman"/>
                <a:cs typeface="Times New Roman"/>
              </a:rPr>
              <a:t>= </a:t>
            </a:r>
            <a:r>
              <a:rPr dirty="0" sz="2400" i="1">
                <a:latin typeface="Times New Roman"/>
                <a:cs typeface="Times New Roman"/>
              </a:rPr>
              <a:t>Φ</a:t>
            </a:r>
            <a:r>
              <a:rPr dirty="0" baseline="-17921" sz="2325">
                <a:latin typeface="Times New Roman"/>
                <a:cs typeface="Times New Roman"/>
              </a:rPr>
              <a:t>2 </a:t>
            </a:r>
            <a:r>
              <a:rPr dirty="0" sz="2400" i="1">
                <a:latin typeface="Times New Roman"/>
                <a:cs typeface="Times New Roman"/>
              </a:rPr>
              <a:t>–</a:t>
            </a:r>
            <a:r>
              <a:rPr dirty="0" sz="2400" spc="-27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Φ</a:t>
            </a:r>
            <a:r>
              <a:rPr dirty="0" baseline="-17921" sz="2325">
                <a:latin typeface="Times New Roman"/>
                <a:cs typeface="Times New Roman"/>
              </a:rPr>
              <a:t>1</a:t>
            </a:r>
            <a:endParaRPr baseline="-17921" sz="2325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1190"/>
              </a:spcBef>
              <a:tabLst>
                <a:tab pos="2663190" algn="l"/>
              </a:tabLst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磁通量的变化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率	</a:t>
            </a:r>
            <a:r>
              <a:rPr dirty="0" baseline="18888" sz="3750" spc="-30">
                <a:latin typeface="Symbol"/>
                <a:cs typeface="Symbol"/>
              </a:rPr>
              <a:t></a:t>
            </a:r>
            <a:r>
              <a:rPr dirty="0" baseline="18888" sz="3750" spc="-30" i="1">
                <a:latin typeface="Times New Roman"/>
                <a:cs typeface="Times New Roman"/>
              </a:rPr>
              <a:t>Φ</a:t>
            </a:r>
            <a:endParaRPr baseline="18888" sz="3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61558" y="4017009"/>
            <a:ext cx="505459" cy="0"/>
          </a:xfrm>
          <a:custGeom>
            <a:avLst/>
            <a:gdLst/>
            <a:ahLst/>
            <a:cxnLst/>
            <a:rect l="l" t="t" r="r" b="b"/>
            <a:pathLst>
              <a:path w="505460" h="0">
                <a:moveTo>
                  <a:pt x="0" y="0"/>
                </a:moveTo>
                <a:lnTo>
                  <a:pt x="505002" y="0"/>
                </a:lnTo>
              </a:path>
            </a:pathLst>
          </a:custGeom>
          <a:ln w="16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38662" y="3534384"/>
            <a:ext cx="112204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35639" sz="3975" spc="30" i="1">
                <a:latin typeface="Times New Roman"/>
                <a:cs typeface="Times New Roman"/>
              </a:rPr>
              <a:t>E </a:t>
            </a:r>
            <a:r>
              <a:rPr dirty="0" baseline="-35639" sz="3975" spc="577">
                <a:latin typeface="Symbol"/>
                <a:cs typeface="Symbol"/>
              </a:rPr>
              <a:t></a:t>
            </a:r>
            <a:r>
              <a:rPr dirty="0" baseline="-35639" sz="3975" spc="-37">
                <a:latin typeface="Times New Roman"/>
                <a:cs typeface="Times New Roman"/>
              </a:rPr>
              <a:t> </a:t>
            </a:r>
            <a:r>
              <a:rPr dirty="0" sz="2650" spc="10">
                <a:latin typeface="Symbol"/>
                <a:cs typeface="Symbol"/>
              </a:rPr>
              <a:t></a:t>
            </a:r>
            <a:r>
              <a:rPr dirty="0" sz="2650" spc="10" i="1">
                <a:latin typeface="Times New Roman"/>
                <a:cs typeface="Times New Roman"/>
              </a:rPr>
              <a:t>Φ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6178" y="4014901"/>
            <a:ext cx="32575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-10">
                <a:latin typeface="Symbol"/>
                <a:cs typeface="Symbol"/>
              </a:rPr>
              <a:t></a:t>
            </a:r>
            <a:r>
              <a:rPr dirty="0" sz="2650" spc="10" i="1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0407" y="3553586"/>
            <a:ext cx="1253490" cy="898525"/>
          </a:xfrm>
          <a:custGeom>
            <a:avLst/>
            <a:gdLst/>
            <a:ahLst/>
            <a:cxnLst/>
            <a:rect l="l" t="t" r="r" b="b"/>
            <a:pathLst>
              <a:path w="1253489" h="898525">
                <a:moveTo>
                  <a:pt x="1253489" y="898398"/>
                </a:moveTo>
                <a:lnTo>
                  <a:pt x="0" y="898398"/>
                </a:lnTo>
                <a:lnTo>
                  <a:pt x="0" y="0"/>
                </a:lnTo>
                <a:lnTo>
                  <a:pt x="1253489" y="0"/>
                </a:lnTo>
                <a:lnTo>
                  <a:pt x="125348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88873"/>
                </a:lnTo>
                <a:lnTo>
                  <a:pt x="4762" y="888873"/>
                </a:lnTo>
                <a:lnTo>
                  <a:pt x="9525" y="893635"/>
                </a:lnTo>
                <a:lnTo>
                  <a:pt x="1253489" y="893635"/>
                </a:lnTo>
                <a:lnTo>
                  <a:pt x="1253489" y="898398"/>
                </a:lnTo>
                <a:close/>
              </a:path>
              <a:path w="1253489" h="898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53489" h="898525">
                <a:moveTo>
                  <a:pt x="124396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43964" y="4762"/>
                </a:lnTo>
                <a:lnTo>
                  <a:pt x="1243964" y="9525"/>
                </a:lnTo>
                <a:close/>
              </a:path>
              <a:path w="1253489" h="898525">
                <a:moveTo>
                  <a:pt x="1243964" y="893635"/>
                </a:moveTo>
                <a:lnTo>
                  <a:pt x="1243964" y="4762"/>
                </a:lnTo>
                <a:lnTo>
                  <a:pt x="1248727" y="9525"/>
                </a:lnTo>
                <a:lnTo>
                  <a:pt x="1253489" y="9525"/>
                </a:lnTo>
                <a:lnTo>
                  <a:pt x="1253489" y="888873"/>
                </a:lnTo>
                <a:lnTo>
                  <a:pt x="1248727" y="888873"/>
                </a:lnTo>
                <a:lnTo>
                  <a:pt x="1243964" y="893635"/>
                </a:lnTo>
                <a:close/>
              </a:path>
              <a:path w="1253489" h="898525">
                <a:moveTo>
                  <a:pt x="1253489" y="9525"/>
                </a:moveTo>
                <a:lnTo>
                  <a:pt x="1248727" y="9525"/>
                </a:lnTo>
                <a:lnTo>
                  <a:pt x="1243964" y="4762"/>
                </a:lnTo>
                <a:lnTo>
                  <a:pt x="1253489" y="4762"/>
                </a:lnTo>
                <a:lnTo>
                  <a:pt x="1253489" y="9525"/>
                </a:lnTo>
                <a:close/>
              </a:path>
              <a:path w="1253489" h="898525">
                <a:moveTo>
                  <a:pt x="9525" y="893635"/>
                </a:moveTo>
                <a:lnTo>
                  <a:pt x="4762" y="888873"/>
                </a:lnTo>
                <a:lnTo>
                  <a:pt x="9525" y="888873"/>
                </a:lnTo>
                <a:lnTo>
                  <a:pt x="9525" y="893635"/>
                </a:lnTo>
                <a:close/>
              </a:path>
              <a:path w="1253489" h="898525">
                <a:moveTo>
                  <a:pt x="1243964" y="893635"/>
                </a:moveTo>
                <a:lnTo>
                  <a:pt x="9525" y="893635"/>
                </a:lnTo>
                <a:lnTo>
                  <a:pt x="9525" y="888873"/>
                </a:lnTo>
                <a:lnTo>
                  <a:pt x="1243964" y="888873"/>
                </a:lnTo>
                <a:lnTo>
                  <a:pt x="1243964" y="893635"/>
                </a:lnTo>
                <a:close/>
              </a:path>
              <a:path w="1253489" h="898525">
                <a:moveTo>
                  <a:pt x="1253489" y="893635"/>
                </a:moveTo>
                <a:lnTo>
                  <a:pt x="1243964" y="893635"/>
                </a:lnTo>
                <a:lnTo>
                  <a:pt x="1248727" y="888873"/>
                </a:lnTo>
                <a:lnTo>
                  <a:pt x="1253489" y="888873"/>
                </a:lnTo>
                <a:lnTo>
                  <a:pt x="1253489" y="89363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62919" y="4696904"/>
            <a:ext cx="39427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——法拉第电磁感应定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22374" y="3999649"/>
            <a:ext cx="485140" cy="0"/>
          </a:xfrm>
          <a:custGeom>
            <a:avLst/>
            <a:gdLst/>
            <a:ahLst/>
            <a:cxnLst/>
            <a:rect l="l" t="t" r="r" b="b"/>
            <a:pathLst>
              <a:path w="485140" h="0">
                <a:moveTo>
                  <a:pt x="0" y="0"/>
                </a:moveTo>
                <a:lnTo>
                  <a:pt x="484543" y="0"/>
                </a:lnTo>
              </a:path>
            </a:pathLst>
          </a:custGeom>
          <a:ln w="160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52576" y="3742906"/>
            <a:ext cx="124841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0" i="1">
                <a:latin typeface="Times New Roman"/>
                <a:cs typeface="Times New Roman"/>
              </a:rPr>
              <a:t>E </a:t>
            </a:r>
            <a:r>
              <a:rPr dirty="0" sz="2550" spc="10">
                <a:latin typeface="Symbol"/>
                <a:cs typeface="Symbol"/>
              </a:rPr>
              <a:t></a:t>
            </a:r>
            <a:r>
              <a:rPr dirty="0" sz="2550" spc="10">
                <a:latin typeface="Times New Roman"/>
                <a:cs typeface="Times New Roman"/>
              </a:rPr>
              <a:t> </a:t>
            </a:r>
            <a:r>
              <a:rPr dirty="0" sz="2550" spc="10" i="1">
                <a:latin typeface="Times New Roman"/>
                <a:cs typeface="Times New Roman"/>
              </a:rPr>
              <a:t>k</a:t>
            </a:r>
            <a:r>
              <a:rPr dirty="0" sz="2550" spc="-30" i="1">
                <a:latin typeface="Times New Roman"/>
                <a:cs typeface="Times New Roman"/>
              </a:rPr>
              <a:t> </a:t>
            </a:r>
            <a:r>
              <a:rPr dirty="0" baseline="34858" sz="3825">
                <a:latin typeface="Symbol"/>
                <a:cs typeface="Symbol"/>
              </a:rPr>
              <a:t></a:t>
            </a:r>
            <a:r>
              <a:rPr dirty="0" baseline="34858" sz="3825" i="1">
                <a:latin typeface="Times New Roman"/>
                <a:cs typeface="Times New Roman"/>
              </a:rPr>
              <a:t>Φ</a:t>
            </a:r>
            <a:endParaRPr baseline="34858" sz="38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3044" y="3998696"/>
            <a:ext cx="31305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5">
                <a:latin typeface="Symbol"/>
                <a:cs typeface="Symbol"/>
              </a:rPr>
              <a:t></a:t>
            </a:r>
            <a:r>
              <a:rPr dirty="0" sz="2550" spc="5" i="1">
                <a:latin typeface="Times New Roman"/>
                <a:cs typeface="Times New Roman"/>
              </a:rPr>
              <a:t>t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96886" y="3553586"/>
            <a:ext cx="1392555" cy="864869"/>
          </a:xfrm>
          <a:custGeom>
            <a:avLst/>
            <a:gdLst/>
            <a:ahLst/>
            <a:cxnLst/>
            <a:rect l="l" t="t" r="r" b="b"/>
            <a:pathLst>
              <a:path w="1392554" h="864870">
                <a:moveTo>
                  <a:pt x="1392174" y="864870"/>
                </a:moveTo>
                <a:lnTo>
                  <a:pt x="0" y="864870"/>
                </a:lnTo>
                <a:lnTo>
                  <a:pt x="0" y="0"/>
                </a:lnTo>
                <a:lnTo>
                  <a:pt x="1392174" y="0"/>
                </a:lnTo>
                <a:lnTo>
                  <a:pt x="139217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55345"/>
                </a:lnTo>
                <a:lnTo>
                  <a:pt x="4762" y="855345"/>
                </a:lnTo>
                <a:lnTo>
                  <a:pt x="9525" y="860107"/>
                </a:lnTo>
                <a:lnTo>
                  <a:pt x="1392174" y="860107"/>
                </a:lnTo>
                <a:lnTo>
                  <a:pt x="1392174" y="864870"/>
                </a:lnTo>
                <a:close/>
              </a:path>
              <a:path w="1392554" h="86487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92554" h="864870">
                <a:moveTo>
                  <a:pt x="138264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82649" y="4762"/>
                </a:lnTo>
                <a:lnTo>
                  <a:pt x="1382649" y="9525"/>
                </a:lnTo>
                <a:close/>
              </a:path>
              <a:path w="1392554" h="864870">
                <a:moveTo>
                  <a:pt x="1382649" y="860107"/>
                </a:moveTo>
                <a:lnTo>
                  <a:pt x="1382649" y="4762"/>
                </a:lnTo>
                <a:lnTo>
                  <a:pt x="1387411" y="9525"/>
                </a:lnTo>
                <a:lnTo>
                  <a:pt x="1392174" y="9525"/>
                </a:lnTo>
                <a:lnTo>
                  <a:pt x="1392174" y="855345"/>
                </a:lnTo>
                <a:lnTo>
                  <a:pt x="1387411" y="855345"/>
                </a:lnTo>
                <a:lnTo>
                  <a:pt x="1382649" y="860107"/>
                </a:lnTo>
                <a:close/>
              </a:path>
              <a:path w="1392554" h="864870">
                <a:moveTo>
                  <a:pt x="1392174" y="9525"/>
                </a:moveTo>
                <a:lnTo>
                  <a:pt x="1387411" y="9525"/>
                </a:lnTo>
                <a:lnTo>
                  <a:pt x="1382649" y="4762"/>
                </a:lnTo>
                <a:lnTo>
                  <a:pt x="1392174" y="4762"/>
                </a:lnTo>
                <a:lnTo>
                  <a:pt x="1392174" y="9525"/>
                </a:lnTo>
                <a:close/>
              </a:path>
              <a:path w="1392554" h="864870">
                <a:moveTo>
                  <a:pt x="9525" y="860107"/>
                </a:moveTo>
                <a:lnTo>
                  <a:pt x="4762" y="855345"/>
                </a:lnTo>
                <a:lnTo>
                  <a:pt x="9525" y="855345"/>
                </a:lnTo>
                <a:lnTo>
                  <a:pt x="9525" y="860107"/>
                </a:lnTo>
                <a:close/>
              </a:path>
              <a:path w="1392554" h="864870">
                <a:moveTo>
                  <a:pt x="1382649" y="860107"/>
                </a:moveTo>
                <a:lnTo>
                  <a:pt x="9525" y="860107"/>
                </a:lnTo>
                <a:lnTo>
                  <a:pt x="9525" y="855345"/>
                </a:lnTo>
                <a:lnTo>
                  <a:pt x="1382649" y="855345"/>
                </a:lnTo>
                <a:lnTo>
                  <a:pt x="1382649" y="860107"/>
                </a:lnTo>
                <a:close/>
              </a:path>
              <a:path w="1392554" h="864870">
                <a:moveTo>
                  <a:pt x="1392174" y="860107"/>
                </a:moveTo>
                <a:lnTo>
                  <a:pt x="1382649" y="860107"/>
                </a:lnTo>
                <a:lnTo>
                  <a:pt x="1387411" y="855345"/>
                </a:lnTo>
                <a:lnTo>
                  <a:pt x="1392174" y="855345"/>
                </a:lnTo>
                <a:lnTo>
                  <a:pt x="1392174" y="86010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01798" y="2150795"/>
            <a:ext cx="6010275" cy="1076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进一步研</a:t>
            </a:r>
            <a:r>
              <a:rPr dirty="0" sz="2800" spc="-5">
                <a:latin typeface="黑体"/>
                <a:cs typeface="黑体"/>
              </a:rPr>
              <a:t>究</a:t>
            </a:r>
            <a:endParaRPr sz="2800">
              <a:latin typeface="黑体"/>
              <a:cs typeface="黑体"/>
            </a:endParaRPr>
          </a:p>
          <a:p>
            <a:pPr marL="194310">
              <a:lnSpc>
                <a:spcPct val="100000"/>
              </a:lnSpc>
              <a:spcBef>
                <a:spcPts val="2035"/>
              </a:spcBef>
            </a:pPr>
            <a:r>
              <a:rPr dirty="0" sz="2400" b="1">
                <a:latin typeface="华文楷体"/>
                <a:cs typeface="华文楷体"/>
              </a:rPr>
              <a:t>对理论和实验资料进一步严格分析后，得</a:t>
            </a:r>
            <a:r>
              <a:rPr dirty="0" sz="2400" spc="-5" b="1">
                <a:latin typeface="华文楷体"/>
                <a:cs typeface="华文楷体"/>
              </a:rPr>
              <a:t>到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85750" y="3869258"/>
            <a:ext cx="759460" cy="203200"/>
          </a:xfrm>
          <a:custGeom>
            <a:avLst/>
            <a:gdLst/>
            <a:ahLst/>
            <a:cxnLst/>
            <a:rect l="l" t="t" r="r" b="b"/>
            <a:pathLst>
              <a:path w="759459" h="203200">
                <a:moveTo>
                  <a:pt x="606901" y="51726"/>
                </a:moveTo>
                <a:lnTo>
                  <a:pt x="454526" y="50794"/>
                </a:lnTo>
                <a:lnTo>
                  <a:pt x="454837" y="0"/>
                </a:lnTo>
                <a:lnTo>
                  <a:pt x="606901" y="51726"/>
                </a:lnTo>
                <a:close/>
              </a:path>
              <a:path w="759459" h="203200">
                <a:moveTo>
                  <a:pt x="453904" y="152391"/>
                </a:moveTo>
                <a:lnTo>
                  <a:pt x="0" y="149606"/>
                </a:lnTo>
                <a:lnTo>
                  <a:pt x="622" y="48018"/>
                </a:lnTo>
                <a:lnTo>
                  <a:pt x="454526" y="50794"/>
                </a:lnTo>
                <a:lnTo>
                  <a:pt x="453904" y="152391"/>
                </a:lnTo>
                <a:close/>
              </a:path>
              <a:path w="759459" h="203200">
                <a:moveTo>
                  <a:pt x="606298" y="153327"/>
                </a:moveTo>
                <a:lnTo>
                  <a:pt x="453904" y="152391"/>
                </a:lnTo>
                <a:lnTo>
                  <a:pt x="454526" y="50794"/>
                </a:lnTo>
                <a:lnTo>
                  <a:pt x="606920" y="51733"/>
                </a:lnTo>
                <a:lnTo>
                  <a:pt x="606298" y="153327"/>
                </a:lnTo>
                <a:close/>
              </a:path>
              <a:path w="759459" h="203200">
                <a:moveTo>
                  <a:pt x="606298" y="153327"/>
                </a:moveTo>
                <a:lnTo>
                  <a:pt x="606920" y="51733"/>
                </a:lnTo>
                <a:lnTo>
                  <a:pt x="759002" y="103466"/>
                </a:lnTo>
                <a:lnTo>
                  <a:pt x="606298" y="153327"/>
                </a:lnTo>
                <a:close/>
              </a:path>
              <a:path w="759459" h="203200">
                <a:moveTo>
                  <a:pt x="453593" y="203187"/>
                </a:moveTo>
                <a:lnTo>
                  <a:pt x="453904" y="152391"/>
                </a:lnTo>
                <a:lnTo>
                  <a:pt x="606298" y="153327"/>
                </a:lnTo>
                <a:lnTo>
                  <a:pt x="453593" y="203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进一步研究感应电动势大小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52700" y="3721608"/>
            <a:ext cx="1517903" cy="1965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7197" y="2031009"/>
            <a:ext cx="6135370" cy="143256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1.	</a:t>
            </a:r>
            <a:r>
              <a:rPr dirty="0" sz="2400" b="1">
                <a:latin typeface="华文楷体"/>
                <a:cs typeface="华文楷体"/>
              </a:rPr>
              <a:t>内</a:t>
            </a:r>
            <a:r>
              <a:rPr dirty="0" sz="2400" spc="-5" b="1">
                <a:latin typeface="华文楷体"/>
                <a:cs typeface="华文楷体"/>
              </a:rPr>
              <a:t>容</a:t>
            </a:r>
            <a:endParaRPr sz="2400">
              <a:latin typeface="华文楷体"/>
              <a:cs typeface="华文楷体"/>
            </a:endParaRPr>
          </a:p>
          <a:p>
            <a:pPr marL="12700" marR="5080" indent="307340">
              <a:lnSpc>
                <a:spcPct val="120800"/>
              </a:lnSpc>
              <a:spcBef>
                <a:spcPts val="320"/>
              </a:spcBef>
            </a:pPr>
            <a:r>
              <a:rPr dirty="0" sz="2400" b="1">
                <a:latin typeface="华文楷体"/>
                <a:cs typeface="华文楷体"/>
              </a:rPr>
              <a:t>闭合电路中感应电动势的大小，跟穿过这</a:t>
            </a:r>
            <a:r>
              <a:rPr dirty="0" sz="2400" spc="-5" b="1">
                <a:latin typeface="华文楷体"/>
                <a:cs typeface="华文楷体"/>
              </a:rPr>
              <a:t>一 </a:t>
            </a:r>
            <a:r>
              <a:rPr dirty="0" sz="2400" b="1">
                <a:latin typeface="华文楷体"/>
                <a:cs typeface="华文楷体"/>
              </a:rPr>
              <a:t>电路的磁通量变化率成正比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2666" y="128366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法拉第电磁感应定律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19054" y="4259389"/>
            <a:ext cx="551180" cy="0"/>
          </a:xfrm>
          <a:custGeom>
            <a:avLst/>
            <a:gdLst/>
            <a:ahLst/>
            <a:cxnLst/>
            <a:rect l="l" t="t" r="r" b="b"/>
            <a:pathLst>
              <a:path w="551179" h="0">
                <a:moveTo>
                  <a:pt x="0" y="0"/>
                </a:moveTo>
                <a:lnTo>
                  <a:pt x="551116" y="0"/>
                </a:lnTo>
              </a:path>
            </a:pathLst>
          </a:custGeom>
          <a:ln w="185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7197" y="4979390"/>
            <a:ext cx="1322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2.	</a:t>
            </a:r>
            <a:r>
              <a:rPr dirty="0" sz="2400" b="1">
                <a:latin typeface="华文楷体"/>
                <a:cs typeface="华文楷体"/>
              </a:rPr>
              <a:t>表达</a:t>
            </a:r>
            <a:r>
              <a:rPr dirty="0" sz="2400" spc="-5" b="1">
                <a:latin typeface="华文楷体"/>
                <a:cs typeface="华文楷体"/>
              </a:rPr>
              <a:t>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9315" y="3529571"/>
            <a:ext cx="117602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5005" algn="l"/>
              </a:tabLst>
            </a:pPr>
            <a:r>
              <a:rPr dirty="0" baseline="-27777" sz="4500" spc="-112">
                <a:latin typeface="Symbol"/>
                <a:cs typeface="Symbol"/>
              </a:rPr>
              <a:t></a:t>
            </a:r>
            <a:r>
              <a:rPr dirty="0" baseline="-27777" sz="4500" spc="-7" i="1">
                <a:latin typeface="Times New Roman"/>
                <a:cs typeface="Times New Roman"/>
              </a:rPr>
              <a:t>Φ</a:t>
            </a:r>
            <a:r>
              <a:rPr dirty="0" baseline="-27777" sz="4500" i="1">
                <a:latin typeface="Times New Roman"/>
                <a:cs typeface="Times New Roman"/>
              </a:rPr>
              <a:t>	</a:t>
            </a:r>
            <a:r>
              <a:rPr dirty="0" sz="2650" spc="-10">
                <a:latin typeface="Times New Roman"/>
                <a:cs typeface="Times New Roman"/>
              </a:rPr>
              <a:t>W</a:t>
            </a:r>
            <a:r>
              <a:rPr dirty="0" sz="2650" spc="15">
                <a:latin typeface="Times New Roman"/>
                <a:cs typeface="Times New Roman"/>
              </a:rPr>
              <a:t>b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38903" y="3600830"/>
            <a:ext cx="610870" cy="415290"/>
          </a:xfrm>
          <a:custGeom>
            <a:avLst/>
            <a:gdLst/>
            <a:ahLst/>
            <a:cxnLst/>
            <a:rect l="l" t="t" r="r" b="b"/>
            <a:pathLst>
              <a:path w="610870" h="415289">
                <a:moveTo>
                  <a:pt x="605599" y="415290"/>
                </a:moveTo>
                <a:lnTo>
                  <a:pt x="4762" y="415290"/>
                </a:lnTo>
                <a:lnTo>
                  <a:pt x="3289" y="415061"/>
                </a:lnTo>
                <a:lnTo>
                  <a:pt x="1968" y="414375"/>
                </a:lnTo>
                <a:lnTo>
                  <a:pt x="914" y="413321"/>
                </a:lnTo>
                <a:lnTo>
                  <a:pt x="228" y="412000"/>
                </a:lnTo>
                <a:lnTo>
                  <a:pt x="0" y="410527"/>
                </a:lnTo>
                <a:lnTo>
                  <a:pt x="0" y="4762"/>
                </a:lnTo>
                <a:lnTo>
                  <a:pt x="4762" y="0"/>
                </a:lnTo>
                <a:lnTo>
                  <a:pt x="605599" y="0"/>
                </a:lnTo>
                <a:lnTo>
                  <a:pt x="61036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05765"/>
                </a:lnTo>
                <a:lnTo>
                  <a:pt x="4762" y="405765"/>
                </a:lnTo>
                <a:lnTo>
                  <a:pt x="9525" y="410527"/>
                </a:lnTo>
                <a:lnTo>
                  <a:pt x="610362" y="410527"/>
                </a:lnTo>
                <a:lnTo>
                  <a:pt x="610133" y="412000"/>
                </a:lnTo>
                <a:lnTo>
                  <a:pt x="609447" y="413321"/>
                </a:lnTo>
                <a:lnTo>
                  <a:pt x="608393" y="414375"/>
                </a:lnTo>
                <a:lnTo>
                  <a:pt x="607072" y="415061"/>
                </a:lnTo>
                <a:lnTo>
                  <a:pt x="605599" y="415290"/>
                </a:lnTo>
                <a:close/>
              </a:path>
              <a:path w="610870" h="41528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870" h="415289">
                <a:moveTo>
                  <a:pt x="60083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0837" y="4762"/>
                </a:lnTo>
                <a:lnTo>
                  <a:pt x="600837" y="9525"/>
                </a:lnTo>
                <a:close/>
              </a:path>
              <a:path w="610870" h="415289">
                <a:moveTo>
                  <a:pt x="600837" y="410527"/>
                </a:moveTo>
                <a:lnTo>
                  <a:pt x="600837" y="4762"/>
                </a:lnTo>
                <a:lnTo>
                  <a:pt x="605599" y="9525"/>
                </a:lnTo>
                <a:lnTo>
                  <a:pt x="610362" y="9525"/>
                </a:lnTo>
                <a:lnTo>
                  <a:pt x="610362" y="405765"/>
                </a:lnTo>
                <a:lnTo>
                  <a:pt x="605599" y="405765"/>
                </a:lnTo>
                <a:lnTo>
                  <a:pt x="600837" y="410527"/>
                </a:lnTo>
                <a:close/>
              </a:path>
              <a:path w="610870" h="415289">
                <a:moveTo>
                  <a:pt x="610362" y="9525"/>
                </a:moveTo>
                <a:lnTo>
                  <a:pt x="605599" y="9525"/>
                </a:lnTo>
                <a:lnTo>
                  <a:pt x="600837" y="4762"/>
                </a:lnTo>
                <a:lnTo>
                  <a:pt x="610362" y="4762"/>
                </a:lnTo>
                <a:lnTo>
                  <a:pt x="610362" y="9525"/>
                </a:lnTo>
                <a:close/>
              </a:path>
              <a:path w="610870" h="415289">
                <a:moveTo>
                  <a:pt x="9525" y="410527"/>
                </a:moveTo>
                <a:lnTo>
                  <a:pt x="4762" y="405765"/>
                </a:lnTo>
                <a:lnTo>
                  <a:pt x="9525" y="405765"/>
                </a:lnTo>
                <a:lnTo>
                  <a:pt x="9525" y="410527"/>
                </a:lnTo>
                <a:close/>
              </a:path>
              <a:path w="610870" h="415289">
                <a:moveTo>
                  <a:pt x="600837" y="410527"/>
                </a:moveTo>
                <a:lnTo>
                  <a:pt x="9525" y="410527"/>
                </a:lnTo>
                <a:lnTo>
                  <a:pt x="9525" y="405765"/>
                </a:lnTo>
                <a:lnTo>
                  <a:pt x="600837" y="405765"/>
                </a:lnTo>
                <a:lnTo>
                  <a:pt x="600837" y="410527"/>
                </a:lnTo>
                <a:close/>
              </a:path>
              <a:path w="610870" h="415289">
                <a:moveTo>
                  <a:pt x="610362" y="410527"/>
                </a:moveTo>
                <a:lnTo>
                  <a:pt x="600837" y="410527"/>
                </a:lnTo>
                <a:lnTo>
                  <a:pt x="605599" y="405765"/>
                </a:lnTo>
                <a:lnTo>
                  <a:pt x="610362" y="405765"/>
                </a:lnTo>
                <a:lnTo>
                  <a:pt x="610362" y="4105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594480" y="3962730"/>
            <a:ext cx="152273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0580" algn="l"/>
                <a:tab pos="1368425" algn="l"/>
              </a:tabLst>
            </a:pPr>
            <a:r>
              <a:rPr dirty="0" sz="3000" spc="-120" i="1">
                <a:latin typeface="Times New Roman"/>
                <a:cs typeface="Times New Roman"/>
              </a:rPr>
              <a:t>E</a:t>
            </a:r>
            <a:r>
              <a:rPr dirty="0" sz="3000" spc="-85" i="1">
                <a:latin typeface="Times New Roman"/>
                <a:cs typeface="Times New Roman"/>
              </a:rPr>
              <a:t>=</a:t>
            </a:r>
            <a:r>
              <a:rPr dirty="0" sz="3000" spc="-5" i="1">
                <a:latin typeface="Times New Roman"/>
                <a:cs typeface="Times New Roman"/>
              </a:rPr>
              <a:t>k</a:t>
            </a:r>
            <a:r>
              <a:rPr dirty="0" sz="3000" i="1">
                <a:latin typeface="Times New Roman"/>
                <a:cs typeface="Times New Roman"/>
              </a:rPr>
              <a:t>	</a:t>
            </a:r>
            <a:r>
              <a:rPr dirty="0" baseline="-43518" sz="4500" spc="-112">
                <a:latin typeface="Symbol"/>
                <a:cs typeface="Symbol"/>
              </a:rPr>
              <a:t></a:t>
            </a:r>
            <a:r>
              <a:rPr dirty="0" baseline="-43518" sz="4500" spc="-7" i="1">
                <a:latin typeface="Times New Roman"/>
                <a:cs typeface="Times New Roman"/>
              </a:rPr>
              <a:t>t</a:t>
            </a:r>
            <a:r>
              <a:rPr dirty="0" baseline="-43518" sz="4500" i="1">
                <a:latin typeface="Times New Roman"/>
                <a:cs typeface="Times New Roman"/>
              </a:rPr>
              <a:t>	</a:t>
            </a:r>
            <a:r>
              <a:rPr dirty="0" baseline="-11695" sz="4275" spc="-7">
                <a:latin typeface="Times New Roman"/>
                <a:cs typeface="Times New Roman"/>
              </a:rPr>
              <a:t>s</a:t>
            </a:r>
            <a:endParaRPr baseline="-11695" sz="42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11471" y="4179951"/>
            <a:ext cx="257175" cy="349885"/>
          </a:xfrm>
          <a:custGeom>
            <a:avLst/>
            <a:gdLst/>
            <a:ahLst/>
            <a:cxnLst/>
            <a:rect l="l" t="t" r="r" b="b"/>
            <a:pathLst>
              <a:path w="257175" h="349885">
                <a:moveTo>
                  <a:pt x="252031" y="349758"/>
                </a:moveTo>
                <a:lnTo>
                  <a:pt x="4762" y="349758"/>
                </a:lnTo>
                <a:lnTo>
                  <a:pt x="3289" y="349529"/>
                </a:lnTo>
                <a:lnTo>
                  <a:pt x="1968" y="348843"/>
                </a:lnTo>
                <a:lnTo>
                  <a:pt x="914" y="347789"/>
                </a:lnTo>
                <a:lnTo>
                  <a:pt x="228" y="346468"/>
                </a:lnTo>
                <a:lnTo>
                  <a:pt x="0" y="344995"/>
                </a:lnTo>
                <a:lnTo>
                  <a:pt x="0" y="4762"/>
                </a:lnTo>
                <a:lnTo>
                  <a:pt x="4762" y="0"/>
                </a:lnTo>
                <a:lnTo>
                  <a:pt x="252031" y="0"/>
                </a:lnTo>
                <a:lnTo>
                  <a:pt x="25679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40233"/>
                </a:lnTo>
                <a:lnTo>
                  <a:pt x="4762" y="340233"/>
                </a:lnTo>
                <a:lnTo>
                  <a:pt x="9525" y="344995"/>
                </a:lnTo>
                <a:lnTo>
                  <a:pt x="256793" y="344995"/>
                </a:lnTo>
                <a:lnTo>
                  <a:pt x="256565" y="346468"/>
                </a:lnTo>
                <a:lnTo>
                  <a:pt x="255879" y="347789"/>
                </a:lnTo>
                <a:lnTo>
                  <a:pt x="254825" y="348843"/>
                </a:lnTo>
                <a:lnTo>
                  <a:pt x="253504" y="349529"/>
                </a:lnTo>
                <a:lnTo>
                  <a:pt x="252031" y="349758"/>
                </a:lnTo>
                <a:close/>
              </a:path>
              <a:path w="257175" h="34988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7175" h="349885">
                <a:moveTo>
                  <a:pt x="24726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7268" y="4762"/>
                </a:lnTo>
                <a:lnTo>
                  <a:pt x="247268" y="9525"/>
                </a:lnTo>
                <a:close/>
              </a:path>
              <a:path w="257175" h="349885">
                <a:moveTo>
                  <a:pt x="247268" y="344995"/>
                </a:moveTo>
                <a:lnTo>
                  <a:pt x="247268" y="4762"/>
                </a:lnTo>
                <a:lnTo>
                  <a:pt x="252031" y="9525"/>
                </a:lnTo>
                <a:lnTo>
                  <a:pt x="256793" y="9525"/>
                </a:lnTo>
                <a:lnTo>
                  <a:pt x="256793" y="340233"/>
                </a:lnTo>
                <a:lnTo>
                  <a:pt x="252031" y="340233"/>
                </a:lnTo>
                <a:lnTo>
                  <a:pt x="247268" y="344995"/>
                </a:lnTo>
                <a:close/>
              </a:path>
              <a:path w="257175" h="349885">
                <a:moveTo>
                  <a:pt x="256793" y="9525"/>
                </a:moveTo>
                <a:lnTo>
                  <a:pt x="252031" y="9525"/>
                </a:lnTo>
                <a:lnTo>
                  <a:pt x="247268" y="4762"/>
                </a:lnTo>
                <a:lnTo>
                  <a:pt x="256793" y="4762"/>
                </a:lnTo>
                <a:lnTo>
                  <a:pt x="256793" y="9525"/>
                </a:lnTo>
                <a:close/>
              </a:path>
              <a:path w="257175" h="349885">
                <a:moveTo>
                  <a:pt x="9525" y="344995"/>
                </a:moveTo>
                <a:lnTo>
                  <a:pt x="4762" y="340233"/>
                </a:lnTo>
                <a:lnTo>
                  <a:pt x="9525" y="340233"/>
                </a:lnTo>
                <a:lnTo>
                  <a:pt x="9525" y="344995"/>
                </a:lnTo>
                <a:close/>
              </a:path>
              <a:path w="257175" h="349885">
                <a:moveTo>
                  <a:pt x="247268" y="344995"/>
                </a:moveTo>
                <a:lnTo>
                  <a:pt x="9525" y="344995"/>
                </a:lnTo>
                <a:lnTo>
                  <a:pt x="9525" y="340233"/>
                </a:lnTo>
                <a:lnTo>
                  <a:pt x="247268" y="340233"/>
                </a:lnTo>
                <a:lnTo>
                  <a:pt x="247268" y="344995"/>
                </a:lnTo>
                <a:close/>
              </a:path>
              <a:path w="257175" h="349885">
                <a:moveTo>
                  <a:pt x="256793" y="344995"/>
                </a:moveTo>
                <a:lnTo>
                  <a:pt x="247268" y="344995"/>
                </a:lnTo>
                <a:lnTo>
                  <a:pt x="252031" y="340233"/>
                </a:lnTo>
                <a:lnTo>
                  <a:pt x="256793" y="340233"/>
                </a:lnTo>
                <a:lnTo>
                  <a:pt x="256793" y="34499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82975" y="3732212"/>
            <a:ext cx="24066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0">
                <a:latin typeface="Times New Roman"/>
                <a:cs typeface="Times New Roman"/>
              </a:rPr>
              <a:t>V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41167" y="3757803"/>
            <a:ext cx="340995" cy="368300"/>
          </a:xfrm>
          <a:custGeom>
            <a:avLst/>
            <a:gdLst/>
            <a:ahLst/>
            <a:cxnLst/>
            <a:rect l="l" t="t" r="r" b="b"/>
            <a:pathLst>
              <a:path w="340995" h="368300">
                <a:moveTo>
                  <a:pt x="335851" y="368046"/>
                </a:moveTo>
                <a:lnTo>
                  <a:pt x="4762" y="368046"/>
                </a:lnTo>
                <a:lnTo>
                  <a:pt x="3289" y="367817"/>
                </a:lnTo>
                <a:lnTo>
                  <a:pt x="1968" y="367131"/>
                </a:lnTo>
                <a:lnTo>
                  <a:pt x="914" y="366077"/>
                </a:lnTo>
                <a:lnTo>
                  <a:pt x="228" y="364756"/>
                </a:lnTo>
                <a:lnTo>
                  <a:pt x="0" y="363283"/>
                </a:lnTo>
                <a:lnTo>
                  <a:pt x="0" y="4762"/>
                </a:lnTo>
                <a:lnTo>
                  <a:pt x="4762" y="0"/>
                </a:lnTo>
                <a:lnTo>
                  <a:pt x="335851" y="0"/>
                </a:lnTo>
                <a:lnTo>
                  <a:pt x="34061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58521"/>
                </a:lnTo>
                <a:lnTo>
                  <a:pt x="4762" y="358521"/>
                </a:lnTo>
                <a:lnTo>
                  <a:pt x="9525" y="363283"/>
                </a:lnTo>
                <a:lnTo>
                  <a:pt x="340613" y="363283"/>
                </a:lnTo>
                <a:lnTo>
                  <a:pt x="340385" y="364756"/>
                </a:lnTo>
                <a:lnTo>
                  <a:pt x="339699" y="366077"/>
                </a:lnTo>
                <a:lnTo>
                  <a:pt x="338645" y="367131"/>
                </a:lnTo>
                <a:lnTo>
                  <a:pt x="337324" y="367817"/>
                </a:lnTo>
                <a:lnTo>
                  <a:pt x="335851" y="368046"/>
                </a:lnTo>
                <a:close/>
              </a:path>
              <a:path w="340995" h="3683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0995" h="368300">
                <a:moveTo>
                  <a:pt x="33108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088" y="4762"/>
                </a:lnTo>
                <a:lnTo>
                  <a:pt x="331088" y="9525"/>
                </a:lnTo>
                <a:close/>
              </a:path>
              <a:path w="340995" h="368300">
                <a:moveTo>
                  <a:pt x="331088" y="363283"/>
                </a:moveTo>
                <a:lnTo>
                  <a:pt x="331088" y="4762"/>
                </a:lnTo>
                <a:lnTo>
                  <a:pt x="335851" y="9525"/>
                </a:lnTo>
                <a:lnTo>
                  <a:pt x="340613" y="9525"/>
                </a:lnTo>
                <a:lnTo>
                  <a:pt x="340613" y="358521"/>
                </a:lnTo>
                <a:lnTo>
                  <a:pt x="335851" y="358521"/>
                </a:lnTo>
                <a:lnTo>
                  <a:pt x="331088" y="363283"/>
                </a:lnTo>
                <a:close/>
              </a:path>
              <a:path w="340995" h="368300">
                <a:moveTo>
                  <a:pt x="340613" y="9525"/>
                </a:moveTo>
                <a:lnTo>
                  <a:pt x="335851" y="9525"/>
                </a:lnTo>
                <a:lnTo>
                  <a:pt x="331088" y="4762"/>
                </a:lnTo>
                <a:lnTo>
                  <a:pt x="340613" y="4762"/>
                </a:lnTo>
                <a:lnTo>
                  <a:pt x="340613" y="9525"/>
                </a:lnTo>
                <a:close/>
              </a:path>
              <a:path w="340995" h="368300">
                <a:moveTo>
                  <a:pt x="9525" y="363283"/>
                </a:moveTo>
                <a:lnTo>
                  <a:pt x="4762" y="358521"/>
                </a:lnTo>
                <a:lnTo>
                  <a:pt x="9525" y="358521"/>
                </a:lnTo>
                <a:lnTo>
                  <a:pt x="9525" y="363283"/>
                </a:lnTo>
                <a:close/>
              </a:path>
              <a:path w="340995" h="368300">
                <a:moveTo>
                  <a:pt x="331088" y="363283"/>
                </a:moveTo>
                <a:lnTo>
                  <a:pt x="9525" y="363283"/>
                </a:lnTo>
                <a:lnTo>
                  <a:pt x="9525" y="358521"/>
                </a:lnTo>
                <a:lnTo>
                  <a:pt x="331088" y="358521"/>
                </a:lnTo>
                <a:lnTo>
                  <a:pt x="331088" y="363283"/>
                </a:lnTo>
                <a:close/>
              </a:path>
              <a:path w="340995" h="368300">
                <a:moveTo>
                  <a:pt x="340613" y="363283"/>
                </a:moveTo>
                <a:lnTo>
                  <a:pt x="331088" y="363283"/>
                </a:lnTo>
                <a:lnTo>
                  <a:pt x="335851" y="358521"/>
                </a:lnTo>
                <a:lnTo>
                  <a:pt x="340613" y="358521"/>
                </a:lnTo>
                <a:lnTo>
                  <a:pt x="340613" y="36328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758192" y="3758641"/>
            <a:ext cx="6013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k=</a:t>
            </a:r>
            <a:r>
              <a:rPr dirty="0" sz="2800" spc="-5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30770" y="430491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 h="0">
                <a:moveTo>
                  <a:pt x="0" y="0"/>
                </a:moveTo>
                <a:lnTo>
                  <a:pt x="561784" y="0"/>
                </a:lnTo>
              </a:path>
            </a:pathLst>
          </a:custGeom>
          <a:ln w="188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041477" y="3755059"/>
            <a:ext cx="551180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-75">
                <a:latin typeface="Symbol"/>
                <a:cs typeface="Symbol"/>
              </a:rPr>
              <a:t></a:t>
            </a:r>
            <a:r>
              <a:rPr dirty="0" sz="3050" spc="15" i="1">
                <a:latin typeface="Times New Roman"/>
                <a:cs typeface="Times New Roman"/>
              </a:rPr>
              <a:t>Φ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1389" y="4000436"/>
            <a:ext cx="99758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47065" algn="l"/>
              </a:tabLst>
            </a:pPr>
            <a:r>
              <a:rPr dirty="0" sz="3050" spc="-120" i="1">
                <a:latin typeface="Times New Roman"/>
                <a:cs typeface="Times New Roman"/>
              </a:rPr>
              <a:t>E</a:t>
            </a:r>
            <a:r>
              <a:rPr dirty="0" sz="3050" spc="10" i="1">
                <a:latin typeface="Times New Roman"/>
                <a:cs typeface="Times New Roman"/>
              </a:rPr>
              <a:t>=</a:t>
            </a:r>
            <a:r>
              <a:rPr dirty="0" sz="3050" i="1">
                <a:latin typeface="Times New Roman"/>
                <a:cs typeface="Times New Roman"/>
              </a:rPr>
              <a:t>	</a:t>
            </a:r>
            <a:r>
              <a:rPr dirty="0" baseline="-43715" sz="4575" spc="-112">
                <a:latin typeface="Symbol"/>
                <a:cs typeface="Symbol"/>
              </a:rPr>
              <a:t></a:t>
            </a:r>
            <a:r>
              <a:rPr dirty="0" baseline="-43715" sz="4575" spc="7" i="1">
                <a:latin typeface="Times New Roman"/>
                <a:cs typeface="Times New Roman"/>
              </a:rPr>
              <a:t>t</a:t>
            </a:r>
            <a:endParaRPr baseline="-43715" sz="45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36196" y="4165943"/>
            <a:ext cx="835025" cy="203200"/>
          </a:xfrm>
          <a:custGeom>
            <a:avLst/>
            <a:gdLst/>
            <a:ahLst/>
            <a:cxnLst/>
            <a:rect l="l" t="t" r="r" b="b"/>
            <a:pathLst>
              <a:path w="835025" h="203200">
                <a:moveTo>
                  <a:pt x="682187" y="153238"/>
                </a:moveTo>
                <a:lnTo>
                  <a:pt x="682739" y="51650"/>
                </a:lnTo>
                <a:lnTo>
                  <a:pt x="530336" y="50799"/>
                </a:lnTo>
                <a:lnTo>
                  <a:pt x="530618" y="0"/>
                </a:lnTo>
                <a:lnTo>
                  <a:pt x="834847" y="103289"/>
                </a:lnTo>
                <a:lnTo>
                  <a:pt x="682187" y="153238"/>
                </a:lnTo>
                <a:close/>
              </a:path>
              <a:path w="835025" h="203200">
                <a:moveTo>
                  <a:pt x="529771" y="152389"/>
                </a:moveTo>
                <a:lnTo>
                  <a:pt x="0" y="149440"/>
                </a:lnTo>
                <a:lnTo>
                  <a:pt x="571" y="47840"/>
                </a:lnTo>
                <a:lnTo>
                  <a:pt x="530336" y="50799"/>
                </a:lnTo>
                <a:lnTo>
                  <a:pt x="529771" y="152389"/>
                </a:lnTo>
                <a:close/>
              </a:path>
              <a:path w="835025" h="203200">
                <a:moveTo>
                  <a:pt x="682167" y="153238"/>
                </a:moveTo>
                <a:lnTo>
                  <a:pt x="529771" y="152389"/>
                </a:lnTo>
                <a:lnTo>
                  <a:pt x="530336" y="50799"/>
                </a:lnTo>
                <a:lnTo>
                  <a:pt x="682739" y="51650"/>
                </a:lnTo>
                <a:lnTo>
                  <a:pt x="682167" y="153238"/>
                </a:lnTo>
                <a:close/>
              </a:path>
              <a:path w="835025" h="203200">
                <a:moveTo>
                  <a:pt x="529488" y="203200"/>
                </a:moveTo>
                <a:lnTo>
                  <a:pt x="529771" y="152389"/>
                </a:lnTo>
                <a:lnTo>
                  <a:pt x="682167" y="153238"/>
                </a:lnTo>
                <a:lnTo>
                  <a:pt x="529488" y="20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09159" y="4727447"/>
            <a:ext cx="1210310" cy="974090"/>
          </a:xfrm>
          <a:custGeom>
            <a:avLst/>
            <a:gdLst/>
            <a:ahLst/>
            <a:cxnLst/>
            <a:rect l="l" t="t" r="r" b="b"/>
            <a:pathLst>
              <a:path w="1210310" h="974089">
                <a:moveTo>
                  <a:pt x="0" y="0"/>
                </a:moveTo>
                <a:lnTo>
                  <a:pt x="1210056" y="0"/>
                </a:lnTo>
                <a:lnTo>
                  <a:pt x="1210056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solidFill>
            <a:srgbClr val="88D6FD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85816" y="5230456"/>
            <a:ext cx="544830" cy="0"/>
          </a:xfrm>
          <a:custGeom>
            <a:avLst/>
            <a:gdLst/>
            <a:ahLst/>
            <a:cxnLst/>
            <a:rect l="l" t="t" r="r" b="b"/>
            <a:pathLst>
              <a:path w="544829" h="0">
                <a:moveTo>
                  <a:pt x="0" y="0"/>
                </a:moveTo>
                <a:lnTo>
                  <a:pt x="544639" y="0"/>
                </a:lnTo>
              </a:path>
            </a:pathLst>
          </a:custGeom>
          <a:ln w="183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775212" y="4699863"/>
            <a:ext cx="105346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baseline="-34839" sz="4425" spc="-82" i="1">
                <a:latin typeface="Times New Roman"/>
                <a:cs typeface="Times New Roman"/>
              </a:rPr>
              <a:t>E=</a:t>
            </a:r>
            <a:r>
              <a:rPr dirty="0" baseline="-34839" sz="4425" spc="-457" i="1">
                <a:latin typeface="Times New Roman"/>
                <a:cs typeface="Times New Roman"/>
              </a:rPr>
              <a:t> </a:t>
            </a:r>
            <a:r>
              <a:rPr dirty="0" sz="2950" spc="-35">
                <a:latin typeface="Symbol"/>
                <a:cs typeface="Symbol"/>
              </a:rPr>
              <a:t></a:t>
            </a:r>
            <a:r>
              <a:rPr dirty="0" sz="2950" spc="-35" i="1">
                <a:latin typeface="Times New Roman"/>
                <a:cs typeface="Times New Roman"/>
              </a:rPr>
              <a:t>Φ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769" y="5232069"/>
            <a:ext cx="33845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950" spc="-70">
                <a:latin typeface="Symbol"/>
                <a:cs typeface="Symbol"/>
              </a:rPr>
              <a:t></a:t>
            </a:r>
            <a:r>
              <a:rPr dirty="0" sz="2950" i="1">
                <a:latin typeface="Times New Roman"/>
                <a:cs typeface="Times New Roman"/>
              </a:rPr>
              <a:t>t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99634" y="4717922"/>
            <a:ext cx="1229360" cy="993140"/>
          </a:xfrm>
          <a:custGeom>
            <a:avLst/>
            <a:gdLst/>
            <a:ahLst/>
            <a:cxnLst/>
            <a:rect l="l" t="t" r="r" b="b"/>
            <a:pathLst>
              <a:path w="1229360" h="993139">
                <a:moveTo>
                  <a:pt x="1224343" y="992886"/>
                </a:moveTo>
                <a:lnTo>
                  <a:pt x="4762" y="992886"/>
                </a:lnTo>
                <a:lnTo>
                  <a:pt x="3289" y="992657"/>
                </a:lnTo>
                <a:lnTo>
                  <a:pt x="1968" y="991971"/>
                </a:lnTo>
                <a:lnTo>
                  <a:pt x="914" y="990917"/>
                </a:lnTo>
                <a:lnTo>
                  <a:pt x="228" y="989596"/>
                </a:lnTo>
                <a:lnTo>
                  <a:pt x="0" y="988123"/>
                </a:lnTo>
                <a:lnTo>
                  <a:pt x="0" y="4762"/>
                </a:lnTo>
                <a:lnTo>
                  <a:pt x="4762" y="0"/>
                </a:lnTo>
                <a:lnTo>
                  <a:pt x="1224343" y="0"/>
                </a:lnTo>
                <a:lnTo>
                  <a:pt x="12291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83361"/>
                </a:lnTo>
                <a:lnTo>
                  <a:pt x="4762" y="983361"/>
                </a:lnTo>
                <a:lnTo>
                  <a:pt x="9525" y="988123"/>
                </a:lnTo>
                <a:lnTo>
                  <a:pt x="1229105" y="988123"/>
                </a:lnTo>
                <a:lnTo>
                  <a:pt x="1228877" y="989596"/>
                </a:lnTo>
                <a:lnTo>
                  <a:pt x="1228191" y="990917"/>
                </a:lnTo>
                <a:lnTo>
                  <a:pt x="1227137" y="991971"/>
                </a:lnTo>
                <a:lnTo>
                  <a:pt x="1225816" y="992657"/>
                </a:lnTo>
                <a:lnTo>
                  <a:pt x="1224343" y="992886"/>
                </a:lnTo>
                <a:close/>
              </a:path>
              <a:path w="1229360" h="9931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9360" h="993139">
                <a:moveTo>
                  <a:pt x="121958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580" y="4762"/>
                </a:lnTo>
                <a:lnTo>
                  <a:pt x="1219580" y="9525"/>
                </a:lnTo>
                <a:close/>
              </a:path>
              <a:path w="1229360" h="993139">
                <a:moveTo>
                  <a:pt x="1219580" y="988123"/>
                </a:moveTo>
                <a:lnTo>
                  <a:pt x="1219580" y="4762"/>
                </a:lnTo>
                <a:lnTo>
                  <a:pt x="1224343" y="9525"/>
                </a:lnTo>
                <a:lnTo>
                  <a:pt x="1229105" y="9525"/>
                </a:lnTo>
                <a:lnTo>
                  <a:pt x="1229105" y="983361"/>
                </a:lnTo>
                <a:lnTo>
                  <a:pt x="1224343" y="983361"/>
                </a:lnTo>
                <a:lnTo>
                  <a:pt x="1219580" y="988123"/>
                </a:lnTo>
                <a:close/>
              </a:path>
              <a:path w="1229360" h="993139">
                <a:moveTo>
                  <a:pt x="1229105" y="9525"/>
                </a:moveTo>
                <a:lnTo>
                  <a:pt x="1224343" y="9525"/>
                </a:lnTo>
                <a:lnTo>
                  <a:pt x="1219580" y="4762"/>
                </a:lnTo>
                <a:lnTo>
                  <a:pt x="1229105" y="4762"/>
                </a:lnTo>
                <a:lnTo>
                  <a:pt x="1229105" y="9525"/>
                </a:lnTo>
                <a:close/>
              </a:path>
              <a:path w="1229360" h="993139">
                <a:moveTo>
                  <a:pt x="9525" y="988123"/>
                </a:moveTo>
                <a:lnTo>
                  <a:pt x="4762" y="983361"/>
                </a:lnTo>
                <a:lnTo>
                  <a:pt x="9525" y="983361"/>
                </a:lnTo>
                <a:lnTo>
                  <a:pt x="9525" y="988123"/>
                </a:lnTo>
                <a:close/>
              </a:path>
              <a:path w="1229360" h="993139">
                <a:moveTo>
                  <a:pt x="1219580" y="988123"/>
                </a:moveTo>
                <a:lnTo>
                  <a:pt x="9525" y="988123"/>
                </a:lnTo>
                <a:lnTo>
                  <a:pt x="9525" y="983361"/>
                </a:lnTo>
                <a:lnTo>
                  <a:pt x="1219580" y="983361"/>
                </a:lnTo>
                <a:lnTo>
                  <a:pt x="1219580" y="988123"/>
                </a:lnTo>
                <a:close/>
              </a:path>
              <a:path w="1229360" h="993139">
                <a:moveTo>
                  <a:pt x="1229105" y="988123"/>
                </a:moveTo>
                <a:lnTo>
                  <a:pt x="1219580" y="988123"/>
                </a:lnTo>
                <a:lnTo>
                  <a:pt x="1224343" y="983361"/>
                </a:lnTo>
                <a:lnTo>
                  <a:pt x="1229105" y="983361"/>
                </a:lnTo>
                <a:lnTo>
                  <a:pt x="1229105" y="988123"/>
                </a:lnTo>
                <a:close/>
              </a:path>
            </a:pathLst>
          </a:custGeom>
          <a:solidFill>
            <a:srgbClr val="88D6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090056" y="5037163"/>
            <a:ext cx="2289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式中</a:t>
            </a:r>
            <a:r>
              <a:rPr dirty="0" sz="2400" b="1">
                <a:latin typeface="华文楷体"/>
                <a:cs typeface="华文楷体"/>
              </a:rPr>
              <a:t>Δ</a:t>
            </a:r>
            <a:r>
              <a:rPr dirty="0" sz="2400" b="1" i="1">
                <a:latin typeface="Times New Roman"/>
                <a:cs typeface="Times New Roman"/>
              </a:rPr>
              <a:t>Φ</a:t>
            </a:r>
            <a:r>
              <a:rPr dirty="0" sz="2400" b="1">
                <a:latin typeface="华文楷体"/>
                <a:cs typeface="华文楷体"/>
              </a:rPr>
              <a:t>取绝对</a:t>
            </a:r>
            <a:r>
              <a:rPr dirty="0" sz="2400" spc="-5" b="1">
                <a:latin typeface="华文楷体"/>
                <a:cs typeface="华文楷体"/>
              </a:rPr>
              <a:t>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1228" y="4219955"/>
            <a:ext cx="1550035" cy="925194"/>
          </a:xfrm>
          <a:custGeom>
            <a:avLst/>
            <a:gdLst/>
            <a:ahLst/>
            <a:cxnLst/>
            <a:rect l="l" t="t" r="r" b="b"/>
            <a:pathLst>
              <a:path w="1550035" h="925195">
                <a:moveTo>
                  <a:pt x="0" y="0"/>
                </a:moveTo>
                <a:lnTo>
                  <a:pt x="1549908" y="0"/>
                </a:lnTo>
                <a:lnTo>
                  <a:pt x="1549908" y="925068"/>
                </a:lnTo>
                <a:lnTo>
                  <a:pt x="0" y="925068"/>
                </a:lnTo>
                <a:lnTo>
                  <a:pt x="0" y="0"/>
                </a:lnTo>
                <a:close/>
              </a:path>
            </a:pathLst>
          </a:custGeom>
          <a:solidFill>
            <a:srgbClr val="88D6FD">
              <a:alpha val="12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63717" y="4697412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 h="0">
                <a:moveTo>
                  <a:pt x="0" y="0"/>
                </a:moveTo>
                <a:lnTo>
                  <a:pt x="516674" y="0"/>
                </a:lnTo>
              </a:path>
            </a:pathLst>
          </a:custGeom>
          <a:ln w="173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54143" y="4419168"/>
            <a:ext cx="14249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latin typeface="Times New Roman"/>
                <a:cs typeface="Times New Roman"/>
              </a:rPr>
              <a:t>E </a:t>
            </a:r>
            <a:r>
              <a:rPr dirty="0" sz="2800">
                <a:latin typeface="Symbol"/>
                <a:cs typeface="Symbol"/>
              </a:rPr>
              <a:t>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sz="2800" spc="20" i="1">
                <a:latin typeface="Times New Roman"/>
                <a:cs typeface="Times New Roman"/>
              </a:rPr>
              <a:t> </a:t>
            </a:r>
            <a:r>
              <a:rPr dirty="0" baseline="35714" sz="4200" spc="-52">
                <a:latin typeface="Symbol"/>
                <a:cs typeface="Symbol"/>
              </a:rPr>
              <a:t></a:t>
            </a:r>
            <a:r>
              <a:rPr dirty="0" baseline="35714" sz="4200" spc="-52" i="1">
                <a:latin typeface="Times New Roman"/>
                <a:cs typeface="Times New Roman"/>
              </a:rPr>
              <a:t>Φ</a:t>
            </a:r>
            <a:endParaRPr baseline="35714" sz="4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3285" y="4698974"/>
            <a:ext cx="32194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65">
                <a:latin typeface="Symbol"/>
                <a:cs typeface="Symbol"/>
              </a:rPr>
              <a:t></a:t>
            </a:r>
            <a:r>
              <a:rPr dirty="0" sz="2800" i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81703" y="4210430"/>
            <a:ext cx="1569085" cy="944244"/>
          </a:xfrm>
          <a:custGeom>
            <a:avLst/>
            <a:gdLst/>
            <a:ahLst/>
            <a:cxnLst/>
            <a:rect l="l" t="t" r="r" b="b"/>
            <a:pathLst>
              <a:path w="1569085" h="944245">
                <a:moveTo>
                  <a:pt x="1564195" y="944118"/>
                </a:moveTo>
                <a:lnTo>
                  <a:pt x="4762" y="944118"/>
                </a:lnTo>
                <a:lnTo>
                  <a:pt x="3289" y="943889"/>
                </a:lnTo>
                <a:lnTo>
                  <a:pt x="1968" y="943203"/>
                </a:lnTo>
                <a:lnTo>
                  <a:pt x="914" y="942149"/>
                </a:lnTo>
                <a:lnTo>
                  <a:pt x="228" y="940828"/>
                </a:lnTo>
                <a:lnTo>
                  <a:pt x="0" y="939355"/>
                </a:lnTo>
                <a:lnTo>
                  <a:pt x="0" y="4762"/>
                </a:lnTo>
                <a:lnTo>
                  <a:pt x="4762" y="0"/>
                </a:lnTo>
                <a:lnTo>
                  <a:pt x="1564195" y="0"/>
                </a:lnTo>
                <a:lnTo>
                  <a:pt x="156895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34593"/>
                </a:lnTo>
                <a:lnTo>
                  <a:pt x="4762" y="934593"/>
                </a:lnTo>
                <a:lnTo>
                  <a:pt x="9525" y="939355"/>
                </a:lnTo>
                <a:lnTo>
                  <a:pt x="1568958" y="939355"/>
                </a:lnTo>
                <a:lnTo>
                  <a:pt x="1568729" y="940828"/>
                </a:lnTo>
                <a:lnTo>
                  <a:pt x="1568043" y="942149"/>
                </a:lnTo>
                <a:lnTo>
                  <a:pt x="1566989" y="943203"/>
                </a:lnTo>
                <a:lnTo>
                  <a:pt x="1565668" y="943889"/>
                </a:lnTo>
                <a:lnTo>
                  <a:pt x="1564195" y="944118"/>
                </a:lnTo>
                <a:close/>
              </a:path>
              <a:path w="1569085" h="94424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9085" h="944245">
                <a:moveTo>
                  <a:pt x="155943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9433" y="4762"/>
                </a:lnTo>
                <a:lnTo>
                  <a:pt x="1559433" y="9525"/>
                </a:lnTo>
                <a:close/>
              </a:path>
              <a:path w="1569085" h="944245">
                <a:moveTo>
                  <a:pt x="1559433" y="939355"/>
                </a:moveTo>
                <a:lnTo>
                  <a:pt x="1559433" y="4762"/>
                </a:lnTo>
                <a:lnTo>
                  <a:pt x="1564195" y="9525"/>
                </a:lnTo>
                <a:lnTo>
                  <a:pt x="1568958" y="9525"/>
                </a:lnTo>
                <a:lnTo>
                  <a:pt x="1568958" y="934593"/>
                </a:lnTo>
                <a:lnTo>
                  <a:pt x="1564195" y="934593"/>
                </a:lnTo>
                <a:lnTo>
                  <a:pt x="1559433" y="939355"/>
                </a:lnTo>
                <a:close/>
              </a:path>
              <a:path w="1569085" h="944245">
                <a:moveTo>
                  <a:pt x="1568958" y="9525"/>
                </a:moveTo>
                <a:lnTo>
                  <a:pt x="1564195" y="9525"/>
                </a:lnTo>
                <a:lnTo>
                  <a:pt x="1559433" y="4762"/>
                </a:lnTo>
                <a:lnTo>
                  <a:pt x="1568958" y="4762"/>
                </a:lnTo>
                <a:lnTo>
                  <a:pt x="1568958" y="9525"/>
                </a:lnTo>
                <a:close/>
              </a:path>
              <a:path w="1569085" h="944245">
                <a:moveTo>
                  <a:pt x="9525" y="939355"/>
                </a:moveTo>
                <a:lnTo>
                  <a:pt x="4762" y="934593"/>
                </a:lnTo>
                <a:lnTo>
                  <a:pt x="9525" y="934593"/>
                </a:lnTo>
                <a:lnTo>
                  <a:pt x="9525" y="939355"/>
                </a:lnTo>
                <a:close/>
              </a:path>
              <a:path w="1569085" h="944245">
                <a:moveTo>
                  <a:pt x="1559433" y="939355"/>
                </a:moveTo>
                <a:lnTo>
                  <a:pt x="9525" y="939355"/>
                </a:lnTo>
                <a:lnTo>
                  <a:pt x="9525" y="934593"/>
                </a:lnTo>
                <a:lnTo>
                  <a:pt x="1559433" y="934593"/>
                </a:lnTo>
                <a:lnTo>
                  <a:pt x="1559433" y="939355"/>
                </a:lnTo>
                <a:close/>
              </a:path>
              <a:path w="1569085" h="944245">
                <a:moveTo>
                  <a:pt x="1568958" y="939355"/>
                </a:moveTo>
                <a:lnTo>
                  <a:pt x="1559433" y="939355"/>
                </a:lnTo>
                <a:lnTo>
                  <a:pt x="1564195" y="934593"/>
                </a:lnTo>
                <a:lnTo>
                  <a:pt x="1568958" y="934593"/>
                </a:lnTo>
                <a:lnTo>
                  <a:pt x="1568958" y="939355"/>
                </a:lnTo>
                <a:close/>
              </a:path>
            </a:pathLst>
          </a:custGeom>
          <a:solidFill>
            <a:srgbClr val="23A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60391" y="2208276"/>
            <a:ext cx="1210310" cy="974090"/>
          </a:xfrm>
          <a:custGeom>
            <a:avLst/>
            <a:gdLst/>
            <a:ahLst/>
            <a:cxnLst/>
            <a:rect l="l" t="t" r="r" b="b"/>
            <a:pathLst>
              <a:path w="1210310" h="974089">
                <a:moveTo>
                  <a:pt x="0" y="0"/>
                </a:moveTo>
                <a:lnTo>
                  <a:pt x="1210056" y="0"/>
                </a:lnTo>
                <a:lnTo>
                  <a:pt x="1210056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solidFill>
            <a:srgbClr val="88D6FD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36895" y="2711018"/>
            <a:ext cx="544830" cy="0"/>
          </a:xfrm>
          <a:custGeom>
            <a:avLst/>
            <a:gdLst/>
            <a:ahLst/>
            <a:cxnLst/>
            <a:rect l="l" t="t" r="r" b="b"/>
            <a:pathLst>
              <a:path w="544829" h="0">
                <a:moveTo>
                  <a:pt x="0" y="0"/>
                </a:moveTo>
                <a:lnTo>
                  <a:pt x="544639" y="0"/>
                </a:lnTo>
              </a:path>
            </a:pathLst>
          </a:custGeom>
          <a:ln w="183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50866" y="2198751"/>
            <a:ext cx="1229360" cy="993140"/>
          </a:xfrm>
          <a:custGeom>
            <a:avLst/>
            <a:gdLst/>
            <a:ahLst/>
            <a:cxnLst/>
            <a:rect l="l" t="t" r="r" b="b"/>
            <a:pathLst>
              <a:path w="1229360" h="993139">
                <a:moveTo>
                  <a:pt x="1224343" y="992886"/>
                </a:moveTo>
                <a:lnTo>
                  <a:pt x="4762" y="992886"/>
                </a:lnTo>
                <a:lnTo>
                  <a:pt x="3289" y="992657"/>
                </a:lnTo>
                <a:lnTo>
                  <a:pt x="1968" y="991971"/>
                </a:lnTo>
                <a:lnTo>
                  <a:pt x="914" y="990917"/>
                </a:lnTo>
                <a:lnTo>
                  <a:pt x="228" y="989596"/>
                </a:lnTo>
                <a:lnTo>
                  <a:pt x="0" y="988123"/>
                </a:lnTo>
                <a:lnTo>
                  <a:pt x="0" y="4762"/>
                </a:lnTo>
                <a:lnTo>
                  <a:pt x="4762" y="0"/>
                </a:lnTo>
                <a:lnTo>
                  <a:pt x="1224343" y="0"/>
                </a:lnTo>
                <a:lnTo>
                  <a:pt x="122910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83361"/>
                </a:lnTo>
                <a:lnTo>
                  <a:pt x="4762" y="983361"/>
                </a:lnTo>
                <a:lnTo>
                  <a:pt x="9525" y="988123"/>
                </a:lnTo>
                <a:lnTo>
                  <a:pt x="1229106" y="988123"/>
                </a:lnTo>
                <a:lnTo>
                  <a:pt x="1228877" y="989596"/>
                </a:lnTo>
                <a:lnTo>
                  <a:pt x="1228191" y="990917"/>
                </a:lnTo>
                <a:lnTo>
                  <a:pt x="1227137" y="991971"/>
                </a:lnTo>
                <a:lnTo>
                  <a:pt x="1225816" y="992657"/>
                </a:lnTo>
                <a:lnTo>
                  <a:pt x="1224343" y="992886"/>
                </a:lnTo>
                <a:close/>
              </a:path>
              <a:path w="1229360" h="9931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9360" h="993139">
                <a:moveTo>
                  <a:pt x="121958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581" y="4762"/>
                </a:lnTo>
                <a:lnTo>
                  <a:pt x="1219581" y="9525"/>
                </a:lnTo>
                <a:close/>
              </a:path>
              <a:path w="1229360" h="993139">
                <a:moveTo>
                  <a:pt x="1219581" y="988123"/>
                </a:moveTo>
                <a:lnTo>
                  <a:pt x="1219581" y="4762"/>
                </a:lnTo>
                <a:lnTo>
                  <a:pt x="1224343" y="9525"/>
                </a:lnTo>
                <a:lnTo>
                  <a:pt x="1229106" y="9525"/>
                </a:lnTo>
                <a:lnTo>
                  <a:pt x="1229106" y="983361"/>
                </a:lnTo>
                <a:lnTo>
                  <a:pt x="1224343" y="983361"/>
                </a:lnTo>
                <a:lnTo>
                  <a:pt x="1219581" y="988123"/>
                </a:lnTo>
                <a:close/>
              </a:path>
              <a:path w="1229360" h="993139">
                <a:moveTo>
                  <a:pt x="1229106" y="9525"/>
                </a:moveTo>
                <a:lnTo>
                  <a:pt x="1224343" y="9525"/>
                </a:lnTo>
                <a:lnTo>
                  <a:pt x="1219581" y="4762"/>
                </a:lnTo>
                <a:lnTo>
                  <a:pt x="1229106" y="4762"/>
                </a:lnTo>
                <a:lnTo>
                  <a:pt x="1229106" y="9525"/>
                </a:lnTo>
                <a:close/>
              </a:path>
              <a:path w="1229360" h="993139">
                <a:moveTo>
                  <a:pt x="9525" y="988123"/>
                </a:moveTo>
                <a:lnTo>
                  <a:pt x="4762" y="983361"/>
                </a:lnTo>
                <a:lnTo>
                  <a:pt x="9525" y="983361"/>
                </a:lnTo>
                <a:lnTo>
                  <a:pt x="9525" y="988123"/>
                </a:lnTo>
                <a:close/>
              </a:path>
              <a:path w="1229360" h="993139">
                <a:moveTo>
                  <a:pt x="1219581" y="988123"/>
                </a:moveTo>
                <a:lnTo>
                  <a:pt x="9525" y="988123"/>
                </a:lnTo>
                <a:lnTo>
                  <a:pt x="9525" y="983361"/>
                </a:lnTo>
                <a:lnTo>
                  <a:pt x="1219581" y="983361"/>
                </a:lnTo>
                <a:lnTo>
                  <a:pt x="1219581" y="988123"/>
                </a:lnTo>
                <a:close/>
              </a:path>
              <a:path w="1229360" h="993139">
                <a:moveTo>
                  <a:pt x="1229106" y="988123"/>
                </a:moveTo>
                <a:lnTo>
                  <a:pt x="1219581" y="988123"/>
                </a:lnTo>
                <a:lnTo>
                  <a:pt x="1224343" y="983361"/>
                </a:lnTo>
                <a:lnTo>
                  <a:pt x="1229106" y="983361"/>
                </a:lnTo>
                <a:lnTo>
                  <a:pt x="1229106" y="988123"/>
                </a:lnTo>
                <a:close/>
              </a:path>
            </a:pathLst>
          </a:custGeom>
          <a:solidFill>
            <a:srgbClr val="88D6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17207" y="4209288"/>
            <a:ext cx="707135" cy="935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84007" y="2208276"/>
            <a:ext cx="1229868" cy="2947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25889" y="2098809"/>
            <a:ext cx="4664075" cy="180530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 marR="14604">
              <a:lnSpc>
                <a:spcPct val="100000"/>
              </a:lnSpc>
              <a:spcBef>
                <a:spcPts val="750"/>
              </a:spcBef>
            </a:pPr>
            <a:r>
              <a:rPr dirty="0" baseline="-34839" sz="4425" spc="-82" i="1">
                <a:latin typeface="Times New Roman"/>
                <a:cs typeface="Times New Roman"/>
              </a:rPr>
              <a:t>E=</a:t>
            </a:r>
            <a:r>
              <a:rPr dirty="0" baseline="-34839" sz="4425" spc="-359" i="1">
                <a:latin typeface="Times New Roman"/>
                <a:cs typeface="Times New Roman"/>
              </a:rPr>
              <a:t> </a:t>
            </a:r>
            <a:r>
              <a:rPr dirty="0" sz="2950" spc="-35">
                <a:latin typeface="Symbol"/>
                <a:cs typeface="Symbol"/>
              </a:rPr>
              <a:t></a:t>
            </a:r>
            <a:r>
              <a:rPr dirty="0" sz="2950" spc="-35" i="1">
                <a:latin typeface="Times New Roman"/>
                <a:cs typeface="Times New Roman"/>
              </a:rPr>
              <a:t>Φ</a:t>
            </a:r>
            <a:endParaRPr sz="2950">
              <a:latin typeface="Times New Roman"/>
              <a:cs typeface="Times New Roman"/>
            </a:endParaRPr>
          </a:p>
          <a:p>
            <a:pPr algn="ctr" marL="493395">
              <a:lnSpc>
                <a:spcPct val="100000"/>
              </a:lnSpc>
              <a:spcBef>
                <a:spcPts val="650"/>
              </a:spcBef>
            </a:pPr>
            <a:r>
              <a:rPr dirty="0" sz="2950" spc="-35">
                <a:latin typeface="Symbol"/>
                <a:cs typeface="Symbol"/>
              </a:rPr>
              <a:t></a:t>
            </a:r>
            <a:r>
              <a:rPr dirty="0" sz="2950" spc="-35" i="1">
                <a:latin typeface="Times New Roman"/>
                <a:cs typeface="Times New Roman"/>
              </a:rPr>
              <a:t>t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50"/>
              </a:spcBef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3</a:t>
            </a:r>
            <a:r>
              <a:rPr dirty="0" sz="2400" b="1" i="1">
                <a:latin typeface="Times New Roman"/>
                <a:cs typeface="Times New Roman"/>
              </a:rPr>
              <a:t>.	N</a:t>
            </a:r>
            <a:r>
              <a:rPr dirty="0" sz="2400" b="1">
                <a:latin typeface="华文楷体"/>
                <a:cs typeface="华文楷体"/>
              </a:rPr>
              <a:t>匝线圈，相当</a:t>
            </a:r>
            <a:r>
              <a:rPr dirty="0" sz="2400" spc="-5" b="1">
                <a:latin typeface="华文楷体"/>
                <a:cs typeface="华文楷体"/>
              </a:rPr>
              <a:t>于</a:t>
            </a:r>
            <a:r>
              <a:rPr dirty="0" sz="2400" spc="-35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N</a:t>
            </a:r>
            <a:r>
              <a:rPr dirty="0" sz="2400" spc="-3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个电源串</a:t>
            </a:r>
            <a:r>
              <a:rPr dirty="0" sz="2400" spc="-5" b="1">
                <a:latin typeface="华文楷体"/>
                <a:cs typeface="华文楷体"/>
              </a:rPr>
              <a:t>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212666" y="128366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法拉第电磁感应定律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8912" y="3298012"/>
            <a:ext cx="514350" cy="205104"/>
          </a:xfrm>
          <a:custGeom>
            <a:avLst/>
            <a:gdLst/>
            <a:ahLst/>
            <a:cxnLst/>
            <a:rect l="l" t="t" r="r" b="b"/>
            <a:pathLst>
              <a:path w="514350" h="205104">
                <a:moveTo>
                  <a:pt x="138074" y="204660"/>
                </a:moveTo>
                <a:lnTo>
                  <a:pt x="3835" y="107569"/>
                </a:lnTo>
                <a:lnTo>
                  <a:pt x="0" y="99822"/>
                </a:lnTo>
                <a:lnTo>
                  <a:pt x="292" y="97599"/>
                </a:lnTo>
                <a:lnTo>
                  <a:pt x="131648" y="1676"/>
                </a:lnTo>
                <a:lnTo>
                  <a:pt x="135915" y="0"/>
                </a:lnTo>
                <a:lnTo>
                  <a:pt x="138280" y="0"/>
                </a:lnTo>
                <a:lnTo>
                  <a:pt x="146685" y="9448"/>
                </a:lnTo>
                <a:lnTo>
                  <a:pt x="127635" y="9448"/>
                </a:lnTo>
                <a:lnTo>
                  <a:pt x="127635" y="27881"/>
                </a:lnTo>
                <a:lnTo>
                  <a:pt x="36766" y="92303"/>
                </a:lnTo>
                <a:lnTo>
                  <a:pt x="15227" y="92303"/>
                </a:lnTo>
                <a:lnTo>
                  <a:pt x="15036" y="107708"/>
                </a:lnTo>
                <a:lnTo>
                  <a:pt x="35870" y="107708"/>
                </a:lnTo>
                <a:lnTo>
                  <a:pt x="127635" y="176189"/>
                </a:lnTo>
                <a:lnTo>
                  <a:pt x="127635" y="195186"/>
                </a:lnTo>
                <a:lnTo>
                  <a:pt x="146685" y="195186"/>
                </a:lnTo>
                <a:lnTo>
                  <a:pt x="140360" y="204152"/>
                </a:lnTo>
                <a:lnTo>
                  <a:pt x="138074" y="204660"/>
                </a:lnTo>
                <a:close/>
              </a:path>
              <a:path w="514350" h="205104">
                <a:moveTo>
                  <a:pt x="127635" y="27881"/>
                </a:moveTo>
                <a:lnTo>
                  <a:pt x="127635" y="9448"/>
                </a:lnTo>
                <a:lnTo>
                  <a:pt x="142671" y="17221"/>
                </a:lnTo>
                <a:lnTo>
                  <a:pt x="127635" y="27881"/>
                </a:lnTo>
                <a:close/>
              </a:path>
              <a:path w="514350" h="205104">
                <a:moveTo>
                  <a:pt x="477835" y="61836"/>
                </a:moveTo>
                <a:lnTo>
                  <a:pt x="137160" y="61836"/>
                </a:lnTo>
                <a:lnTo>
                  <a:pt x="135039" y="61595"/>
                </a:lnTo>
                <a:lnTo>
                  <a:pt x="127635" y="52311"/>
                </a:lnTo>
                <a:lnTo>
                  <a:pt x="127635" y="27881"/>
                </a:lnTo>
                <a:lnTo>
                  <a:pt x="142671" y="17221"/>
                </a:lnTo>
                <a:lnTo>
                  <a:pt x="127635" y="9448"/>
                </a:lnTo>
                <a:lnTo>
                  <a:pt x="146685" y="9448"/>
                </a:lnTo>
                <a:lnTo>
                  <a:pt x="146685" y="42786"/>
                </a:lnTo>
                <a:lnTo>
                  <a:pt x="137160" y="42786"/>
                </a:lnTo>
                <a:lnTo>
                  <a:pt x="146685" y="52311"/>
                </a:lnTo>
                <a:lnTo>
                  <a:pt x="489646" y="52311"/>
                </a:lnTo>
                <a:lnTo>
                  <a:pt x="477835" y="61836"/>
                </a:lnTo>
                <a:close/>
              </a:path>
              <a:path w="514350" h="205104">
                <a:moveTo>
                  <a:pt x="146685" y="52311"/>
                </a:moveTo>
                <a:lnTo>
                  <a:pt x="137160" y="42786"/>
                </a:lnTo>
                <a:lnTo>
                  <a:pt x="146685" y="42786"/>
                </a:lnTo>
                <a:lnTo>
                  <a:pt x="146685" y="52311"/>
                </a:lnTo>
                <a:close/>
              </a:path>
              <a:path w="514350" h="205104">
                <a:moveTo>
                  <a:pt x="489646" y="52311"/>
                </a:moveTo>
                <a:lnTo>
                  <a:pt x="146685" y="52311"/>
                </a:lnTo>
                <a:lnTo>
                  <a:pt x="146685" y="42786"/>
                </a:lnTo>
                <a:lnTo>
                  <a:pt x="504825" y="42786"/>
                </a:lnTo>
                <a:lnTo>
                  <a:pt x="507149" y="43065"/>
                </a:lnTo>
                <a:lnTo>
                  <a:pt x="509333" y="43916"/>
                </a:lnTo>
                <a:lnTo>
                  <a:pt x="510717" y="44894"/>
                </a:lnTo>
                <a:lnTo>
                  <a:pt x="498843" y="44894"/>
                </a:lnTo>
                <a:lnTo>
                  <a:pt x="489646" y="52311"/>
                </a:lnTo>
                <a:close/>
              </a:path>
              <a:path w="514350" h="205104">
                <a:moveTo>
                  <a:pt x="498843" y="154978"/>
                </a:moveTo>
                <a:lnTo>
                  <a:pt x="439788" y="107353"/>
                </a:lnTo>
                <a:lnTo>
                  <a:pt x="438111" y="105600"/>
                </a:lnTo>
                <a:lnTo>
                  <a:pt x="436930" y="103492"/>
                </a:lnTo>
                <a:lnTo>
                  <a:pt x="436321" y="101142"/>
                </a:lnTo>
                <a:lnTo>
                  <a:pt x="436321" y="98729"/>
                </a:lnTo>
                <a:lnTo>
                  <a:pt x="436930" y="96380"/>
                </a:lnTo>
                <a:lnTo>
                  <a:pt x="438111" y="94272"/>
                </a:lnTo>
                <a:lnTo>
                  <a:pt x="439788" y="92519"/>
                </a:lnTo>
                <a:lnTo>
                  <a:pt x="498843" y="44894"/>
                </a:lnTo>
                <a:lnTo>
                  <a:pt x="504825" y="61836"/>
                </a:lnTo>
                <a:lnTo>
                  <a:pt x="508192" y="61836"/>
                </a:lnTo>
                <a:lnTo>
                  <a:pt x="470145" y="92519"/>
                </a:lnTo>
                <a:lnTo>
                  <a:pt x="451751" y="92519"/>
                </a:lnTo>
                <a:lnTo>
                  <a:pt x="451751" y="107353"/>
                </a:lnTo>
                <a:lnTo>
                  <a:pt x="470145" y="107353"/>
                </a:lnTo>
                <a:lnTo>
                  <a:pt x="508192" y="138036"/>
                </a:lnTo>
                <a:lnTo>
                  <a:pt x="504825" y="138036"/>
                </a:lnTo>
                <a:lnTo>
                  <a:pt x="498843" y="154978"/>
                </a:lnTo>
                <a:close/>
              </a:path>
              <a:path w="514350" h="205104">
                <a:moveTo>
                  <a:pt x="508192" y="61836"/>
                </a:moveTo>
                <a:lnTo>
                  <a:pt x="504825" y="61836"/>
                </a:lnTo>
                <a:lnTo>
                  <a:pt x="498843" y="44894"/>
                </a:lnTo>
                <a:lnTo>
                  <a:pt x="510717" y="44894"/>
                </a:lnTo>
                <a:lnTo>
                  <a:pt x="511238" y="45262"/>
                </a:lnTo>
                <a:lnTo>
                  <a:pt x="512762" y="47040"/>
                </a:lnTo>
                <a:lnTo>
                  <a:pt x="513803" y="49136"/>
                </a:lnTo>
                <a:lnTo>
                  <a:pt x="514311" y="51422"/>
                </a:lnTo>
                <a:lnTo>
                  <a:pt x="514235" y="53759"/>
                </a:lnTo>
                <a:lnTo>
                  <a:pt x="513600" y="56019"/>
                </a:lnTo>
                <a:lnTo>
                  <a:pt x="512432" y="58038"/>
                </a:lnTo>
                <a:lnTo>
                  <a:pt x="510775" y="59753"/>
                </a:lnTo>
                <a:lnTo>
                  <a:pt x="508192" y="61836"/>
                </a:lnTo>
                <a:close/>
              </a:path>
              <a:path w="514350" h="205104">
                <a:moveTo>
                  <a:pt x="15036" y="107708"/>
                </a:moveTo>
                <a:lnTo>
                  <a:pt x="15227" y="92303"/>
                </a:lnTo>
                <a:lnTo>
                  <a:pt x="25720" y="100134"/>
                </a:lnTo>
                <a:lnTo>
                  <a:pt x="15036" y="107708"/>
                </a:lnTo>
                <a:close/>
              </a:path>
              <a:path w="514350" h="205104">
                <a:moveTo>
                  <a:pt x="25720" y="100134"/>
                </a:moveTo>
                <a:lnTo>
                  <a:pt x="15227" y="92303"/>
                </a:lnTo>
                <a:lnTo>
                  <a:pt x="36766" y="92303"/>
                </a:lnTo>
                <a:lnTo>
                  <a:pt x="25720" y="100134"/>
                </a:lnTo>
                <a:close/>
              </a:path>
              <a:path w="514350" h="205104">
                <a:moveTo>
                  <a:pt x="451751" y="107353"/>
                </a:moveTo>
                <a:lnTo>
                  <a:pt x="451751" y="92519"/>
                </a:lnTo>
                <a:lnTo>
                  <a:pt x="460948" y="99936"/>
                </a:lnTo>
                <a:lnTo>
                  <a:pt x="451751" y="107353"/>
                </a:lnTo>
                <a:close/>
              </a:path>
              <a:path w="514350" h="205104">
                <a:moveTo>
                  <a:pt x="460948" y="99936"/>
                </a:moveTo>
                <a:lnTo>
                  <a:pt x="451751" y="92519"/>
                </a:lnTo>
                <a:lnTo>
                  <a:pt x="470145" y="92519"/>
                </a:lnTo>
                <a:lnTo>
                  <a:pt x="460948" y="99936"/>
                </a:lnTo>
                <a:close/>
              </a:path>
              <a:path w="514350" h="205104">
                <a:moveTo>
                  <a:pt x="470145" y="107353"/>
                </a:moveTo>
                <a:lnTo>
                  <a:pt x="451751" y="107353"/>
                </a:lnTo>
                <a:lnTo>
                  <a:pt x="460948" y="99936"/>
                </a:lnTo>
                <a:lnTo>
                  <a:pt x="470145" y="107353"/>
                </a:lnTo>
                <a:close/>
              </a:path>
              <a:path w="514350" h="205104">
                <a:moveTo>
                  <a:pt x="35870" y="107708"/>
                </a:moveTo>
                <a:lnTo>
                  <a:pt x="15036" y="107708"/>
                </a:lnTo>
                <a:lnTo>
                  <a:pt x="25720" y="100134"/>
                </a:lnTo>
                <a:lnTo>
                  <a:pt x="35870" y="107708"/>
                </a:lnTo>
                <a:close/>
              </a:path>
              <a:path w="514350" h="205104">
                <a:moveTo>
                  <a:pt x="146685" y="195186"/>
                </a:moveTo>
                <a:lnTo>
                  <a:pt x="127635" y="195186"/>
                </a:lnTo>
                <a:lnTo>
                  <a:pt x="142862" y="187553"/>
                </a:lnTo>
                <a:lnTo>
                  <a:pt x="127635" y="176189"/>
                </a:lnTo>
                <a:lnTo>
                  <a:pt x="127635" y="147561"/>
                </a:lnTo>
                <a:lnTo>
                  <a:pt x="127876" y="145440"/>
                </a:lnTo>
                <a:lnTo>
                  <a:pt x="137160" y="138036"/>
                </a:lnTo>
                <a:lnTo>
                  <a:pt x="477835" y="138036"/>
                </a:lnTo>
                <a:lnTo>
                  <a:pt x="489646" y="147561"/>
                </a:lnTo>
                <a:lnTo>
                  <a:pt x="146685" y="147561"/>
                </a:lnTo>
                <a:lnTo>
                  <a:pt x="137160" y="157086"/>
                </a:lnTo>
                <a:lnTo>
                  <a:pt x="146685" y="157086"/>
                </a:lnTo>
                <a:lnTo>
                  <a:pt x="146685" y="195186"/>
                </a:lnTo>
                <a:close/>
              </a:path>
              <a:path w="514350" h="205104">
                <a:moveTo>
                  <a:pt x="510704" y="154978"/>
                </a:moveTo>
                <a:lnTo>
                  <a:pt x="498843" y="154978"/>
                </a:lnTo>
                <a:lnTo>
                  <a:pt x="504825" y="138036"/>
                </a:lnTo>
                <a:lnTo>
                  <a:pt x="508192" y="138036"/>
                </a:lnTo>
                <a:lnTo>
                  <a:pt x="510806" y="140144"/>
                </a:lnTo>
                <a:lnTo>
                  <a:pt x="512432" y="141820"/>
                </a:lnTo>
                <a:lnTo>
                  <a:pt x="513600" y="143852"/>
                </a:lnTo>
                <a:lnTo>
                  <a:pt x="514235" y="146100"/>
                </a:lnTo>
                <a:lnTo>
                  <a:pt x="514311" y="148450"/>
                </a:lnTo>
                <a:lnTo>
                  <a:pt x="513803" y="150736"/>
                </a:lnTo>
                <a:lnTo>
                  <a:pt x="512762" y="152819"/>
                </a:lnTo>
                <a:lnTo>
                  <a:pt x="511238" y="154597"/>
                </a:lnTo>
                <a:lnTo>
                  <a:pt x="510704" y="154978"/>
                </a:lnTo>
                <a:close/>
              </a:path>
              <a:path w="514350" h="205104">
                <a:moveTo>
                  <a:pt x="146685" y="157086"/>
                </a:moveTo>
                <a:lnTo>
                  <a:pt x="137160" y="157086"/>
                </a:lnTo>
                <a:lnTo>
                  <a:pt x="146685" y="147561"/>
                </a:lnTo>
                <a:lnTo>
                  <a:pt x="146685" y="157086"/>
                </a:lnTo>
                <a:close/>
              </a:path>
              <a:path w="514350" h="205104">
                <a:moveTo>
                  <a:pt x="504825" y="157086"/>
                </a:moveTo>
                <a:lnTo>
                  <a:pt x="146685" y="157086"/>
                </a:lnTo>
                <a:lnTo>
                  <a:pt x="146685" y="147561"/>
                </a:lnTo>
                <a:lnTo>
                  <a:pt x="489646" y="147561"/>
                </a:lnTo>
                <a:lnTo>
                  <a:pt x="498843" y="154978"/>
                </a:lnTo>
                <a:lnTo>
                  <a:pt x="510704" y="154978"/>
                </a:lnTo>
                <a:lnTo>
                  <a:pt x="509333" y="155956"/>
                </a:lnTo>
                <a:lnTo>
                  <a:pt x="507149" y="156794"/>
                </a:lnTo>
                <a:lnTo>
                  <a:pt x="504825" y="157086"/>
                </a:lnTo>
                <a:close/>
              </a:path>
              <a:path w="514350" h="205104">
                <a:moveTo>
                  <a:pt x="127635" y="195186"/>
                </a:moveTo>
                <a:lnTo>
                  <a:pt x="127635" y="176189"/>
                </a:lnTo>
                <a:lnTo>
                  <a:pt x="142862" y="187553"/>
                </a:lnTo>
                <a:lnTo>
                  <a:pt x="127635" y="195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1166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结合楞次定律判断电势高低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88207" y="4424171"/>
            <a:ext cx="2295144" cy="11932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11753" y="1794192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44"/>
                </a:moveTo>
                <a:lnTo>
                  <a:pt x="5556796" y="36144"/>
                </a:lnTo>
                <a:lnTo>
                  <a:pt x="5556796" y="0"/>
                </a:lnTo>
                <a:lnTo>
                  <a:pt x="0" y="0"/>
                </a:lnTo>
                <a:lnTo>
                  <a:pt x="0" y="3614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88207" y="2132076"/>
            <a:ext cx="2285999" cy="2244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43108" y="2978150"/>
            <a:ext cx="1080135" cy="1215390"/>
          </a:xfrm>
          <a:custGeom>
            <a:avLst/>
            <a:gdLst/>
            <a:ahLst/>
            <a:cxnLst/>
            <a:rect l="l" t="t" r="r" b="b"/>
            <a:pathLst>
              <a:path w="1080135" h="1215389">
                <a:moveTo>
                  <a:pt x="36093" y="1195920"/>
                </a:moveTo>
                <a:lnTo>
                  <a:pt x="0" y="1195920"/>
                </a:lnTo>
                <a:lnTo>
                  <a:pt x="0" y="1043520"/>
                </a:lnTo>
                <a:lnTo>
                  <a:pt x="38100" y="1043520"/>
                </a:lnTo>
                <a:lnTo>
                  <a:pt x="38100" y="1176870"/>
                </a:lnTo>
                <a:lnTo>
                  <a:pt x="36093" y="1176870"/>
                </a:lnTo>
                <a:lnTo>
                  <a:pt x="36093" y="1195920"/>
                </a:lnTo>
                <a:close/>
              </a:path>
              <a:path w="1080135" h="1215389">
                <a:moveTo>
                  <a:pt x="188493" y="1214970"/>
                </a:moveTo>
                <a:lnTo>
                  <a:pt x="36093" y="1214970"/>
                </a:lnTo>
                <a:lnTo>
                  <a:pt x="36093" y="1176870"/>
                </a:lnTo>
                <a:lnTo>
                  <a:pt x="38100" y="1176870"/>
                </a:lnTo>
                <a:lnTo>
                  <a:pt x="38100" y="1195920"/>
                </a:lnTo>
                <a:lnTo>
                  <a:pt x="188493" y="1195920"/>
                </a:lnTo>
                <a:lnTo>
                  <a:pt x="188493" y="1214970"/>
                </a:lnTo>
                <a:close/>
              </a:path>
              <a:path w="1080135" h="1215389">
                <a:moveTo>
                  <a:pt x="188493" y="1195920"/>
                </a:moveTo>
                <a:lnTo>
                  <a:pt x="38100" y="1195920"/>
                </a:lnTo>
                <a:lnTo>
                  <a:pt x="38100" y="1176870"/>
                </a:lnTo>
                <a:lnTo>
                  <a:pt x="188493" y="1176870"/>
                </a:lnTo>
                <a:lnTo>
                  <a:pt x="188493" y="1195920"/>
                </a:lnTo>
                <a:close/>
              </a:path>
              <a:path w="1080135" h="1215389">
                <a:moveTo>
                  <a:pt x="38100" y="929220"/>
                </a:moveTo>
                <a:lnTo>
                  <a:pt x="0" y="929220"/>
                </a:lnTo>
                <a:lnTo>
                  <a:pt x="0" y="776820"/>
                </a:lnTo>
                <a:lnTo>
                  <a:pt x="38100" y="776820"/>
                </a:lnTo>
                <a:lnTo>
                  <a:pt x="38100" y="929220"/>
                </a:lnTo>
                <a:close/>
              </a:path>
              <a:path w="1080135" h="1215389">
                <a:moveTo>
                  <a:pt x="38100" y="662520"/>
                </a:moveTo>
                <a:lnTo>
                  <a:pt x="0" y="662520"/>
                </a:lnTo>
                <a:lnTo>
                  <a:pt x="0" y="510120"/>
                </a:lnTo>
                <a:lnTo>
                  <a:pt x="38100" y="510120"/>
                </a:lnTo>
                <a:lnTo>
                  <a:pt x="38100" y="662520"/>
                </a:lnTo>
                <a:close/>
              </a:path>
              <a:path w="1080135" h="1215389">
                <a:moveTo>
                  <a:pt x="38100" y="395820"/>
                </a:moveTo>
                <a:lnTo>
                  <a:pt x="0" y="395820"/>
                </a:lnTo>
                <a:lnTo>
                  <a:pt x="0" y="243420"/>
                </a:lnTo>
                <a:lnTo>
                  <a:pt x="38100" y="243420"/>
                </a:lnTo>
                <a:lnTo>
                  <a:pt x="38100" y="395820"/>
                </a:lnTo>
                <a:close/>
              </a:path>
              <a:path w="1080135" h="1215389">
                <a:moveTo>
                  <a:pt x="38100" y="129120"/>
                </a:moveTo>
                <a:lnTo>
                  <a:pt x="0" y="129120"/>
                </a:lnTo>
                <a:lnTo>
                  <a:pt x="0" y="0"/>
                </a:lnTo>
                <a:lnTo>
                  <a:pt x="61379" y="0"/>
                </a:lnTo>
                <a:lnTo>
                  <a:pt x="61379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129120"/>
                </a:lnTo>
                <a:close/>
              </a:path>
              <a:path w="1080135" h="1215389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080135" h="1215389">
                <a:moveTo>
                  <a:pt x="61379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61379" y="19050"/>
                </a:lnTo>
                <a:lnTo>
                  <a:pt x="61379" y="38100"/>
                </a:lnTo>
                <a:close/>
              </a:path>
              <a:path w="1080135" h="1215389">
                <a:moveTo>
                  <a:pt x="328079" y="38100"/>
                </a:moveTo>
                <a:lnTo>
                  <a:pt x="175679" y="38100"/>
                </a:lnTo>
                <a:lnTo>
                  <a:pt x="175679" y="0"/>
                </a:lnTo>
                <a:lnTo>
                  <a:pt x="328079" y="0"/>
                </a:lnTo>
                <a:lnTo>
                  <a:pt x="328079" y="38100"/>
                </a:lnTo>
                <a:close/>
              </a:path>
              <a:path w="1080135" h="1215389">
                <a:moveTo>
                  <a:pt x="594779" y="38100"/>
                </a:moveTo>
                <a:lnTo>
                  <a:pt x="442379" y="38100"/>
                </a:lnTo>
                <a:lnTo>
                  <a:pt x="442379" y="0"/>
                </a:lnTo>
                <a:lnTo>
                  <a:pt x="594779" y="0"/>
                </a:lnTo>
                <a:lnTo>
                  <a:pt x="594779" y="38100"/>
                </a:lnTo>
                <a:close/>
              </a:path>
              <a:path w="1080135" h="1215389">
                <a:moveTo>
                  <a:pt x="861479" y="38100"/>
                </a:moveTo>
                <a:lnTo>
                  <a:pt x="709079" y="38100"/>
                </a:lnTo>
                <a:lnTo>
                  <a:pt x="709079" y="0"/>
                </a:lnTo>
                <a:lnTo>
                  <a:pt x="861479" y="0"/>
                </a:lnTo>
                <a:lnTo>
                  <a:pt x="861479" y="38100"/>
                </a:lnTo>
                <a:close/>
              </a:path>
              <a:path w="1080135" h="1215389">
                <a:moveTo>
                  <a:pt x="1041450" y="38100"/>
                </a:moveTo>
                <a:lnTo>
                  <a:pt x="975779" y="38100"/>
                </a:lnTo>
                <a:lnTo>
                  <a:pt x="975779" y="0"/>
                </a:lnTo>
                <a:lnTo>
                  <a:pt x="1079550" y="0"/>
                </a:lnTo>
                <a:lnTo>
                  <a:pt x="1079550" y="19050"/>
                </a:lnTo>
                <a:lnTo>
                  <a:pt x="1041450" y="19050"/>
                </a:lnTo>
                <a:lnTo>
                  <a:pt x="1041450" y="38100"/>
                </a:lnTo>
                <a:close/>
              </a:path>
              <a:path w="1080135" h="1215389">
                <a:moveTo>
                  <a:pt x="1079550" y="86728"/>
                </a:moveTo>
                <a:lnTo>
                  <a:pt x="1041450" y="86728"/>
                </a:lnTo>
                <a:lnTo>
                  <a:pt x="1041450" y="19050"/>
                </a:lnTo>
                <a:lnTo>
                  <a:pt x="1060500" y="38100"/>
                </a:lnTo>
                <a:lnTo>
                  <a:pt x="1079550" y="38100"/>
                </a:lnTo>
                <a:lnTo>
                  <a:pt x="1079550" y="86728"/>
                </a:lnTo>
                <a:close/>
              </a:path>
              <a:path w="1080135" h="1215389">
                <a:moveTo>
                  <a:pt x="1079550" y="38100"/>
                </a:moveTo>
                <a:lnTo>
                  <a:pt x="1060500" y="38100"/>
                </a:lnTo>
                <a:lnTo>
                  <a:pt x="1041450" y="19050"/>
                </a:lnTo>
                <a:lnTo>
                  <a:pt x="1079550" y="19050"/>
                </a:lnTo>
                <a:lnTo>
                  <a:pt x="1079550" y="38100"/>
                </a:lnTo>
                <a:close/>
              </a:path>
              <a:path w="1080135" h="1215389">
                <a:moveTo>
                  <a:pt x="1079550" y="353428"/>
                </a:moveTo>
                <a:lnTo>
                  <a:pt x="1041450" y="353428"/>
                </a:lnTo>
                <a:lnTo>
                  <a:pt x="1041450" y="201028"/>
                </a:lnTo>
                <a:lnTo>
                  <a:pt x="1079550" y="201028"/>
                </a:lnTo>
                <a:lnTo>
                  <a:pt x="1079550" y="353428"/>
                </a:lnTo>
                <a:close/>
              </a:path>
              <a:path w="1080135" h="1215389">
                <a:moveTo>
                  <a:pt x="1079550" y="620128"/>
                </a:moveTo>
                <a:lnTo>
                  <a:pt x="1041450" y="620128"/>
                </a:lnTo>
                <a:lnTo>
                  <a:pt x="1041450" y="467728"/>
                </a:lnTo>
                <a:lnTo>
                  <a:pt x="1079550" y="467728"/>
                </a:lnTo>
                <a:lnTo>
                  <a:pt x="1079550" y="620128"/>
                </a:lnTo>
                <a:close/>
              </a:path>
              <a:path w="1080135" h="1215389">
                <a:moveTo>
                  <a:pt x="1079550" y="886828"/>
                </a:moveTo>
                <a:lnTo>
                  <a:pt x="1041450" y="886828"/>
                </a:lnTo>
                <a:lnTo>
                  <a:pt x="1041450" y="734428"/>
                </a:lnTo>
                <a:lnTo>
                  <a:pt x="1079550" y="734428"/>
                </a:lnTo>
                <a:lnTo>
                  <a:pt x="1079550" y="886828"/>
                </a:lnTo>
                <a:close/>
              </a:path>
              <a:path w="1080135" h="1215389">
                <a:moveTo>
                  <a:pt x="1079550" y="1153528"/>
                </a:moveTo>
                <a:lnTo>
                  <a:pt x="1041450" y="1153528"/>
                </a:lnTo>
                <a:lnTo>
                  <a:pt x="1041450" y="1001128"/>
                </a:lnTo>
                <a:lnTo>
                  <a:pt x="1079550" y="1001128"/>
                </a:lnTo>
                <a:lnTo>
                  <a:pt x="1079550" y="1153528"/>
                </a:lnTo>
                <a:close/>
              </a:path>
              <a:path w="1080135" h="1215389">
                <a:moveTo>
                  <a:pt x="988593" y="1214970"/>
                </a:moveTo>
                <a:lnTo>
                  <a:pt x="836193" y="1214970"/>
                </a:lnTo>
                <a:lnTo>
                  <a:pt x="836193" y="1176870"/>
                </a:lnTo>
                <a:lnTo>
                  <a:pt x="988593" y="1176870"/>
                </a:lnTo>
                <a:lnTo>
                  <a:pt x="988593" y="1214970"/>
                </a:lnTo>
                <a:close/>
              </a:path>
              <a:path w="1080135" h="1215389">
                <a:moveTo>
                  <a:pt x="721893" y="1214970"/>
                </a:moveTo>
                <a:lnTo>
                  <a:pt x="569493" y="1214970"/>
                </a:lnTo>
                <a:lnTo>
                  <a:pt x="569493" y="1176870"/>
                </a:lnTo>
                <a:lnTo>
                  <a:pt x="721893" y="1176870"/>
                </a:lnTo>
                <a:lnTo>
                  <a:pt x="721893" y="1214970"/>
                </a:lnTo>
                <a:close/>
              </a:path>
              <a:path w="1080135" h="1215389">
                <a:moveTo>
                  <a:pt x="455193" y="1214970"/>
                </a:moveTo>
                <a:lnTo>
                  <a:pt x="302793" y="1214970"/>
                </a:lnTo>
                <a:lnTo>
                  <a:pt x="302793" y="1176870"/>
                </a:lnTo>
                <a:lnTo>
                  <a:pt x="455193" y="1176870"/>
                </a:lnTo>
                <a:lnTo>
                  <a:pt x="455193" y="121497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67271" y="2028444"/>
            <a:ext cx="2244852" cy="2357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0318" y="3267913"/>
            <a:ext cx="225793" cy="856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70247" y="3434232"/>
            <a:ext cx="225780" cy="856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70247" y="3594544"/>
            <a:ext cx="225780" cy="856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70247" y="3764800"/>
            <a:ext cx="225780" cy="856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80318" y="3941648"/>
            <a:ext cx="225793" cy="856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70247" y="3107359"/>
            <a:ext cx="225780" cy="856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70464" y="3043504"/>
            <a:ext cx="5158105" cy="24961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5"/>
              </a:spcBef>
            </a:pPr>
            <a:r>
              <a:rPr dirty="0" sz="2350" spc="1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endParaRPr sz="2350">
              <a:latin typeface="Symbol"/>
              <a:cs typeface="Symbol"/>
            </a:endParaRPr>
          </a:p>
          <a:p>
            <a:pPr marL="1480185" marR="5080">
              <a:lnSpc>
                <a:spcPct val="156900"/>
              </a:lnSpc>
              <a:spcBef>
                <a:spcPts val="2355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电源内部</a:t>
            </a:r>
            <a:r>
              <a:rPr dirty="0" sz="2400" b="1">
                <a:latin typeface="华文楷体"/>
                <a:cs typeface="华文楷体"/>
              </a:rPr>
              <a:t>电流从电势低→</a:t>
            </a:r>
            <a:r>
              <a:rPr dirty="0" sz="2400" spc="-5" b="1">
                <a:latin typeface="华文楷体"/>
                <a:cs typeface="华文楷体"/>
              </a:rPr>
              <a:t>高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电源外部</a:t>
            </a:r>
            <a:r>
              <a:rPr dirty="0" sz="2400" b="1">
                <a:latin typeface="华文楷体"/>
                <a:cs typeface="华文楷体"/>
              </a:rPr>
              <a:t>电流从电势高→</a:t>
            </a:r>
            <a:r>
              <a:rPr dirty="0" sz="2400" spc="-5" b="1">
                <a:latin typeface="华文楷体"/>
                <a:cs typeface="华文楷体"/>
              </a:rPr>
              <a:t>低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5166" y="1283665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课堂小结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50692" y="1816677"/>
            <a:ext cx="5111115" cy="0"/>
          </a:xfrm>
          <a:custGeom>
            <a:avLst/>
            <a:gdLst/>
            <a:ahLst/>
            <a:cxnLst/>
            <a:rect l="l" t="t" r="r" b="b"/>
            <a:pathLst>
              <a:path w="5111115" h="0">
                <a:moveTo>
                  <a:pt x="0" y="0"/>
                </a:moveTo>
                <a:lnTo>
                  <a:pt x="511107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0416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380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04985" y="18166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08897" y="2060765"/>
          <a:ext cx="6508750" cy="3131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/>
                <a:gridCol w="1752600"/>
                <a:gridCol w="1841500"/>
                <a:gridCol w="1930400"/>
              </a:tblGrid>
              <a:tr h="850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dirty="0" sz="2400">
                          <a:solidFill>
                            <a:srgbClr val="0000FF"/>
                          </a:solidFill>
                          <a:latin typeface="黑体"/>
                          <a:cs typeface="黑体"/>
                        </a:rPr>
                        <a:t>磁通量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B="0" marT="2247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463550" marR="4565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400">
                          <a:solidFill>
                            <a:srgbClr val="0000FF"/>
                          </a:solidFill>
                          <a:latin typeface="黑体"/>
                          <a:cs typeface="黑体"/>
                        </a:rPr>
                        <a:t>磁通量 变化量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508000" marR="5010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400">
                          <a:solidFill>
                            <a:srgbClr val="0000FF"/>
                          </a:solidFill>
                          <a:latin typeface="黑体"/>
                          <a:cs typeface="黑体"/>
                        </a:rPr>
                        <a:t>磁通量 变化率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</a:tr>
              <a:tr h="568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400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Φ 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400" spc="-3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Φ 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400" spc="-5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Φ</a:t>
                      </a:r>
                      <a:r>
                        <a:rPr dirty="0" baseline="-17921" sz="23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400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Φ</a:t>
                      </a:r>
                      <a:r>
                        <a:rPr dirty="0" baseline="-17921" sz="23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17921" sz="23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9212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Φ 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00" spc="-3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Δ</a:t>
                      </a:r>
                      <a:r>
                        <a:rPr dirty="0" sz="2400" i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850264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dirty="0" sz="2400">
                          <a:solidFill>
                            <a:srgbClr val="0000FF"/>
                          </a:solidFill>
                          <a:latin typeface="黑体"/>
                          <a:cs typeface="黑体"/>
                        </a:rPr>
                        <a:t>含义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B="0" marT="2247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磁感线条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数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05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59765" marR="195580" indent="-4584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5" b="1">
                          <a:latin typeface="华文楷体"/>
                          <a:cs typeface="华文楷体"/>
                        </a:rPr>
                        <a:t>磁通量变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化 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快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慢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pPr marL="177800" marR="1708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400">
                          <a:solidFill>
                            <a:srgbClr val="0000FF"/>
                          </a:solidFill>
                          <a:latin typeface="黑体"/>
                          <a:cs typeface="黑体"/>
                        </a:rPr>
                        <a:t>物理 意义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64795" marR="259079" indent="3054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反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映 </a:t>
                      </a:r>
                      <a:r>
                        <a:rPr dirty="0" sz="2400" spc="5" b="1">
                          <a:latin typeface="华文楷体"/>
                          <a:cs typeface="华文楷体"/>
                        </a:rPr>
                        <a:t>磁场强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弱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165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5" b="1">
                          <a:latin typeface="华文楷体"/>
                          <a:cs typeface="华文楷体"/>
                        </a:rPr>
                        <a:t>产生感应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电 </a:t>
                      </a:r>
                      <a:r>
                        <a:rPr dirty="0" sz="2400" spc="5" b="1">
                          <a:latin typeface="华文楷体"/>
                          <a:cs typeface="华文楷体"/>
                        </a:rPr>
                        <a:t>动势的条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件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054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5" b="1">
                          <a:latin typeface="华文楷体"/>
                          <a:cs typeface="华文楷体"/>
                        </a:rPr>
                        <a:t>决定感应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电 </a:t>
                      </a:r>
                      <a:r>
                        <a:rPr dirty="0" sz="2400" spc="5" b="1">
                          <a:latin typeface="华文楷体"/>
                          <a:cs typeface="华文楷体"/>
                        </a:rPr>
                        <a:t>动势的大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小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65208" y="5191937"/>
            <a:ext cx="41370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类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比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r>
              <a:rPr dirty="0" sz="2800" spc="-10" b="1" i="1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Δ</a:t>
            </a:r>
            <a:r>
              <a:rPr dirty="0" sz="2800" spc="-5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r>
              <a:rPr dirty="0" sz="2800" spc="-10" b="1" i="1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Δ</a:t>
            </a:r>
            <a:r>
              <a:rPr dirty="0" sz="2800" spc="-5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r>
              <a:rPr dirty="0" sz="2800" spc="-10" b="1" i="1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/</a:t>
            </a:r>
            <a:r>
              <a:rPr dirty="0" sz="2800" spc="-1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Δ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……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07435" y="4885944"/>
            <a:ext cx="1431290" cy="462280"/>
          </a:xfrm>
          <a:custGeom>
            <a:avLst/>
            <a:gdLst/>
            <a:ahLst/>
            <a:cxnLst/>
            <a:rect l="l" t="t" r="r" b="b"/>
            <a:pathLst>
              <a:path w="1431289" h="462279">
                <a:moveTo>
                  <a:pt x="0" y="0"/>
                </a:moveTo>
                <a:lnTo>
                  <a:pt x="1431036" y="0"/>
                </a:lnTo>
                <a:lnTo>
                  <a:pt x="143103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02317" y="4880559"/>
            <a:ext cx="1440815" cy="471805"/>
          </a:xfrm>
          <a:custGeom>
            <a:avLst/>
            <a:gdLst/>
            <a:ahLst/>
            <a:cxnLst/>
            <a:rect l="l" t="t" r="r" b="b"/>
            <a:pathLst>
              <a:path w="1440814" h="471804">
                <a:moveTo>
                  <a:pt x="1436001" y="471182"/>
                </a:moveTo>
                <a:lnTo>
                  <a:pt x="4762" y="471182"/>
                </a:lnTo>
                <a:lnTo>
                  <a:pt x="3289" y="470954"/>
                </a:lnTo>
                <a:lnTo>
                  <a:pt x="1955" y="470281"/>
                </a:lnTo>
                <a:lnTo>
                  <a:pt x="901" y="469226"/>
                </a:lnTo>
                <a:lnTo>
                  <a:pt x="228" y="467893"/>
                </a:lnTo>
                <a:lnTo>
                  <a:pt x="0" y="466420"/>
                </a:lnTo>
                <a:lnTo>
                  <a:pt x="0" y="4762"/>
                </a:lnTo>
                <a:lnTo>
                  <a:pt x="4762" y="0"/>
                </a:lnTo>
                <a:lnTo>
                  <a:pt x="1436001" y="0"/>
                </a:lnTo>
                <a:lnTo>
                  <a:pt x="144076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57"/>
                </a:lnTo>
                <a:lnTo>
                  <a:pt x="4762" y="461657"/>
                </a:lnTo>
                <a:lnTo>
                  <a:pt x="9525" y="466420"/>
                </a:lnTo>
                <a:lnTo>
                  <a:pt x="1440764" y="466420"/>
                </a:lnTo>
                <a:lnTo>
                  <a:pt x="1440522" y="467893"/>
                </a:lnTo>
                <a:lnTo>
                  <a:pt x="1439849" y="469226"/>
                </a:lnTo>
                <a:lnTo>
                  <a:pt x="1438795" y="470281"/>
                </a:lnTo>
                <a:lnTo>
                  <a:pt x="1437474" y="470954"/>
                </a:lnTo>
                <a:lnTo>
                  <a:pt x="1436001" y="471182"/>
                </a:lnTo>
                <a:close/>
              </a:path>
              <a:path w="1440814" h="4718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440814" h="471804">
                <a:moveTo>
                  <a:pt x="143123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431239" y="4762"/>
                </a:lnTo>
                <a:lnTo>
                  <a:pt x="1431239" y="9525"/>
                </a:lnTo>
                <a:close/>
              </a:path>
              <a:path w="1440814" h="471804">
                <a:moveTo>
                  <a:pt x="1431239" y="466420"/>
                </a:moveTo>
                <a:lnTo>
                  <a:pt x="1431239" y="4762"/>
                </a:lnTo>
                <a:lnTo>
                  <a:pt x="1436001" y="9525"/>
                </a:lnTo>
                <a:lnTo>
                  <a:pt x="1440764" y="9525"/>
                </a:lnTo>
                <a:lnTo>
                  <a:pt x="1440764" y="461657"/>
                </a:lnTo>
                <a:lnTo>
                  <a:pt x="1436001" y="461657"/>
                </a:lnTo>
                <a:lnTo>
                  <a:pt x="1431239" y="466420"/>
                </a:lnTo>
                <a:close/>
              </a:path>
              <a:path w="1440814" h="471804">
                <a:moveTo>
                  <a:pt x="1440764" y="9525"/>
                </a:moveTo>
                <a:lnTo>
                  <a:pt x="1436001" y="9525"/>
                </a:lnTo>
                <a:lnTo>
                  <a:pt x="1431239" y="4762"/>
                </a:lnTo>
                <a:lnTo>
                  <a:pt x="1440764" y="4762"/>
                </a:lnTo>
                <a:lnTo>
                  <a:pt x="1440764" y="9525"/>
                </a:lnTo>
                <a:close/>
              </a:path>
              <a:path w="1440814" h="471804">
                <a:moveTo>
                  <a:pt x="9525" y="466420"/>
                </a:moveTo>
                <a:lnTo>
                  <a:pt x="4762" y="461657"/>
                </a:lnTo>
                <a:lnTo>
                  <a:pt x="9525" y="461657"/>
                </a:lnTo>
                <a:lnTo>
                  <a:pt x="9525" y="466420"/>
                </a:lnTo>
                <a:close/>
              </a:path>
              <a:path w="1440814" h="471804">
                <a:moveTo>
                  <a:pt x="1431239" y="466420"/>
                </a:moveTo>
                <a:lnTo>
                  <a:pt x="9525" y="466420"/>
                </a:lnTo>
                <a:lnTo>
                  <a:pt x="9525" y="461657"/>
                </a:lnTo>
                <a:lnTo>
                  <a:pt x="1431239" y="461657"/>
                </a:lnTo>
                <a:lnTo>
                  <a:pt x="1431239" y="466420"/>
                </a:lnTo>
                <a:close/>
              </a:path>
              <a:path w="1440814" h="471804">
                <a:moveTo>
                  <a:pt x="1440764" y="466420"/>
                </a:moveTo>
                <a:lnTo>
                  <a:pt x="1431239" y="466420"/>
                </a:lnTo>
                <a:lnTo>
                  <a:pt x="1436001" y="461657"/>
                </a:lnTo>
                <a:lnTo>
                  <a:pt x="1440764" y="461657"/>
                </a:lnTo>
                <a:lnTo>
                  <a:pt x="1440764" y="46642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07435" y="4882146"/>
            <a:ext cx="143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楞次定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09624" y="2481795"/>
            <a:ext cx="424180" cy="0"/>
          </a:xfrm>
          <a:custGeom>
            <a:avLst/>
            <a:gdLst/>
            <a:ahLst/>
            <a:cxnLst/>
            <a:rect l="l" t="t" r="r" b="b"/>
            <a:pathLst>
              <a:path w="424179" h="0">
                <a:moveTo>
                  <a:pt x="0" y="0"/>
                </a:moveTo>
                <a:lnTo>
                  <a:pt x="423951" y="0"/>
                </a:lnTo>
              </a:path>
            </a:pathLst>
          </a:custGeom>
          <a:ln w="1485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114590" y="2031999"/>
            <a:ext cx="4394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8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500" spc="-5" i="1">
                <a:solidFill>
                  <a:srgbClr val="FF0000"/>
                </a:solidFill>
                <a:latin typeface="Times New Roman"/>
                <a:cs typeface="Times New Roman"/>
              </a:rPr>
              <a:t>Φ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8623" y="2480944"/>
            <a:ext cx="28575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8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500" spc="-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93380" y="3032760"/>
            <a:ext cx="1245235" cy="760730"/>
          </a:xfrm>
          <a:custGeom>
            <a:avLst/>
            <a:gdLst/>
            <a:ahLst/>
            <a:cxnLst/>
            <a:rect l="l" t="t" r="r" b="b"/>
            <a:pathLst>
              <a:path w="1245234" h="760729">
                <a:moveTo>
                  <a:pt x="0" y="0"/>
                </a:moveTo>
                <a:lnTo>
                  <a:pt x="1245107" y="0"/>
                </a:lnTo>
                <a:lnTo>
                  <a:pt x="1245107" y="760476"/>
                </a:lnTo>
                <a:lnTo>
                  <a:pt x="0" y="760476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38045" y="3194342"/>
            <a:ext cx="118554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dirty="0" sz="2300" i="1">
                <a:solidFill>
                  <a:srgbClr val="FF0000"/>
                </a:solidFill>
                <a:latin typeface="Times New Roman"/>
                <a:cs typeface="Times New Roman"/>
              </a:rPr>
              <a:t>E	</a:t>
            </a:r>
            <a:r>
              <a:rPr dirty="0" sz="230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300" spc="-2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300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dirty="0" baseline="35024" sz="3450" spc="-39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heavy" baseline="35024" sz="3450" spc="-172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baseline="35024" sz="3450" spc="-172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Φ</a:t>
            </a:r>
            <a:endParaRPr baseline="35024" sz="3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94140" y="3424402"/>
            <a:ext cx="24384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300" spc="-23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30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3923" y="3393706"/>
            <a:ext cx="18224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300" spc="30">
                <a:solidFill>
                  <a:srgbClr val="FF0000"/>
                </a:solidFill>
                <a:latin typeface="微软雅黑"/>
                <a:cs typeface="微软雅黑"/>
              </a:rPr>
              <a:t>感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8732" y="3259835"/>
            <a:ext cx="1374775" cy="42418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900"/>
              </a:lnSpc>
            </a:pPr>
            <a:r>
              <a:rPr dirty="0" sz="1900" spc="15">
                <a:latin typeface="宋体"/>
                <a:cs typeface="宋体"/>
              </a:rPr>
              <a:t>(</a:t>
            </a:r>
            <a:r>
              <a:rPr dirty="0" sz="1900" spc="40">
                <a:latin typeface="宋体"/>
                <a:cs typeface="宋体"/>
              </a:rPr>
              <a:t>条件</a:t>
            </a:r>
            <a:r>
              <a:rPr dirty="0" sz="1900" spc="15">
                <a:latin typeface="宋体"/>
                <a:cs typeface="宋体"/>
              </a:rPr>
              <a:t>)</a:t>
            </a:r>
            <a:r>
              <a:rPr dirty="0" sz="1900" spc="-320">
                <a:latin typeface="宋体"/>
                <a:cs typeface="宋体"/>
              </a:rPr>
              <a:t> </a:t>
            </a:r>
            <a:r>
              <a:rPr dirty="0" sz="2700" spc="20">
                <a:latin typeface="Symbol"/>
                <a:cs typeface="Symbol"/>
              </a:rPr>
              <a:t></a:t>
            </a:r>
            <a:r>
              <a:rPr dirty="0" sz="2700" spc="20" i="1">
                <a:latin typeface="Times New Roman"/>
                <a:cs typeface="Times New Roman"/>
              </a:rPr>
              <a:t>Φ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7532" y="4331208"/>
            <a:ext cx="1318260" cy="441959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17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25"/>
              </a:spcBef>
              <a:tabLst>
                <a:tab pos="937894" algn="l"/>
              </a:tabLst>
            </a:pPr>
            <a:r>
              <a:rPr dirty="0" sz="1700" spc="50">
                <a:solidFill>
                  <a:srgbClr val="0000FF"/>
                </a:solidFill>
                <a:latin typeface="微软雅黑"/>
                <a:cs typeface="微软雅黑"/>
              </a:rPr>
              <a:t>(</a:t>
            </a:r>
            <a:r>
              <a:rPr dirty="0" sz="1700" spc="405">
                <a:solidFill>
                  <a:srgbClr val="0000FF"/>
                </a:solidFill>
                <a:latin typeface="宋体"/>
                <a:cs typeface="宋体"/>
              </a:rPr>
              <a:t>表</a:t>
            </a:r>
            <a:r>
              <a:rPr dirty="0" sz="1700" spc="15">
                <a:solidFill>
                  <a:srgbClr val="0000FF"/>
                </a:solidFill>
                <a:latin typeface="宋体"/>
                <a:cs typeface="宋体"/>
              </a:rPr>
              <a:t>象</a:t>
            </a:r>
            <a:r>
              <a:rPr dirty="0" sz="1700" spc="-315">
                <a:solidFill>
                  <a:srgbClr val="0000FF"/>
                </a:solidFill>
                <a:latin typeface="宋体"/>
                <a:cs typeface="宋体"/>
              </a:rPr>
              <a:t> </a:t>
            </a:r>
            <a:r>
              <a:rPr dirty="0" sz="1700" spc="5">
                <a:solidFill>
                  <a:srgbClr val="0000FF"/>
                </a:solidFill>
                <a:latin typeface="微软雅黑"/>
                <a:cs typeface="微软雅黑"/>
              </a:rPr>
              <a:t>)	</a:t>
            </a:r>
            <a:r>
              <a:rPr dirty="0" sz="2300" spc="180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5641" sz="1950" spc="44">
                <a:solidFill>
                  <a:srgbClr val="0000FF"/>
                </a:solidFill>
                <a:latin typeface="微软雅黑"/>
                <a:cs typeface="微软雅黑"/>
              </a:rPr>
              <a:t>感</a:t>
            </a:r>
            <a:endParaRPr baseline="-25641" sz="195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20431" y="4270806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闭</a:t>
            </a:r>
            <a:r>
              <a:rPr dirty="0" sz="2400" spc="-5" b="1">
                <a:latin typeface="华文楷体"/>
                <a:cs typeface="华文楷体"/>
              </a:rPr>
              <a:t>合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3815" y="2229611"/>
            <a:ext cx="1316990" cy="464820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10"/>
              </a:lnSpc>
            </a:pPr>
            <a:r>
              <a:rPr dirty="0" sz="2000" spc="45">
                <a:solidFill>
                  <a:srgbClr val="FF0000"/>
                </a:solidFill>
                <a:latin typeface="宋体"/>
                <a:cs typeface="宋体"/>
              </a:rPr>
              <a:t>(</a:t>
            </a:r>
            <a:r>
              <a:rPr dirty="0" sz="2000" spc="100">
                <a:solidFill>
                  <a:srgbClr val="FF0000"/>
                </a:solidFill>
                <a:latin typeface="宋体"/>
                <a:cs typeface="宋体"/>
              </a:rPr>
              <a:t>实质</a:t>
            </a:r>
            <a:r>
              <a:rPr dirty="0" sz="2000" spc="-5">
                <a:solidFill>
                  <a:srgbClr val="FF0000"/>
                </a:solidFill>
                <a:latin typeface="宋体"/>
                <a:cs typeface="宋体"/>
              </a:rPr>
              <a:t>)</a:t>
            </a:r>
            <a:r>
              <a:rPr dirty="0" sz="2000" spc="-31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550" spc="-114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-27777" sz="2400" spc="44">
                <a:solidFill>
                  <a:srgbClr val="FF0000"/>
                </a:solidFill>
                <a:latin typeface="微软雅黑"/>
                <a:cs typeface="微软雅黑"/>
              </a:rPr>
              <a:t>感</a:t>
            </a:r>
            <a:endParaRPr baseline="-27777"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42404" y="4719828"/>
            <a:ext cx="974090" cy="695325"/>
          </a:xfrm>
          <a:custGeom>
            <a:avLst/>
            <a:gdLst/>
            <a:ahLst/>
            <a:cxnLst/>
            <a:rect l="l" t="t" r="r" b="b"/>
            <a:pathLst>
              <a:path w="974090" h="695325">
                <a:moveTo>
                  <a:pt x="0" y="0"/>
                </a:moveTo>
                <a:lnTo>
                  <a:pt x="973836" y="0"/>
                </a:lnTo>
                <a:lnTo>
                  <a:pt x="973836" y="694944"/>
                </a:lnTo>
                <a:lnTo>
                  <a:pt x="0" y="694944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18171" y="5088674"/>
            <a:ext cx="354330" cy="0"/>
          </a:xfrm>
          <a:custGeom>
            <a:avLst/>
            <a:gdLst/>
            <a:ahLst/>
            <a:cxnLst/>
            <a:rect l="l" t="t" r="r" b="b"/>
            <a:pathLst>
              <a:path w="354329" h="0">
                <a:moveTo>
                  <a:pt x="0" y="0"/>
                </a:moveTo>
                <a:lnTo>
                  <a:pt x="353783" y="0"/>
                </a:lnTo>
              </a:path>
            </a:pathLst>
          </a:custGeom>
          <a:ln w="1286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089864" y="4883315"/>
            <a:ext cx="9906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000" spc="1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11173" y="4633117"/>
            <a:ext cx="537845" cy="7893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dirty="0" baseline="-38888" sz="3000" spc="22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-38888" sz="3000" spc="-44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90" i="1">
                <a:solidFill>
                  <a:srgbClr val="FF0000"/>
                </a:solidFill>
                <a:latin typeface="Times New Roman"/>
                <a:cs typeface="Times New Roman"/>
              </a:rPr>
              <a:t>E </a:t>
            </a:r>
            <a:r>
              <a:rPr dirty="0" baseline="-26570" sz="1725" spc="37">
                <a:solidFill>
                  <a:srgbClr val="FF0000"/>
                </a:solidFill>
                <a:latin typeface="微软雅黑"/>
                <a:cs typeface="微软雅黑"/>
              </a:rPr>
              <a:t>感</a:t>
            </a:r>
            <a:endParaRPr baseline="-26570" sz="1725">
              <a:latin typeface="微软雅黑"/>
              <a:cs typeface="微软雅黑"/>
            </a:endParaRPr>
          </a:p>
          <a:p>
            <a:pPr marL="307975">
              <a:lnSpc>
                <a:spcPct val="100000"/>
              </a:lnSpc>
              <a:spcBef>
                <a:spcPts val="605"/>
              </a:spcBef>
            </a:pPr>
            <a:r>
              <a:rPr dirty="0" sz="2000" spc="2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7125" y="5059514"/>
            <a:ext cx="16256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50" spc="25">
                <a:solidFill>
                  <a:srgbClr val="FF0000"/>
                </a:solidFill>
                <a:latin typeface="微软雅黑"/>
                <a:cs typeface="微软雅黑"/>
              </a:rPr>
              <a:t>感</a:t>
            </a:r>
            <a:endParaRPr sz="115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2879" y="4710303"/>
            <a:ext cx="993140" cy="714375"/>
          </a:xfrm>
          <a:custGeom>
            <a:avLst/>
            <a:gdLst/>
            <a:ahLst/>
            <a:cxnLst/>
            <a:rect l="l" t="t" r="r" b="b"/>
            <a:pathLst>
              <a:path w="993140" h="714375">
                <a:moveTo>
                  <a:pt x="988123" y="713994"/>
                </a:moveTo>
                <a:lnTo>
                  <a:pt x="4762" y="713994"/>
                </a:lnTo>
                <a:lnTo>
                  <a:pt x="3289" y="713765"/>
                </a:lnTo>
                <a:lnTo>
                  <a:pt x="1968" y="713079"/>
                </a:lnTo>
                <a:lnTo>
                  <a:pt x="914" y="712025"/>
                </a:lnTo>
                <a:lnTo>
                  <a:pt x="228" y="710704"/>
                </a:lnTo>
                <a:lnTo>
                  <a:pt x="0" y="709231"/>
                </a:lnTo>
                <a:lnTo>
                  <a:pt x="0" y="4762"/>
                </a:lnTo>
                <a:lnTo>
                  <a:pt x="4762" y="0"/>
                </a:lnTo>
                <a:lnTo>
                  <a:pt x="988123" y="0"/>
                </a:lnTo>
                <a:lnTo>
                  <a:pt x="99288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04469"/>
                </a:lnTo>
                <a:lnTo>
                  <a:pt x="4762" y="704469"/>
                </a:lnTo>
                <a:lnTo>
                  <a:pt x="9525" y="709231"/>
                </a:lnTo>
                <a:lnTo>
                  <a:pt x="992886" y="709231"/>
                </a:lnTo>
                <a:lnTo>
                  <a:pt x="992657" y="710704"/>
                </a:lnTo>
                <a:lnTo>
                  <a:pt x="991971" y="712025"/>
                </a:lnTo>
                <a:lnTo>
                  <a:pt x="990917" y="713079"/>
                </a:lnTo>
                <a:lnTo>
                  <a:pt x="989596" y="713765"/>
                </a:lnTo>
                <a:lnTo>
                  <a:pt x="988123" y="713994"/>
                </a:lnTo>
                <a:close/>
              </a:path>
              <a:path w="993140" h="7143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93140" h="714375">
                <a:moveTo>
                  <a:pt x="98336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83361" y="4762"/>
                </a:lnTo>
                <a:lnTo>
                  <a:pt x="983361" y="9525"/>
                </a:lnTo>
                <a:close/>
              </a:path>
              <a:path w="993140" h="714375">
                <a:moveTo>
                  <a:pt x="983361" y="709231"/>
                </a:moveTo>
                <a:lnTo>
                  <a:pt x="983361" y="4762"/>
                </a:lnTo>
                <a:lnTo>
                  <a:pt x="988123" y="9525"/>
                </a:lnTo>
                <a:lnTo>
                  <a:pt x="992886" y="9525"/>
                </a:lnTo>
                <a:lnTo>
                  <a:pt x="992886" y="704469"/>
                </a:lnTo>
                <a:lnTo>
                  <a:pt x="988123" y="704469"/>
                </a:lnTo>
                <a:lnTo>
                  <a:pt x="983361" y="709231"/>
                </a:lnTo>
                <a:close/>
              </a:path>
              <a:path w="993140" h="714375">
                <a:moveTo>
                  <a:pt x="992886" y="9525"/>
                </a:moveTo>
                <a:lnTo>
                  <a:pt x="988123" y="9525"/>
                </a:lnTo>
                <a:lnTo>
                  <a:pt x="983361" y="4762"/>
                </a:lnTo>
                <a:lnTo>
                  <a:pt x="992886" y="4762"/>
                </a:lnTo>
                <a:lnTo>
                  <a:pt x="992886" y="9525"/>
                </a:lnTo>
                <a:close/>
              </a:path>
              <a:path w="993140" h="714375">
                <a:moveTo>
                  <a:pt x="9525" y="709231"/>
                </a:moveTo>
                <a:lnTo>
                  <a:pt x="4762" y="704469"/>
                </a:lnTo>
                <a:lnTo>
                  <a:pt x="9525" y="704469"/>
                </a:lnTo>
                <a:lnTo>
                  <a:pt x="9525" y="709231"/>
                </a:lnTo>
                <a:close/>
              </a:path>
              <a:path w="993140" h="714375">
                <a:moveTo>
                  <a:pt x="983361" y="709231"/>
                </a:moveTo>
                <a:lnTo>
                  <a:pt x="9525" y="709231"/>
                </a:lnTo>
                <a:lnTo>
                  <a:pt x="9525" y="704469"/>
                </a:lnTo>
                <a:lnTo>
                  <a:pt x="983361" y="704469"/>
                </a:lnTo>
                <a:lnTo>
                  <a:pt x="983361" y="709231"/>
                </a:lnTo>
                <a:close/>
              </a:path>
              <a:path w="993140" h="714375">
                <a:moveTo>
                  <a:pt x="992886" y="709231"/>
                </a:moveTo>
                <a:lnTo>
                  <a:pt x="983361" y="709231"/>
                </a:lnTo>
                <a:lnTo>
                  <a:pt x="988123" y="704469"/>
                </a:lnTo>
                <a:lnTo>
                  <a:pt x="992886" y="704469"/>
                </a:lnTo>
                <a:lnTo>
                  <a:pt x="992886" y="70923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44796" y="5213603"/>
            <a:ext cx="739140" cy="40132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1587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solidFill>
                  <a:srgbClr val="0000FF"/>
                </a:solidFill>
                <a:latin typeface="华文楷体"/>
                <a:cs typeface="华文楷体"/>
              </a:rPr>
              <a:t>方向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90259" y="5213603"/>
            <a:ext cx="725805" cy="401320"/>
          </a:xfrm>
          <a:prstGeom prst="rect">
            <a:avLst/>
          </a:prstGeom>
          <a:solidFill>
            <a:srgbClr val="FFFFCC"/>
          </a:solidFill>
        </p:spPr>
        <p:txBody>
          <a:bodyPr wrap="square" lIns="0" tIns="1587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大小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42405" y="2458262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决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22618" y="2873527"/>
            <a:ext cx="1553210" cy="9398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法拉第</a:t>
            </a:r>
            <a:endParaRPr sz="20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电磁感应定律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83935" y="2729483"/>
            <a:ext cx="143510" cy="494030"/>
          </a:xfrm>
          <a:custGeom>
            <a:avLst/>
            <a:gdLst/>
            <a:ahLst/>
            <a:cxnLst/>
            <a:rect l="l" t="t" r="r" b="b"/>
            <a:pathLst>
              <a:path w="143510" h="494030">
                <a:moveTo>
                  <a:pt x="106679" y="422148"/>
                </a:moveTo>
                <a:lnTo>
                  <a:pt x="36575" y="422148"/>
                </a:lnTo>
                <a:lnTo>
                  <a:pt x="36575" y="0"/>
                </a:lnTo>
                <a:lnTo>
                  <a:pt x="106679" y="0"/>
                </a:lnTo>
                <a:lnTo>
                  <a:pt x="106679" y="422148"/>
                </a:lnTo>
                <a:close/>
              </a:path>
              <a:path w="143510" h="494030">
                <a:moveTo>
                  <a:pt x="71627" y="493776"/>
                </a:moveTo>
                <a:lnTo>
                  <a:pt x="0" y="422148"/>
                </a:lnTo>
                <a:lnTo>
                  <a:pt x="143255" y="422148"/>
                </a:lnTo>
                <a:lnTo>
                  <a:pt x="71627" y="49377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68886" y="2722448"/>
            <a:ext cx="173990" cy="510540"/>
          </a:xfrm>
          <a:custGeom>
            <a:avLst/>
            <a:gdLst/>
            <a:ahLst/>
            <a:cxnLst/>
            <a:rect l="l" t="t" r="r" b="b"/>
            <a:pathLst>
              <a:path w="173989" h="510539">
                <a:moveTo>
                  <a:pt x="44703" y="429653"/>
                </a:moveTo>
                <a:lnTo>
                  <a:pt x="44703" y="0"/>
                </a:lnTo>
                <a:lnTo>
                  <a:pt x="128841" y="0"/>
                </a:lnTo>
                <a:lnTo>
                  <a:pt x="128841" y="6350"/>
                </a:lnTo>
                <a:lnTo>
                  <a:pt x="57403" y="6350"/>
                </a:lnTo>
                <a:lnTo>
                  <a:pt x="51053" y="12700"/>
                </a:lnTo>
                <a:lnTo>
                  <a:pt x="57403" y="12700"/>
                </a:lnTo>
                <a:lnTo>
                  <a:pt x="57403" y="423303"/>
                </a:lnTo>
                <a:lnTo>
                  <a:pt x="51053" y="423303"/>
                </a:lnTo>
                <a:lnTo>
                  <a:pt x="44703" y="429653"/>
                </a:lnTo>
                <a:close/>
              </a:path>
              <a:path w="173989" h="510539">
                <a:moveTo>
                  <a:pt x="57403" y="12700"/>
                </a:moveTo>
                <a:lnTo>
                  <a:pt x="51053" y="12700"/>
                </a:lnTo>
                <a:lnTo>
                  <a:pt x="57403" y="6350"/>
                </a:lnTo>
                <a:lnTo>
                  <a:pt x="57403" y="12700"/>
                </a:lnTo>
                <a:close/>
              </a:path>
              <a:path w="173989" h="510539">
                <a:moveTo>
                  <a:pt x="116141" y="12700"/>
                </a:moveTo>
                <a:lnTo>
                  <a:pt x="57403" y="12700"/>
                </a:lnTo>
                <a:lnTo>
                  <a:pt x="57403" y="6350"/>
                </a:lnTo>
                <a:lnTo>
                  <a:pt x="116141" y="6350"/>
                </a:lnTo>
                <a:lnTo>
                  <a:pt x="116141" y="12700"/>
                </a:lnTo>
                <a:close/>
              </a:path>
              <a:path w="173989" h="510539">
                <a:moveTo>
                  <a:pt x="142875" y="436003"/>
                </a:moveTo>
                <a:lnTo>
                  <a:pt x="116141" y="436003"/>
                </a:lnTo>
                <a:lnTo>
                  <a:pt x="116141" y="6350"/>
                </a:lnTo>
                <a:lnTo>
                  <a:pt x="122491" y="12700"/>
                </a:lnTo>
                <a:lnTo>
                  <a:pt x="128841" y="12700"/>
                </a:lnTo>
                <a:lnTo>
                  <a:pt x="128841" y="423303"/>
                </a:lnTo>
                <a:lnTo>
                  <a:pt x="122491" y="423303"/>
                </a:lnTo>
                <a:lnTo>
                  <a:pt x="128841" y="429653"/>
                </a:lnTo>
                <a:lnTo>
                  <a:pt x="149225" y="429653"/>
                </a:lnTo>
                <a:lnTo>
                  <a:pt x="142875" y="436003"/>
                </a:lnTo>
                <a:close/>
              </a:path>
              <a:path w="173989" h="510539">
                <a:moveTo>
                  <a:pt x="128841" y="12700"/>
                </a:moveTo>
                <a:lnTo>
                  <a:pt x="122491" y="12700"/>
                </a:lnTo>
                <a:lnTo>
                  <a:pt x="116141" y="6350"/>
                </a:lnTo>
                <a:lnTo>
                  <a:pt x="128841" y="6350"/>
                </a:lnTo>
                <a:lnTo>
                  <a:pt x="128841" y="12700"/>
                </a:lnTo>
                <a:close/>
              </a:path>
              <a:path w="173989" h="510539">
                <a:moveTo>
                  <a:pt x="86766" y="510070"/>
                </a:moveTo>
                <a:lnTo>
                  <a:pt x="0" y="423303"/>
                </a:lnTo>
                <a:lnTo>
                  <a:pt x="44703" y="423303"/>
                </a:lnTo>
                <a:lnTo>
                  <a:pt x="44703" y="425157"/>
                </a:lnTo>
                <a:lnTo>
                  <a:pt x="19824" y="425157"/>
                </a:lnTo>
                <a:lnTo>
                  <a:pt x="15328" y="436003"/>
                </a:lnTo>
                <a:lnTo>
                  <a:pt x="30670" y="436003"/>
                </a:lnTo>
                <a:lnTo>
                  <a:pt x="86772" y="492105"/>
                </a:lnTo>
                <a:lnTo>
                  <a:pt x="82283" y="496595"/>
                </a:lnTo>
                <a:lnTo>
                  <a:pt x="100243" y="496595"/>
                </a:lnTo>
                <a:lnTo>
                  <a:pt x="86766" y="510070"/>
                </a:lnTo>
                <a:close/>
              </a:path>
              <a:path w="173989" h="510539">
                <a:moveTo>
                  <a:pt x="57403" y="429653"/>
                </a:moveTo>
                <a:lnTo>
                  <a:pt x="44703" y="429653"/>
                </a:lnTo>
                <a:lnTo>
                  <a:pt x="51053" y="423303"/>
                </a:lnTo>
                <a:lnTo>
                  <a:pt x="57403" y="423303"/>
                </a:lnTo>
                <a:lnTo>
                  <a:pt x="57403" y="429653"/>
                </a:lnTo>
                <a:close/>
              </a:path>
              <a:path w="173989" h="510539">
                <a:moveTo>
                  <a:pt x="128841" y="429653"/>
                </a:moveTo>
                <a:lnTo>
                  <a:pt x="122491" y="423303"/>
                </a:lnTo>
                <a:lnTo>
                  <a:pt x="128841" y="423303"/>
                </a:lnTo>
                <a:lnTo>
                  <a:pt x="128841" y="429653"/>
                </a:lnTo>
                <a:close/>
              </a:path>
              <a:path w="173989" h="510539">
                <a:moveTo>
                  <a:pt x="149225" y="429653"/>
                </a:moveTo>
                <a:lnTo>
                  <a:pt x="128841" y="429653"/>
                </a:lnTo>
                <a:lnTo>
                  <a:pt x="128841" y="423303"/>
                </a:lnTo>
                <a:lnTo>
                  <a:pt x="173545" y="423303"/>
                </a:lnTo>
                <a:lnTo>
                  <a:pt x="171691" y="425157"/>
                </a:lnTo>
                <a:lnTo>
                  <a:pt x="153720" y="425157"/>
                </a:lnTo>
                <a:lnTo>
                  <a:pt x="149225" y="429653"/>
                </a:lnTo>
                <a:close/>
              </a:path>
              <a:path w="173989" h="510539">
                <a:moveTo>
                  <a:pt x="30670" y="436003"/>
                </a:moveTo>
                <a:lnTo>
                  <a:pt x="15328" y="436003"/>
                </a:lnTo>
                <a:lnTo>
                  <a:pt x="19824" y="425157"/>
                </a:lnTo>
                <a:lnTo>
                  <a:pt x="30670" y="436003"/>
                </a:lnTo>
                <a:close/>
              </a:path>
              <a:path w="173989" h="510539">
                <a:moveTo>
                  <a:pt x="57403" y="436003"/>
                </a:moveTo>
                <a:lnTo>
                  <a:pt x="30670" y="436003"/>
                </a:lnTo>
                <a:lnTo>
                  <a:pt x="19824" y="425157"/>
                </a:lnTo>
                <a:lnTo>
                  <a:pt x="44703" y="425157"/>
                </a:lnTo>
                <a:lnTo>
                  <a:pt x="44703" y="429653"/>
                </a:lnTo>
                <a:lnTo>
                  <a:pt x="57403" y="429653"/>
                </a:lnTo>
                <a:lnTo>
                  <a:pt x="57403" y="436003"/>
                </a:lnTo>
                <a:close/>
              </a:path>
              <a:path w="173989" h="510539">
                <a:moveTo>
                  <a:pt x="100243" y="496595"/>
                </a:moveTo>
                <a:lnTo>
                  <a:pt x="91262" y="496595"/>
                </a:lnTo>
                <a:lnTo>
                  <a:pt x="86772" y="492105"/>
                </a:lnTo>
                <a:lnTo>
                  <a:pt x="153720" y="425157"/>
                </a:lnTo>
                <a:lnTo>
                  <a:pt x="158216" y="436003"/>
                </a:lnTo>
                <a:lnTo>
                  <a:pt x="160843" y="436003"/>
                </a:lnTo>
                <a:lnTo>
                  <a:pt x="100243" y="496595"/>
                </a:lnTo>
                <a:close/>
              </a:path>
              <a:path w="173989" h="510539">
                <a:moveTo>
                  <a:pt x="160843" y="436003"/>
                </a:moveTo>
                <a:lnTo>
                  <a:pt x="158216" y="436003"/>
                </a:lnTo>
                <a:lnTo>
                  <a:pt x="153720" y="425157"/>
                </a:lnTo>
                <a:lnTo>
                  <a:pt x="171691" y="425157"/>
                </a:lnTo>
                <a:lnTo>
                  <a:pt x="160843" y="436003"/>
                </a:lnTo>
                <a:close/>
              </a:path>
              <a:path w="173989" h="510539">
                <a:moveTo>
                  <a:pt x="91262" y="496595"/>
                </a:moveTo>
                <a:lnTo>
                  <a:pt x="82283" y="496595"/>
                </a:lnTo>
                <a:lnTo>
                  <a:pt x="86772" y="492105"/>
                </a:lnTo>
                <a:lnTo>
                  <a:pt x="91262" y="49659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83935" y="3729228"/>
            <a:ext cx="143510" cy="544195"/>
          </a:xfrm>
          <a:custGeom>
            <a:avLst/>
            <a:gdLst/>
            <a:ahLst/>
            <a:cxnLst/>
            <a:rect l="l" t="t" r="r" b="b"/>
            <a:pathLst>
              <a:path w="143510" h="544195">
                <a:moveTo>
                  <a:pt x="143255" y="71627"/>
                </a:moveTo>
                <a:lnTo>
                  <a:pt x="0" y="71627"/>
                </a:lnTo>
                <a:lnTo>
                  <a:pt x="71627" y="0"/>
                </a:lnTo>
                <a:lnTo>
                  <a:pt x="143255" y="71627"/>
                </a:lnTo>
                <a:close/>
              </a:path>
              <a:path w="143510" h="544195">
                <a:moveTo>
                  <a:pt x="106679" y="544068"/>
                </a:moveTo>
                <a:lnTo>
                  <a:pt x="36575" y="544068"/>
                </a:lnTo>
                <a:lnTo>
                  <a:pt x="36575" y="71627"/>
                </a:lnTo>
                <a:lnTo>
                  <a:pt x="106679" y="71627"/>
                </a:lnTo>
                <a:lnTo>
                  <a:pt x="106679" y="5440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568886" y="3720782"/>
            <a:ext cx="173990" cy="560070"/>
          </a:xfrm>
          <a:custGeom>
            <a:avLst/>
            <a:gdLst/>
            <a:ahLst/>
            <a:cxnLst/>
            <a:rect l="l" t="t" r="r" b="b"/>
            <a:pathLst>
              <a:path w="173989" h="560070">
                <a:moveTo>
                  <a:pt x="44703" y="86766"/>
                </a:moveTo>
                <a:lnTo>
                  <a:pt x="0" y="86766"/>
                </a:lnTo>
                <a:lnTo>
                  <a:pt x="86766" y="0"/>
                </a:lnTo>
                <a:lnTo>
                  <a:pt x="100243" y="13474"/>
                </a:lnTo>
                <a:lnTo>
                  <a:pt x="82283" y="13474"/>
                </a:lnTo>
                <a:lnTo>
                  <a:pt x="86772" y="17964"/>
                </a:lnTo>
                <a:lnTo>
                  <a:pt x="30670" y="74066"/>
                </a:lnTo>
                <a:lnTo>
                  <a:pt x="15328" y="74066"/>
                </a:lnTo>
                <a:lnTo>
                  <a:pt x="19824" y="84912"/>
                </a:lnTo>
                <a:lnTo>
                  <a:pt x="44703" y="84912"/>
                </a:lnTo>
                <a:lnTo>
                  <a:pt x="44703" y="86766"/>
                </a:lnTo>
                <a:close/>
              </a:path>
              <a:path w="173989" h="560070">
                <a:moveTo>
                  <a:pt x="86772" y="17964"/>
                </a:moveTo>
                <a:lnTo>
                  <a:pt x="82283" y="13474"/>
                </a:lnTo>
                <a:lnTo>
                  <a:pt x="91262" y="13474"/>
                </a:lnTo>
                <a:lnTo>
                  <a:pt x="86772" y="17964"/>
                </a:lnTo>
                <a:close/>
              </a:path>
              <a:path w="173989" h="560070">
                <a:moveTo>
                  <a:pt x="153720" y="84912"/>
                </a:moveTo>
                <a:lnTo>
                  <a:pt x="86772" y="17964"/>
                </a:lnTo>
                <a:lnTo>
                  <a:pt x="91262" y="13474"/>
                </a:lnTo>
                <a:lnTo>
                  <a:pt x="100243" y="13474"/>
                </a:lnTo>
                <a:lnTo>
                  <a:pt x="160843" y="74066"/>
                </a:lnTo>
                <a:lnTo>
                  <a:pt x="158216" y="74066"/>
                </a:lnTo>
                <a:lnTo>
                  <a:pt x="153720" y="84912"/>
                </a:lnTo>
                <a:close/>
              </a:path>
              <a:path w="173989" h="560070">
                <a:moveTo>
                  <a:pt x="19824" y="84912"/>
                </a:moveTo>
                <a:lnTo>
                  <a:pt x="15328" y="74066"/>
                </a:lnTo>
                <a:lnTo>
                  <a:pt x="30670" y="74066"/>
                </a:lnTo>
                <a:lnTo>
                  <a:pt x="19824" y="84912"/>
                </a:lnTo>
                <a:close/>
              </a:path>
              <a:path w="173989" h="560070">
                <a:moveTo>
                  <a:pt x="44703" y="84912"/>
                </a:moveTo>
                <a:lnTo>
                  <a:pt x="19824" y="84912"/>
                </a:lnTo>
                <a:lnTo>
                  <a:pt x="30670" y="74066"/>
                </a:lnTo>
                <a:lnTo>
                  <a:pt x="57403" y="74066"/>
                </a:lnTo>
                <a:lnTo>
                  <a:pt x="57403" y="80416"/>
                </a:lnTo>
                <a:lnTo>
                  <a:pt x="44703" y="80416"/>
                </a:lnTo>
                <a:lnTo>
                  <a:pt x="44703" y="84912"/>
                </a:lnTo>
                <a:close/>
              </a:path>
              <a:path w="173989" h="560070">
                <a:moveTo>
                  <a:pt x="116141" y="553199"/>
                </a:moveTo>
                <a:lnTo>
                  <a:pt x="116141" y="74066"/>
                </a:lnTo>
                <a:lnTo>
                  <a:pt x="142875" y="74066"/>
                </a:lnTo>
                <a:lnTo>
                  <a:pt x="149225" y="80416"/>
                </a:lnTo>
                <a:lnTo>
                  <a:pt x="128841" y="80416"/>
                </a:lnTo>
                <a:lnTo>
                  <a:pt x="122491" y="86766"/>
                </a:lnTo>
                <a:lnTo>
                  <a:pt x="128841" y="86766"/>
                </a:lnTo>
                <a:lnTo>
                  <a:pt x="128841" y="546849"/>
                </a:lnTo>
                <a:lnTo>
                  <a:pt x="122491" y="546849"/>
                </a:lnTo>
                <a:lnTo>
                  <a:pt x="116141" y="553199"/>
                </a:lnTo>
                <a:close/>
              </a:path>
              <a:path w="173989" h="560070">
                <a:moveTo>
                  <a:pt x="171691" y="84912"/>
                </a:moveTo>
                <a:lnTo>
                  <a:pt x="153720" y="84912"/>
                </a:lnTo>
                <a:lnTo>
                  <a:pt x="158216" y="74066"/>
                </a:lnTo>
                <a:lnTo>
                  <a:pt x="160843" y="74066"/>
                </a:lnTo>
                <a:lnTo>
                  <a:pt x="171691" y="84912"/>
                </a:lnTo>
                <a:close/>
              </a:path>
              <a:path w="173989" h="560070">
                <a:moveTo>
                  <a:pt x="128841" y="559549"/>
                </a:moveTo>
                <a:lnTo>
                  <a:pt x="44703" y="559549"/>
                </a:lnTo>
                <a:lnTo>
                  <a:pt x="44703" y="80416"/>
                </a:lnTo>
                <a:lnTo>
                  <a:pt x="51053" y="86766"/>
                </a:lnTo>
                <a:lnTo>
                  <a:pt x="57403" y="86766"/>
                </a:lnTo>
                <a:lnTo>
                  <a:pt x="57403" y="546849"/>
                </a:lnTo>
                <a:lnTo>
                  <a:pt x="51053" y="546849"/>
                </a:lnTo>
                <a:lnTo>
                  <a:pt x="57403" y="553199"/>
                </a:lnTo>
                <a:lnTo>
                  <a:pt x="128841" y="553199"/>
                </a:lnTo>
                <a:lnTo>
                  <a:pt x="128841" y="559549"/>
                </a:lnTo>
                <a:close/>
              </a:path>
              <a:path w="173989" h="560070">
                <a:moveTo>
                  <a:pt x="57403" y="86766"/>
                </a:moveTo>
                <a:lnTo>
                  <a:pt x="51053" y="86766"/>
                </a:lnTo>
                <a:lnTo>
                  <a:pt x="44703" y="80416"/>
                </a:lnTo>
                <a:lnTo>
                  <a:pt x="57403" y="80416"/>
                </a:lnTo>
                <a:lnTo>
                  <a:pt x="57403" y="86766"/>
                </a:lnTo>
                <a:close/>
              </a:path>
              <a:path w="173989" h="560070">
                <a:moveTo>
                  <a:pt x="128841" y="86766"/>
                </a:moveTo>
                <a:lnTo>
                  <a:pt x="122491" y="86766"/>
                </a:lnTo>
                <a:lnTo>
                  <a:pt x="128841" y="80416"/>
                </a:lnTo>
                <a:lnTo>
                  <a:pt x="128841" y="86766"/>
                </a:lnTo>
                <a:close/>
              </a:path>
              <a:path w="173989" h="560070">
                <a:moveTo>
                  <a:pt x="173545" y="86766"/>
                </a:moveTo>
                <a:lnTo>
                  <a:pt x="128841" y="86766"/>
                </a:lnTo>
                <a:lnTo>
                  <a:pt x="128841" y="80416"/>
                </a:lnTo>
                <a:lnTo>
                  <a:pt x="149225" y="80416"/>
                </a:lnTo>
                <a:lnTo>
                  <a:pt x="153720" y="84912"/>
                </a:lnTo>
                <a:lnTo>
                  <a:pt x="171691" y="84912"/>
                </a:lnTo>
                <a:lnTo>
                  <a:pt x="173545" y="86766"/>
                </a:lnTo>
                <a:close/>
              </a:path>
              <a:path w="173989" h="560070">
                <a:moveTo>
                  <a:pt x="57403" y="553199"/>
                </a:moveTo>
                <a:lnTo>
                  <a:pt x="51053" y="546849"/>
                </a:lnTo>
                <a:lnTo>
                  <a:pt x="57403" y="546849"/>
                </a:lnTo>
                <a:lnTo>
                  <a:pt x="57403" y="553199"/>
                </a:lnTo>
                <a:close/>
              </a:path>
              <a:path w="173989" h="560070">
                <a:moveTo>
                  <a:pt x="116141" y="553199"/>
                </a:moveTo>
                <a:lnTo>
                  <a:pt x="57403" y="553199"/>
                </a:lnTo>
                <a:lnTo>
                  <a:pt x="57403" y="546849"/>
                </a:lnTo>
                <a:lnTo>
                  <a:pt x="116141" y="546849"/>
                </a:lnTo>
                <a:lnTo>
                  <a:pt x="116141" y="553199"/>
                </a:lnTo>
                <a:close/>
              </a:path>
              <a:path w="173989" h="560070">
                <a:moveTo>
                  <a:pt x="128841" y="553199"/>
                </a:moveTo>
                <a:lnTo>
                  <a:pt x="116141" y="553199"/>
                </a:lnTo>
                <a:lnTo>
                  <a:pt x="122491" y="546849"/>
                </a:lnTo>
                <a:lnTo>
                  <a:pt x="128841" y="546849"/>
                </a:lnTo>
                <a:lnTo>
                  <a:pt x="128841" y="55319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18276" y="2397251"/>
            <a:ext cx="965200" cy="143510"/>
          </a:xfrm>
          <a:custGeom>
            <a:avLst/>
            <a:gdLst/>
            <a:ahLst/>
            <a:cxnLst/>
            <a:rect l="l" t="t" r="r" b="b"/>
            <a:pathLst>
              <a:path w="965200" h="143510">
                <a:moveTo>
                  <a:pt x="71627" y="143256"/>
                </a:moveTo>
                <a:lnTo>
                  <a:pt x="0" y="71628"/>
                </a:lnTo>
                <a:lnTo>
                  <a:pt x="71627" y="0"/>
                </a:lnTo>
                <a:lnTo>
                  <a:pt x="71627" y="36575"/>
                </a:lnTo>
                <a:lnTo>
                  <a:pt x="964692" y="36575"/>
                </a:lnTo>
                <a:lnTo>
                  <a:pt x="964692" y="108204"/>
                </a:lnTo>
                <a:lnTo>
                  <a:pt x="71627" y="108204"/>
                </a:lnTo>
                <a:lnTo>
                  <a:pt x="71627" y="14325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09830" y="2382405"/>
            <a:ext cx="979805" cy="173990"/>
          </a:xfrm>
          <a:custGeom>
            <a:avLst/>
            <a:gdLst/>
            <a:ahLst/>
            <a:cxnLst/>
            <a:rect l="l" t="t" r="r" b="b"/>
            <a:pathLst>
              <a:path w="979804" h="173989">
                <a:moveTo>
                  <a:pt x="86779" y="173545"/>
                </a:moveTo>
                <a:lnTo>
                  <a:pt x="0" y="86779"/>
                </a:lnTo>
                <a:lnTo>
                  <a:pt x="86779" y="0"/>
                </a:lnTo>
                <a:lnTo>
                  <a:pt x="86779" y="15341"/>
                </a:lnTo>
                <a:lnTo>
                  <a:pt x="74079" y="15341"/>
                </a:lnTo>
                <a:lnTo>
                  <a:pt x="74079" y="30657"/>
                </a:lnTo>
                <a:lnTo>
                  <a:pt x="22453" y="82283"/>
                </a:lnTo>
                <a:lnTo>
                  <a:pt x="13474" y="82283"/>
                </a:lnTo>
                <a:lnTo>
                  <a:pt x="13474" y="91262"/>
                </a:lnTo>
                <a:lnTo>
                  <a:pt x="22453" y="91262"/>
                </a:lnTo>
                <a:lnTo>
                  <a:pt x="74079" y="142887"/>
                </a:lnTo>
                <a:lnTo>
                  <a:pt x="74079" y="158216"/>
                </a:lnTo>
                <a:lnTo>
                  <a:pt x="86779" y="158216"/>
                </a:lnTo>
                <a:lnTo>
                  <a:pt x="86779" y="173545"/>
                </a:lnTo>
                <a:close/>
              </a:path>
              <a:path w="979804" h="173989">
                <a:moveTo>
                  <a:pt x="74079" y="30657"/>
                </a:moveTo>
                <a:lnTo>
                  <a:pt x="74079" y="15341"/>
                </a:lnTo>
                <a:lnTo>
                  <a:pt x="84912" y="19824"/>
                </a:lnTo>
                <a:lnTo>
                  <a:pt x="74079" y="30657"/>
                </a:lnTo>
                <a:close/>
              </a:path>
              <a:path w="979804" h="173989">
                <a:moveTo>
                  <a:pt x="966749" y="57403"/>
                </a:moveTo>
                <a:lnTo>
                  <a:pt x="74079" y="57403"/>
                </a:lnTo>
                <a:lnTo>
                  <a:pt x="74079" y="30657"/>
                </a:lnTo>
                <a:lnTo>
                  <a:pt x="84912" y="19824"/>
                </a:lnTo>
                <a:lnTo>
                  <a:pt x="74079" y="15341"/>
                </a:lnTo>
                <a:lnTo>
                  <a:pt x="86779" y="15341"/>
                </a:lnTo>
                <a:lnTo>
                  <a:pt x="86779" y="44703"/>
                </a:lnTo>
                <a:lnTo>
                  <a:pt x="80429" y="44703"/>
                </a:lnTo>
                <a:lnTo>
                  <a:pt x="86779" y="51053"/>
                </a:lnTo>
                <a:lnTo>
                  <a:pt x="966749" y="51053"/>
                </a:lnTo>
                <a:lnTo>
                  <a:pt x="966749" y="57403"/>
                </a:lnTo>
                <a:close/>
              </a:path>
              <a:path w="979804" h="173989">
                <a:moveTo>
                  <a:pt x="86779" y="51053"/>
                </a:moveTo>
                <a:lnTo>
                  <a:pt x="80429" y="44703"/>
                </a:lnTo>
                <a:lnTo>
                  <a:pt x="86779" y="44703"/>
                </a:lnTo>
                <a:lnTo>
                  <a:pt x="86779" y="51053"/>
                </a:lnTo>
                <a:close/>
              </a:path>
              <a:path w="979804" h="173989">
                <a:moveTo>
                  <a:pt x="979449" y="57403"/>
                </a:moveTo>
                <a:lnTo>
                  <a:pt x="973099" y="57403"/>
                </a:lnTo>
                <a:lnTo>
                  <a:pt x="966749" y="51053"/>
                </a:lnTo>
                <a:lnTo>
                  <a:pt x="86779" y="51053"/>
                </a:lnTo>
                <a:lnTo>
                  <a:pt x="86779" y="44703"/>
                </a:lnTo>
                <a:lnTo>
                  <a:pt x="979449" y="44703"/>
                </a:lnTo>
                <a:lnTo>
                  <a:pt x="979449" y="57403"/>
                </a:lnTo>
                <a:close/>
              </a:path>
              <a:path w="979804" h="173989">
                <a:moveTo>
                  <a:pt x="966749" y="122491"/>
                </a:moveTo>
                <a:lnTo>
                  <a:pt x="966749" y="51053"/>
                </a:lnTo>
                <a:lnTo>
                  <a:pt x="973099" y="57403"/>
                </a:lnTo>
                <a:lnTo>
                  <a:pt x="979449" y="57403"/>
                </a:lnTo>
                <a:lnTo>
                  <a:pt x="979449" y="116141"/>
                </a:lnTo>
                <a:lnTo>
                  <a:pt x="973099" y="116141"/>
                </a:lnTo>
                <a:lnTo>
                  <a:pt x="966749" y="122491"/>
                </a:lnTo>
                <a:close/>
              </a:path>
              <a:path w="979804" h="173989">
                <a:moveTo>
                  <a:pt x="13474" y="91262"/>
                </a:moveTo>
                <a:lnTo>
                  <a:pt x="13474" y="82283"/>
                </a:lnTo>
                <a:lnTo>
                  <a:pt x="17957" y="86779"/>
                </a:lnTo>
                <a:lnTo>
                  <a:pt x="13474" y="91262"/>
                </a:lnTo>
                <a:close/>
              </a:path>
              <a:path w="979804" h="173989">
                <a:moveTo>
                  <a:pt x="17964" y="86772"/>
                </a:moveTo>
                <a:lnTo>
                  <a:pt x="13474" y="82283"/>
                </a:lnTo>
                <a:lnTo>
                  <a:pt x="22453" y="82283"/>
                </a:lnTo>
                <a:lnTo>
                  <a:pt x="17964" y="86772"/>
                </a:lnTo>
                <a:close/>
              </a:path>
              <a:path w="979804" h="173989">
                <a:moveTo>
                  <a:pt x="22453" y="91262"/>
                </a:moveTo>
                <a:lnTo>
                  <a:pt x="13474" y="91262"/>
                </a:lnTo>
                <a:lnTo>
                  <a:pt x="17970" y="86779"/>
                </a:lnTo>
                <a:lnTo>
                  <a:pt x="22453" y="91262"/>
                </a:lnTo>
                <a:close/>
              </a:path>
              <a:path w="979804" h="173989">
                <a:moveTo>
                  <a:pt x="86779" y="158216"/>
                </a:moveTo>
                <a:lnTo>
                  <a:pt x="74079" y="158216"/>
                </a:lnTo>
                <a:lnTo>
                  <a:pt x="84912" y="153720"/>
                </a:lnTo>
                <a:lnTo>
                  <a:pt x="74079" y="142887"/>
                </a:lnTo>
                <a:lnTo>
                  <a:pt x="74079" y="116141"/>
                </a:lnTo>
                <a:lnTo>
                  <a:pt x="966749" y="116141"/>
                </a:lnTo>
                <a:lnTo>
                  <a:pt x="966749" y="122491"/>
                </a:lnTo>
                <a:lnTo>
                  <a:pt x="86779" y="122491"/>
                </a:lnTo>
                <a:lnTo>
                  <a:pt x="80429" y="128841"/>
                </a:lnTo>
                <a:lnTo>
                  <a:pt x="86779" y="128841"/>
                </a:lnTo>
                <a:lnTo>
                  <a:pt x="86779" y="158216"/>
                </a:lnTo>
                <a:close/>
              </a:path>
              <a:path w="979804" h="173989">
                <a:moveTo>
                  <a:pt x="979449" y="128841"/>
                </a:moveTo>
                <a:lnTo>
                  <a:pt x="86779" y="128841"/>
                </a:lnTo>
                <a:lnTo>
                  <a:pt x="86779" y="122491"/>
                </a:lnTo>
                <a:lnTo>
                  <a:pt x="966749" y="122491"/>
                </a:lnTo>
                <a:lnTo>
                  <a:pt x="973099" y="116141"/>
                </a:lnTo>
                <a:lnTo>
                  <a:pt x="979449" y="116141"/>
                </a:lnTo>
                <a:lnTo>
                  <a:pt x="979449" y="128841"/>
                </a:lnTo>
                <a:close/>
              </a:path>
              <a:path w="979804" h="173989">
                <a:moveTo>
                  <a:pt x="86779" y="128841"/>
                </a:moveTo>
                <a:lnTo>
                  <a:pt x="80429" y="128841"/>
                </a:lnTo>
                <a:lnTo>
                  <a:pt x="86779" y="122491"/>
                </a:lnTo>
                <a:lnTo>
                  <a:pt x="86779" y="128841"/>
                </a:lnTo>
                <a:close/>
              </a:path>
              <a:path w="979804" h="173989">
                <a:moveTo>
                  <a:pt x="74079" y="158216"/>
                </a:moveTo>
                <a:lnTo>
                  <a:pt x="74079" y="142887"/>
                </a:lnTo>
                <a:lnTo>
                  <a:pt x="84912" y="153720"/>
                </a:lnTo>
                <a:lnTo>
                  <a:pt x="74079" y="158216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95444" y="4774691"/>
            <a:ext cx="1973580" cy="401320"/>
          </a:xfrm>
          <a:custGeom>
            <a:avLst/>
            <a:gdLst/>
            <a:ahLst/>
            <a:cxnLst/>
            <a:rect l="l" t="t" r="r" b="b"/>
            <a:pathLst>
              <a:path w="1973579" h="401320">
                <a:moveTo>
                  <a:pt x="1086611" y="99060"/>
                </a:moveTo>
                <a:lnTo>
                  <a:pt x="886967" y="99060"/>
                </a:lnTo>
                <a:lnTo>
                  <a:pt x="987551" y="0"/>
                </a:lnTo>
                <a:lnTo>
                  <a:pt x="1086611" y="99060"/>
                </a:lnTo>
                <a:close/>
              </a:path>
              <a:path w="1973579" h="401320">
                <a:moveTo>
                  <a:pt x="1036319" y="249936"/>
                </a:moveTo>
                <a:lnTo>
                  <a:pt x="937259" y="249936"/>
                </a:lnTo>
                <a:lnTo>
                  <a:pt x="937259" y="99060"/>
                </a:lnTo>
                <a:lnTo>
                  <a:pt x="1036319" y="99060"/>
                </a:lnTo>
                <a:lnTo>
                  <a:pt x="1036319" y="249936"/>
                </a:lnTo>
                <a:close/>
              </a:path>
              <a:path w="1973579" h="401320">
                <a:moveTo>
                  <a:pt x="100583" y="400812"/>
                </a:moveTo>
                <a:lnTo>
                  <a:pt x="0" y="300228"/>
                </a:lnTo>
                <a:lnTo>
                  <a:pt x="100583" y="199644"/>
                </a:lnTo>
                <a:lnTo>
                  <a:pt x="100583" y="249936"/>
                </a:lnTo>
                <a:lnTo>
                  <a:pt x="1923287" y="249936"/>
                </a:lnTo>
                <a:lnTo>
                  <a:pt x="1973579" y="300228"/>
                </a:lnTo>
                <a:lnTo>
                  <a:pt x="1923288" y="350520"/>
                </a:lnTo>
                <a:lnTo>
                  <a:pt x="100583" y="350520"/>
                </a:lnTo>
                <a:lnTo>
                  <a:pt x="100583" y="400812"/>
                </a:lnTo>
                <a:close/>
              </a:path>
              <a:path w="1973579" h="401320">
                <a:moveTo>
                  <a:pt x="1923287" y="249936"/>
                </a:moveTo>
                <a:lnTo>
                  <a:pt x="1872996" y="249936"/>
                </a:lnTo>
                <a:lnTo>
                  <a:pt x="1872996" y="199644"/>
                </a:lnTo>
                <a:lnTo>
                  <a:pt x="1923287" y="249936"/>
                </a:lnTo>
                <a:close/>
              </a:path>
              <a:path w="1973579" h="401320">
                <a:moveTo>
                  <a:pt x="1872996" y="400812"/>
                </a:moveTo>
                <a:lnTo>
                  <a:pt x="1872996" y="350520"/>
                </a:lnTo>
                <a:lnTo>
                  <a:pt x="1923288" y="350520"/>
                </a:lnTo>
                <a:lnTo>
                  <a:pt x="1872996" y="40081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86706" y="4765040"/>
            <a:ext cx="1991360" cy="425450"/>
          </a:xfrm>
          <a:custGeom>
            <a:avLst/>
            <a:gdLst/>
            <a:ahLst/>
            <a:cxnLst/>
            <a:rect l="l" t="t" r="r" b="b"/>
            <a:pathLst>
              <a:path w="1991359" h="425450">
                <a:moveTo>
                  <a:pt x="939177" y="115519"/>
                </a:moveTo>
                <a:lnTo>
                  <a:pt x="880097" y="115519"/>
                </a:lnTo>
                <a:lnTo>
                  <a:pt x="995629" y="0"/>
                </a:lnTo>
                <a:lnTo>
                  <a:pt x="1009092" y="13462"/>
                </a:lnTo>
                <a:lnTo>
                  <a:pt x="991146" y="13462"/>
                </a:lnTo>
                <a:lnTo>
                  <a:pt x="995635" y="17951"/>
                </a:lnTo>
                <a:lnTo>
                  <a:pt x="910767" y="102819"/>
                </a:lnTo>
                <a:lnTo>
                  <a:pt x="895438" y="102819"/>
                </a:lnTo>
                <a:lnTo>
                  <a:pt x="899922" y="113664"/>
                </a:lnTo>
                <a:lnTo>
                  <a:pt x="939177" y="113664"/>
                </a:lnTo>
                <a:lnTo>
                  <a:pt x="939177" y="115519"/>
                </a:lnTo>
                <a:close/>
              </a:path>
              <a:path w="1991359" h="425450">
                <a:moveTo>
                  <a:pt x="995635" y="17951"/>
                </a:moveTo>
                <a:lnTo>
                  <a:pt x="991146" y="13462"/>
                </a:lnTo>
                <a:lnTo>
                  <a:pt x="1000125" y="13462"/>
                </a:lnTo>
                <a:lnTo>
                  <a:pt x="995635" y="17951"/>
                </a:lnTo>
                <a:close/>
              </a:path>
              <a:path w="1991359" h="425450">
                <a:moveTo>
                  <a:pt x="1091336" y="113664"/>
                </a:moveTo>
                <a:lnTo>
                  <a:pt x="995635" y="17951"/>
                </a:lnTo>
                <a:lnTo>
                  <a:pt x="1000125" y="13462"/>
                </a:lnTo>
                <a:lnTo>
                  <a:pt x="1009092" y="13462"/>
                </a:lnTo>
                <a:lnTo>
                  <a:pt x="1098459" y="102819"/>
                </a:lnTo>
                <a:lnTo>
                  <a:pt x="1095832" y="102819"/>
                </a:lnTo>
                <a:lnTo>
                  <a:pt x="1091336" y="113664"/>
                </a:lnTo>
                <a:close/>
              </a:path>
              <a:path w="1991359" h="425450">
                <a:moveTo>
                  <a:pt x="899922" y="113664"/>
                </a:moveTo>
                <a:lnTo>
                  <a:pt x="895438" y="102819"/>
                </a:lnTo>
                <a:lnTo>
                  <a:pt x="910767" y="102819"/>
                </a:lnTo>
                <a:lnTo>
                  <a:pt x="899922" y="113664"/>
                </a:lnTo>
                <a:close/>
              </a:path>
              <a:path w="1991359" h="425450">
                <a:moveTo>
                  <a:pt x="939177" y="113664"/>
                </a:moveTo>
                <a:lnTo>
                  <a:pt x="899922" y="113664"/>
                </a:lnTo>
                <a:lnTo>
                  <a:pt x="910767" y="102819"/>
                </a:lnTo>
                <a:lnTo>
                  <a:pt x="951877" y="102819"/>
                </a:lnTo>
                <a:lnTo>
                  <a:pt x="951877" y="109169"/>
                </a:lnTo>
                <a:lnTo>
                  <a:pt x="939177" y="109169"/>
                </a:lnTo>
                <a:lnTo>
                  <a:pt x="939177" y="113664"/>
                </a:lnTo>
                <a:close/>
              </a:path>
              <a:path w="1991359" h="425450">
                <a:moveTo>
                  <a:pt x="1888439" y="265823"/>
                </a:moveTo>
                <a:lnTo>
                  <a:pt x="1039380" y="265823"/>
                </a:lnTo>
                <a:lnTo>
                  <a:pt x="1039380" y="102819"/>
                </a:lnTo>
                <a:lnTo>
                  <a:pt x="1080491" y="102819"/>
                </a:lnTo>
                <a:lnTo>
                  <a:pt x="1086841" y="109169"/>
                </a:lnTo>
                <a:lnTo>
                  <a:pt x="1052080" y="109169"/>
                </a:lnTo>
                <a:lnTo>
                  <a:pt x="1045730" y="115519"/>
                </a:lnTo>
                <a:lnTo>
                  <a:pt x="1052080" y="115519"/>
                </a:lnTo>
                <a:lnTo>
                  <a:pt x="1052080" y="253123"/>
                </a:lnTo>
                <a:lnTo>
                  <a:pt x="1045730" y="253123"/>
                </a:lnTo>
                <a:lnTo>
                  <a:pt x="1052080" y="259473"/>
                </a:lnTo>
                <a:lnTo>
                  <a:pt x="1888439" y="259473"/>
                </a:lnTo>
                <a:lnTo>
                  <a:pt x="1888439" y="265823"/>
                </a:lnTo>
                <a:close/>
              </a:path>
              <a:path w="1991359" h="425450">
                <a:moveTo>
                  <a:pt x="1109306" y="113664"/>
                </a:moveTo>
                <a:lnTo>
                  <a:pt x="1091336" y="113664"/>
                </a:lnTo>
                <a:lnTo>
                  <a:pt x="1095832" y="102819"/>
                </a:lnTo>
                <a:lnTo>
                  <a:pt x="1098459" y="102819"/>
                </a:lnTo>
                <a:lnTo>
                  <a:pt x="1109306" y="113664"/>
                </a:lnTo>
                <a:close/>
              </a:path>
              <a:path w="1991359" h="425450">
                <a:moveTo>
                  <a:pt x="939177" y="259473"/>
                </a:moveTo>
                <a:lnTo>
                  <a:pt x="939177" y="109169"/>
                </a:lnTo>
                <a:lnTo>
                  <a:pt x="945527" y="115519"/>
                </a:lnTo>
                <a:lnTo>
                  <a:pt x="951877" y="115519"/>
                </a:lnTo>
                <a:lnTo>
                  <a:pt x="951877" y="253123"/>
                </a:lnTo>
                <a:lnTo>
                  <a:pt x="945527" y="253123"/>
                </a:lnTo>
                <a:lnTo>
                  <a:pt x="939177" y="259473"/>
                </a:lnTo>
                <a:close/>
              </a:path>
              <a:path w="1991359" h="425450">
                <a:moveTo>
                  <a:pt x="951877" y="115519"/>
                </a:moveTo>
                <a:lnTo>
                  <a:pt x="945527" y="115519"/>
                </a:lnTo>
                <a:lnTo>
                  <a:pt x="939177" y="109169"/>
                </a:lnTo>
                <a:lnTo>
                  <a:pt x="951877" y="109169"/>
                </a:lnTo>
                <a:lnTo>
                  <a:pt x="951877" y="115519"/>
                </a:lnTo>
                <a:close/>
              </a:path>
              <a:path w="1991359" h="425450">
                <a:moveTo>
                  <a:pt x="1052080" y="115519"/>
                </a:moveTo>
                <a:lnTo>
                  <a:pt x="1045730" y="115519"/>
                </a:lnTo>
                <a:lnTo>
                  <a:pt x="1052080" y="109169"/>
                </a:lnTo>
                <a:lnTo>
                  <a:pt x="1052080" y="115519"/>
                </a:lnTo>
                <a:close/>
              </a:path>
              <a:path w="1991359" h="425450">
                <a:moveTo>
                  <a:pt x="1111161" y="115519"/>
                </a:moveTo>
                <a:lnTo>
                  <a:pt x="1052080" y="115519"/>
                </a:lnTo>
                <a:lnTo>
                  <a:pt x="1052080" y="109169"/>
                </a:lnTo>
                <a:lnTo>
                  <a:pt x="1086841" y="109169"/>
                </a:lnTo>
                <a:lnTo>
                  <a:pt x="1091336" y="113664"/>
                </a:lnTo>
                <a:lnTo>
                  <a:pt x="1109306" y="113664"/>
                </a:lnTo>
                <a:lnTo>
                  <a:pt x="1111161" y="115519"/>
                </a:lnTo>
                <a:close/>
              </a:path>
              <a:path w="1991359" h="425450">
                <a:moveTo>
                  <a:pt x="115531" y="425094"/>
                </a:moveTo>
                <a:lnTo>
                  <a:pt x="0" y="309562"/>
                </a:lnTo>
                <a:lnTo>
                  <a:pt x="115531" y="194043"/>
                </a:lnTo>
                <a:lnTo>
                  <a:pt x="115531" y="209372"/>
                </a:lnTo>
                <a:lnTo>
                  <a:pt x="102831" y="209372"/>
                </a:lnTo>
                <a:lnTo>
                  <a:pt x="102820" y="224701"/>
                </a:lnTo>
                <a:lnTo>
                  <a:pt x="22452" y="305079"/>
                </a:lnTo>
                <a:lnTo>
                  <a:pt x="13474" y="305079"/>
                </a:lnTo>
                <a:lnTo>
                  <a:pt x="13474" y="314058"/>
                </a:lnTo>
                <a:lnTo>
                  <a:pt x="22453" y="314058"/>
                </a:lnTo>
                <a:lnTo>
                  <a:pt x="102820" y="394425"/>
                </a:lnTo>
                <a:lnTo>
                  <a:pt x="102831" y="409765"/>
                </a:lnTo>
                <a:lnTo>
                  <a:pt x="115531" y="409765"/>
                </a:lnTo>
                <a:lnTo>
                  <a:pt x="115531" y="425094"/>
                </a:lnTo>
                <a:close/>
              </a:path>
              <a:path w="1991359" h="425450">
                <a:moveTo>
                  <a:pt x="1875739" y="259473"/>
                </a:moveTo>
                <a:lnTo>
                  <a:pt x="1875739" y="194043"/>
                </a:lnTo>
                <a:lnTo>
                  <a:pt x="1891068" y="209372"/>
                </a:lnTo>
                <a:lnTo>
                  <a:pt x="1888439" y="209372"/>
                </a:lnTo>
                <a:lnTo>
                  <a:pt x="1877593" y="213855"/>
                </a:lnTo>
                <a:lnTo>
                  <a:pt x="1888427" y="224689"/>
                </a:lnTo>
                <a:lnTo>
                  <a:pt x="1888439" y="253123"/>
                </a:lnTo>
                <a:lnTo>
                  <a:pt x="1882089" y="253123"/>
                </a:lnTo>
                <a:lnTo>
                  <a:pt x="1875739" y="259473"/>
                </a:lnTo>
                <a:close/>
              </a:path>
              <a:path w="1991359" h="425450">
                <a:moveTo>
                  <a:pt x="102831" y="224689"/>
                </a:moveTo>
                <a:lnTo>
                  <a:pt x="102831" y="209372"/>
                </a:lnTo>
                <a:lnTo>
                  <a:pt x="113665" y="213855"/>
                </a:lnTo>
                <a:lnTo>
                  <a:pt x="102831" y="224689"/>
                </a:lnTo>
                <a:close/>
              </a:path>
              <a:path w="1991359" h="425450">
                <a:moveTo>
                  <a:pt x="951877" y="265823"/>
                </a:moveTo>
                <a:lnTo>
                  <a:pt x="102831" y="265823"/>
                </a:lnTo>
                <a:lnTo>
                  <a:pt x="102831" y="224689"/>
                </a:lnTo>
                <a:lnTo>
                  <a:pt x="113665" y="213855"/>
                </a:lnTo>
                <a:lnTo>
                  <a:pt x="102831" y="209372"/>
                </a:lnTo>
                <a:lnTo>
                  <a:pt x="115531" y="209372"/>
                </a:lnTo>
                <a:lnTo>
                  <a:pt x="115531" y="253123"/>
                </a:lnTo>
                <a:lnTo>
                  <a:pt x="109181" y="253123"/>
                </a:lnTo>
                <a:lnTo>
                  <a:pt x="115531" y="259473"/>
                </a:lnTo>
                <a:lnTo>
                  <a:pt x="951877" y="259473"/>
                </a:lnTo>
                <a:lnTo>
                  <a:pt x="951877" y="265823"/>
                </a:lnTo>
                <a:close/>
              </a:path>
              <a:path w="1991359" h="425450">
                <a:moveTo>
                  <a:pt x="1888439" y="224701"/>
                </a:moveTo>
                <a:lnTo>
                  <a:pt x="1877593" y="213855"/>
                </a:lnTo>
                <a:lnTo>
                  <a:pt x="1888439" y="209372"/>
                </a:lnTo>
                <a:lnTo>
                  <a:pt x="1888439" y="224701"/>
                </a:lnTo>
                <a:close/>
              </a:path>
              <a:path w="1991359" h="425450">
                <a:moveTo>
                  <a:pt x="1973306" y="309568"/>
                </a:moveTo>
                <a:lnTo>
                  <a:pt x="1888439" y="224701"/>
                </a:lnTo>
                <a:lnTo>
                  <a:pt x="1888439" y="209372"/>
                </a:lnTo>
                <a:lnTo>
                  <a:pt x="1891068" y="209372"/>
                </a:lnTo>
                <a:lnTo>
                  <a:pt x="1986775" y="305079"/>
                </a:lnTo>
                <a:lnTo>
                  <a:pt x="1977796" y="305079"/>
                </a:lnTo>
                <a:lnTo>
                  <a:pt x="1973306" y="309568"/>
                </a:lnTo>
                <a:close/>
              </a:path>
              <a:path w="1991359" h="425450">
                <a:moveTo>
                  <a:pt x="115531" y="259473"/>
                </a:moveTo>
                <a:lnTo>
                  <a:pt x="109181" y="253123"/>
                </a:lnTo>
                <a:lnTo>
                  <a:pt x="115531" y="253123"/>
                </a:lnTo>
                <a:lnTo>
                  <a:pt x="115531" y="259473"/>
                </a:lnTo>
                <a:close/>
              </a:path>
              <a:path w="1991359" h="425450">
                <a:moveTo>
                  <a:pt x="939177" y="259473"/>
                </a:moveTo>
                <a:lnTo>
                  <a:pt x="115531" y="259473"/>
                </a:lnTo>
                <a:lnTo>
                  <a:pt x="115531" y="253123"/>
                </a:lnTo>
                <a:lnTo>
                  <a:pt x="939177" y="253123"/>
                </a:lnTo>
                <a:lnTo>
                  <a:pt x="939177" y="259473"/>
                </a:lnTo>
                <a:close/>
              </a:path>
              <a:path w="1991359" h="425450">
                <a:moveTo>
                  <a:pt x="951877" y="259473"/>
                </a:moveTo>
                <a:lnTo>
                  <a:pt x="939177" y="259473"/>
                </a:lnTo>
                <a:lnTo>
                  <a:pt x="945527" y="253123"/>
                </a:lnTo>
                <a:lnTo>
                  <a:pt x="951877" y="253123"/>
                </a:lnTo>
                <a:lnTo>
                  <a:pt x="951877" y="259473"/>
                </a:lnTo>
                <a:close/>
              </a:path>
              <a:path w="1991359" h="425450">
                <a:moveTo>
                  <a:pt x="1052080" y="259473"/>
                </a:moveTo>
                <a:lnTo>
                  <a:pt x="1045730" y="253123"/>
                </a:lnTo>
                <a:lnTo>
                  <a:pt x="1052080" y="253123"/>
                </a:lnTo>
                <a:lnTo>
                  <a:pt x="1052080" y="259473"/>
                </a:lnTo>
                <a:close/>
              </a:path>
              <a:path w="1991359" h="425450">
                <a:moveTo>
                  <a:pt x="1875739" y="259473"/>
                </a:moveTo>
                <a:lnTo>
                  <a:pt x="1052080" y="259473"/>
                </a:lnTo>
                <a:lnTo>
                  <a:pt x="1052080" y="253123"/>
                </a:lnTo>
                <a:lnTo>
                  <a:pt x="1875739" y="253123"/>
                </a:lnTo>
                <a:lnTo>
                  <a:pt x="1875739" y="259473"/>
                </a:lnTo>
                <a:close/>
              </a:path>
              <a:path w="1991359" h="425450">
                <a:moveTo>
                  <a:pt x="1888439" y="259473"/>
                </a:moveTo>
                <a:lnTo>
                  <a:pt x="1875739" y="259473"/>
                </a:lnTo>
                <a:lnTo>
                  <a:pt x="1882089" y="253123"/>
                </a:lnTo>
                <a:lnTo>
                  <a:pt x="1888439" y="253123"/>
                </a:lnTo>
                <a:lnTo>
                  <a:pt x="1888439" y="259473"/>
                </a:lnTo>
                <a:close/>
              </a:path>
              <a:path w="1991359" h="425450">
                <a:moveTo>
                  <a:pt x="13474" y="314058"/>
                </a:moveTo>
                <a:lnTo>
                  <a:pt x="13474" y="305079"/>
                </a:lnTo>
                <a:lnTo>
                  <a:pt x="17963" y="309568"/>
                </a:lnTo>
                <a:lnTo>
                  <a:pt x="13474" y="314058"/>
                </a:lnTo>
                <a:close/>
              </a:path>
              <a:path w="1991359" h="425450">
                <a:moveTo>
                  <a:pt x="17963" y="309568"/>
                </a:moveTo>
                <a:lnTo>
                  <a:pt x="13474" y="305079"/>
                </a:lnTo>
                <a:lnTo>
                  <a:pt x="22452" y="305079"/>
                </a:lnTo>
                <a:lnTo>
                  <a:pt x="17963" y="309568"/>
                </a:lnTo>
                <a:close/>
              </a:path>
              <a:path w="1991359" h="425450">
                <a:moveTo>
                  <a:pt x="1977796" y="314058"/>
                </a:moveTo>
                <a:lnTo>
                  <a:pt x="1973312" y="309562"/>
                </a:lnTo>
                <a:lnTo>
                  <a:pt x="1977796" y="305079"/>
                </a:lnTo>
                <a:lnTo>
                  <a:pt x="1977796" y="314058"/>
                </a:lnTo>
                <a:close/>
              </a:path>
              <a:path w="1991359" h="425450">
                <a:moveTo>
                  <a:pt x="1986763" y="314058"/>
                </a:moveTo>
                <a:lnTo>
                  <a:pt x="1977796" y="314058"/>
                </a:lnTo>
                <a:lnTo>
                  <a:pt x="1977796" y="305079"/>
                </a:lnTo>
                <a:lnTo>
                  <a:pt x="1986775" y="305079"/>
                </a:lnTo>
                <a:lnTo>
                  <a:pt x="1991252" y="309568"/>
                </a:lnTo>
                <a:lnTo>
                  <a:pt x="1986763" y="314058"/>
                </a:lnTo>
                <a:close/>
              </a:path>
              <a:path w="1991359" h="425450">
                <a:moveTo>
                  <a:pt x="22453" y="314058"/>
                </a:moveTo>
                <a:lnTo>
                  <a:pt x="13474" y="314058"/>
                </a:lnTo>
                <a:lnTo>
                  <a:pt x="17963" y="309568"/>
                </a:lnTo>
                <a:lnTo>
                  <a:pt x="22453" y="314058"/>
                </a:lnTo>
                <a:close/>
              </a:path>
              <a:path w="1991359" h="425450">
                <a:moveTo>
                  <a:pt x="1891066" y="409765"/>
                </a:moveTo>
                <a:lnTo>
                  <a:pt x="1888439" y="409765"/>
                </a:lnTo>
                <a:lnTo>
                  <a:pt x="1888439" y="394425"/>
                </a:lnTo>
                <a:lnTo>
                  <a:pt x="1973306" y="309568"/>
                </a:lnTo>
                <a:lnTo>
                  <a:pt x="1977796" y="314058"/>
                </a:lnTo>
                <a:lnTo>
                  <a:pt x="1986763" y="314058"/>
                </a:lnTo>
                <a:lnTo>
                  <a:pt x="1891066" y="409765"/>
                </a:lnTo>
                <a:close/>
              </a:path>
              <a:path w="1991359" h="425450">
                <a:moveTo>
                  <a:pt x="115531" y="409765"/>
                </a:moveTo>
                <a:lnTo>
                  <a:pt x="102831" y="409765"/>
                </a:lnTo>
                <a:lnTo>
                  <a:pt x="113665" y="405269"/>
                </a:lnTo>
                <a:lnTo>
                  <a:pt x="102831" y="394436"/>
                </a:lnTo>
                <a:lnTo>
                  <a:pt x="102831" y="353313"/>
                </a:lnTo>
                <a:lnTo>
                  <a:pt x="1888439" y="353313"/>
                </a:lnTo>
                <a:lnTo>
                  <a:pt x="1888439" y="359663"/>
                </a:lnTo>
                <a:lnTo>
                  <a:pt x="115531" y="359663"/>
                </a:lnTo>
                <a:lnTo>
                  <a:pt x="109181" y="366013"/>
                </a:lnTo>
                <a:lnTo>
                  <a:pt x="115531" y="366013"/>
                </a:lnTo>
                <a:lnTo>
                  <a:pt x="115531" y="409765"/>
                </a:lnTo>
                <a:close/>
              </a:path>
              <a:path w="1991359" h="425450">
                <a:moveTo>
                  <a:pt x="115531" y="366013"/>
                </a:moveTo>
                <a:lnTo>
                  <a:pt x="109181" y="366013"/>
                </a:lnTo>
                <a:lnTo>
                  <a:pt x="115531" y="359663"/>
                </a:lnTo>
                <a:lnTo>
                  <a:pt x="115531" y="366013"/>
                </a:lnTo>
                <a:close/>
              </a:path>
              <a:path w="1991359" h="425450">
                <a:moveTo>
                  <a:pt x="1875739" y="366013"/>
                </a:moveTo>
                <a:lnTo>
                  <a:pt x="115531" y="366013"/>
                </a:lnTo>
                <a:lnTo>
                  <a:pt x="115531" y="359663"/>
                </a:lnTo>
                <a:lnTo>
                  <a:pt x="1875739" y="359663"/>
                </a:lnTo>
                <a:lnTo>
                  <a:pt x="1875739" y="366013"/>
                </a:lnTo>
                <a:close/>
              </a:path>
              <a:path w="1991359" h="425450">
                <a:moveTo>
                  <a:pt x="1875739" y="425094"/>
                </a:moveTo>
                <a:lnTo>
                  <a:pt x="1875739" y="359663"/>
                </a:lnTo>
                <a:lnTo>
                  <a:pt x="1882089" y="366013"/>
                </a:lnTo>
                <a:lnTo>
                  <a:pt x="1888439" y="366013"/>
                </a:lnTo>
                <a:lnTo>
                  <a:pt x="1888427" y="394436"/>
                </a:lnTo>
                <a:lnTo>
                  <a:pt x="1877593" y="405269"/>
                </a:lnTo>
                <a:lnTo>
                  <a:pt x="1888439" y="409765"/>
                </a:lnTo>
                <a:lnTo>
                  <a:pt x="1891066" y="409765"/>
                </a:lnTo>
                <a:lnTo>
                  <a:pt x="1875739" y="425094"/>
                </a:lnTo>
                <a:close/>
              </a:path>
              <a:path w="1991359" h="425450">
                <a:moveTo>
                  <a:pt x="1888439" y="366013"/>
                </a:moveTo>
                <a:lnTo>
                  <a:pt x="1882089" y="366013"/>
                </a:lnTo>
                <a:lnTo>
                  <a:pt x="1875739" y="359663"/>
                </a:lnTo>
                <a:lnTo>
                  <a:pt x="1888439" y="359663"/>
                </a:lnTo>
                <a:lnTo>
                  <a:pt x="1888439" y="366013"/>
                </a:lnTo>
                <a:close/>
              </a:path>
              <a:path w="1991359" h="425450">
                <a:moveTo>
                  <a:pt x="1888439" y="409765"/>
                </a:moveTo>
                <a:lnTo>
                  <a:pt x="1877593" y="405269"/>
                </a:lnTo>
                <a:lnTo>
                  <a:pt x="1888439" y="394425"/>
                </a:lnTo>
                <a:lnTo>
                  <a:pt x="1888439" y="409765"/>
                </a:lnTo>
                <a:close/>
              </a:path>
              <a:path w="1991359" h="425450">
                <a:moveTo>
                  <a:pt x="102831" y="409765"/>
                </a:moveTo>
                <a:lnTo>
                  <a:pt x="102831" y="394436"/>
                </a:lnTo>
                <a:lnTo>
                  <a:pt x="113665" y="405269"/>
                </a:lnTo>
                <a:lnTo>
                  <a:pt x="102831" y="40976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72400" y="2442972"/>
            <a:ext cx="1012190" cy="364490"/>
          </a:xfrm>
          <a:custGeom>
            <a:avLst/>
            <a:gdLst/>
            <a:ahLst/>
            <a:cxnLst/>
            <a:rect l="l" t="t" r="r" b="b"/>
            <a:pathLst>
              <a:path w="1012190" h="364489">
                <a:moveTo>
                  <a:pt x="966216" y="272795"/>
                </a:moveTo>
                <a:lnTo>
                  <a:pt x="876300" y="272795"/>
                </a:lnTo>
                <a:lnTo>
                  <a:pt x="876300" y="91439"/>
                </a:lnTo>
                <a:lnTo>
                  <a:pt x="0" y="91439"/>
                </a:lnTo>
                <a:lnTo>
                  <a:pt x="0" y="0"/>
                </a:lnTo>
                <a:lnTo>
                  <a:pt x="966216" y="0"/>
                </a:lnTo>
                <a:lnTo>
                  <a:pt x="966216" y="272795"/>
                </a:lnTo>
                <a:close/>
              </a:path>
              <a:path w="1012190" h="364489">
                <a:moveTo>
                  <a:pt x="922020" y="364235"/>
                </a:moveTo>
                <a:lnTo>
                  <a:pt x="830579" y="272795"/>
                </a:lnTo>
                <a:lnTo>
                  <a:pt x="1011935" y="272795"/>
                </a:lnTo>
                <a:lnTo>
                  <a:pt x="922020" y="36423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65719" y="2436177"/>
            <a:ext cx="1035050" cy="380365"/>
          </a:xfrm>
          <a:custGeom>
            <a:avLst/>
            <a:gdLst/>
            <a:ahLst/>
            <a:cxnLst/>
            <a:rect l="l" t="t" r="r" b="b"/>
            <a:pathLst>
              <a:path w="1035050" h="380364">
                <a:moveTo>
                  <a:pt x="876084" y="103873"/>
                </a:moveTo>
                <a:lnTo>
                  <a:pt x="0" y="103873"/>
                </a:lnTo>
                <a:lnTo>
                  <a:pt x="0" y="0"/>
                </a:lnTo>
                <a:lnTo>
                  <a:pt x="979957" y="0"/>
                </a:lnTo>
                <a:lnTo>
                  <a:pt x="97995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1173"/>
                </a:lnTo>
                <a:lnTo>
                  <a:pt x="6350" y="91173"/>
                </a:lnTo>
                <a:lnTo>
                  <a:pt x="12700" y="97523"/>
                </a:lnTo>
                <a:lnTo>
                  <a:pt x="876084" y="97523"/>
                </a:lnTo>
                <a:lnTo>
                  <a:pt x="876084" y="103873"/>
                </a:lnTo>
                <a:close/>
              </a:path>
              <a:path w="1035050" h="38036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035050" h="380364">
                <a:moveTo>
                  <a:pt x="96725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967257" y="6350"/>
                </a:lnTo>
                <a:lnTo>
                  <a:pt x="967257" y="12700"/>
                </a:lnTo>
                <a:close/>
              </a:path>
              <a:path w="1035050" h="380364">
                <a:moveTo>
                  <a:pt x="1003871" y="286219"/>
                </a:moveTo>
                <a:lnTo>
                  <a:pt x="967257" y="286219"/>
                </a:lnTo>
                <a:lnTo>
                  <a:pt x="967257" y="6350"/>
                </a:lnTo>
                <a:lnTo>
                  <a:pt x="973607" y="12700"/>
                </a:lnTo>
                <a:lnTo>
                  <a:pt x="979957" y="12700"/>
                </a:lnTo>
                <a:lnTo>
                  <a:pt x="979957" y="273519"/>
                </a:lnTo>
                <a:lnTo>
                  <a:pt x="973607" y="273519"/>
                </a:lnTo>
                <a:lnTo>
                  <a:pt x="979957" y="279869"/>
                </a:lnTo>
                <a:lnTo>
                  <a:pt x="1010221" y="279869"/>
                </a:lnTo>
                <a:lnTo>
                  <a:pt x="1003871" y="286219"/>
                </a:lnTo>
                <a:close/>
              </a:path>
              <a:path w="1035050" h="380364">
                <a:moveTo>
                  <a:pt x="979957" y="12700"/>
                </a:moveTo>
                <a:lnTo>
                  <a:pt x="973607" y="12700"/>
                </a:lnTo>
                <a:lnTo>
                  <a:pt x="967257" y="6350"/>
                </a:lnTo>
                <a:lnTo>
                  <a:pt x="979957" y="6350"/>
                </a:lnTo>
                <a:lnTo>
                  <a:pt x="979957" y="12700"/>
                </a:lnTo>
                <a:close/>
              </a:path>
              <a:path w="1035050" h="380364">
                <a:moveTo>
                  <a:pt x="12700" y="97523"/>
                </a:moveTo>
                <a:lnTo>
                  <a:pt x="6350" y="91173"/>
                </a:lnTo>
                <a:lnTo>
                  <a:pt x="12700" y="91173"/>
                </a:lnTo>
                <a:lnTo>
                  <a:pt x="12700" y="97523"/>
                </a:lnTo>
                <a:close/>
              </a:path>
              <a:path w="1035050" h="380364">
                <a:moveTo>
                  <a:pt x="888784" y="103873"/>
                </a:moveTo>
                <a:lnTo>
                  <a:pt x="882434" y="103873"/>
                </a:lnTo>
                <a:lnTo>
                  <a:pt x="876084" y="97523"/>
                </a:lnTo>
                <a:lnTo>
                  <a:pt x="12700" y="97523"/>
                </a:lnTo>
                <a:lnTo>
                  <a:pt x="12700" y="91173"/>
                </a:lnTo>
                <a:lnTo>
                  <a:pt x="888784" y="91173"/>
                </a:lnTo>
                <a:lnTo>
                  <a:pt x="888784" y="103873"/>
                </a:lnTo>
                <a:close/>
              </a:path>
              <a:path w="1035050" h="380364">
                <a:moveTo>
                  <a:pt x="876084" y="279869"/>
                </a:moveTo>
                <a:lnTo>
                  <a:pt x="876084" y="97523"/>
                </a:lnTo>
                <a:lnTo>
                  <a:pt x="882434" y="103873"/>
                </a:lnTo>
                <a:lnTo>
                  <a:pt x="888784" y="103873"/>
                </a:lnTo>
                <a:lnTo>
                  <a:pt x="888784" y="273519"/>
                </a:lnTo>
                <a:lnTo>
                  <a:pt x="882434" y="273519"/>
                </a:lnTo>
                <a:lnTo>
                  <a:pt x="876084" y="279869"/>
                </a:lnTo>
                <a:close/>
              </a:path>
              <a:path w="1035050" h="380364">
                <a:moveTo>
                  <a:pt x="928014" y="380022"/>
                </a:moveTo>
                <a:lnTo>
                  <a:pt x="821512" y="273519"/>
                </a:lnTo>
                <a:lnTo>
                  <a:pt x="876084" y="273519"/>
                </a:lnTo>
                <a:lnTo>
                  <a:pt x="876084" y="275386"/>
                </a:lnTo>
                <a:lnTo>
                  <a:pt x="841336" y="275386"/>
                </a:lnTo>
                <a:lnTo>
                  <a:pt x="836841" y="286219"/>
                </a:lnTo>
                <a:lnTo>
                  <a:pt x="852169" y="286219"/>
                </a:lnTo>
                <a:lnTo>
                  <a:pt x="928020" y="362070"/>
                </a:lnTo>
                <a:lnTo>
                  <a:pt x="923531" y="366560"/>
                </a:lnTo>
                <a:lnTo>
                  <a:pt x="941476" y="366560"/>
                </a:lnTo>
                <a:lnTo>
                  <a:pt x="928014" y="380022"/>
                </a:lnTo>
                <a:close/>
              </a:path>
              <a:path w="1035050" h="380364">
                <a:moveTo>
                  <a:pt x="888784" y="279869"/>
                </a:moveTo>
                <a:lnTo>
                  <a:pt x="876084" y="279869"/>
                </a:lnTo>
                <a:lnTo>
                  <a:pt x="882434" y="273519"/>
                </a:lnTo>
                <a:lnTo>
                  <a:pt x="888784" y="273519"/>
                </a:lnTo>
                <a:lnTo>
                  <a:pt x="888784" y="279869"/>
                </a:lnTo>
                <a:close/>
              </a:path>
              <a:path w="1035050" h="380364">
                <a:moveTo>
                  <a:pt x="979957" y="279869"/>
                </a:moveTo>
                <a:lnTo>
                  <a:pt x="973607" y="273519"/>
                </a:lnTo>
                <a:lnTo>
                  <a:pt x="979957" y="273519"/>
                </a:lnTo>
                <a:lnTo>
                  <a:pt x="979957" y="279869"/>
                </a:lnTo>
                <a:close/>
              </a:path>
              <a:path w="1035050" h="380364">
                <a:moveTo>
                  <a:pt x="1010221" y="279869"/>
                </a:moveTo>
                <a:lnTo>
                  <a:pt x="979957" y="279869"/>
                </a:lnTo>
                <a:lnTo>
                  <a:pt x="979957" y="273519"/>
                </a:lnTo>
                <a:lnTo>
                  <a:pt x="1034516" y="273519"/>
                </a:lnTo>
                <a:lnTo>
                  <a:pt x="1032649" y="275386"/>
                </a:lnTo>
                <a:lnTo>
                  <a:pt x="1014704" y="275386"/>
                </a:lnTo>
                <a:lnTo>
                  <a:pt x="1010221" y="279869"/>
                </a:lnTo>
                <a:close/>
              </a:path>
              <a:path w="1035050" h="380364">
                <a:moveTo>
                  <a:pt x="852169" y="286219"/>
                </a:moveTo>
                <a:lnTo>
                  <a:pt x="836841" y="286219"/>
                </a:lnTo>
                <a:lnTo>
                  <a:pt x="841336" y="275386"/>
                </a:lnTo>
                <a:lnTo>
                  <a:pt x="852169" y="286219"/>
                </a:lnTo>
                <a:close/>
              </a:path>
              <a:path w="1035050" h="380364">
                <a:moveTo>
                  <a:pt x="888784" y="286219"/>
                </a:moveTo>
                <a:lnTo>
                  <a:pt x="852169" y="286219"/>
                </a:lnTo>
                <a:lnTo>
                  <a:pt x="841336" y="275386"/>
                </a:lnTo>
                <a:lnTo>
                  <a:pt x="876084" y="275386"/>
                </a:lnTo>
                <a:lnTo>
                  <a:pt x="876084" y="279869"/>
                </a:lnTo>
                <a:lnTo>
                  <a:pt x="888784" y="279869"/>
                </a:lnTo>
                <a:lnTo>
                  <a:pt x="888784" y="286219"/>
                </a:lnTo>
                <a:close/>
              </a:path>
              <a:path w="1035050" h="380364">
                <a:moveTo>
                  <a:pt x="941476" y="366560"/>
                </a:moveTo>
                <a:lnTo>
                  <a:pt x="932510" y="366560"/>
                </a:lnTo>
                <a:lnTo>
                  <a:pt x="928020" y="362070"/>
                </a:lnTo>
                <a:lnTo>
                  <a:pt x="1014704" y="275386"/>
                </a:lnTo>
                <a:lnTo>
                  <a:pt x="1019187" y="286219"/>
                </a:lnTo>
                <a:lnTo>
                  <a:pt x="1021816" y="286219"/>
                </a:lnTo>
                <a:lnTo>
                  <a:pt x="941476" y="366560"/>
                </a:lnTo>
                <a:close/>
              </a:path>
              <a:path w="1035050" h="380364">
                <a:moveTo>
                  <a:pt x="1021816" y="286219"/>
                </a:moveTo>
                <a:lnTo>
                  <a:pt x="1019187" y="286219"/>
                </a:lnTo>
                <a:lnTo>
                  <a:pt x="1014704" y="275386"/>
                </a:lnTo>
                <a:lnTo>
                  <a:pt x="1032649" y="275386"/>
                </a:lnTo>
                <a:lnTo>
                  <a:pt x="1021816" y="286219"/>
                </a:lnTo>
                <a:close/>
              </a:path>
              <a:path w="1035050" h="380364">
                <a:moveTo>
                  <a:pt x="932510" y="366560"/>
                </a:moveTo>
                <a:lnTo>
                  <a:pt x="923531" y="366560"/>
                </a:lnTo>
                <a:lnTo>
                  <a:pt x="928020" y="362070"/>
                </a:lnTo>
                <a:lnTo>
                  <a:pt x="932510" y="36656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410956" y="3977640"/>
            <a:ext cx="315595" cy="1092835"/>
          </a:xfrm>
          <a:custGeom>
            <a:avLst/>
            <a:gdLst/>
            <a:ahLst/>
            <a:cxnLst/>
            <a:rect l="l" t="t" r="r" b="b"/>
            <a:pathLst>
              <a:path w="315595" h="1092835">
                <a:moveTo>
                  <a:pt x="315468" y="973836"/>
                </a:moveTo>
                <a:lnTo>
                  <a:pt x="236220" y="973836"/>
                </a:lnTo>
                <a:lnTo>
                  <a:pt x="236220" y="0"/>
                </a:lnTo>
                <a:lnTo>
                  <a:pt x="315468" y="0"/>
                </a:lnTo>
                <a:lnTo>
                  <a:pt x="315468" y="973836"/>
                </a:lnTo>
                <a:close/>
              </a:path>
              <a:path w="315595" h="1092835">
                <a:moveTo>
                  <a:pt x="79248" y="1092708"/>
                </a:moveTo>
                <a:lnTo>
                  <a:pt x="0" y="1013460"/>
                </a:lnTo>
                <a:lnTo>
                  <a:pt x="79248" y="934212"/>
                </a:lnTo>
                <a:lnTo>
                  <a:pt x="79248" y="973836"/>
                </a:lnTo>
                <a:lnTo>
                  <a:pt x="315468" y="973836"/>
                </a:lnTo>
                <a:lnTo>
                  <a:pt x="315468" y="1053084"/>
                </a:lnTo>
                <a:lnTo>
                  <a:pt x="79248" y="1053084"/>
                </a:lnTo>
                <a:lnTo>
                  <a:pt x="79248" y="109270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401748" y="3970858"/>
            <a:ext cx="331470" cy="1114425"/>
          </a:xfrm>
          <a:custGeom>
            <a:avLst/>
            <a:gdLst/>
            <a:ahLst/>
            <a:cxnLst/>
            <a:rect l="l" t="t" r="r" b="b"/>
            <a:pathLst>
              <a:path w="331470" h="1114425">
                <a:moveTo>
                  <a:pt x="239636" y="980414"/>
                </a:moveTo>
                <a:lnTo>
                  <a:pt x="239636" y="0"/>
                </a:lnTo>
                <a:lnTo>
                  <a:pt x="331330" y="0"/>
                </a:lnTo>
                <a:lnTo>
                  <a:pt x="331330" y="6350"/>
                </a:lnTo>
                <a:lnTo>
                  <a:pt x="252336" y="6350"/>
                </a:lnTo>
                <a:lnTo>
                  <a:pt x="245986" y="12700"/>
                </a:lnTo>
                <a:lnTo>
                  <a:pt x="252336" y="12700"/>
                </a:lnTo>
                <a:lnTo>
                  <a:pt x="252336" y="974064"/>
                </a:lnTo>
                <a:lnTo>
                  <a:pt x="245986" y="974064"/>
                </a:lnTo>
                <a:lnTo>
                  <a:pt x="239636" y="980414"/>
                </a:lnTo>
                <a:close/>
              </a:path>
              <a:path w="331470" h="1114425">
                <a:moveTo>
                  <a:pt x="252336" y="12700"/>
                </a:moveTo>
                <a:lnTo>
                  <a:pt x="245986" y="12700"/>
                </a:lnTo>
                <a:lnTo>
                  <a:pt x="252336" y="6350"/>
                </a:lnTo>
                <a:lnTo>
                  <a:pt x="252336" y="12700"/>
                </a:lnTo>
                <a:close/>
              </a:path>
              <a:path w="331470" h="1114425">
                <a:moveTo>
                  <a:pt x="318630" y="12700"/>
                </a:moveTo>
                <a:lnTo>
                  <a:pt x="252336" y="12700"/>
                </a:lnTo>
                <a:lnTo>
                  <a:pt x="252336" y="6350"/>
                </a:lnTo>
                <a:lnTo>
                  <a:pt x="318630" y="6350"/>
                </a:lnTo>
                <a:lnTo>
                  <a:pt x="318630" y="12700"/>
                </a:lnTo>
                <a:close/>
              </a:path>
              <a:path w="331470" h="1114425">
                <a:moveTo>
                  <a:pt x="318630" y="1059421"/>
                </a:moveTo>
                <a:lnTo>
                  <a:pt x="318630" y="6350"/>
                </a:lnTo>
                <a:lnTo>
                  <a:pt x="324980" y="12700"/>
                </a:lnTo>
                <a:lnTo>
                  <a:pt x="331330" y="12700"/>
                </a:lnTo>
                <a:lnTo>
                  <a:pt x="331330" y="1053071"/>
                </a:lnTo>
                <a:lnTo>
                  <a:pt x="324980" y="1053071"/>
                </a:lnTo>
                <a:lnTo>
                  <a:pt x="318630" y="1059421"/>
                </a:lnTo>
                <a:close/>
              </a:path>
              <a:path w="331470" h="1114425">
                <a:moveTo>
                  <a:pt x="331330" y="12700"/>
                </a:moveTo>
                <a:lnTo>
                  <a:pt x="324980" y="12700"/>
                </a:lnTo>
                <a:lnTo>
                  <a:pt x="318630" y="6350"/>
                </a:lnTo>
                <a:lnTo>
                  <a:pt x="331330" y="6350"/>
                </a:lnTo>
                <a:lnTo>
                  <a:pt x="331330" y="12700"/>
                </a:lnTo>
                <a:close/>
              </a:path>
              <a:path w="331470" h="1114425">
                <a:moveTo>
                  <a:pt x="94322" y="1114247"/>
                </a:moveTo>
                <a:lnTo>
                  <a:pt x="0" y="1019911"/>
                </a:lnTo>
                <a:lnTo>
                  <a:pt x="94322" y="925588"/>
                </a:lnTo>
                <a:lnTo>
                  <a:pt x="94322" y="940917"/>
                </a:lnTo>
                <a:lnTo>
                  <a:pt x="81622" y="940917"/>
                </a:lnTo>
                <a:lnTo>
                  <a:pt x="81622" y="956246"/>
                </a:lnTo>
                <a:lnTo>
                  <a:pt x="22440" y="1015428"/>
                </a:lnTo>
                <a:lnTo>
                  <a:pt x="13462" y="1015428"/>
                </a:lnTo>
                <a:lnTo>
                  <a:pt x="13462" y="1024407"/>
                </a:lnTo>
                <a:lnTo>
                  <a:pt x="22440" y="1024407"/>
                </a:lnTo>
                <a:lnTo>
                  <a:pt x="81622" y="1083589"/>
                </a:lnTo>
                <a:lnTo>
                  <a:pt x="81622" y="1098918"/>
                </a:lnTo>
                <a:lnTo>
                  <a:pt x="94322" y="1098918"/>
                </a:lnTo>
                <a:lnTo>
                  <a:pt x="94322" y="1114247"/>
                </a:lnTo>
                <a:close/>
              </a:path>
              <a:path w="331470" h="1114425">
                <a:moveTo>
                  <a:pt x="81622" y="956246"/>
                </a:moveTo>
                <a:lnTo>
                  <a:pt x="81622" y="940917"/>
                </a:lnTo>
                <a:lnTo>
                  <a:pt x="92468" y="945400"/>
                </a:lnTo>
                <a:lnTo>
                  <a:pt x="81622" y="956246"/>
                </a:lnTo>
                <a:close/>
              </a:path>
              <a:path w="331470" h="1114425">
                <a:moveTo>
                  <a:pt x="252336" y="986764"/>
                </a:moveTo>
                <a:lnTo>
                  <a:pt x="81622" y="986764"/>
                </a:lnTo>
                <a:lnTo>
                  <a:pt x="81622" y="956246"/>
                </a:lnTo>
                <a:lnTo>
                  <a:pt x="92468" y="945400"/>
                </a:lnTo>
                <a:lnTo>
                  <a:pt x="81622" y="940917"/>
                </a:lnTo>
                <a:lnTo>
                  <a:pt x="94322" y="940917"/>
                </a:lnTo>
                <a:lnTo>
                  <a:pt x="94322" y="974064"/>
                </a:lnTo>
                <a:lnTo>
                  <a:pt x="87972" y="974064"/>
                </a:lnTo>
                <a:lnTo>
                  <a:pt x="94322" y="980414"/>
                </a:lnTo>
                <a:lnTo>
                  <a:pt x="252336" y="980414"/>
                </a:lnTo>
                <a:lnTo>
                  <a:pt x="252336" y="986764"/>
                </a:lnTo>
                <a:close/>
              </a:path>
              <a:path w="331470" h="1114425">
                <a:moveTo>
                  <a:pt x="94322" y="980414"/>
                </a:moveTo>
                <a:lnTo>
                  <a:pt x="87972" y="974064"/>
                </a:lnTo>
                <a:lnTo>
                  <a:pt x="94322" y="974064"/>
                </a:lnTo>
                <a:lnTo>
                  <a:pt x="94322" y="980414"/>
                </a:lnTo>
                <a:close/>
              </a:path>
              <a:path w="331470" h="1114425">
                <a:moveTo>
                  <a:pt x="239636" y="980414"/>
                </a:moveTo>
                <a:lnTo>
                  <a:pt x="94322" y="980414"/>
                </a:lnTo>
                <a:lnTo>
                  <a:pt x="94322" y="974064"/>
                </a:lnTo>
                <a:lnTo>
                  <a:pt x="239636" y="974064"/>
                </a:lnTo>
                <a:lnTo>
                  <a:pt x="239636" y="980414"/>
                </a:lnTo>
                <a:close/>
              </a:path>
              <a:path w="331470" h="1114425">
                <a:moveTo>
                  <a:pt x="252336" y="980414"/>
                </a:moveTo>
                <a:lnTo>
                  <a:pt x="239636" y="980414"/>
                </a:lnTo>
                <a:lnTo>
                  <a:pt x="245986" y="974064"/>
                </a:lnTo>
                <a:lnTo>
                  <a:pt x="252336" y="974064"/>
                </a:lnTo>
                <a:lnTo>
                  <a:pt x="252336" y="980414"/>
                </a:lnTo>
                <a:close/>
              </a:path>
              <a:path w="331470" h="1114425">
                <a:moveTo>
                  <a:pt x="13462" y="1024407"/>
                </a:moveTo>
                <a:lnTo>
                  <a:pt x="13462" y="1015428"/>
                </a:lnTo>
                <a:lnTo>
                  <a:pt x="17951" y="1019917"/>
                </a:lnTo>
                <a:lnTo>
                  <a:pt x="13462" y="1024407"/>
                </a:lnTo>
                <a:close/>
              </a:path>
              <a:path w="331470" h="1114425">
                <a:moveTo>
                  <a:pt x="17951" y="1019917"/>
                </a:moveTo>
                <a:lnTo>
                  <a:pt x="13462" y="1015428"/>
                </a:lnTo>
                <a:lnTo>
                  <a:pt x="22440" y="1015428"/>
                </a:lnTo>
                <a:lnTo>
                  <a:pt x="17951" y="1019917"/>
                </a:lnTo>
                <a:close/>
              </a:path>
              <a:path w="331470" h="1114425">
                <a:moveTo>
                  <a:pt x="22440" y="1024407"/>
                </a:moveTo>
                <a:lnTo>
                  <a:pt x="13462" y="1024407"/>
                </a:lnTo>
                <a:lnTo>
                  <a:pt x="17951" y="1019917"/>
                </a:lnTo>
                <a:lnTo>
                  <a:pt x="22440" y="1024407"/>
                </a:lnTo>
                <a:close/>
              </a:path>
              <a:path w="331470" h="1114425">
                <a:moveTo>
                  <a:pt x="94322" y="1098918"/>
                </a:moveTo>
                <a:lnTo>
                  <a:pt x="81622" y="1098918"/>
                </a:lnTo>
                <a:lnTo>
                  <a:pt x="92468" y="1094435"/>
                </a:lnTo>
                <a:lnTo>
                  <a:pt x="81622" y="1083589"/>
                </a:lnTo>
                <a:lnTo>
                  <a:pt x="81622" y="1053071"/>
                </a:lnTo>
                <a:lnTo>
                  <a:pt x="318630" y="1053071"/>
                </a:lnTo>
                <a:lnTo>
                  <a:pt x="318630" y="1059421"/>
                </a:lnTo>
                <a:lnTo>
                  <a:pt x="94322" y="1059421"/>
                </a:lnTo>
                <a:lnTo>
                  <a:pt x="87972" y="1065771"/>
                </a:lnTo>
                <a:lnTo>
                  <a:pt x="94322" y="1065771"/>
                </a:lnTo>
                <a:lnTo>
                  <a:pt x="94322" y="1098918"/>
                </a:lnTo>
                <a:close/>
              </a:path>
              <a:path w="331470" h="1114425">
                <a:moveTo>
                  <a:pt x="331330" y="1065771"/>
                </a:moveTo>
                <a:lnTo>
                  <a:pt x="94322" y="1065771"/>
                </a:lnTo>
                <a:lnTo>
                  <a:pt x="94322" y="1059421"/>
                </a:lnTo>
                <a:lnTo>
                  <a:pt x="318630" y="1059421"/>
                </a:lnTo>
                <a:lnTo>
                  <a:pt x="324980" y="1053071"/>
                </a:lnTo>
                <a:lnTo>
                  <a:pt x="331330" y="1053071"/>
                </a:lnTo>
                <a:lnTo>
                  <a:pt x="331330" y="1065771"/>
                </a:lnTo>
                <a:close/>
              </a:path>
              <a:path w="331470" h="1114425">
                <a:moveTo>
                  <a:pt x="94322" y="1065771"/>
                </a:moveTo>
                <a:lnTo>
                  <a:pt x="87972" y="1065771"/>
                </a:lnTo>
                <a:lnTo>
                  <a:pt x="94322" y="1059421"/>
                </a:lnTo>
                <a:lnTo>
                  <a:pt x="94322" y="1065771"/>
                </a:lnTo>
                <a:close/>
              </a:path>
              <a:path w="331470" h="1114425">
                <a:moveTo>
                  <a:pt x="81622" y="1098918"/>
                </a:moveTo>
                <a:lnTo>
                  <a:pt x="81622" y="1083589"/>
                </a:lnTo>
                <a:lnTo>
                  <a:pt x="92468" y="1094435"/>
                </a:lnTo>
                <a:lnTo>
                  <a:pt x="81622" y="1098918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60620" y="3241548"/>
            <a:ext cx="1443355" cy="459105"/>
          </a:xfrm>
          <a:custGeom>
            <a:avLst/>
            <a:gdLst/>
            <a:ahLst/>
            <a:cxnLst/>
            <a:rect l="l" t="t" r="r" b="b"/>
            <a:pathLst>
              <a:path w="1443354" h="459104">
                <a:moveTo>
                  <a:pt x="1367027" y="458724"/>
                </a:moveTo>
                <a:lnTo>
                  <a:pt x="76200" y="458724"/>
                </a:lnTo>
                <a:lnTo>
                  <a:pt x="46873" y="452822"/>
                </a:lnTo>
                <a:lnTo>
                  <a:pt x="22745" y="436502"/>
                </a:lnTo>
                <a:lnTo>
                  <a:pt x="6294" y="412243"/>
                </a:lnTo>
                <a:lnTo>
                  <a:pt x="0" y="382524"/>
                </a:lnTo>
                <a:lnTo>
                  <a:pt x="0" y="76200"/>
                </a:lnTo>
                <a:lnTo>
                  <a:pt x="6294" y="46800"/>
                </a:lnTo>
                <a:lnTo>
                  <a:pt x="22745" y="22645"/>
                </a:lnTo>
                <a:lnTo>
                  <a:pt x="46873" y="6218"/>
                </a:lnTo>
                <a:lnTo>
                  <a:pt x="76200" y="0"/>
                </a:lnTo>
                <a:lnTo>
                  <a:pt x="1367027" y="0"/>
                </a:lnTo>
                <a:lnTo>
                  <a:pt x="1396475" y="6218"/>
                </a:lnTo>
                <a:lnTo>
                  <a:pt x="1420644" y="22645"/>
                </a:lnTo>
                <a:lnTo>
                  <a:pt x="1437054" y="46800"/>
                </a:lnTo>
                <a:lnTo>
                  <a:pt x="1443227" y="76200"/>
                </a:lnTo>
                <a:lnTo>
                  <a:pt x="1443227" y="382524"/>
                </a:lnTo>
                <a:lnTo>
                  <a:pt x="1437054" y="412243"/>
                </a:lnTo>
                <a:lnTo>
                  <a:pt x="1420644" y="436502"/>
                </a:lnTo>
                <a:lnTo>
                  <a:pt x="1396475" y="452822"/>
                </a:lnTo>
                <a:lnTo>
                  <a:pt x="1367027" y="458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54892" y="3235579"/>
            <a:ext cx="1455420" cy="471170"/>
          </a:xfrm>
          <a:custGeom>
            <a:avLst/>
            <a:gdLst/>
            <a:ahLst/>
            <a:cxnLst/>
            <a:rect l="l" t="t" r="r" b="b"/>
            <a:pathLst>
              <a:path w="1455420" h="471170">
                <a:moveTo>
                  <a:pt x="1392910" y="2540"/>
                </a:moveTo>
                <a:lnTo>
                  <a:pt x="61975" y="2540"/>
                </a:lnTo>
                <a:lnTo>
                  <a:pt x="70065" y="0"/>
                </a:lnTo>
                <a:lnTo>
                  <a:pt x="1384820" y="0"/>
                </a:lnTo>
                <a:lnTo>
                  <a:pt x="1392910" y="2540"/>
                </a:lnTo>
                <a:close/>
              </a:path>
              <a:path w="1455420" h="471170">
                <a:moveTo>
                  <a:pt x="1396834" y="467360"/>
                </a:moveTo>
                <a:lnTo>
                  <a:pt x="58051" y="467360"/>
                </a:lnTo>
                <a:lnTo>
                  <a:pt x="54203" y="466090"/>
                </a:lnTo>
                <a:lnTo>
                  <a:pt x="50444" y="463550"/>
                </a:lnTo>
                <a:lnTo>
                  <a:pt x="43205" y="461010"/>
                </a:lnTo>
                <a:lnTo>
                  <a:pt x="39738" y="458470"/>
                </a:lnTo>
                <a:lnTo>
                  <a:pt x="36385" y="455930"/>
                </a:lnTo>
                <a:lnTo>
                  <a:pt x="33134" y="454660"/>
                </a:lnTo>
                <a:lnTo>
                  <a:pt x="30010" y="452120"/>
                </a:lnTo>
                <a:lnTo>
                  <a:pt x="27012" y="449580"/>
                </a:lnTo>
                <a:lnTo>
                  <a:pt x="24129" y="445770"/>
                </a:lnTo>
                <a:lnTo>
                  <a:pt x="21399" y="443230"/>
                </a:lnTo>
                <a:lnTo>
                  <a:pt x="18796" y="440690"/>
                </a:lnTo>
                <a:lnTo>
                  <a:pt x="16332" y="436880"/>
                </a:lnTo>
                <a:lnTo>
                  <a:pt x="14033" y="434340"/>
                </a:lnTo>
                <a:lnTo>
                  <a:pt x="11874" y="430530"/>
                </a:lnTo>
                <a:lnTo>
                  <a:pt x="9880" y="426720"/>
                </a:lnTo>
                <a:lnTo>
                  <a:pt x="8051" y="424180"/>
                </a:lnTo>
                <a:lnTo>
                  <a:pt x="1574" y="403860"/>
                </a:lnTo>
                <a:lnTo>
                  <a:pt x="838" y="400050"/>
                </a:lnTo>
                <a:lnTo>
                  <a:pt x="317" y="396240"/>
                </a:lnTo>
                <a:lnTo>
                  <a:pt x="0" y="392430"/>
                </a:lnTo>
                <a:lnTo>
                  <a:pt x="0" y="77470"/>
                </a:lnTo>
                <a:lnTo>
                  <a:pt x="317" y="73660"/>
                </a:lnTo>
                <a:lnTo>
                  <a:pt x="838" y="69850"/>
                </a:lnTo>
                <a:lnTo>
                  <a:pt x="1574" y="66040"/>
                </a:lnTo>
                <a:lnTo>
                  <a:pt x="2501" y="60960"/>
                </a:lnTo>
                <a:lnTo>
                  <a:pt x="9880" y="43180"/>
                </a:lnTo>
                <a:lnTo>
                  <a:pt x="11874" y="39370"/>
                </a:lnTo>
                <a:lnTo>
                  <a:pt x="14033" y="35560"/>
                </a:lnTo>
                <a:lnTo>
                  <a:pt x="16332" y="33020"/>
                </a:lnTo>
                <a:lnTo>
                  <a:pt x="18796" y="29210"/>
                </a:lnTo>
                <a:lnTo>
                  <a:pt x="21399" y="26670"/>
                </a:lnTo>
                <a:lnTo>
                  <a:pt x="24129" y="24130"/>
                </a:lnTo>
                <a:lnTo>
                  <a:pt x="27012" y="20320"/>
                </a:lnTo>
                <a:lnTo>
                  <a:pt x="30010" y="17780"/>
                </a:lnTo>
                <a:lnTo>
                  <a:pt x="33134" y="15240"/>
                </a:lnTo>
                <a:lnTo>
                  <a:pt x="36385" y="13970"/>
                </a:lnTo>
                <a:lnTo>
                  <a:pt x="39738" y="11430"/>
                </a:lnTo>
                <a:lnTo>
                  <a:pt x="43205" y="8890"/>
                </a:lnTo>
                <a:lnTo>
                  <a:pt x="50444" y="6350"/>
                </a:lnTo>
                <a:lnTo>
                  <a:pt x="54203" y="3810"/>
                </a:lnTo>
                <a:lnTo>
                  <a:pt x="58051" y="2540"/>
                </a:lnTo>
                <a:lnTo>
                  <a:pt x="1396834" y="2540"/>
                </a:lnTo>
                <a:lnTo>
                  <a:pt x="1400683" y="3810"/>
                </a:lnTo>
                <a:lnTo>
                  <a:pt x="1404442" y="6350"/>
                </a:lnTo>
                <a:lnTo>
                  <a:pt x="1411681" y="8890"/>
                </a:lnTo>
                <a:lnTo>
                  <a:pt x="1415148" y="11430"/>
                </a:lnTo>
                <a:lnTo>
                  <a:pt x="1416831" y="12700"/>
                </a:lnTo>
                <a:lnTo>
                  <a:pt x="72136" y="12700"/>
                </a:lnTo>
                <a:lnTo>
                  <a:pt x="68376" y="13970"/>
                </a:lnTo>
                <a:lnTo>
                  <a:pt x="65303" y="13970"/>
                </a:lnTo>
                <a:lnTo>
                  <a:pt x="61671" y="15240"/>
                </a:lnTo>
                <a:lnTo>
                  <a:pt x="61975" y="15240"/>
                </a:lnTo>
                <a:lnTo>
                  <a:pt x="58420" y="16510"/>
                </a:lnTo>
                <a:lnTo>
                  <a:pt x="58712" y="16510"/>
                </a:lnTo>
                <a:lnTo>
                  <a:pt x="55245" y="17780"/>
                </a:lnTo>
                <a:lnTo>
                  <a:pt x="55537" y="17780"/>
                </a:lnTo>
                <a:lnTo>
                  <a:pt x="52146" y="19050"/>
                </a:lnTo>
                <a:lnTo>
                  <a:pt x="52425" y="19050"/>
                </a:lnTo>
                <a:lnTo>
                  <a:pt x="49136" y="20320"/>
                </a:lnTo>
                <a:lnTo>
                  <a:pt x="49402" y="20320"/>
                </a:lnTo>
                <a:lnTo>
                  <a:pt x="47802" y="21590"/>
                </a:lnTo>
                <a:lnTo>
                  <a:pt x="46469" y="21590"/>
                </a:lnTo>
                <a:lnTo>
                  <a:pt x="43357" y="24130"/>
                </a:lnTo>
                <a:lnTo>
                  <a:pt x="43611" y="24130"/>
                </a:lnTo>
                <a:lnTo>
                  <a:pt x="42113" y="25400"/>
                </a:lnTo>
                <a:lnTo>
                  <a:pt x="40868" y="25400"/>
                </a:lnTo>
                <a:lnTo>
                  <a:pt x="37973" y="27940"/>
                </a:lnTo>
                <a:lnTo>
                  <a:pt x="38214" y="27940"/>
                </a:lnTo>
                <a:lnTo>
                  <a:pt x="35433" y="30480"/>
                </a:lnTo>
                <a:lnTo>
                  <a:pt x="35661" y="30480"/>
                </a:lnTo>
                <a:lnTo>
                  <a:pt x="33007" y="33020"/>
                </a:lnTo>
                <a:lnTo>
                  <a:pt x="33223" y="33020"/>
                </a:lnTo>
                <a:lnTo>
                  <a:pt x="31959" y="34290"/>
                </a:lnTo>
                <a:lnTo>
                  <a:pt x="30899" y="34290"/>
                </a:lnTo>
                <a:lnTo>
                  <a:pt x="29298" y="36830"/>
                </a:lnTo>
                <a:lnTo>
                  <a:pt x="28689" y="36830"/>
                </a:lnTo>
                <a:lnTo>
                  <a:pt x="26415" y="40640"/>
                </a:lnTo>
                <a:lnTo>
                  <a:pt x="26593" y="40640"/>
                </a:lnTo>
                <a:lnTo>
                  <a:pt x="24472" y="43180"/>
                </a:lnTo>
                <a:lnTo>
                  <a:pt x="24637" y="43180"/>
                </a:lnTo>
                <a:lnTo>
                  <a:pt x="22656" y="45720"/>
                </a:lnTo>
                <a:lnTo>
                  <a:pt x="22809" y="45720"/>
                </a:lnTo>
                <a:lnTo>
                  <a:pt x="20967" y="48260"/>
                </a:lnTo>
                <a:lnTo>
                  <a:pt x="21120" y="48260"/>
                </a:lnTo>
                <a:lnTo>
                  <a:pt x="19430" y="52070"/>
                </a:lnTo>
                <a:lnTo>
                  <a:pt x="19570" y="52070"/>
                </a:lnTo>
                <a:lnTo>
                  <a:pt x="18034" y="54610"/>
                </a:lnTo>
                <a:lnTo>
                  <a:pt x="16789" y="58420"/>
                </a:lnTo>
                <a:lnTo>
                  <a:pt x="15697" y="60960"/>
                </a:lnTo>
                <a:lnTo>
                  <a:pt x="14757" y="64770"/>
                </a:lnTo>
                <a:lnTo>
                  <a:pt x="14266" y="67310"/>
                </a:lnTo>
                <a:lnTo>
                  <a:pt x="14046" y="67310"/>
                </a:lnTo>
                <a:lnTo>
                  <a:pt x="13373" y="71120"/>
                </a:lnTo>
                <a:lnTo>
                  <a:pt x="12941" y="74930"/>
                </a:lnTo>
                <a:lnTo>
                  <a:pt x="12687" y="78740"/>
                </a:lnTo>
                <a:lnTo>
                  <a:pt x="12598" y="82550"/>
                </a:lnTo>
                <a:lnTo>
                  <a:pt x="12585" y="387350"/>
                </a:lnTo>
                <a:lnTo>
                  <a:pt x="12674" y="391160"/>
                </a:lnTo>
                <a:lnTo>
                  <a:pt x="12966" y="394970"/>
                </a:lnTo>
                <a:lnTo>
                  <a:pt x="13423" y="398780"/>
                </a:lnTo>
                <a:lnTo>
                  <a:pt x="14046" y="402590"/>
                </a:lnTo>
                <a:lnTo>
                  <a:pt x="14266" y="402590"/>
                </a:lnTo>
                <a:lnTo>
                  <a:pt x="14833" y="405130"/>
                </a:lnTo>
                <a:lnTo>
                  <a:pt x="15786" y="408940"/>
                </a:lnTo>
                <a:lnTo>
                  <a:pt x="16890" y="411480"/>
                </a:lnTo>
                <a:lnTo>
                  <a:pt x="18161" y="415290"/>
                </a:lnTo>
                <a:lnTo>
                  <a:pt x="19570" y="417830"/>
                </a:lnTo>
                <a:lnTo>
                  <a:pt x="19430" y="417830"/>
                </a:lnTo>
                <a:lnTo>
                  <a:pt x="21120" y="421640"/>
                </a:lnTo>
                <a:lnTo>
                  <a:pt x="20967" y="421640"/>
                </a:lnTo>
                <a:lnTo>
                  <a:pt x="22809" y="424180"/>
                </a:lnTo>
                <a:lnTo>
                  <a:pt x="22656" y="424180"/>
                </a:lnTo>
                <a:lnTo>
                  <a:pt x="24637" y="426720"/>
                </a:lnTo>
                <a:lnTo>
                  <a:pt x="24472" y="426720"/>
                </a:lnTo>
                <a:lnTo>
                  <a:pt x="26593" y="429260"/>
                </a:lnTo>
                <a:lnTo>
                  <a:pt x="26415" y="429260"/>
                </a:lnTo>
                <a:lnTo>
                  <a:pt x="28689" y="433070"/>
                </a:lnTo>
                <a:lnTo>
                  <a:pt x="29298" y="433070"/>
                </a:lnTo>
                <a:lnTo>
                  <a:pt x="30899" y="435610"/>
                </a:lnTo>
                <a:lnTo>
                  <a:pt x="31959" y="435610"/>
                </a:lnTo>
                <a:lnTo>
                  <a:pt x="33223" y="436880"/>
                </a:lnTo>
                <a:lnTo>
                  <a:pt x="33007" y="436880"/>
                </a:lnTo>
                <a:lnTo>
                  <a:pt x="35661" y="439420"/>
                </a:lnTo>
                <a:lnTo>
                  <a:pt x="35433" y="439420"/>
                </a:lnTo>
                <a:lnTo>
                  <a:pt x="38214" y="441960"/>
                </a:lnTo>
                <a:lnTo>
                  <a:pt x="37973" y="441960"/>
                </a:lnTo>
                <a:lnTo>
                  <a:pt x="40868" y="444500"/>
                </a:lnTo>
                <a:lnTo>
                  <a:pt x="40614" y="444500"/>
                </a:lnTo>
                <a:lnTo>
                  <a:pt x="43611" y="445770"/>
                </a:lnTo>
                <a:lnTo>
                  <a:pt x="43357" y="445770"/>
                </a:lnTo>
                <a:lnTo>
                  <a:pt x="46469" y="448310"/>
                </a:lnTo>
                <a:lnTo>
                  <a:pt x="47802" y="448310"/>
                </a:lnTo>
                <a:lnTo>
                  <a:pt x="49402" y="449580"/>
                </a:lnTo>
                <a:lnTo>
                  <a:pt x="49136" y="449580"/>
                </a:lnTo>
                <a:lnTo>
                  <a:pt x="52425" y="450850"/>
                </a:lnTo>
                <a:lnTo>
                  <a:pt x="52146" y="450850"/>
                </a:lnTo>
                <a:lnTo>
                  <a:pt x="55537" y="452120"/>
                </a:lnTo>
                <a:lnTo>
                  <a:pt x="55245" y="452120"/>
                </a:lnTo>
                <a:lnTo>
                  <a:pt x="58712" y="453390"/>
                </a:lnTo>
                <a:lnTo>
                  <a:pt x="58420" y="453390"/>
                </a:lnTo>
                <a:lnTo>
                  <a:pt x="61975" y="454660"/>
                </a:lnTo>
                <a:lnTo>
                  <a:pt x="61671" y="454660"/>
                </a:lnTo>
                <a:lnTo>
                  <a:pt x="65303" y="455930"/>
                </a:lnTo>
                <a:lnTo>
                  <a:pt x="68376" y="455930"/>
                </a:lnTo>
                <a:lnTo>
                  <a:pt x="72136" y="457200"/>
                </a:lnTo>
                <a:lnTo>
                  <a:pt x="78892" y="457200"/>
                </a:lnTo>
                <a:lnTo>
                  <a:pt x="82829" y="458470"/>
                </a:lnTo>
                <a:lnTo>
                  <a:pt x="1415148" y="458470"/>
                </a:lnTo>
                <a:lnTo>
                  <a:pt x="1411681" y="461010"/>
                </a:lnTo>
                <a:lnTo>
                  <a:pt x="1404442" y="463550"/>
                </a:lnTo>
                <a:lnTo>
                  <a:pt x="1400683" y="466090"/>
                </a:lnTo>
                <a:lnTo>
                  <a:pt x="1396834" y="467360"/>
                </a:lnTo>
                <a:close/>
              </a:path>
              <a:path w="1455420" h="471170">
                <a:moveTo>
                  <a:pt x="1408684" y="22860"/>
                </a:moveTo>
                <a:lnTo>
                  <a:pt x="1405483" y="20320"/>
                </a:lnTo>
                <a:lnTo>
                  <a:pt x="1405763" y="20320"/>
                </a:lnTo>
                <a:lnTo>
                  <a:pt x="1402461" y="19050"/>
                </a:lnTo>
                <a:lnTo>
                  <a:pt x="1402740" y="19050"/>
                </a:lnTo>
                <a:lnTo>
                  <a:pt x="1399362" y="17780"/>
                </a:lnTo>
                <a:lnTo>
                  <a:pt x="1399641" y="17780"/>
                </a:lnTo>
                <a:lnTo>
                  <a:pt x="1396174" y="16510"/>
                </a:lnTo>
                <a:lnTo>
                  <a:pt x="1396466" y="16510"/>
                </a:lnTo>
                <a:lnTo>
                  <a:pt x="1392923" y="15240"/>
                </a:lnTo>
                <a:lnTo>
                  <a:pt x="1393215" y="15240"/>
                </a:lnTo>
                <a:lnTo>
                  <a:pt x="1389595" y="13970"/>
                </a:lnTo>
                <a:lnTo>
                  <a:pt x="1386509" y="13970"/>
                </a:lnTo>
                <a:lnTo>
                  <a:pt x="1382750" y="12700"/>
                </a:lnTo>
                <a:lnTo>
                  <a:pt x="1416831" y="12700"/>
                </a:lnTo>
                <a:lnTo>
                  <a:pt x="1418513" y="13970"/>
                </a:lnTo>
                <a:lnTo>
                  <a:pt x="1421752" y="15240"/>
                </a:lnTo>
                <a:lnTo>
                  <a:pt x="1424876" y="17780"/>
                </a:lnTo>
                <a:lnTo>
                  <a:pt x="1427886" y="20320"/>
                </a:lnTo>
                <a:lnTo>
                  <a:pt x="1428843" y="21590"/>
                </a:lnTo>
                <a:lnTo>
                  <a:pt x="1408429" y="21590"/>
                </a:lnTo>
                <a:lnTo>
                  <a:pt x="1408684" y="22860"/>
                </a:lnTo>
                <a:close/>
              </a:path>
              <a:path w="1455420" h="471170">
                <a:moveTo>
                  <a:pt x="46202" y="22860"/>
                </a:moveTo>
                <a:lnTo>
                  <a:pt x="46469" y="21590"/>
                </a:lnTo>
                <a:lnTo>
                  <a:pt x="47802" y="21590"/>
                </a:lnTo>
                <a:lnTo>
                  <a:pt x="46202" y="22860"/>
                </a:lnTo>
                <a:close/>
              </a:path>
              <a:path w="1455420" h="471170">
                <a:moveTo>
                  <a:pt x="1414272" y="26670"/>
                </a:moveTo>
                <a:lnTo>
                  <a:pt x="1411274" y="24130"/>
                </a:lnTo>
                <a:lnTo>
                  <a:pt x="1411528" y="24130"/>
                </a:lnTo>
                <a:lnTo>
                  <a:pt x="1408429" y="21590"/>
                </a:lnTo>
                <a:lnTo>
                  <a:pt x="1428843" y="21590"/>
                </a:lnTo>
                <a:lnTo>
                  <a:pt x="1430756" y="24130"/>
                </a:lnTo>
                <a:lnTo>
                  <a:pt x="1432128" y="25400"/>
                </a:lnTo>
                <a:lnTo>
                  <a:pt x="1414030" y="25400"/>
                </a:lnTo>
                <a:lnTo>
                  <a:pt x="1414272" y="26670"/>
                </a:lnTo>
                <a:close/>
              </a:path>
              <a:path w="1455420" h="471170">
                <a:moveTo>
                  <a:pt x="40614" y="26670"/>
                </a:moveTo>
                <a:lnTo>
                  <a:pt x="40868" y="25400"/>
                </a:lnTo>
                <a:lnTo>
                  <a:pt x="42113" y="25400"/>
                </a:lnTo>
                <a:lnTo>
                  <a:pt x="40614" y="26670"/>
                </a:lnTo>
                <a:close/>
              </a:path>
              <a:path w="1455420" h="471170">
                <a:moveTo>
                  <a:pt x="1424203" y="35560"/>
                </a:moveTo>
                <a:lnTo>
                  <a:pt x="1421663" y="33020"/>
                </a:lnTo>
                <a:lnTo>
                  <a:pt x="1421879" y="33020"/>
                </a:lnTo>
                <a:lnTo>
                  <a:pt x="1419225" y="30480"/>
                </a:lnTo>
                <a:lnTo>
                  <a:pt x="1419453" y="30480"/>
                </a:lnTo>
                <a:lnTo>
                  <a:pt x="1416685" y="27940"/>
                </a:lnTo>
                <a:lnTo>
                  <a:pt x="1416913" y="27940"/>
                </a:lnTo>
                <a:lnTo>
                  <a:pt x="1414030" y="25400"/>
                </a:lnTo>
                <a:lnTo>
                  <a:pt x="1432128" y="25400"/>
                </a:lnTo>
                <a:lnTo>
                  <a:pt x="1433499" y="26670"/>
                </a:lnTo>
                <a:lnTo>
                  <a:pt x="1436090" y="29210"/>
                </a:lnTo>
                <a:lnTo>
                  <a:pt x="1438554" y="33020"/>
                </a:lnTo>
                <a:lnTo>
                  <a:pt x="1439710" y="34290"/>
                </a:lnTo>
                <a:lnTo>
                  <a:pt x="1424000" y="34290"/>
                </a:lnTo>
                <a:lnTo>
                  <a:pt x="1424203" y="35560"/>
                </a:lnTo>
                <a:close/>
              </a:path>
              <a:path w="1455420" h="471170">
                <a:moveTo>
                  <a:pt x="30695" y="35560"/>
                </a:moveTo>
                <a:lnTo>
                  <a:pt x="30899" y="34290"/>
                </a:lnTo>
                <a:lnTo>
                  <a:pt x="31959" y="34290"/>
                </a:lnTo>
                <a:lnTo>
                  <a:pt x="30695" y="35560"/>
                </a:lnTo>
                <a:close/>
              </a:path>
              <a:path w="1455420" h="471170">
                <a:moveTo>
                  <a:pt x="1426400" y="38100"/>
                </a:moveTo>
                <a:lnTo>
                  <a:pt x="1424000" y="34290"/>
                </a:lnTo>
                <a:lnTo>
                  <a:pt x="1439710" y="34290"/>
                </a:lnTo>
                <a:lnTo>
                  <a:pt x="1440865" y="35560"/>
                </a:lnTo>
                <a:lnTo>
                  <a:pt x="1441581" y="36830"/>
                </a:lnTo>
                <a:lnTo>
                  <a:pt x="1426210" y="36830"/>
                </a:lnTo>
                <a:lnTo>
                  <a:pt x="1426400" y="38100"/>
                </a:lnTo>
                <a:close/>
              </a:path>
              <a:path w="1455420" h="471170">
                <a:moveTo>
                  <a:pt x="28498" y="38100"/>
                </a:moveTo>
                <a:lnTo>
                  <a:pt x="28689" y="36830"/>
                </a:lnTo>
                <a:lnTo>
                  <a:pt x="29298" y="36830"/>
                </a:lnTo>
                <a:lnTo>
                  <a:pt x="28498" y="38100"/>
                </a:lnTo>
                <a:close/>
              </a:path>
              <a:path w="1455420" h="471170">
                <a:moveTo>
                  <a:pt x="1440903" y="68580"/>
                </a:moveTo>
                <a:lnTo>
                  <a:pt x="1440052" y="64770"/>
                </a:lnTo>
                <a:lnTo>
                  <a:pt x="1439100" y="60960"/>
                </a:lnTo>
                <a:lnTo>
                  <a:pt x="1437995" y="58420"/>
                </a:lnTo>
                <a:lnTo>
                  <a:pt x="1436738" y="54610"/>
                </a:lnTo>
                <a:lnTo>
                  <a:pt x="1435328" y="52070"/>
                </a:lnTo>
                <a:lnTo>
                  <a:pt x="1435455" y="52070"/>
                </a:lnTo>
                <a:lnTo>
                  <a:pt x="1433779" y="48260"/>
                </a:lnTo>
                <a:lnTo>
                  <a:pt x="1433918" y="48260"/>
                </a:lnTo>
                <a:lnTo>
                  <a:pt x="1432077" y="45720"/>
                </a:lnTo>
                <a:lnTo>
                  <a:pt x="1432242" y="45720"/>
                </a:lnTo>
                <a:lnTo>
                  <a:pt x="1430248" y="43180"/>
                </a:lnTo>
                <a:lnTo>
                  <a:pt x="1430426" y="43180"/>
                </a:lnTo>
                <a:lnTo>
                  <a:pt x="1428292" y="40640"/>
                </a:lnTo>
                <a:lnTo>
                  <a:pt x="1428470" y="40640"/>
                </a:lnTo>
                <a:lnTo>
                  <a:pt x="1426210" y="36830"/>
                </a:lnTo>
                <a:lnTo>
                  <a:pt x="1441581" y="36830"/>
                </a:lnTo>
                <a:lnTo>
                  <a:pt x="1443012" y="39370"/>
                </a:lnTo>
                <a:lnTo>
                  <a:pt x="1445005" y="43180"/>
                </a:lnTo>
                <a:lnTo>
                  <a:pt x="1446834" y="45720"/>
                </a:lnTo>
                <a:lnTo>
                  <a:pt x="1453565" y="67310"/>
                </a:lnTo>
                <a:lnTo>
                  <a:pt x="1440840" y="67310"/>
                </a:lnTo>
                <a:lnTo>
                  <a:pt x="1440903" y="68580"/>
                </a:lnTo>
                <a:close/>
              </a:path>
              <a:path w="1455420" h="471170">
                <a:moveTo>
                  <a:pt x="13982" y="68580"/>
                </a:moveTo>
                <a:lnTo>
                  <a:pt x="14046" y="67310"/>
                </a:lnTo>
                <a:lnTo>
                  <a:pt x="14266" y="67310"/>
                </a:lnTo>
                <a:lnTo>
                  <a:pt x="13982" y="68580"/>
                </a:lnTo>
                <a:close/>
              </a:path>
              <a:path w="1455420" h="471170">
                <a:moveTo>
                  <a:pt x="1453565" y="402590"/>
                </a:moveTo>
                <a:lnTo>
                  <a:pt x="1440840" y="402590"/>
                </a:lnTo>
                <a:lnTo>
                  <a:pt x="1441513" y="398780"/>
                </a:lnTo>
                <a:lnTo>
                  <a:pt x="1441958" y="394970"/>
                </a:lnTo>
                <a:lnTo>
                  <a:pt x="1442212" y="391160"/>
                </a:lnTo>
                <a:lnTo>
                  <a:pt x="1442199" y="78740"/>
                </a:lnTo>
                <a:lnTo>
                  <a:pt x="1441919" y="74930"/>
                </a:lnTo>
                <a:lnTo>
                  <a:pt x="1441462" y="71120"/>
                </a:lnTo>
                <a:lnTo>
                  <a:pt x="1440840" y="67310"/>
                </a:lnTo>
                <a:lnTo>
                  <a:pt x="1453565" y="67310"/>
                </a:lnTo>
                <a:lnTo>
                  <a:pt x="1454048" y="69850"/>
                </a:lnTo>
                <a:lnTo>
                  <a:pt x="1454569" y="73660"/>
                </a:lnTo>
                <a:lnTo>
                  <a:pt x="1454886" y="77470"/>
                </a:lnTo>
                <a:lnTo>
                  <a:pt x="1454886" y="392430"/>
                </a:lnTo>
                <a:lnTo>
                  <a:pt x="1454569" y="396240"/>
                </a:lnTo>
                <a:lnTo>
                  <a:pt x="1454048" y="400050"/>
                </a:lnTo>
                <a:lnTo>
                  <a:pt x="1453565" y="402590"/>
                </a:lnTo>
                <a:close/>
              </a:path>
              <a:path w="1455420" h="471170">
                <a:moveTo>
                  <a:pt x="14266" y="402590"/>
                </a:moveTo>
                <a:lnTo>
                  <a:pt x="14046" y="402590"/>
                </a:lnTo>
                <a:lnTo>
                  <a:pt x="13982" y="401320"/>
                </a:lnTo>
                <a:lnTo>
                  <a:pt x="14266" y="402590"/>
                </a:lnTo>
                <a:close/>
              </a:path>
              <a:path w="1455420" h="471170">
                <a:moveTo>
                  <a:pt x="1441581" y="433070"/>
                </a:moveTo>
                <a:lnTo>
                  <a:pt x="1426210" y="433070"/>
                </a:lnTo>
                <a:lnTo>
                  <a:pt x="1428470" y="429260"/>
                </a:lnTo>
                <a:lnTo>
                  <a:pt x="1428292" y="429260"/>
                </a:lnTo>
                <a:lnTo>
                  <a:pt x="1430426" y="426720"/>
                </a:lnTo>
                <a:lnTo>
                  <a:pt x="1430248" y="426720"/>
                </a:lnTo>
                <a:lnTo>
                  <a:pt x="1432242" y="424180"/>
                </a:lnTo>
                <a:lnTo>
                  <a:pt x="1432077" y="424180"/>
                </a:lnTo>
                <a:lnTo>
                  <a:pt x="1433918" y="421640"/>
                </a:lnTo>
                <a:lnTo>
                  <a:pt x="1433779" y="421640"/>
                </a:lnTo>
                <a:lnTo>
                  <a:pt x="1435455" y="417830"/>
                </a:lnTo>
                <a:lnTo>
                  <a:pt x="1435328" y="417830"/>
                </a:lnTo>
                <a:lnTo>
                  <a:pt x="1436852" y="415290"/>
                </a:lnTo>
                <a:lnTo>
                  <a:pt x="1438109" y="411480"/>
                </a:lnTo>
                <a:lnTo>
                  <a:pt x="1439202" y="408940"/>
                </a:lnTo>
                <a:lnTo>
                  <a:pt x="1440129" y="405130"/>
                </a:lnTo>
                <a:lnTo>
                  <a:pt x="1440903" y="401320"/>
                </a:lnTo>
                <a:lnTo>
                  <a:pt x="1440840" y="402590"/>
                </a:lnTo>
                <a:lnTo>
                  <a:pt x="1453565" y="402590"/>
                </a:lnTo>
                <a:lnTo>
                  <a:pt x="1445005" y="426720"/>
                </a:lnTo>
                <a:lnTo>
                  <a:pt x="1443012" y="430530"/>
                </a:lnTo>
                <a:lnTo>
                  <a:pt x="1441581" y="433070"/>
                </a:lnTo>
                <a:close/>
              </a:path>
              <a:path w="1455420" h="471170">
                <a:moveTo>
                  <a:pt x="29298" y="433070"/>
                </a:moveTo>
                <a:lnTo>
                  <a:pt x="28689" y="433070"/>
                </a:lnTo>
                <a:lnTo>
                  <a:pt x="28498" y="431800"/>
                </a:lnTo>
                <a:lnTo>
                  <a:pt x="29298" y="433070"/>
                </a:lnTo>
                <a:close/>
              </a:path>
              <a:path w="1455420" h="471170">
                <a:moveTo>
                  <a:pt x="1439710" y="435610"/>
                </a:moveTo>
                <a:lnTo>
                  <a:pt x="1424000" y="435610"/>
                </a:lnTo>
                <a:lnTo>
                  <a:pt x="1426400" y="431800"/>
                </a:lnTo>
                <a:lnTo>
                  <a:pt x="1426210" y="433070"/>
                </a:lnTo>
                <a:lnTo>
                  <a:pt x="1441581" y="433070"/>
                </a:lnTo>
                <a:lnTo>
                  <a:pt x="1440865" y="434340"/>
                </a:lnTo>
                <a:lnTo>
                  <a:pt x="1439710" y="435610"/>
                </a:lnTo>
                <a:close/>
              </a:path>
              <a:path w="1455420" h="471170">
                <a:moveTo>
                  <a:pt x="31959" y="435610"/>
                </a:moveTo>
                <a:lnTo>
                  <a:pt x="30899" y="435610"/>
                </a:lnTo>
                <a:lnTo>
                  <a:pt x="30695" y="434340"/>
                </a:lnTo>
                <a:lnTo>
                  <a:pt x="31959" y="435610"/>
                </a:lnTo>
                <a:close/>
              </a:path>
              <a:path w="1455420" h="471170">
                <a:moveTo>
                  <a:pt x="1428843" y="448310"/>
                </a:moveTo>
                <a:lnTo>
                  <a:pt x="1408429" y="448310"/>
                </a:lnTo>
                <a:lnTo>
                  <a:pt x="1411528" y="445770"/>
                </a:lnTo>
                <a:lnTo>
                  <a:pt x="1411274" y="445770"/>
                </a:lnTo>
                <a:lnTo>
                  <a:pt x="1414272" y="444500"/>
                </a:lnTo>
                <a:lnTo>
                  <a:pt x="1414030" y="444500"/>
                </a:lnTo>
                <a:lnTo>
                  <a:pt x="1416913" y="441960"/>
                </a:lnTo>
                <a:lnTo>
                  <a:pt x="1416685" y="441960"/>
                </a:lnTo>
                <a:lnTo>
                  <a:pt x="1419453" y="439420"/>
                </a:lnTo>
                <a:lnTo>
                  <a:pt x="1419225" y="439420"/>
                </a:lnTo>
                <a:lnTo>
                  <a:pt x="1421879" y="436880"/>
                </a:lnTo>
                <a:lnTo>
                  <a:pt x="1421663" y="436880"/>
                </a:lnTo>
                <a:lnTo>
                  <a:pt x="1424203" y="434340"/>
                </a:lnTo>
                <a:lnTo>
                  <a:pt x="1424000" y="435610"/>
                </a:lnTo>
                <a:lnTo>
                  <a:pt x="1439710" y="435610"/>
                </a:lnTo>
                <a:lnTo>
                  <a:pt x="1438554" y="436880"/>
                </a:lnTo>
                <a:lnTo>
                  <a:pt x="1436090" y="440690"/>
                </a:lnTo>
                <a:lnTo>
                  <a:pt x="1433499" y="443230"/>
                </a:lnTo>
                <a:lnTo>
                  <a:pt x="1430756" y="445770"/>
                </a:lnTo>
                <a:lnTo>
                  <a:pt x="1428843" y="448310"/>
                </a:lnTo>
                <a:close/>
              </a:path>
              <a:path w="1455420" h="471170">
                <a:moveTo>
                  <a:pt x="47802" y="448310"/>
                </a:moveTo>
                <a:lnTo>
                  <a:pt x="46469" y="448310"/>
                </a:lnTo>
                <a:lnTo>
                  <a:pt x="46202" y="447040"/>
                </a:lnTo>
                <a:lnTo>
                  <a:pt x="47802" y="448310"/>
                </a:lnTo>
                <a:close/>
              </a:path>
              <a:path w="1455420" h="471170">
                <a:moveTo>
                  <a:pt x="1415148" y="458470"/>
                </a:moveTo>
                <a:lnTo>
                  <a:pt x="1372069" y="458470"/>
                </a:lnTo>
                <a:lnTo>
                  <a:pt x="1375994" y="457200"/>
                </a:lnTo>
                <a:lnTo>
                  <a:pt x="1382750" y="457200"/>
                </a:lnTo>
                <a:lnTo>
                  <a:pt x="1386509" y="455930"/>
                </a:lnTo>
                <a:lnTo>
                  <a:pt x="1389595" y="455930"/>
                </a:lnTo>
                <a:lnTo>
                  <a:pt x="1393215" y="454660"/>
                </a:lnTo>
                <a:lnTo>
                  <a:pt x="1392923" y="454660"/>
                </a:lnTo>
                <a:lnTo>
                  <a:pt x="1396466" y="453390"/>
                </a:lnTo>
                <a:lnTo>
                  <a:pt x="1396174" y="453390"/>
                </a:lnTo>
                <a:lnTo>
                  <a:pt x="1399641" y="452120"/>
                </a:lnTo>
                <a:lnTo>
                  <a:pt x="1399362" y="452120"/>
                </a:lnTo>
                <a:lnTo>
                  <a:pt x="1402740" y="450850"/>
                </a:lnTo>
                <a:lnTo>
                  <a:pt x="1402461" y="450850"/>
                </a:lnTo>
                <a:lnTo>
                  <a:pt x="1405763" y="449580"/>
                </a:lnTo>
                <a:lnTo>
                  <a:pt x="1405483" y="449580"/>
                </a:lnTo>
                <a:lnTo>
                  <a:pt x="1408684" y="447040"/>
                </a:lnTo>
                <a:lnTo>
                  <a:pt x="1408429" y="448310"/>
                </a:lnTo>
                <a:lnTo>
                  <a:pt x="1428843" y="448310"/>
                </a:lnTo>
                <a:lnTo>
                  <a:pt x="1427886" y="449580"/>
                </a:lnTo>
                <a:lnTo>
                  <a:pt x="1424876" y="452120"/>
                </a:lnTo>
                <a:lnTo>
                  <a:pt x="1421752" y="454660"/>
                </a:lnTo>
                <a:lnTo>
                  <a:pt x="1418513" y="455930"/>
                </a:lnTo>
                <a:lnTo>
                  <a:pt x="1415148" y="458470"/>
                </a:lnTo>
                <a:close/>
              </a:path>
              <a:path w="1455420" h="471170">
                <a:moveTo>
                  <a:pt x="1384820" y="469900"/>
                </a:moveTo>
                <a:lnTo>
                  <a:pt x="70065" y="469900"/>
                </a:lnTo>
                <a:lnTo>
                  <a:pt x="61975" y="467360"/>
                </a:lnTo>
                <a:lnTo>
                  <a:pt x="1392910" y="467360"/>
                </a:lnTo>
                <a:lnTo>
                  <a:pt x="1384820" y="469900"/>
                </a:lnTo>
                <a:close/>
              </a:path>
              <a:path w="1455420" h="471170">
                <a:moveTo>
                  <a:pt x="1372311" y="471170"/>
                </a:moveTo>
                <a:lnTo>
                  <a:pt x="82588" y="471170"/>
                </a:lnTo>
                <a:lnTo>
                  <a:pt x="78409" y="469900"/>
                </a:lnTo>
                <a:lnTo>
                  <a:pt x="1376476" y="469900"/>
                </a:lnTo>
                <a:lnTo>
                  <a:pt x="1372311" y="47117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039880" y="3247771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华文楷体"/>
                <a:cs typeface="华文楷体"/>
              </a:rPr>
              <a:t>电磁感</a:t>
            </a:r>
            <a:r>
              <a:rPr dirty="0" sz="2400" spc="-5" b="1">
                <a:solidFill>
                  <a:srgbClr val="252525"/>
                </a:solidFill>
                <a:latin typeface="华文楷体"/>
                <a:cs typeface="华文楷体"/>
              </a:rPr>
              <a:t>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238244" y="3372611"/>
            <a:ext cx="698500" cy="152400"/>
          </a:xfrm>
          <a:custGeom>
            <a:avLst/>
            <a:gdLst/>
            <a:ahLst/>
            <a:cxnLst/>
            <a:rect l="l" t="t" r="r" b="b"/>
            <a:pathLst>
              <a:path w="698500" h="152400">
                <a:moveTo>
                  <a:pt x="621791" y="152400"/>
                </a:moveTo>
                <a:lnTo>
                  <a:pt x="621791" y="114300"/>
                </a:lnTo>
                <a:lnTo>
                  <a:pt x="0" y="114300"/>
                </a:lnTo>
                <a:lnTo>
                  <a:pt x="0" y="38100"/>
                </a:lnTo>
                <a:lnTo>
                  <a:pt x="621791" y="38100"/>
                </a:lnTo>
                <a:lnTo>
                  <a:pt x="621791" y="0"/>
                </a:lnTo>
                <a:lnTo>
                  <a:pt x="697991" y="76200"/>
                </a:lnTo>
                <a:lnTo>
                  <a:pt x="621791" y="1524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31627" y="3357016"/>
            <a:ext cx="713740" cy="183515"/>
          </a:xfrm>
          <a:custGeom>
            <a:avLst/>
            <a:gdLst/>
            <a:ahLst/>
            <a:cxnLst/>
            <a:rect l="l" t="t" r="r" b="b"/>
            <a:pathLst>
              <a:path w="713739" h="183514">
                <a:moveTo>
                  <a:pt x="621512" y="53492"/>
                </a:moveTo>
                <a:lnTo>
                  <a:pt x="621512" y="0"/>
                </a:lnTo>
                <a:lnTo>
                  <a:pt x="636843" y="15328"/>
                </a:lnTo>
                <a:lnTo>
                  <a:pt x="634212" y="15328"/>
                </a:lnTo>
                <a:lnTo>
                  <a:pt x="623379" y="19812"/>
                </a:lnTo>
                <a:lnTo>
                  <a:pt x="634212" y="30646"/>
                </a:lnTo>
                <a:lnTo>
                  <a:pt x="634212" y="47142"/>
                </a:lnTo>
                <a:lnTo>
                  <a:pt x="627862" y="47142"/>
                </a:lnTo>
                <a:lnTo>
                  <a:pt x="621512" y="53492"/>
                </a:lnTo>
                <a:close/>
              </a:path>
              <a:path w="713739" h="183514">
                <a:moveTo>
                  <a:pt x="634212" y="30646"/>
                </a:moveTo>
                <a:lnTo>
                  <a:pt x="623379" y="19812"/>
                </a:lnTo>
                <a:lnTo>
                  <a:pt x="634212" y="15328"/>
                </a:lnTo>
                <a:lnTo>
                  <a:pt x="634212" y="30646"/>
                </a:lnTo>
                <a:close/>
              </a:path>
              <a:path w="713739" h="183514">
                <a:moveTo>
                  <a:pt x="695217" y="91661"/>
                </a:moveTo>
                <a:lnTo>
                  <a:pt x="634212" y="30646"/>
                </a:lnTo>
                <a:lnTo>
                  <a:pt x="634212" y="15328"/>
                </a:lnTo>
                <a:lnTo>
                  <a:pt x="636843" y="15328"/>
                </a:lnTo>
                <a:lnTo>
                  <a:pt x="708697" y="87172"/>
                </a:lnTo>
                <a:lnTo>
                  <a:pt x="699706" y="87172"/>
                </a:lnTo>
                <a:lnTo>
                  <a:pt x="695217" y="91661"/>
                </a:lnTo>
                <a:close/>
              </a:path>
              <a:path w="713739" h="183514">
                <a:moveTo>
                  <a:pt x="621512" y="136182"/>
                </a:moveTo>
                <a:lnTo>
                  <a:pt x="0" y="136182"/>
                </a:lnTo>
                <a:lnTo>
                  <a:pt x="0" y="47142"/>
                </a:lnTo>
                <a:lnTo>
                  <a:pt x="621512" y="47142"/>
                </a:lnTo>
                <a:lnTo>
                  <a:pt x="621512" y="53492"/>
                </a:lnTo>
                <a:lnTo>
                  <a:pt x="12700" y="53492"/>
                </a:lnTo>
                <a:lnTo>
                  <a:pt x="6350" y="59842"/>
                </a:lnTo>
                <a:lnTo>
                  <a:pt x="12700" y="59842"/>
                </a:lnTo>
                <a:lnTo>
                  <a:pt x="12700" y="123482"/>
                </a:lnTo>
                <a:lnTo>
                  <a:pt x="6350" y="123482"/>
                </a:lnTo>
                <a:lnTo>
                  <a:pt x="12700" y="129832"/>
                </a:lnTo>
                <a:lnTo>
                  <a:pt x="621512" y="129832"/>
                </a:lnTo>
                <a:lnTo>
                  <a:pt x="621512" y="136182"/>
                </a:lnTo>
                <a:close/>
              </a:path>
              <a:path w="713739" h="183514">
                <a:moveTo>
                  <a:pt x="634212" y="59842"/>
                </a:moveTo>
                <a:lnTo>
                  <a:pt x="12700" y="59842"/>
                </a:lnTo>
                <a:lnTo>
                  <a:pt x="12700" y="53492"/>
                </a:lnTo>
                <a:lnTo>
                  <a:pt x="621512" y="53492"/>
                </a:lnTo>
                <a:lnTo>
                  <a:pt x="627862" y="47142"/>
                </a:lnTo>
                <a:lnTo>
                  <a:pt x="634212" y="47142"/>
                </a:lnTo>
                <a:lnTo>
                  <a:pt x="634212" y="59842"/>
                </a:lnTo>
                <a:close/>
              </a:path>
              <a:path w="713739" h="183514">
                <a:moveTo>
                  <a:pt x="12700" y="59842"/>
                </a:moveTo>
                <a:lnTo>
                  <a:pt x="6350" y="59842"/>
                </a:lnTo>
                <a:lnTo>
                  <a:pt x="12700" y="53492"/>
                </a:lnTo>
                <a:lnTo>
                  <a:pt x="12700" y="59842"/>
                </a:lnTo>
                <a:close/>
              </a:path>
              <a:path w="713739" h="183514">
                <a:moveTo>
                  <a:pt x="699706" y="96151"/>
                </a:moveTo>
                <a:lnTo>
                  <a:pt x="695223" y="91655"/>
                </a:lnTo>
                <a:lnTo>
                  <a:pt x="699706" y="87172"/>
                </a:lnTo>
                <a:lnTo>
                  <a:pt x="699706" y="96151"/>
                </a:lnTo>
                <a:close/>
              </a:path>
              <a:path w="713739" h="183514">
                <a:moveTo>
                  <a:pt x="708685" y="96151"/>
                </a:moveTo>
                <a:lnTo>
                  <a:pt x="699706" y="96151"/>
                </a:lnTo>
                <a:lnTo>
                  <a:pt x="699706" y="87172"/>
                </a:lnTo>
                <a:lnTo>
                  <a:pt x="708697" y="87172"/>
                </a:lnTo>
                <a:lnTo>
                  <a:pt x="713175" y="91661"/>
                </a:lnTo>
                <a:lnTo>
                  <a:pt x="708685" y="96151"/>
                </a:lnTo>
                <a:close/>
              </a:path>
              <a:path w="713739" h="183514">
                <a:moveTo>
                  <a:pt x="636841" y="167995"/>
                </a:moveTo>
                <a:lnTo>
                  <a:pt x="634212" y="167995"/>
                </a:lnTo>
                <a:lnTo>
                  <a:pt x="634212" y="152666"/>
                </a:lnTo>
                <a:lnTo>
                  <a:pt x="695217" y="91661"/>
                </a:lnTo>
                <a:lnTo>
                  <a:pt x="699706" y="96151"/>
                </a:lnTo>
                <a:lnTo>
                  <a:pt x="708685" y="96151"/>
                </a:lnTo>
                <a:lnTo>
                  <a:pt x="636841" y="167995"/>
                </a:lnTo>
                <a:close/>
              </a:path>
              <a:path w="713739" h="183514">
                <a:moveTo>
                  <a:pt x="12700" y="129832"/>
                </a:moveTo>
                <a:lnTo>
                  <a:pt x="6350" y="123482"/>
                </a:lnTo>
                <a:lnTo>
                  <a:pt x="12700" y="123482"/>
                </a:lnTo>
                <a:lnTo>
                  <a:pt x="12700" y="129832"/>
                </a:lnTo>
                <a:close/>
              </a:path>
              <a:path w="713739" h="183514">
                <a:moveTo>
                  <a:pt x="634212" y="136182"/>
                </a:moveTo>
                <a:lnTo>
                  <a:pt x="627862" y="136182"/>
                </a:lnTo>
                <a:lnTo>
                  <a:pt x="621512" y="129832"/>
                </a:lnTo>
                <a:lnTo>
                  <a:pt x="12700" y="129832"/>
                </a:lnTo>
                <a:lnTo>
                  <a:pt x="12700" y="123482"/>
                </a:lnTo>
                <a:lnTo>
                  <a:pt x="634212" y="123482"/>
                </a:lnTo>
                <a:lnTo>
                  <a:pt x="634212" y="136182"/>
                </a:lnTo>
                <a:close/>
              </a:path>
              <a:path w="713739" h="183514">
                <a:moveTo>
                  <a:pt x="621512" y="183324"/>
                </a:moveTo>
                <a:lnTo>
                  <a:pt x="621512" y="129832"/>
                </a:lnTo>
                <a:lnTo>
                  <a:pt x="627862" y="136182"/>
                </a:lnTo>
                <a:lnTo>
                  <a:pt x="634212" y="136182"/>
                </a:lnTo>
                <a:lnTo>
                  <a:pt x="634212" y="152666"/>
                </a:lnTo>
                <a:lnTo>
                  <a:pt x="623379" y="163499"/>
                </a:lnTo>
                <a:lnTo>
                  <a:pt x="634212" y="167995"/>
                </a:lnTo>
                <a:lnTo>
                  <a:pt x="636841" y="167995"/>
                </a:lnTo>
                <a:lnTo>
                  <a:pt x="621512" y="183324"/>
                </a:lnTo>
                <a:close/>
              </a:path>
              <a:path w="713739" h="183514">
                <a:moveTo>
                  <a:pt x="634212" y="167995"/>
                </a:moveTo>
                <a:lnTo>
                  <a:pt x="623379" y="163499"/>
                </a:lnTo>
                <a:lnTo>
                  <a:pt x="634212" y="152666"/>
                </a:lnTo>
                <a:lnTo>
                  <a:pt x="634212" y="16799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83379" y="3012948"/>
            <a:ext cx="710565" cy="401320"/>
          </a:xfrm>
          <a:custGeom>
            <a:avLst/>
            <a:gdLst/>
            <a:ahLst/>
            <a:cxnLst/>
            <a:rect l="l" t="t" r="r" b="b"/>
            <a:pathLst>
              <a:path w="710564" h="401320">
                <a:moveTo>
                  <a:pt x="0" y="0"/>
                </a:moveTo>
                <a:lnTo>
                  <a:pt x="710184" y="0"/>
                </a:lnTo>
                <a:lnTo>
                  <a:pt x="710184" y="400812"/>
                </a:lnTo>
                <a:lnTo>
                  <a:pt x="0" y="400812"/>
                </a:lnTo>
                <a:lnTo>
                  <a:pt x="0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183379" y="3015907"/>
            <a:ext cx="7105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产生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451091" y="3395471"/>
            <a:ext cx="1496695" cy="152400"/>
          </a:xfrm>
          <a:custGeom>
            <a:avLst/>
            <a:gdLst/>
            <a:ahLst/>
            <a:cxnLst/>
            <a:rect l="l" t="t" r="r" b="b"/>
            <a:pathLst>
              <a:path w="1496695" h="152400">
                <a:moveTo>
                  <a:pt x="76200" y="152400"/>
                </a:moveTo>
                <a:lnTo>
                  <a:pt x="0" y="76200"/>
                </a:lnTo>
                <a:lnTo>
                  <a:pt x="76200" y="0"/>
                </a:lnTo>
                <a:lnTo>
                  <a:pt x="76200" y="38100"/>
                </a:lnTo>
                <a:lnTo>
                  <a:pt x="1496567" y="38100"/>
                </a:lnTo>
                <a:lnTo>
                  <a:pt x="1496567" y="114300"/>
                </a:lnTo>
                <a:lnTo>
                  <a:pt x="76200" y="114300"/>
                </a:lnTo>
                <a:lnTo>
                  <a:pt x="76200" y="1524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42430" y="3379533"/>
            <a:ext cx="1511300" cy="183515"/>
          </a:xfrm>
          <a:custGeom>
            <a:avLst/>
            <a:gdLst/>
            <a:ahLst/>
            <a:cxnLst/>
            <a:rect l="l" t="t" r="r" b="b"/>
            <a:pathLst>
              <a:path w="1511300" h="183514">
                <a:moveTo>
                  <a:pt x="91668" y="183324"/>
                </a:moveTo>
                <a:lnTo>
                  <a:pt x="0" y="91655"/>
                </a:lnTo>
                <a:lnTo>
                  <a:pt x="91668" y="0"/>
                </a:lnTo>
                <a:lnTo>
                  <a:pt x="91668" y="15328"/>
                </a:lnTo>
                <a:lnTo>
                  <a:pt x="78968" y="15328"/>
                </a:lnTo>
                <a:lnTo>
                  <a:pt x="78968" y="30646"/>
                </a:lnTo>
                <a:lnTo>
                  <a:pt x="22452" y="87172"/>
                </a:lnTo>
                <a:lnTo>
                  <a:pt x="13474" y="87172"/>
                </a:lnTo>
                <a:lnTo>
                  <a:pt x="13474" y="96151"/>
                </a:lnTo>
                <a:lnTo>
                  <a:pt x="22453" y="96151"/>
                </a:lnTo>
                <a:lnTo>
                  <a:pt x="78968" y="152666"/>
                </a:lnTo>
                <a:lnTo>
                  <a:pt x="78968" y="167995"/>
                </a:lnTo>
                <a:lnTo>
                  <a:pt x="91668" y="167995"/>
                </a:lnTo>
                <a:lnTo>
                  <a:pt x="91668" y="183324"/>
                </a:lnTo>
                <a:close/>
              </a:path>
              <a:path w="1511300" h="183514">
                <a:moveTo>
                  <a:pt x="78968" y="30646"/>
                </a:moveTo>
                <a:lnTo>
                  <a:pt x="78968" y="15328"/>
                </a:lnTo>
                <a:lnTo>
                  <a:pt x="89801" y="19812"/>
                </a:lnTo>
                <a:lnTo>
                  <a:pt x="78968" y="30646"/>
                </a:lnTo>
                <a:close/>
              </a:path>
              <a:path w="1511300" h="183514">
                <a:moveTo>
                  <a:pt x="1498536" y="59842"/>
                </a:moveTo>
                <a:lnTo>
                  <a:pt x="78968" y="59842"/>
                </a:lnTo>
                <a:lnTo>
                  <a:pt x="78968" y="30646"/>
                </a:lnTo>
                <a:lnTo>
                  <a:pt x="89801" y="19812"/>
                </a:lnTo>
                <a:lnTo>
                  <a:pt x="78968" y="15328"/>
                </a:lnTo>
                <a:lnTo>
                  <a:pt x="91668" y="15328"/>
                </a:lnTo>
                <a:lnTo>
                  <a:pt x="91668" y="47142"/>
                </a:lnTo>
                <a:lnTo>
                  <a:pt x="85318" y="47142"/>
                </a:lnTo>
                <a:lnTo>
                  <a:pt x="91668" y="53492"/>
                </a:lnTo>
                <a:lnTo>
                  <a:pt x="1498536" y="53492"/>
                </a:lnTo>
                <a:lnTo>
                  <a:pt x="1498536" y="59842"/>
                </a:lnTo>
                <a:close/>
              </a:path>
              <a:path w="1511300" h="183514">
                <a:moveTo>
                  <a:pt x="91668" y="53492"/>
                </a:moveTo>
                <a:lnTo>
                  <a:pt x="85318" y="47142"/>
                </a:lnTo>
                <a:lnTo>
                  <a:pt x="91668" y="47142"/>
                </a:lnTo>
                <a:lnTo>
                  <a:pt x="91668" y="53492"/>
                </a:lnTo>
                <a:close/>
              </a:path>
              <a:path w="1511300" h="183514">
                <a:moveTo>
                  <a:pt x="1511236" y="59842"/>
                </a:moveTo>
                <a:lnTo>
                  <a:pt x="1504886" y="59842"/>
                </a:lnTo>
                <a:lnTo>
                  <a:pt x="1498536" y="53492"/>
                </a:lnTo>
                <a:lnTo>
                  <a:pt x="91668" y="53492"/>
                </a:lnTo>
                <a:lnTo>
                  <a:pt x="91668" y="47142"/>
                </a:lnTo>
                <a:lnTo>
                  <a:pt x="1511236" y="47142"/>
                </a:lnTo>
                <a:lnTo>
                  <a:pt x="1511236" y="59842"/>
                </a:lnTo>
                <a:close/>
              </a:path>
              <a:path w="1511300" h="183514">
                <a:moveTo>
                  <a:pt x="1498536" y="129819"/>
                </a:moveTo>
                <a:lnTo>
                  <a:pt x="1498536" y="53492"/>
                </a:lnTo>
                <a:lnTo>
                  <a:pt x="1504886" y="59842"/>
                </a:lnTo>
                <a:lnTo>
                  <a:pt x="1511236" y="59842"/>
                </a:lnTo>
                <a:lnTo>
                  <a:pt x="1511236" y="123469"/>
                </a:lnTo>
                <a:lnTo>
                  <a:pt x="1504886" y="123469"/>
                </a:lnTo>
                <a:lnTo>
                  <a:pt x="1498536" y="129819"/>
                </a:lnTo>
                <a:close/>
              </a:path>
              <a:path w="1511300" h="183514">
                <a:moveTo>
                  <a:pt x="13474" y="96151"/>
                </a:moveTo>
                <a:lnTo>
                  <a:pt x="13474" y="87172"/>
                </a:lnTo>
                <a:lnTo>
                  <a:pt x="17963" y="91661"/>
                </a:lnTo>
                <a:lnTo>
                  <a:pt x="13474" y="96151"/>
                </a:lnTo>
                <a:close/>
              </a:path>
              <a:path w="1511300" h="183514">
                <a:moveTo>
                  <a:pt x="17963" y="91661"/>
                </a:moveTo>
                <a:lnTo>
                  <a:pt x="13474" y="87172"/>
                </a:lnTo>
                <a:lnTo>
                  <a:pt x="22452" y="87172"/>
                </a:lnTo>
                <a:lnTo>
                  <a:pt x="17963" y="91661"/>
                </a:lnTo>
                <a:close/>
              </a:path>
              <a:path w="1511300" h="183514">
                <a:moveTo>
                  <a:pt x="22453" y="96151"/>
                </a:moveTo>
                <a:lnTo>
                  <a:pt x="13474" y="96151"/>
                </a:lnTo>
                <a:lnTo>
                  <a:pt x="17963" y="91661"/>
                </a:lnTo>
                <a:lnTo>
                  <a:pt x="22453" y="96151"/>
                </a:lnTo>
                <a:close/>
              </a:path>
              <a:path w="1511300" h="183514">
                <a:moveTo>
                  <a:pt x="91668" y="167995"/>
                </a:moveTo>
                <a:lnTo>
                  <a:pt x="78968" y="167995"/>
                </a:lnTo>
                <a:lnTo>
                  <a:pt x="89801" y="163499"/>
                </a:lnTo>
                <a:lnTo>
                  <a:pt x="78968" y="152666"/>
                </a:lnTo>
                <a:lnTo>
                  <a:pt x="78968" y="123469"/>
                </a:lnTo>
                <a:lnTo>
                  <a:pt x="1498536" y="123469"/>
                </a:lnTo>
                <a:lnTo>
                  <a:pt x="1498536" y="129819"/>
                </a:lnTo>
                <a:lnTo>
                  <a:pt x="91668" y="129819"/>
                </a:lnTo>
                <a:lnTo>
                  <a:pt x="85318" y="136169"/>
                </a:lnTo>
                <a:lnTo>
                  <a:pt x="91668" y="136169"/>
                </a:lnTo>
                <a:lnTo>
                  <a:pt x="91668" y="167995"/>
                </a:lnTo>
                <a:close/>
              </a:path>
              <a:path w="1511300" h="183514">
                <a:moveTo>
                  <a:pt x="1511236" y="136169"/>
                </a:moveTo>
                <a:lnTo>
                  <a:pt x="91668" y="136169"/>
                </a:lnTo>
                <a:lnTo>
                  <a:pt x="91668" y="129819"/>
                </a:lnTo>
                <a:lnTo>
                  <a:pt x="1498536" y="129819"/>
                </a:lnTo>
                <a:lnTo>
                  <a:pt x="1504886" y="123469"/>
                </a:lnTo>
                <a:lnTo>
                  <a:pt x="1511236" y="123469"/>
                </a:lnTo>
                <a:lnTo>
                  <a:pt x="1511236" y="136169"/>
                </a:lnTo>
                <a:close/>
              </a:path>
              <a:path w="1511300" h="183514">
                <a:moveTo>
                  <a:pt x="91668" y="136169"/>
                </a:moveTo>
                <a:lnTo>
                  <a:pt x="85318" y="136169"/>
                </a:lnTo>
                <a:lnTo>
                  <a:pt x="91668" y="129819"/>
                </a:lnTo>
                <a:lnTo>
                  <a:pt x="91668" y="136169"/>
                </a:lnTo>
                <a:close/>
              </a:path>
              <a:path w="1511300" h="183514">
                <a:moveTo>
                  <a:pt x="78968" y="167995"/>
                </a:moveTo>
                <a:lnTo>
                  <a:pt x="78968" y="152666"/>
                </a:lnTo>
                <a:lnTo>
                  <a:pt x="89801" y="163499"/>
                </a:lnTo>
                <a:lnTo>
                  <a:pt x="78968" y="16799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5165166" y="1283665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课堂小结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804985" y="1798599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56"/>
                </a:moveTo>
                <a:lnTo>
                  <a:pt x="5556783" y="36156"/>
                </a:lnTo>
                <a:lnTo>
                  <a:pt x="5556783" y="0"/>
                </a:lnTo>
                <a:lnTo>
                  <a:pt x="0" y="0"/>
                </a:lnTo>
                <a:lnTo>
                  <a:pt x="0" y="36156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804985" y="1798599"/>
            <a:ext cx="5556885" cy="36195"/>
          </a:xfrm>
          <a:custGeom>
            <a:avLst/>
            <a:gdLst/>
            <a:ahLst/>
            <a:cxnLst/>
            <a:rect l="l" t="t" r="r" b="b"/>
            <a:pathLst>
              <a:path w="5556884" h="36194">
                <a:moveTo>
                  <a:pt x="0" y="36156"/>
                </a:moveTo>
                <a:lnTo>
                  <a:pt x="5556783" y="36156"/>
                </a:lnTo>
                <a:lnTo>
                  <a:pt x="5556783" y="0"/>
                </a:lnTo>
                <a:lnTo>
                  <a:pt x="0" y="0"/>
                </a:lnTo>
                <a:lnTo>
                  <a:pt x="0" y="36156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569464" y="2034539"/>
            <a:ext cx="932688" cy="1057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532" y="2771775"/>
            <a:ext cx="4292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latin typeface="黑体"/>
                <a:cs typeface="黑体"/>
              </a:rPr>
              <a:t>同学们，再见！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2025-04-20T10:17:14Z</dcterms:created>
  <dcterms:modified xsi:type="dcterms:W3CDTF">2025-04-20T10:17:14Z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